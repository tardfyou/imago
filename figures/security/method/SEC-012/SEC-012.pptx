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985f21981c4e39" /><Relationship Type="http://schemas.openxmlformats.org/officeDocument/2006/relationships/extended-properties" Target="/docProps/app.xml" Id="R914483382af64024" /><Relationship Type="http://schemas.openxmlformats.org/officeDocument/2006/relationships/officeDocument" Target="/ppt/presentation.xml" Id="R321d8cd387e849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7c54cbc8d64186"/>
  </p:sldMasterIdLst>
  <p:notesMasterIdLst>
    <p:notesMasterId xmlns:r="http://schemas.openxmlformats.org/officeDocument/2006/relationships" r:id="Ra4c70b22400f45cd"/>
  </p:notesMasterIdLst>
  <p:sldIdLst>
    <p:sldId xmlns:r="http://schemas.openxmlformats.org/officeDocument/2006/relationships" id="256" r:id="Rb8b972b692744f52"/>
  </p:sldIdLst>
  <p:sldSz cx="13773150" cy="39147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a4f06b5bf64617" /><Relationship Type="http://schemas.openxmlformats.org/officeDocument/2006/relationships/slideMaster" Target="/ppt/slideMasters/slideMaster1.xml" Id="Re87c54cbc8d64186" /><Relationship Type="http://schemas.openxmlformats.org/officeDocument/2006/relationships/notesMaster" Target="/ppt/notesMasters/notesMaster1.xml" Id="Ra4c70b22400f45cd" /><Relationship Type="http://schemas.openxmlformats.org/officeDocument/2006/relationships/presProps" Target="/ppt/presProps.xml" Id="Rb255b2a1ac244f38" /><Relationship Type="http://schemas.openxmlformats.org/officeDocument/2006/relationships/tableStyles" Target="/ppt/tableStyles.xml" Id="Rc153e2f09d854753" /><Relationship Type="http://schemas.openxmlformats.org/officeDocument/2006/relationships/slide" Target="/ppt/slides/slide1.xml" Id="Rb8b972b692744f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5f865c644245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e3f61cbdd64d47" /><Relationship Type="http://schemas.openxmlformats.org/officeDocument/2006/relationships/notesMaster" Target="/ppt/notesMasters/notesMaster1.xml" Id="Rb276bb38f42e4538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素材ID：SEC-012</ns1:t>
            </ns1:r>
          </ns1:p>
          <ns1:p>
            <ns1:r>
              <ns1:t>论文：DataSentinel: A Game-Theoretic Detection of Prompt Injection Attacks</ns1:t>
            </ns1:r>
          </ns1:p>
          <ns1:p>
            <ns1:r>
              <ns1:t>会议：IEEE S&amp;P 2025</ns1:t>
            </ns1:r>
          </ns1:p>
          <ns1:p>
            <ns1:r>
              <ns1:t>奖项：Distinguished Paper Award</ns1:t>
            </ns1:r>
          </ns1:p>
          <ns1:p>
            <ns1:r>
              <ns1:t>图号：Figure 2，PDF第6页</ns1:t>
            </ns1:r>
          </ns1:p>
          <ns1:p>
            <ns1:r>
              <ns1:t>类型：方法流程</ns1:t>
            </ns1:r>
          </ns1:p>
          <ns1:p>
            <ns1:r>
              <ns1:t>借鉴点：采样、内层对抗优化、外层检测器更新组成闭环，用不同色块标出数据、更新对象和模型输入。</ns1:t>
            </ns1:r>
          </ns1:p>
          <ns1:p>
            <ns1:r>
              <ns1:t>论文URL：https://arxiv.org/pdf/2504.11358</ns1:t>
            </ns1:r>
          </ns1:p>
          <ns1:p>
            <ns1:r>
              <ns1:t>官方获奖URL：https://sp2025.ieee-security.org/awards.html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06eb8d633344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543d865e4a4ddb" /><Relationship Type="http://schemas.openxmlformats.org/officeDocument/2006/relationships/slideLayout" Target="/ppt/slideLayouts/slideLayout1.xml" Id="R6dd4787f478a40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d4787f478a40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44fdf2df84089" /><Relationship Type="http://schemas.openxmlformats.org/officeDocument/2006/relationships/notesSlide" Target="/ppt/notesSlides/notesSlide1.xml" Id="R884979b8dc884a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155A64-B2F6-4659-BD58-9B0ED648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641535" cy="3860284"/>
          </a:xfrm>
          <a:custGeom xmlns:a="http://schemas.openxmlformats.org/drawingml/2006/main">
            <a:pathLst>
              <a:path w="13641535" h="3860284">
                <a:moveTo>
                  <a:pt x="13641535" y="0"/>
                </a:moveTo>
                <a:lnTo>
                  <a:pt x="0" y="0"/>
                </a:lnTo>
                <a:lnTo>
                  <a:pt x="0" y="3860284"/>
                </a:lnTo>
                <a:lnTo>
                  <a:pt x="13641535" y="3860284"/>
                </a:lnTo>
                <a:lnTo>
                  <a:pt x="13641535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2E507-098B-4CF9-B23C-C0703937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641535" cy="3860284"/>
          </a:xfrm>
          <a:custGeom xmlns:a="http://schemas.openxmlformats.org/drawingml/2006/main">
            <a:pathLst>
              <a:path w="13641535" h="3860284">
                <a:moveTo>
                  <a:pt x="13641535" y="3860284"/>
                </a:moveTo>
                <a:lnTo>
                  <a:pt x="13641535" y="0"/>
                </a:lnTo>
                <a:lnTo>
                  <a:pt x="0" y="0"/>
                </a:lnTo>
                <a:lnTo>
                  <a:pt x="0" y="3860284"/>
                </a:lnTo>
                <a:lnTo>
                  <a:pt x="13641535" y="38602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7C34C-8D57-48FB-AD53-D6B09446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366" y="2746558"/>
            <a:ext cx="918239" cy="354198"/>
          </a:xfrm>
          <a:custGeom xmlns:a="http://schemas.openxmlformats.org/drawingml/2006/main">
            <a:pathLst>
              <a:path w="918239" h="354198">
                <a:moveTo>
                  <a:pt x="14864" y="0"/>
                </a:moveTo>
                <a:lnTo>
                  <a:pt x="842995" y="246562"/>
                </a:lnTo>
                <a:lnTo>
                  <a:pt x="860179" y="188847"/>
                </a:lnTo>
                <a:lnTo>
                  <a:pt x="918239" y="296138"/>
                </a:lnTo>
                <a:lnTo>
                  <a:pt x="810948" y="354198"/>
                </a:lnTo>
                <a:lnTo>
                  <a:pt x="828132" y="296482"/>
                </a:lnTo>
                <a:lnTo>
                  <a:pt x="0" y="49920"/>
                </a:lnTo>
                <a:lnTo>
                  <a:pt x="14864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01ECF-F616-464A-B1A9-B36EEF6C0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1367" y="2746558"/>
            <a:ext cx="918238" cy="354198"/>
          </a:xfrm>
          <a:custGeom xmlns:a="http://schemas.openxmlformats.org/drawingml/2006/main">
            <a:pathLst>
              <a:path w="918238" h="354198" fill="none">
                <a:moveTo>
                  <a:pt x="14863" y="0"/>
                </a:moveTo>
                <a:lnTo>
                  <a:pt x="842995" y="246562"/>
                </a:lnTo>
                <a:lnTo>
                  <a:pt x="860179" y="188847"/>
                </a:lnTo>
                <a:lnTo>
                  <a:pt x="918238" y="296138"/>
                </a:lnTo>
                <a:lnTo>
                  <a:pt x="810948" y="354198"/>
                </a:lnTo>
                <a:lnTo>
                  <a:pt x="828132" y="296482"/>
                </a:lnTo>
                <a:lnTo>
                  <a:pt x="0" y="49920"/>
                </a:lnTo>
                <a:lnTo>
                  <a:pt x="1486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BBB5CD-62D1-41A0-9B0B-A6D27E7E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44" y="772469"/>
            <a:ext cx="911379" cy="736158"/>
          </a:xfrm>
          <a:custGeom xmlns:a="http://schemas.openxmlformats.org/drawingml/2006/main">
            <a:pathLst>
              <a:path w="911379" h="736158">
                <a:moveTo>
                  <a:pt x="0" y="692712"/>
                </a:moveTo>
                <a:lnTo>
                  <a:pt x="822457" y="50230"/>
                </a:lnTo>
                <a:lnTo>
                  <a:pt x="783218" y="0"/>
                </a:lnTo>
                <a:lnTo>
                  <a:pt x="911379" y="15746"/>
                </a:lnTo>
                <a:lnTo>
                  <a:pt x="895635" y="143905"/>
                </a:lnTo>
                <a:lnTo>
                  <a:pt x="856395" y="93675"/>
                </a:lnTo>
                <a:lnTo>
                  <a:pt x="33939" y="736158"/>
                </a:lnTo>
                <a:lnTo>
                  <a:pt x="0" y="692712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68A7FE-4E6D-4888-9A22-2C44D0D14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244" y="772468"/>
            <a:ext cx="911378" cy="736159"/>
          </a:xfrm>
          <a:custGeom xmlns:a="http://schemas.openxmlformats.org/drawingml/2006/main">
            <a:pathLst>
              <a:path w="911378" h="736159" fill="none">
                <a:moveTo>
                  <a:pt x="0" y="692713"/>
                </a:moveTo>
                <a:lnTo>
                  <a:pt x="822456" y="50230"/>
                </a:lnTo>
                <a:lnTo>
                  <a:pt x="783218" y="0"/>
                </a:lnTo>
                <a:lnTo>
                  <a:pt x="911378" y="15746"/>
                </a:lnTo>
                <a:lnTo>
                  <a:pt x="895633" y="143905"/>
                </a:lnTo>
                <a:lnTo>
                  <a:pt x="856395" y="93676"/>
                </a:lnTo>
                <a:lnTo>
                  <a:pt x="33939" y="736159"/>
                </a:lnTo>
                <a:lnTo>
                  <a:pt x="0" y="6927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9BB61-C355-4379-ACB7-BF2649CE9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1084" y="2835966"/>
            <a:ext cx="452278" cy="172525"/>
          </a:xfrm>
          <a:custGeom xmlns:a="http://schemas.openxmlformats.org/drawingml/2006/main">
            <a:pathLst>
              <a:path w="452278" h="172525">
                <a:moveTo>
                  <a:pt x="452278" y="112307"/>
                </a:moveTo>
                <a:lnTo>
                  <a:pt x="86263" y="112307"/>
                </a:lnTo>
                <a:lnTo>
                  <a:pt x="86263" y="172525"/>
                </a:lnTo>
                <a:lnTo>
                  <a:pt x="0" y="86263"/>
                </a:lnTo>
                <a:lnTo>
                  <a:pt x="86263" y="0"/>
                </a:lnTo>
                <a:lnTo>
                  <a:pt x="86263" y="60219"/>
                </a:lnTo>
                <a:lnTo>
                  <a:pt x="452278" y="60219"/>
                </a:lnTo>
                <a:lnTo>
                  <a:pt x="452278" y="112307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7285A-19D0-44B3-9DF4-0B5FAC5C1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1085" y="2835966"/>
            <a:ext cx="452277" cy="172525"/>
          </a:xfrm>
          <a:custGeom xmlns:a="http://schemas.openxmlformats.org/drawingml/2006/main">
            <a:pathLst>
              <a:path w="452277" h="172525" fill="none">
                <a:moveTo>
                  <a:pt x="452277" y="112306"/>
                </a:moveTo>
                <a:lnTo>
                  <a:pt x="86262" y="112306"/>
                </a:lnTo>
                <a:lnTo>
                  <a:pt x="86262" y="172525"/>
                </a:lnTo>
                <a:lnTo>
                  <a:pt x="0" y="86262"/>
                </a:lnTo>
                <a:lnTo>
                  <a:pt x="86262" y="0"/>
                </a:lnTo>
                <a:lnTo>
                  <a:pt x="86262" y="60219"/>
                </a:lnTo>
                <a:lnTo>
                  <a:pt x="452277" y="60219"/>
                </a:lnTo>
                <a:lnTo>
                  <a:pt x="452277" y="1123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3E2EC-F532-49BE-B179-DED9207BE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681" y="1361710"/>
            <a:ext cx="653177" cy="1018247"/>
          </a:xfrm>
          <a:custGeom xmlns:a="http://schemas.openxmlformats.org/drawingml/2006/main">
            <a:pathLst>
              <a:path w="653177" h="1018247">
                <a:moveTo>
                  <a:pt x="653177" y="993741"/>
                </a:moveTo>
                <a:lnTo>
                  <a:pt x="87707" y="55115"/>
                </a:lnTo>
                <a:lnTo>
                  <a:pt x="134739" y="26782"/>
                </a:lnTo>
                <a:lnTo>
                  <a:pt x="26783" y="0"/>
                </a:lnTo>
                <a:lnTo>
                  <a:pt x="0" y="107954"/>
                </a:lnTo>
                <a:lnTo>
                  <a:pt x="47030" y="79621"/>
                </a:lnTo>
                <a:lnTo>
                  <a:pt x="612499" y="1018247"/>
                </a:lnTo>
                <a:lnTo>
                  <a:pt x="653177" y="993741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9A06F2-FA3D-44C5-8A59-4B2D9B42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681" y="1361710"/>
            <a:ext cx="653178" cy="1018248"/>
          </a:xfrm>
          <a:custGeom xmlns:a="http://schemas.openxmlformats.org/drawingml/2006/main">
            <a:pathLst>
              <a:path w="653178" h="1018248" fill="none">
                <a:moveTo>
                  <a:pt x="653178" y="993742"/>
                </a:moveTo>
                <a:lnTo>
                  <a:pt x="87708" y="55116"/>
                </a:lnTo>
                <a:lnTo>
                  <a:pt x="134739" y="26783"/>
                </a:lnTo>
                <a:lnTo>
                  <a:pt x="26783" y="0"/>
                </a:lnTo>
                <a:lnTo>
                  <a:pt x="0" y="107955"/>
                </a:lnTo>
                <a:lnTo>
                  <a:pt x="47030" y="79622"/>
                </a:lnTo>
                <a:lnTo>
                  <a:pt x="612500" y="1018248"/>
                </a:lnTo>
                <a:lnTo>
                  <a:pt x="653178" y="99374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CE413-204C-446C-B5FD-37177784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9" y="1882192"/>
            <a:ext cx="1553193" cy="850465"/>
          </a:xfrm>
          <a:custGeom xmlns:a="http://schemas.openxmlformats.org/drawingml/2006/main">
            <a:pathLst>
              <a:path w="1553193" h="850465">
                <a:moveTo>
                  <a:pt x="0" y="141747"/>
                </a:moveTo>
                <a:cubicBezTo>
                  <a:pt x="0" y="63462"/>
                  <a:pt x="63462" y="0"/>
                  <a:pt x="141747" y="0"/>
                </a:cubicBezTo>
                <a:lnTo>
                  <a:pt x="1411446" y="0"/>
                </a:lnTo>
                <a:cubicBezTo>
                  <a:pt x="1489731" y="0"/>
                  <a:pt x="1553193" y="63462"/>
                  <a:pt x="1553193" y="141747"/>
                </a:cubicBezTo>
                <a:lnTo>
                  <a:pt x="1553193" y="708718"/>
                </a:lnTo>
                <a:cubicBezTo>
                  <a:pt x="1553193" y="787003"/>
                  <a:pt x="1489731" y="850465"/>
                  <a:pt x="1411446" y="850465"/>
                </a:cubicBezTo>
                <a:lnTo>
                  <a:pt x="141747" y="850465"/>
                </a:lnTo>
                <a:cubicBezTo>
                  <a:pt x="63462" y="850465"/>
                  <a:pt x="0" y="787003"/>
                  <a:pt x="0" y="708718"/>
                </a:cubicBezTo>
                <a:lnTo>
                  <a:pt x="0" y="141747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536A6-E4A0-47C4-8307-1A3BB4B2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29" y="1882192"/>
            <a:ext cx="1553193" cy="850466"/>
          </a:xfrm>
          <a:custGeom xmlns:a="http://schemas.openxmlformats.org/drawingml/2006/main">
            <a:pathLst>
              <a:path w="1553193" h="850466" fill="none">
                <a:moveTo>
                  <a:pt x="0" y="141747"/>
                </a:moveTo>
                <a:cubicBezTo>
                  <a:pt x="0" y="63463"/>
                  <a:pt x="63463" y="0"/>
                  <a:pt x="141747" y="0"/>
                </a:cubicBezTo>
                <a:lnTo>
                  <a:pt x="1411445" y="0"/>
                </a:lnTo>
                <a:cubicBezTo>
                  <a:pt x="1489730" y="0"/>
                  <a:pt x="1553193" y="63463"/>
                  <a:pt x="1553193" y="141747"/>
                </a:cubicBezTo>
                <a:lnTo>
                  <a:pt x="1553193" y="708719"/>
                </a:lnTo>
                <a:cubicBezTo>
                  <a:pt x="1553193" y="787004"/>
                  <a:pt x="1489730" y="850466"/>
                  <a:pt x="1411445" y="850466"/>
                </a:cubicBezTo>
                <a:lnTo>
                  <a:pt x="141747" y="850466"/>
                </a:lnTo>
                <a:cubicBezTo>
                  <a:pt x="63463" y="850466"/>
                  <a:pt x="0" y="787004"/>
                  <a:pt x="0" y="708719"/>
                </a:cubicBezTo>
                <a:lnTo>
                  <a:pt x="0" y="1417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95109-C0BF-4FC2-83A7-505CB6740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890" y="1315638"/>
            <a:ext cx="2821769" cy="1663758"/>
          </a:xfrm>
          <a:custGeom xmlns:a="http://schemas.openxmlformats.org/drawingml/2006/main">
            <a:pathLst>
              <a:path w="2821769" h="1663758">
                <a:moveTo>
                  <a:pt x="0" y="277297"/>
                </a:moveTo>
                <a:cubicBezTo>
                  <a:pt x="0" y="124150"/>
                  <a:pt x="124151" y="0"/>
                  <a:pt x="277299" y="0"/>
                </a:cubicBezTo>
                <a:lnTo>
                  <a:pt x="2544472" y="0"/>
                </a:lnTo>
                <a:cubicBezTo>
                  <a:pt x="2697620" y="0"/>
                  <a:pt x="2821769" y="124150"/>
                  <a:pt x="2821769" y="277297"/>
                </a:cubicBezTo>
                <a:lnTo>
                  <a:pt x="2821769" y="1386459"/>
                </a:lnTo>
                <a:cubicBezTo>
                  <a:pt x="2821769" y="1539607"/>
                  <a:pt x="2697620" y="1663758"/>
                  <a:pt x="2544472" y="1663758"/>
                </a:cubicBezTo>
                <a:lnTo>
                  <a:pt x="277299" y="1663758"/>
                </a:lnTo>
                <a:cubicBezTo>
                  <a:pt x="124151" y="1663758"/>
                  <a:pt x="0" y="1539607"/>
                  <a:pt x="0" y="1386459"/>
                </a:cubicBezTo>
                <a:lnTo>
                  <a:pt x="0" y="277297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A002F-5D8C-4403-A26A-5584AF5C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1890" y="1315639"/>
            <a:ext cx="2821769" cy="1663758"/>
          </a:xfrm>
          <a:custGeom xmlns:a="http://schemas.openxmlformats.org/drawingml/2006/main">
            <a:pathLst>
              <a:path w="2821769" h="1663758" fill="none">
                <a:moveTo>
                  <a:pt x="0" y="277298"/>
                </a:moveTo>
                <a:cubicBezTo>
                  <a:pt x="0" y="124151"/>
                  <a:pt x="124151" y="0"/>
                  <a:pt x="277298" y="0"/>
                </a:cubicBezTo>
                <a:lnTo>
                  <a:pt x="2544471" y="0"/>
                </a:lnTo>
                <a:cubicBezTo>
                  <a:pt x="2697619" y="0"/>
                  <a:pt x="2821769" y="124151"/>
                  <a:pt x="2821769" y="277298"/>
                </a:cubicBezTo>
                <a:lnTo>
                  <a:pt x="2821769" y="1386460"/>
                </a:lnTo>
                <a:cubicBezTo>
                  <a:pt x="2821769" y="1539608"/>
                  <a:pt x="2697619" y="1663758"/>
                  <a:pt x="2544471" y="1663758"/>
                </a:cubicBezTo>
                <a:lnTo>
                  <a:pt x="277298" y="1663758"/>
                </a:lnTo>
                <a:cubicBezTo>
                  <a:pt x="124151" y="1663758"/>
                  <a:pt x="0" y="1539608"/>
                  <a:pt x="0" y="1386460"/>
                </a:cubicBezTo>
                <a:lnTo>
                  <a:pt x="0" y="27729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66FBD-FFB0-463F-9D78-43672771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689" y="37367"/>
            <a:ext cx="5225368" cy="1789613"/>
          </a:xfrm>
          <a:custGeom xmlns:a="http://schemas.openxmlformats.org/drawingml/2006/main">
            <a:pathLst>
              <a:path w="5225368" h="1789613">
                <a:moveTo>
                  <a:pt x="0" y="298277"/>
                </a:moveTo>
                <a:cubicBezTo>
                  <a:pt x="0" y="133543"/>
                  <a:pt x="133543" y="0"/>
                  <a:pt x="298276" y="0"/>
                </a:cubicBezTo>
                <a:lnTo>
                  <a:pt x="4927092" y="0"/>
                </a:lnTo>
                <a:cubicBezTo>
                  <a:pt x="5091825" y="0"/>
                  <a:pt x="5225368" y="133543"/>
                  <a:pt x="5225368" y="298277"/>
                </a:cubicBezTo>
                <a:lnTo>
                  <a:pt x="5225368" y="1491337"/>
                </a:lnTo>
                <a:cubicBezTo>
                  <a:pt x="5225368" y="1656070"/>
                  <a:pt x="5091825" y="1789613"/>
                  <a:pt x="4927092" y="1789613"/>
                </a:cubicBezTo>
                <a:lnTo>
                  <a:pt x="298276" y="1789613"/>
                </a:lnTo>
                <a:cubicBezTo>
                  <a:pt x="133543" y="1789613"/>
                  <a:pt x="0" y="1656070"/>
                  <a:pt x="0" y="1491337"/>
                </a:cubicBezTo>
                <a:lnTo>
                  <a:pt x="0" y="298277"/>
                </a:lnTo>
                <a:close/>
              </a:path>
            </a:pathLst>
          </a:custGeom>
          <a:solidFill xmlns:a="http://schemas.openxmlformats.org/drawingml/2006/main">
            <a:srgbClr val="DEEBF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F185DE-9217-4389-822D-169BF16F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689" y="37366"/>
            <a:ext cx="5225368" cy="1789612"/>
          </a:xfrm>
          <a:custGeom xmlns:a="http://schemas.openxmlformats.org/drawingml/2006/main">
            <a:pathLst>
              <a:path w="5225368" h="1789612" fill="none">
                <a:moveTo>
                  <a:pt x="0" y="298276"/>
                </a:moveTo>
                <a:cubicBezTo>
                  <a:pt x="0" y="133543"/>
                  <a:pt x="133543" y="0"/>
                  <a:pt x="298276" y="0"/>
                </a:cubicBezTo>
                <a:lnTo>
                  <a:pt x="4927092" y="0"/>
                </a:lnTo>
                <a:cubicBezTo>
                  <a:pt x="5091825" y="0"/>
                  <a:pt x="5225368" y="133543"/>
                  <a:pt x="5225368" y="298276"/>
                </a:cubicBezTo>
                <a:lnTo>
                  <a:pt x="5225368" y="1491336"/>
                </a:lnTo>
                <a:cubicBezTo>
                  <a:pt x="5225368" y="1656069"/>
                  <a:pt x="5091825" y="1789612"/>
                  <a:pt x="4927092" y="1789612"/>
                </a:cubicBezTo>
                <a:lnTo>
                  <a:pt x="298276" y="1789612"/>
                </a:lnTo>
                <a:cubicBezTo>
                  <a:pt x="133543" y="1789612"/>
                  <a:pt x="0" y="1656069"/>
                  <a:pt x="0" y="1491336"/>
                </a:cubicBezTo>
                <a:lnTo>
                  <a:pt x="0" y="29827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A11C6-1767-4E8A-B765-7A7D1EC2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221" y="2384528"/>
            <a:ext cx="5225837" cy="1289926"/>
          </a:xfrm>
          <a:custGeom xmlns:a="http://schemas.openxmlformats.org/drawingml/2006/main">
            <a:pathLst>
              <a:path w="5225837" h="1289926">
                <a:moveTo>
                  <a:pt x="0" y="214994"/>
                </a:moveTo>
                <a:cubicBezTo>
                  <a:pt x="0" y="96256"/>
                  <a:pt x="96256" y="0"/>
                  <a:pt x="214994" y="0"/>
                </a:cubicBezTo>
                <a:lnTo>
                  <a:pt x="5010842" y="0"/>
                </a:lnTo>
                <a:cubicBezTo>
                  <a:pt x="5129581" y="0"/>
                  <a:pt x="5225837" y="96256"/>
                  <a:pt x="5225837" y="214994"/>
                </a:cubicBezTo>
                <a:lnTo>
                  <a:pt x="5225837" y="1074931"/>
                </a:lnTo>
                <a:cubicBezTo>
                  <a:pt x="5225837" y="1193670"/>
                  <a:pt x="5129581" y="1289926"/>
                  <a:pt x="5010842" y="1289926"/>
                </a:cubicBezTo>
                <a:lnTo>
                  <a:pt x="214994" y="1289926"/>
                </a:lnTo>
                <a:cubicBezTo>
                  <a:pt x="96256" y="1289926"/>
                  <a:pt x="0" y="1193670"/>
                  <a:pt x="0" y="1074931"/>
                </a:cubicBezTo>
                <a:lnTo>
                  <a:pt x="0" y="214994"/>
                </a:lnTo>
                <a:close/>
              </a:path>
            </a:pathLst>
          </a:custGeom>
          <a:solidFill xmlns:a="http://schemas.openxmlformats.org/drawingml/2006/main">
            <a:srgbClr val="FFEE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C385F-83EE-43B9-B97D-4A87F827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221" y="2384529"/>
            <a:ext cx="5225837" cy="1289927"/>
          </a:xfrm>
          <a:custGeom xmlns:a="http://schemas.openxmlformats.org/drawingml/2006/main">
            <a:pathLst>
              <a:path w="5225837" h="1289927" fill="none">
                <a:moveTo>
                  <a:pt x="0" y="214994"/>
                </a:moveTo>
                <a:cubicBezTo>
                  <a:pt x="0" y="96256"/>
                  <a:pt x="96256" y="0"/>
                  <a:pt x="214994" y="0"/>
                </a:cubicBezTo>
                <a:lnTo>
                  <a:pt x="5010843" y="0"/>
                </a:lnTo>
                <a:cubicBezTo>
                  <a:pt x="5129581" y="0"/>
                  <a:pt x="5225837" y="96256"/>
                  <a:pt x="5225837" y="214994"/>
                </a:cubicBezTo>
                <a:lnTo>
                  <a:pt x="5225837" y="1074932"/>
                </a:lnTo>
                <a:cubicBezTo>
                  <a:pt x="5225837" y="1193670"/>
                  <a:pt x="5129581" y="1289927"/>
                  <a:pt x="5010843" y="1289927"/>
                </a:cubicBezTo>
                <a:lnTo>
                  <a:pt x="214994" y="1289927"/>
                </a:lnTo>
                <a:cubicBezTo>
                  <a:pt x="96256" y="1289927"/>
                  <a:pt x="0" y="1193670"/>
                  <a:pt x="0" y="1074932"/>
                </a:cubicBezTo>
                <a:lnTo>
                  <a:pt x="0" y="21499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19" name="Text Asetoftasks">
            <a:extLst xmlns:a="http://schemas.openxmlformats.org/drawingml/2006/main">
              <a:ext uri="{FF2B5EF4-FFF2-40B4-BE49-F238E27FC236}">
                <a16:creationId xmlns:a16="http://schemas.microsoft.com/office/drawing/2014/main" id="{DC361B97-5191-4C2C-BEA5-515D9847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62" y="2100226"/>
            <a:ext cx="1103314" cy="147839"/>
          </a:xfrm>
          <a:custGeom xmlns:a="http://schemas.openxmlformats.org/drawingml/2006/main">
            <a:pathLst>
              <a:path w="1103314" h="147839">
                <a:moveTo>
                  <a:pt x="111331" y="141678"/>
                </a:moveTo>
                <a:cubicBezTo>
                  <a:pt x="111748" y="142721"/>
                  <a:pt x="111940" y="143573"/>
                  <a:pt x="111905" y="144236"/>
                </a:cubicBezTo>
                <a:cubicBezTo>
                  <a:pt x="111870" y="144898"/>
                  <a:pt x="111627" y="145405"/>
                  <a:pt x="111175" y="145754"/>
                </a:cubicBezTo>
                <a:cubicBezTo>
                  <a:pt x="110723" y="146102"/>
                  <a:pt x="110028" y="146328"/>
                  <a:pt x="109090" y="146432"/>
                </a:cubicBezTo>
                <a:cubicBezTo>
                  <a:pt x="108151" y="146536"/>
                  <a:pt x="106952" y="146588"/>
                  <a:pt x="105493" y="146588"/>
                </a:cubicBezTo>
                <a:cubicBezTo>
                  <a:pt x="104033" y="146588"/>
                  <a:pt x="102869" y="146536"/>
                  <a:pt x="102000" y="146432"/>
                </a:cubicBezTo>
                <a:cubicBezTo>
                  <a:pt x="101131" y="146328"/>
                  <a:pt x="100454" y="146171"/>
                  <a:pt x="99967" y="145963"/>
                </a:cubicBezTo>
                <a:cubicBezTo>
                  <a:pt x="99481" y="145752"/>
                  <a:pt x="99116" y="145473"/>
                  <a:pt x="98872" y="145125"/>
                </a:cubicBezTo>
                <a:cubicBezTo>
                  <a:pt x="98629" y="144778"/>
                  <a:pt x="98403" y="144360"/>
                  <a:pt x="98195" y="143871"/>
                </a:cubicBezTo>
                <a:lnTo>
                  <a:pt x="85267" y="107804"/>
                </a:lnTo>
                <a:lnTo>
                  <a:pt x="26047" y="107804"/>
                </a:lnTo>
                <a:lnTo>
                  <a:pt x="13641" y="143663"/>
                </a:lnTo>
                <a:cubicBezTo>
                  <a:pt x="13502" y="144151"/>
                  <a:pt x="13293" y="144569"/>
                  <a:pt x="13015" y="144917"/>
                </a:cubicBezTo>
                <a:cubicBezTo>
                  <a:pt x="12737" y="145264"/>
                  <a:pt x="12355" y="145561"/>
                  <a:pt x="11868" y="145806"/>
                </a:cubicBezTo>
                <a:cubicBezTo>
                  <a:pt x="11382" y="146050"/>
                  <a:pt x="10704" y="146241"/>
                  <a:pt x="9835" y="146380"/>
                </a:cubicBezTo>
                <a:cubicBezTo>
                  <a:pt x="8966" y="146519"/>
                  <a:pt x="7872" y="146588"/>
                  <a:pt x="6551" y="146588"/>
                </a:cubicBezTo>
                <a:cubicBezTo>
                  <a:pt x="5091" y="146588"/>
                  <a:pt x="3875" y="146519"/>
                  <a:pt x="2902" y="146380"/>
                </a:cubicBezTo>
                <a:cubicBezTo>
                  <a:pt x="1929" y="146241"/>
                  <a:pt x="1216" y="145998"/>
                  <a:pt x="765" y="145650"/>
                </a:cubicBezTo>
                <a:cubicBezTo>
                  <a:pt x="313" y="145300"/>
                  <a:pt x="70" y="144812"/>
                  <a:pt x="35" y="144184"/>
                </a:cubicBezTo>
                <a:cubicBezTo>
                  <a:pt x="0" y="143556"/>
                  <a:pt x="191" y="142721"/>
                  <a:pt x="608" y="141678"/>
                </a:cubicBezTo>
                <a:lnTo>
                  <a:pt x="47838" y="13322"/>
                </a:lnTo>
                <a:cubicBezTo>
                  <a:pt x="48046" y="12771"/>
                  <a:pt x="48359" y="12306"/>
                  <a:pt x="48776" y="11928"/>
                </a:cubicBezTo>
                <a:cubicBezTo>
                  <a:pt x="49193" y="11548"/>
                  <a:pt x="49732" y="11255"/>
                  <a:pt x="50392" y="11048"/>
                </a:cubicBezTo>
                <a:cubicBezTo>
                  <a:pt x="51052" y="10840"/>
                  <a:pt x="51852" y="10684"/>
                  <a:pt x="52790" y="10582"/>
                </a:cubicBezTo>
                <a:cubicBezTo>
                  <a:pt x="53728" y="10478"/>
                  <a:pt x="54788" y="10426"/>
                  <a:pt x="55970" y="10426"/>
                </a:cubicBezTo>
                <a:cubicBezTo>
                  <a:pt x="57221" y="10426"/>
                  <a:pt x="58316" y="10478"/>
                  <a:pt x="59254" y="10582"/>
                </a:cubicBezTo>
                <a:cubicBezTo>
                  <a:pt x="60192" y="10684"/>
                  <a:pt x="60992" y="10840"/>
                  <a:pt x="61652" y="11048"/>
                </a:cubicBezTo>
                <a:cubicBezTo>
                  <a:pt x="62312" y="11255"/>
                  <a:pt x="62833" y="11548"/>
                  <a:pt x="63216" y="11928"/>
                </a:cubicBezTo>
                <a:cubicBezTo>
                  <a:pt x="63598" y="12306"/>
                  <a:pt x="63893" y="12771"/>
                  <a:pt x="64102" y="13322"/>
                </a:cubicBezTo>
                <a:lnTo>
                  <a:pt x="111331" y="141678"/>
                </a:lnTo>
                <a:moveTo>
                  <a:pt x="55344" y="24605"/>
                </a:moveTo>
                <a:lnTo>
                  <a:pt x="55240" y="24605"/>
                </a:lnTo>
                <a:lnTo>
                  <a:pt x="29801" y="97169"/>
                </a:lnTo>
                <a:lnTo>
                  <a:pt x="81409" y="97169"/>
                </a:lnTo>
                <a:lnTo>
                  <a:pt x="55344" y="24605"/>
                </a:lnTo>
                <a:close/>
                <a:moveTo>
                  <a:pt x="236518" y="118826"/>
                </a:moveTo>
                <a:cubicBezTo>
                  <a:pt x="236518" y="123348"/>
                  <a:pt x="235684" y="127401"/>
                  <a:pt x="234016" y="130985"/>
                </a:cubicBezTo>
                <a:cubicBezTo>
                  <a:pt x="232348" y="134567"/>
                  <a:pt x="229967" y="137611"/>
                  <a:pt x="226874" y="140118"/>
                </a:cubicBezTo>
                <a:cubicBezTo>
                  <a:pt x="223781" y="142622"/>
                  <a:pt x="220080" y="144536"/>
                  <a:pt x="215771" y="145858"/>
                </a:cubicBezTo>
                <a:cubicBezTo>
                  <a:pt x="211461" y="147179"/>
                  <a:pt x="206700" y="147839"/>
                  <a:pt x="201487" y="147839"/>
                </a:cubicBezTo>
                <a:cubicBezTo>
                  <a:pt x="198220" y="147839"/>
                  <a:pt x="195127" y="147579"/>
                  <a:pt x="192208" y="147057"/>
                </a:cubicBezTo>
                <a:cubicBezTo>
                  <a:pt x="189289" y="146536"/>
                  <a:pt x="186648" y="145876"/>
                  <a:pt x="184284" y="145077"/>
                </a:cubicBezTo>
                <a:cubicBezTo>
                  <a:pt x="181921" y="144277"/>
                  <a:pt x="179923" y="143426"/>
                  <a:pt x="178289" y="142522"/>
                </a:cubicBezTo>
                <a:cubicBezTo>
                  <a:pt x="176656" y="141619"/>
                  <a:pt x="175457" y="140819"/>
                  <a:pt x="174693" y="140124"/>
                </a:cubicBezTo>
                <a:cubicBezTo>
                  <a:pt x="173928" y="139429"/>
                  <a:pt x="173372" y="138556"/>
                  <a:pt x="173024" y="137505"/>
                </a:cubicBezTo>
                <a:cubicBezTo>
                  <a:pt x="172677" y="136451"/>
                  <a:pt x="172503" y="135048"/>
                  <a:pt x="172503" y="133295"/>
                </a:cubicBezTo>
                <a:cubicBezTo>
                  <a:pt x="172503" y="132383"/>
                  <a:pt x="172573" y="131576"/>
                  <a:pt x="172712" y="130875"/>
                </a:cubicBezTo>
                <a:cubicBezTo>
                  <a:pt x="172851" y="130173"/>
                  <a:pt x="173024" y="129577"/>
                  <a:pt x="173233" y="129086"/>
                </a:cubicBezTo>
                <a:cubicBezTo>
                  <a:pt x="173441" y="128595"/>
                  <a:pt x="173719" y="128227"/>
                  <a:pt x="174067" y="127981"/>
                </a:cubicBezTo>
                <a:cubicBezTo>
                  <a:pt x="174415" y="127736"/>
                  <a:pt x="174797" y="127613"/>
                  <a:pt x="175214" y="127613"/>
                </a:cubicBezTo>
                <a:cubicBezTo>
                  <a:pt x="175978" y="127613"/>
                  <a:pt x="177090" y="128105"/>
                  <a:pt x="178550" y="129089"/>
                </a:cubicBezTo>
                <a:cubicBezTo>
                  <a:pt x="180010" y="130073"/>
                  <a:pt x="181834" y="131145"/>
                  <a:pt x="184024" y="132305"/>
                </a:cubicBezTo>
                <a:cubicBezTo>
                  <a:pt x="186213" y="133465"/>
                  <a:pt x="188820" y="134537"/>
                  <a:pt x="191843" y="135521"/>
                </a:cubicBezTo>
                <a:cubicBezTo>
                  <a:pt x="194867" y="136505"/>
                  <a:pt x="198359" y="136996"/>
                  <a:pt x="202321" y="136996"/>
                </a:cubicBezTo>
                <a:cubicBezTo>
                  <a:pt x="205518" y="136996"/>
                  <a:pt x="208438" y="136649"/>
                  <a:pt x="211079" y="135954"/>
                </a:cubicBezTo>
                <a:cubicBezTo>
                  <a:pt x="213720" y="135257"/>
                  <a:pt x="216014" y="134212"/>
                  <a:pt x="217960" y="132820"/>
                </a:cubicBezTo>
                <a:cubicBezTo>
                  <a:pt x="219906" y="131427"/>
                  <a:pt x="221418" y="129634"/>
                  <a:pt x="222495" y="127440"/>
                </a:cubicBezTo>
                <a:cubicBezTo>
                  <a:pt x="223573" y="125247"/>
                  <a:pt x="224111" y="122688"/>
                  <a:pt x="224111" y="119764"/>
                </a:cubicBezTo>
                <a:cubicBezTo>
                  <a:pt x="224111" y="116843"/>
                  <a:pt x="223416" y="114373"/>
                  <a:pt x="222026" y="112355"/>
                </a:cubicBezTo>
                <a:cubicBezTo>
                  <a:pt x="220636" y="110338"/>
                  <a:pt x="218812" y="108580"/>
                  <a:pt x="216553" y="107084"/>
                </a:cubicBezTo>
                <a:cubicBezTo>
                  <a:pt x="214294" y="105587"/>
                  <a:pt x="211722" y="104266"/>
                  <a:pt x="208837" y="103119"/>
                </a:cubicBezTo>
                <a:cubicBezTo>
                  <a:pt x="205953" y="101970"/>
                  <a:pt x="202999" y="100787"/>
                  <a:pt x="199975" y="99571"/>
                </a:cubicBezTo>
                <a:cubicBezTo>
                  <a:pt x="196952" y="98352"/>
                  <a:pt x="193998" y="97013"/>
                  <a:pt x="191113" y="95553"/>
                </a:cubicBezTo>
                <a:cubicBezTo>
                  <a:pt x="188229" y="94092"/>
                  <a:pt x="185657" y="92317"/>
                  <a:pt x="183398" y="90230"/>
                </a:cubicBezTo>
                <a:cubicBezTo>
                  <a:pt x="181139" y="88142"/>
                  <a:pt x="179315" y="85638"/>
                  <a:pt x="177925" y="82717"/>
                </a:cubicBezTo>
                <a:cubicBezTo>
                  <a:pt x="176534" y="79793"/>
                  <a:pt x="175839" y="76279"/>
                  <a:pt x="175839" y="72173"/>
                </a:cubicBezTo>
                <a:cubicBezTo>
                  <a:pt x="175839" y="68904"/>
                  <a:pt x="176465" y="65688"/>
                  <a:pt x="177716" y="62523"/>
                </a:cubicBezTo>
                <a:cubicBezTo>
                  <a:pt x="178967" y="59356"/>
                  <a:pt x="180896" y="56520"/>
                  <a:pt x="183502" y="54016"/>
                </a:cubicBezTo>
                <a:cubicBezTo>
                  <a:pt x="186109" y="51509"/>
                  <a:pt x="189445" y="49492"/>
                  <a:pt x="193511" y="47962"/>
                </a:cubicBezTo>
                <a:cubicBezTo>
                  <a:pt x="197577" y="46431"/>
                  <a:pt x="202391" y="45665"/>
                  <a:pt x="207951" y="45665"/>
                </a:cubicBezTo>
                <a:cubicBezTo>
                  <a:pt x="210314" y="45665"/>
                  <a:pt x="212660" y="45857"/>
                  <a:pt x="214989" y="46239"/>
                </a:cubicBezTo>
                <a:cubicBezTo>
                  <a:pt x="217317" y="46621"/>
                  <a:pt x="219437" y="47125"/>
                  <a:pt x="221348" y="47751"/>
                </a:cubicBezTo>
                <a:cubicBezTo>
                  <a:pt x="223260" y="48376"/>
                  <a:pt x="224911" y="49054"/>
                  <a:pt x="226301" y="49784"/>
                </a:cubicBezTo>
                <a:cubicBezTo>
                  <a:pt x="227691" y="50514"/>
                  <a:pt x="228751" y="51156"/>
                  <a:pt x="229481" y="51713"/>
                </a:cubicBezTo>
                <a:cubicBezTo>
                  <a:pt x="230211" y="52269"/>
                  <a:pt x="230697" y="52738"/>
                  <a:pt x="230940" y="53120"/>
                </a:cubicBezTo>
                <a:cubicBezTo>
                  <a:pt x="231184" y="53502"/>
                  <a:pt x="231357" y="53902"/>
                  <a:pt x="231462" y="54319"/>
                </a:cubicBezTo>
                <a:cubicBezTo>
                  <a:pt x="231566" y="54736"/>
                  <a:pt x="231653" y="55240"/>
                  <a:pt x="231722" y="55831"/>
                </a:cubicBezTo>
                <a:cubicBezTo>
                  <a:pt x="231792" y="56422"/>
                  <a:pt x="231827" y="57134"/>
                  <a:pt x="231827" y="57968"/>
                </a:cubicBezTo>
                <a:cubicBezTo>
                  <a:pt x="231827" y="58802"/>
                  <a:pt x="231774" y="59549"/>
                  <a:pt x="231670" y="60210"/>
                </a:cubicBezTo>
                <a:cubicBezTo>
                  <a:pt x="231566" y="60870"/>
                  <a:pt x="231409" y="61443"/>
                  <a:pt x="231201" y="61930"/>
                </a:cubicBezTo>
                <a:cubicBezTo>
                  <a:pt x="230992" y="62416"/>
                  <a:pt x="230732" y="62781"/>
                  <a:pt x="230419" y="63025"/>
                </a:cubicBezTo>
                <a:cubicBezTo>
                  <a:pt x="230106" y="63268"/>
                  <a:pt x="229741" y="63390"/>
                  <a:pt x="229324" y="63390"/>
                </a:cubicBezTo>
                <a:cubicBezTo>
                  <a:pt x="228768" y="63390"/>
                  <a:pt x="227934" y="63007"/>
                  <a:pt x="226822" y="62243"/>
                </a:cubicBezTo>
                <a:cubicBezTo>
                  <a:pt x="225710" y="61478"/>
                  <a:pt x="224250" y="60644"/>
                  <a:pt x="222443" y="59740"/>
                </a:cubicBezTo>
                <a:cubicBezTo>
                  <a:pt x="220636" y="58837"/>
                  <a:pt x="218481" y="58003"/>
                  <a:pt x="215979" y="57238"/>
                </a:cubicBezTo>
                <a:cubicBezTo>
                  <a:pt x="213477" y="56474"/>
                  <a:pt x="210592" y="56091"/>
                  <a:pt x="207326" y="56091"/>
                </a:cubicBezTo>
                <a:cubicBezTo>
                  <a:pt x="204059" y="56091"/>
                  <a:pt x="201192" y="56475"/>
                  <a:pt x="198724" y="57242"/>
                </a:cubicBezTo>
                <a:cubicBezTo>
                  <a:pt x="196257" y="58006"/>
                  <a:pt x="194224" y="59085"/>
                  <a:pt x="192625" y="60477"/>
                </a:cubicBezTo>
                <a:cubicBezTo>
                  <a:pt x="191026" y="61869"/>
                  <a:pt x="189827" y="63506"/>
                  <a:pt x="189028" y="65387"/>
                </a:cubicBezTo>
                <a:cubicBezTo>
                  <a:pt x="188229" y="67266"/>
                  <a:pt x="187829" y="69319"/>
                  <a:pt x="187829" y="71548"/>
                </a:cubicBezTo>
                <a:cubicBezTo>
                  <a:pt x="187829" y="74608"/>
                  <a:pt x="188524" y="77182"/>
                  <a:pt x="189914" y="79270"/>
                </a:cubicBezTo>
                <a:cubicBezTo>
                  <a:pt x="191304" y="81357"/>
                  <a:pt x="193146" y="83166"/>
                  <a:pt x="195440" y="84697"/>
                </a:cubicBezTo>
                <a:cubicBezTo>
                  <a:pt x="197734" y="86229"/>
                  <a:pt x="200340" y="87586"/>
                  <a:pt x="203260" y="88770"/>
                </a:cubicBezTo>
                <a:cubicBezTo>
                  <a:pt x="206179" y="89952"/>
                  <a:pt x="209150" y="91134"/>
                  <a:pt x="212174" y="92318"/>
                </a:cubicBezTo>
                <a:cubicBezTo>
                  <a:pt x="215197" y="93500"/>
                  <a:pt x="218169" y="94804"/>
                  <a:pt x="221088" y="96231"/>
                </a:cubicBezTo>
                <a:cubicBezTo>
                  <a:pt x="224007" y="97656"/>
                  <a:pt x="226614" y="99377"/>
                  <a:pt x="228907" y="101395"/>
                </a:cubicBezTo>
                <a:cubicBezTo>
                  <a:pt x="231201" y="103413"/>
                  <a:pt x="233043" y="105832"/>
                  <a:pt x="234433" y="108651"/>
                </a:cubicBezTo>
                <a:cubicBezTo>
                  <a:pt x="235823" y="111468"/>
                  <a:pt x="236518" y="114860"/>
                  <a:pt x="236518" y="118826"/>
                </a:cubicBezTo>
                <a:close/>
                <a:moveTo>
                  <a:pt x="339882" y="91852"/>
                </a:moveTo>
                <a:cubicBezTo>
                  <a:pt x="339882" y="94354"/>
                  <a:pt x="339221" y="96075"/>
                  <a:pt x="337901" y="97013"/>
                </a:cubicBezTo>
                <a:cubicBezTo>
                  <a:pt x="336580" y="97951"/>
                  <a:pt x="335294" y="98421"/>
                  <a:pt x="334043" y="98421"/>
                </a:cubicBezTo>
                <a:lnTo>
                  <a:pt x="269715" y="98421"/>
                </a:lnTo>
                <a:cubicBezTo>
                  <a:pt x="269715" y="104274"/>
                  <a:pt x="270289" y="109571"/>
                  <a:pt x="271435" y="114310"/>
                </a:cubicBezTo>
                <a:cubicBezTo>
                  <a:pt x="272582" y="119050"/>
                  <a:pt x="274476" y="123109"/>
                  <a:pt x="277118" y="126489"/>
                </a:cubicBezTo>
                <a:cubicBezTo>
                  <a:pt x="279759" y="129869"/>
                  <a:pt x="283199" y="132466"/>
                  <a:pt x="287439" y="134279"/>
                </a:cubicBezTo>
                <a:cubicBezTo>
                  <a:pt x="291679" y="136091"/>
                  <a:pt x="296892" y="136996"/>
                  <a:pt x="303078" y="136996"/>
                </a:cubicBezTo>
                <a:cubicBezTo>
                  <a:pt x="307457" y="136996"/>
                  <a:pt x="311384" y="136609"/>
                  <a:pt x="314859" y="135833"/>
                </a:cubicBezTo>
                <a:cubicBezTo>
                  <a:pt x="318335" y="135058"/>
                  <a:pt x="321341" y="134195"/>
                  <a:pt x="323878" y="133243"/>
                </a:cubicBezTo>
                <a:cubicBezTo>
                  <a:pt x="326415" y="132292"/>
                  <a:pt x="328500" y="131428"/>
                  <a:pt x="330133" y="130653"/>
                </a:cubicBezTo>
                <a:cubicBezTo>
                  <a:pt x="331767" y="129878"/>
                  <a:pt x="332931" y="129490"/>
                  <a:pt x="333626" y="129490"/>
                </a:cubicBezTo>
                <a:cubicBezTo>
                  <a:pt x="334043" y="129490"/>
                  <a:pt x="334425" y="129595"/>
                  <a:pt x="334773" y="129806"/>
                </a:cubicBezTo>
                <a:cubicBezTo>
                  <a:pt x="335120" y="130017"/>
                  <a:pt x="335398" y="130350"/>
                  <a:pt x="335607" y="130806"/>
                </a:cubicBezTo>
                <a:cubicBezTo>
                  <a:pt x="335815" y="131262"/>
                  <a:pt x="335972" y="131841"/>
                  <a:pt x="336076" y="132543"/>
                </a:cubicBezTo>
                <a:cubicBezTo>
                  <a:pt x="336180" y="133244"/>
                  <a:pt x="336232" y="134121"/>
                  <a:pt x="336232" y="135172"/>
                </a:cubicBezTo>
                <a:cubicBezTo>
                  <a:pt x="336232" y="135665"/>
                  <a:pt x="336198" y="136140"/>
                  <a:pt x="336128" y="136596"/>
                </a:cubicBezTo>
                <a:cubicBezTo>
                  <a:pt x="336059" y="137052"/>
                  <a:pt x="335972" y="137473"/>
                  <a:pt x="335868" y="137860"/>
                </a:cubicBezTo>
                <a:cubicBezTo>
                  <a:pt x="335763" y="138244"/>
                  <a:pt x="335607" y="138612"/>
                  <a:pt x="335398" y="138964"/>
                </a:cubicBezTo>
                <a:cubicBezTo>
                  <a:pt x="335190" y="139314"/>
                  <a:pt x="334912" y="139665"/>
                  <a:pt x="334564" y="140017"/>
                </a:cubicBezTo>
                <a:cubicBezTo>
                  <a:pt x="334217" y="140366"/>
                  <a:pt x="333139" y="140976"/>
                  <a:pt x="331332" y="141845"/>
                </a:cubicBezTo>
                <a:cubicBezTo>
                  <a:pt x="329525" y="142713"/>
                  <a:pt x="327162" y="143582"/>
                  <a:pt x="324243" y="144451"/>
                </a:cubicBezTo>
                <a:cubicBezTo>
                  <a:pt x="321323" y="145320"/>
                  <a:pt x="317935" y="146102"/>
                  <a:pt x="314077" y="146797"/>
                </a:cubicBezTo>
                <a:cubicBezTo>
                  <a:pt x="310220" y="147492"/>
                  <a:pt x="306067" y="147839"/>
                  <a:pt x="301618" y="147839"/>
                </a:cubicBezTo>
                <a:cubicBezTo>
                  <a:pt x="294320" y="147839"/>
                  <a:pt x="287856" y="146744"/>
                  <a:pt x="282226" y="144552"/>
                </a:cubicBezTo>
                <a:cubicBezTo>
                  <a:pt x="276596" y="142360"/>
                  <a:pt x="271870" y="139125"/>
                  <a:pt x="268047" y="134846"/>
                </a:cubicBezTo>
                <a:cubicBezTo>
                  <a:pt x="264224" y="130567"/>
                  <a:pt x="261322" y="125262"/>
                  <a:pt x="259341" y="118930"/>
                </a:cubicBezTo>
                <a:cubicBezTo>
                  <a:pt x="257360" y="112599"/>
                  <a:pt x="256370" y="105258"/>
                  <a:pt x="256370" y="96909"/>
                </a:cubicBezTo>
                <a:cubicBezTo>
                  <a:pt x="256370" y="88907"/>
                  <a:pt x="257395" y="81740"/>
                  <a:pt x="259446" y="75409"/>
                </a:cubicBezTo>
                <a:cubicBezTo>
                  <a:pt x="261496" y="69077"/>
                  <a:pt x="264433" y="63702"/>
                  <a:pt x="268255" y="59284"/>
                </a:cubicBezTo>
                <a:cubicBezTo>
                  <a:pt x="272078" y="54866"/>
                  <a:pt x="276683" y="51492"/>
                  <a:pt x="282070" y="49161"/>
                </a:cubicBezTo>
                <a:cubicBezTo>
                  <a:pt x="287457" y="46831"/>
                  <a:pt x="293451" y="45665"/>
                  <a:pt x="300055" y="45665"/>
                </a:cubicBezTo>
                <a:cubicBezTo>
                  <a:pt x="307144" y="45665"/>
                  <a:pt x="313191" y="46847"/>
                  <a:pt x="318196" y="49210"/>
                </a:cubicBezTo>
                <a:cubicBezTo>
                  <a:pt x="323200" y="51574"/>
                  <a:pt x="327318" y="54753"/>
                  <a:pt x="330550" y="58750"/>
                </a:cubicBezTo>
                <a:cubicBezTo>
                  <a:pt x="333782" y="62747"/>
                  <a:pt x="336146" y="67386"/>
                  <a:pt x="337640" y="72669"/>
                </a:cubicBezTo>
                <a:cubicBezTo>
                  <a:pt x="339134" y="77951"/>
                  <a:pt x="339882" y="83512"/>
                  <a:pt x="339882" y="89350"/>
                </a:cubicBezTo>
                <a:lnTo>
                  <a:pt x="339882" y="91852"/>
                </a:lnTo>
                <a:moveTo>
                  <a:pt x="327058" y="88203"/>
                </a:moveTo>
                <a:cubicBezTo>
                  <a:pt x="327266" y="78194"/>
                  <a:pt x="324972" y="70375"/>
                  <a:pt x="320177" y="64745"/>
                </a:cubicBezTo>
                <a:cubicBezTo>
                  <a:pt x="315381" y="59115"/>
                  <a:pt x="308395" y="56300"/>
                  <a:pt x="299220" y="56300"/>
                </a:cubicBezTo>
                <a:cubicBezTo>
                  <a:pt x="294494" y="56300"/>
                  <a:pt x="290341" y="57186"/>
                  <a:pt x="286761" y="58959"/>
                </a:cubicBezTo>
                <a:cubicBezTo>
                  <a:pt x="283182" y="60731"/>
                  <a:pt x="280158" y="63077"/>
                  <a:pt x="277691" y="65996"/>
                </a:cubicBezTo>
                <a:cubicBezTo>
                  <a:pt x="275223" y="68915"/>
                  <a:pt x="273329" y="72304"/>
                  <a:pt x="272009" y="76161"/>
                </a:cubicBezTo>
                <a:cubicBezTo>
                  <a:pt x="270688" y="80019"/>
                  <a:pt x="269924" y="84033"/>
                  <a:pt x="269715" y="88203"/>
                </a:cubicBezTo>
                <a:lnTo>
                  <a:pt x="327058" y="88203"/>
                </a:lnTo>
                <a:close/>
                <a:moveTo>
                  <a:pt x="412274" y="138352"/>
                </a:moveTo>
                <a:cubicBezTo>
                  <a:pt x="412274" y="139811"/>
                  <a:pt x="412152" y="140993"/>
                  <a:pt x="411909" y="141897"/>
                </a:cubicBezTo>
                <a:cubicBezTo>
                  <a:pt x="411666" y="142800"/>
                  <a:pt x="411284" y="143513"/>
                  <a:pt x="410762" y="144034"/>
                </a:cubicBezTo>
                <a:cubicBezTo>
                  <a:pt x="410241" y="144555"/>
                  <a:pt x="409476" y="145042"/>
                  <a:pt x="408469" y="145494"/>
                </a:cubicBezTo>
                <a:cubicBezTo>
                  <a:pt x="407461" y="145945"/>
                  <a:pt x="406296" y="146328"/>
                  <a:pt x="404976" y="146640"/>
                </a:cubicBezTo>
                <a:cubicBezTo>
                  <a:pt x="403655" y="146953"/>
                  <a:pt x="402265" y="147196"/>
                  <a:pt x="400806" y="147370"/>
                </a:cubicBezTo>
                <a:cubicBezTo>
                  <a:pt x="399346" y="147544"/>
                  <a:pt x="397921" y="147631"/>
                  <a:pt x="396531" y="147631"/>
                </a:cubicBezTo>
                <a:cubicBezTo>
                  <a:pt x="391874" y="147631"/>
                  <a:pt x="387912" y="147005"/>
                  <a:pt x="384645" y="145754"/>
                </a:cubicBezTo>
                <a:cubicBezTo>
                  <a:pt x="381379" y="144503"/>
                  <a:pt x="378703" y="142609"/>
                  <a:pt x="376617" y="140072"/>
                </a:cubicBezTo>
                <a:cubicBezTo>
                  <a:pt x="374532" y="137535"/>
                  <a:pt x="373020" y="134320"/>
                  <a:pt x="372082" y="130428"/>
                </a:cubicBezTo>
                <a:cubicBezTo>
                  <a:pt x="371144" y="126536"/>
                  <a:pt x="370675" y="121948"/>
                  <a:pt x="370675" y="116666"/>
                </a:cubicBezTo>
                <a:lnTo>
                  <a:pt x="370675" y="57968"/>
                </a:lnTo>
                <a:lnTo>
                  <a:pt x="356600" y="57968"/>
                </a:lnTo>
                <a:cubicBezTo>
                  <a:pt x="355627" y="57968"/>
                  <a:pt x="354862" y="57529"/>
                  <a:pt x="354306" y="56652"/>
                </a:cubicBezTo>
                <a:cubicBezTo>
                  <a:pt x="353750" y="55774"/>
                  <a:pt x="353472" y="54458"/>
                  <a:pt x="353472" y="52703"/>
                </a:cubicBezTo>
                <a:cubicBezTo>
                  <a:pt x="353472" y="51791"/>
                  <a:pt x="353541" y="51001"/>
                  <a:pt x="353680" y="50334"/>
                </a:cubicBezTo>
                <a:cubicBezTo>
                  <a:pt x="353819" y="49668"/>
                  <a:pt x="354028" y="49106"/>
                  <a:pt x="354306" y="48650"/>
                </a:cubicBezTo>
                <a:cubicBezTo>
                  <a:pt x="354584" y="48194"/>
                  <a:pt x="354914" y="47860"/>
                  <a:pt x="355296" y="47650"/>
                </a:cubicBezTo>
                <a:cubicBezTo>
                  <a:pt x="355679" y="47439"/>
                  <a:pt x="356113" y="47334"/>
                  <a:pt x="356600" y="47334"/>
                </a:cubicBezTo>
                <a:lnTo>
                  <a:pt x="370675" y="47334"/>
                </a:lnTo>
                <a:lnTo>
                  <a:pt x="370675" y="24188"/>
                </a:lnTo>
                <a:cubicBezTo>
                  <a:pt x="370675" y="23771"/>
                  <a:pt x="370762" y="23389"/>
                  <a:pt x="370935" y="23041"/>
                </a:cubicBezTo>
                <a:cubicBezTo>
                  <a:pt x="371109" y="22694"/>
                  <a:pt x="371439" y="22398"/>
                  <a:pt x="371926" y="22155"/>
                </a:cubicBezTo>
                <a:cubicBezTo>
                  <a:pt x="372412" y="21912"/>
                  <a:pt x="373055" y="21738"/>
                  <a:pt x="373855" y="21634"/>
                </a:cubicBezTo>
                <a:cubicBezTo>
                  <a:pt x="374654" y="21530"/>
                  <a:pt x="375644" y="21477"/>
                  <a:pt x="376826" y="21477"/>
                </a:cubicBezTo>
                <a:cubicBezTo>
                  <a:pt x="378077" y="21477"/>
                  <a:pt x="379102" y="21530"/>
                  <a:pt x="379902" y="21634"/>
                </a:cubicBezTo>
                <a:cubicBezTo>
                  <a:pt x="380701" y="21738"/>
                  <a:pt x="381326" y="21912"/>
                  <a:pt x="381778" y="22155"/>
                </a:cubicBezTo>
                <a:cubicBezTo>
                  <a:pt x="382230" y="22398"/>
                  <a:pt x="382560" y="22694"/>
                  <a:pt x="382769" y="23041"/>
                </a:cubicBezTo>
                <a:cubicBezTo>
                  <a:pt x="382977" y="23389"/>
                  <a:pt x="383081" y="23771"/>
                  <a:pt x="383081" y="24188"/>
                </a:cubicBezTo>
                <a:lnTo>
                  <a:pt x="383081" y="47334"/>
                </a:lnTo>
                <a:lnTo>
                  <a:pt x="409146" y="47334"/>
                </a:lnTo>
                <a:cubicBezTo>
                  <a:pt x="409633" y="47334"/>
                  <a:pt x="410067" y="47439"/>
                  <a:pt x="410449" y="47650"/>
                </a:cubicBezTo>
                <a:cubicBezTo>
                  <a:pt x="410832" y="47860"/>
                  <a:pt x="411162" y="48194"/>
                  <a:pt x="411440" y="48650"/>
                </a:cubicBezTo>
                <a:cubicBezTo>
                  <a:pt x="411718" y="49106"/>
                  <a:pt x="411926" y="49668"/>
                  <a:pt x="412065" y="50334"/>
                </a:cubicBezTo>
                <a:cubicBezTo>
                  <a:pt x="412205" y="51001"/>
                  <a:pt x="412274" y="51791"/>
                  <a:pt x="412274" y="52703"/>
                </a:cubicBezTo>
                <a:cubicBezTo>
                  <a:pt x="412274" y="54458"/>
                  <a:pt x="411979" y="55774"/>
                  <a:pt x="411388" y="56652"/>
                </a:cubicBezTo>
                <a:cubicBezTo>
                  <a:pt x="410797" y="57529"/>
                  <a:pt x="410050" y="57968"/>
                  <a:pt x="409146" y="57968"/>
                </a:cubicBezTo>
                <a:lnTo>
                  <a:pt x="383081" y="57968"/>
                </a:lnTo>
                <a:lnTo>
                  <a:pt x="383081" y="114998"/>
                </a:lnTo>
                <a:cubicBezTo>
                  <a:pt x="383081" y="122157"/>
                  <a:pt x="384107" y="127613"/>
                  <a:pt x="386157" y="131366"/>
                </a:cubicBezTo>
                <a:cubicBezTo>
                  <a:pt x="388208" y="135120"/>
                  <a:pt x="391943" y="136996"/>
                  <a:pt x="397365" y="136996"/>
                </a:cubicBezTo>
                <a:cubicBezTo>
                  <a:pt x="399033" y="136996"/>
                  <a:pt x="400545" y="136823"/>
                  <a:pt x="401900" y="136475"/>
                </a:cubicBezTo>
                <a:cubicBezTo>
                  <a:pt x="403256" y="136128"/>
                  <a:pt x="404455" y="135745"/>
                  <a:pt x="405497" y="135328"/>
                </a:cubicBezTo>
                <a:cubicBezTo>
                  <a:pt x="406540" y="134911"/>
                  <a:pt x="407426" y="134529"/>
                  <a:pt x="408156" y="134181"/>
                </a:cubicBezTo>
                <a:cubicBezTo>
                  <a:pt x="408886" y="133834"/>
                  <a:pt x="409529" y="133660"/>
                  <a:pt x="410085" y="133660"/>
                </a:cubicBezTo>
                <a:cubicBezTo>
                  <a:pt x="410432" y="133660"/>
                  <a:pt x="410745" y="133730"/>
                  <a:pt x="411023" y="133869"/>
                </a:cubicBezTo>
                <a:cubicBezTo>
                  <a:pt x="411301" y="134008"/>
                  <a:pt x="411527" y="134268"/>
                  <a:pt x="411701" y="134651"/>
                </a:cubicBezTo>
                <a:cubicBezTo>
                  <a:pt x="411874" y="135033"/>
                  <a:pt x="412013" y="135519"/>
                  <a:pt x="412118" y="136110"/>
                </a:cubicBezTo>
                <a:cubicBezTo>
                  <a:pt x="412222" y="136701"/>
                  <a:pt x="412274" y="137448"/>
                  <a:pt x="412274" y="138352"/>
                </a:cubicBezTo>
                <a:close/>
                <a:moveTo>
                  <a:pt x="568620" y="95762"/>
                </a:moveTo>
                <a:cubicBezTo>
                  <a:pt x="568620" y="103275"/>
                  <a:pt x="567647" y="110198"/>
                  <a:pt x="565701" y="116529"/>
                </a:cubicBezTo>
                <a:cubicBezTo>
                  <a:pt x="563755" y="122861"/>
                  <a:pt x="560853" y="128358"/>
                  <a:pt x="556995" y="133022"/>
                </a:cubicBezTo>
                <a:cubicBezTo>
                  <a:pt x="553138" y="137683"/>
                  <a:pt x="548324" y="141318"/>
                  <a:pt x="542555" y="143926"/>
                </a:cubicBezTo>
                <a:cubicBezTo>
                  <a:pt x="536786" y="146535"/>
                  <a:pt x="530079" y="147839"/>
                  <a:pt x="522433" y="147839"/>
                </a:cubicBezTo>
                <a:cubicBezTo>
                  <a:pt x="515066" y="147839"/>
                  <a:pt x="508619" y="146674"/>
                  <a:pt x="503093" y="144343"/>
                </a:cubicBezTo>
                <a:cubicBezTo>
                  <a:pt x="497568" y="142013"/>
                  <a:pt x="492945" y="138673"/>
                  <a:pt x="489227" y="134325"/>
                </a:cubicBezTo>
                <a:cubicBezTo>
                  <a:pt x="485508" y="129976"/>
                  <a:pt x="482728" y="124706"/>
                  <a:pt x="480886" y="118513"/>
                </a:cubicBezTo>
                <a:cubicBezTo>
                  <a:pt x="479044" y="112321"/>
                  <a:pt x="478123" y="105328"/>
                  <a:pt x="478123" y="97534"/>
                </a:cubicBezTo>
                <a:cubicBezTo>
                  <a:pt x="478123" y="90021"/>
                  <a:pt x="479079" y="83099"/>
                  <a:pt x="480990" y="76767"/>
                </a:cubicBezTo>
                <a:cubicBezTo>
                  <a:pt x="482902" y="70436"/>
                  <a:pt x="485786" y="64957"/>
                  <a:pt x="489644" y="60330"/>
                </a:cubicBezTo>
                <a:cubicBezTo>
                  <a:pt x="493501" y="55702"/>
                  <a:pt x="498315" y="52100"/>
                  <a:pt x="504084" y="49526"/>
                </a:cubicBezTo>
                <a:cubicBezTo>
                  <a:pt x="509853" y="46952"/>
                  <a:pt x="516595" y="45665"/>
                  <a:pt x="524310" y="45665"/>
                </a:cubicBezTo>
                <a:cubicBezTo>
                  <a:pt x="531678" y="45665"/>
                  <a:pt x="538124" y="46813"/>
                  <a:pt x="543650" y="49109"/>
                </a:cubicBezTo>
                <a:cubicBezTo>
                  <a:pt x="549176" y="51405"/>
                  <a:pt x="553781" y="54727"/>
                  <a:pt x="557464" y="59076"/>
                </a:cubicBezTo>
                <a:cubicBezTo>
                  <a:pt x="561148" y="63424"/>
                  <a:pt x="563929" y="68695"/>
                  <a:pt x="565805" y="74887"/>
                </a:cubicBezTo>
                <a:cubicBezTo>
                  <a:pt x="567682" y="81080"/>
                  <a:pt x="568620" y="88038"/>
                  <a:pt x="568620" y="95762"/>
                </a:cubicBezTo>
                <a:moveTo>
                  <a:pt x="555484" y="96909"/>
                </a:moveTo>
                <a:cubicBezTo>
                  <a:pt x="555484" y="91550"/>
                  <a:pt x="554962" y="86435"/>
                  <a:pt x="553920" y="81563"/>
                </a:cubicBezTo>
                <a:cubicBezTo>
                  <a:pt x="552877" y="76691"/>
                  <a:pt x="551139" y="72394"/>
                  <a:pt x="548707" y="68671"/>
                </a:cubicBezTo>
                <a:cubicBezTo>
                  <a:pt x="546274" y="64948"/>
                  <a:pt x="543007" y="61991"/>
                  <a:pt x="538906" y="59799"/>
                </a:cubicBezTo>
                <a:cubicBezTo>
                  <a:pt x="534805" y="57605"/>
                  <a:pt x="529697" y="56508"/>
                  <a:pt x="523580" y="56508"/>
                </a:cubicBezTo>
                <a:cubicBezTo>
                  <a:pt x="517950" y="56508"/>
                  <a:pt x="513085" y="57517"/>
                  <a:pt x="508984" y="59535"/>
                </a:cubicBezTo>
                <a:cubicBezTo>
                  <a:pt x="504883" y="61553"/>
                  <a:pt x="501529" y="64355"/>
                  <a:pt x="498923" y="67941"/>
                </a:cubicBezTo>
                <a:cubicBezTo>
                  <a:pt x="496316" y="71525"/>
                  <a:pt x="494388" y="75753"/>
                  <a:pt x="493137" y="80625"/>
                </a:cubicBezTo>
                <a:cubicBezTo>
                  <a:pt x="491885" y="85497"/>
                  <a:pt x="491260" y="90751"/>
                  <a:pt x="491260" y="96388"/>
                </a:cubicBezTo>
                <a:cubicBezTo>
                  <a:pt x="491260" y="101816"/>
                  <a:pt x="491781" y="106983"/>
                  <a:pt x="492824" y="111890"/>
                </a:cubicBezTo>
                <a:cubicBezTo>
                  <a:pt x="493866" y="116796"/>
                  <a:pt x="495604" y="121094"/>
                  <a:pt x="498037" y="124782"/>
                </a:cubicBezTo>
                <a:cubicBezTo>
                  <a:pt x="500469" y="128470"/>
                  <a:pt x="503736" y="131394"/>
                  <a:pt x="507837" y="133553"/>
                </a:cubicBezTo>
                <a:cubicBezTo>
                  <a:pt x="511938" y="135710"/>
                  <a:pt x="517047" y="136788"/>
                  <a:pt x="523163" y="136788"/>
                </a:cubicBezTo>
                <a:cubicBezTo>
                  <a:pt x="528793" y="136788"/>
                  <a:pt x="533659" y="135779"/>
                  <a:pt x="537759" y="133761"/>
                </a:cubicBezTo>
                <a:cubicBezTo>
                  <a:pt x="541860" y="131743"/>
                  <a:pt x="545214" y="128960"/>
                  <a:pt x="547820" y="125411"/>
                </a:cubicBezTo>
                <a:cubicBezTo>
                  <a:pt x="550427" y="121859"/>
                  <a:pt x="552356" y="117649"/>
                  <a:pt x="553607" y="112779"/>
                </a:cubicBezTo>
                <a:cubicBezTo>
                  <a:pt x="554858" y="107907"/>
                  <a:pt x="555484" y="102617"/>
                  <a:pt x="555484" y="96909"/>
                </a:cubicBezTo>
                <a:close/>
                <a:moveTo>
                  <a:pt x="644504" y="9279"/>
                </a:moveTo>
                <a:cubicBezTo>
                  <a:pt x="644504" y="10252"/>
                  <a:pt x="644452" y="11034"/>
                  <a:pt x="644348" y="11625"/>
                </a:cubicBezTo>
                <a:cubicBezTo>
                  <a:pt x="644243" y="12216"/>
                  <a:pt x="644104" y="12685"/>
                  <a:pt x="643931" y="13032"/>
                </a:cubicBezTo>
                <a:cubicBezTo>
                  <a:pt x="643757" y="13380"/>
                  <a:pt x="643548" y="13623"/>
                  <a:pt x="643305" y="13762"/>
                </a:cubicBezTo>
                <a:cubicBezTo>
                  <a:pt x="643062" y="13901"/>
                  <a:pt x="642766" y="13971"/>
                  <a:pt x="642419" y="13971"/>
                </a:cubicBezTo>
                <a:cubicBezTo>
                  <a:pt x="641863" y="13971"/>
                  <a:pt x="641203" y="13797"/>
                  <a:pt x="640438" y="13449"/>
                </a:cubicBezTo>
                <a:cubicBezTo>
                  <a:pt x="639673" y="13102"/>
                  <a:pt x="638718" y="12720"/>
                  <a:pt x="637571" y="12303"/>
                </a:cubicBezTo>
                <a:cubicBezTo>
                  <a:pt x="636424" y="11886"/>
                  <a:pt x="635069" y="11503"/>
                  <a:pt x="633505" y="11156"/>
                </a:cubicBezTo>
                <a:cubicBezTo>
                  <a:pt x="631941" y="10808"/>
                  <a:pt x="630116" y="10634"/>
                  <a:pt x="628031" y="10634"/>
                </a:cubicBezTo>
                <a:cubicBezTo>
                  <a:pt x="625112" y="10634"/>
                  <a:pt x="622644" y="11104"/>
                  <a:pt x="620629" y="12042"/>
                </a:cubicBezTo>
                <a:cubicBezTo>
                  <a:pt x="618613" y="12980"/>
                  <a:pt x="616980" y="14475"/>
                  <a:pt x="615729" y="16525"/>
                </a:cubicBezTo>
                <a:cubicBezTo>
                  <a:pt x="614477" y="18576"/>
                  <a:pt x="613591" y="21217"/>
                  <a:pt x="613070" y="24449"/>
                </a:cubicBezTo>
                <a:cubicBezTo>
                  <a:pt x="612549" y="27681"/>
                  <a:pt x="612288" y="31591"/>
                  <a:pt x="612288" y="36178"/>
                </a:cubicBezTo>
                <a:lnTo>
                  <a:pt x="612288" y="47334"/>
                </a:lnTo>
                <a:lnTo>
                  <a:pt x="635434" y="47334"/>
                </a:lnTo>
                <a:cubicBezTo>
                  <a:pt x="635920" y="47334"/>
                  <a:pt x="636337" y="47439"/>
                  <a:pt x="636685" y="47650"/>
                </a:cubicBezTo>
                <a:cubicBezTo>
                  <a:pt x="637032" y="47860"/>
                  <a:pt x="637345" y="48194"/>
                  <a:pt x="637623" y="48650"/>
                </a:cubicBezTo>
                <a:cubicBezTo>
                  <a:pt x="637901" y="49106"/>
                  <a:pt x="638110" y="49668"/>
                  <a:pt x="638249" y="50334"/>
                </a:cubicBezTo>
                <a:cubicBezTo>
                  <a:pt x="638388" y="51001"/>
                  <a:pt x="638457" y="51791"/>
                  <a:pt x="638457" y="52703"/>
                </a:cubicBezTo>
                <a:cubicBezTo>
                  <a:pt x="638457" y="54458"/>
                  <a:pt x="638179" y="55774"/>
                  <a:pt x="637623" y="56652"/>
                </a:cubicBezTo>
                <a:cubicBezTo>
                  <a:pt x="637067" y="57529"/>
                  <a:pt x="636337" y="57968"/>
                  <a:pt x="635434" y="57968"/>
                </a:cubicBezTo>
                <a:lnTo>
                  <a:pt x="612288" y="57968"/>
                </a:lnTo>
                <a:lnTo>
                  <a:pt x="612288" y="143881"/>
                </a:lnTo>
                <a:cubicBezTo>
                  <a:pt x="612288" y="144298"/>
                  <a:pt x="612184" y="144680"/>
                  <a:pt x="611975" y="145028"/>
                </a:cubicBezTo>
                <a:cubicBezTo>
                  <a:pt x="611767" y="145373"/>
                  <a:pt x="611437" y="145650"/>
                  <a:pt x="610985" y="145858"/>
                </a:cubicBezTo>
                <a:cubicBezTo>
                  <a:pt x="610533" y="146067"/>
                  <a:pt x="609890" y="146241"/>
                  <a:pt x="609056" y="146380"/>
                </a:cubicBezTo>
                <a:cubicBezTo>
                  <a:pt x="608222" y="146519"/>
                  <a:pt x="607214" y="146588"/>
                  <a:pt x="606032" y="146588"/>
                </a:cubicBezTo>
                <a:cubicBezTo>
                  <a:pt x="604851" y="146588"/>
                  <a:pt x="603860" y="146519"/>
                  <a:pt x="603061" y="146380"/>
                </a:cubicBezTo>
                <a:cubicBezTo>
                  <a:pt x="602262" y="146241"/>
                  <a:pt x="601619" y="146067"/>
                  <a:pt x="601132" y="145858"/>
                </a:cubicBezTo>
                <a:cubicBezTo>
                  <a:pt x="600646" y="145650"/>
                  <a:pt x="600316" y="145373"/>
                  <a:pt x="600142" y="145028"/>
                </a:cubicBezTo>
                <a:cubicBezTo>
                  <a:pt x="599968" y="144680"/>
                  <a:pt x="599881" y="144298"/>
                  <a:pt x="599881" y="143881"/>
                </a:cubicBezTo>
                <a:lnTo>
                  <a:pt x="599881" y="57968"/>
                </a:lnTo>
                <a:lnTo>
                  <a:pt x="585702" y="57968"/>
                </a:lnTo>
                <a:cubicBezTo>
                  <a:pt x="584729" y="57968"/>
                  <a:pt x="583982" y="57529"/>
                  <a:pt x="583460" y="56652"/>
                </a:cubicBezTo>
                <a:cubicBezTo>
                  <a:pt x="582939" y="55774"/>
                  <a:pt x="582678" y="54458"/>
                  <a:pt x="582678" y="52703"/>
                </a:cubicBezTo>
                <a:cubicBezTo>
                  <a:pt x="582678" y="51791"/>
                  <a:pt x="582748" y="51001"/>
                  <a:pt x="582887" y="50334"/>
                </a:cubicBezTo>
                <a:cubicBezTo>
                  <a:pt x="583026" y="49668"/>
                  <a:pt x="583217" y="49106"/>
                  <a:pt x="583460" y="48650"/>
                </a:cubicBezTo>
                <a:cubicBezTo>
                  <a:pt x="583704" y="48194"/>
                  <a:pt x="584016" y="47860"/>
                  <a:pt x="584399" y="47650"/>
                </a:cubicBezTo>
                <a:cubicBezTo>
                  <a:pt x="584781" y="47439"/>
                  <a:pt x="585215" y="47334"/>
                  <a:pt x="585702" y="47334"/>
                </a:cubicBezTo>
                <a:lnTo>
                  <a:pt x="599881" y="47334"/>
                </a:lnTo>
                <a:lnTo>
                  <a:pt x="599881" y="36595"/>
                </a:lnTo>
                <a:cubicBezTo>
                  <a:pt x="599881" y="29992"/>
                  <a:pt x="600472" y="24362"/>
                  <a:pt x="601654" y="19705"/>
                </a:cubicBezTo>
                <a:cubicBezTo>
                  <a:pt x="602835" y="15048"/>
                  <a:pt x="604625" y="11260"/>
                  <a:pt x="607023" y="8341"/>
                </a:cubicBezTo>
                <a:cubicBezTo>
                  <a:pt x="609421" y="5421"/>
                  <a:pt x="612427" y="3302"/>
                  <a:pt x="616041" y="1981"/>
                </a:cubicBezTo>
                <a:cubicBezTo>
                  <a:pt x="619656" y="660"/>
                  <a:pt x="623861" y="0"/>
                  <a:pt x="628657" y="0"/>
                </a:cubicBezTo>
                <a:cubicBezTo>
                  <a:pt x="631020" y="0"/>
                  <a:pt x="633314" y="226"/>
                  <a:pt x="635538" y="678"/>
                </a:cubicBezTo>
                <a:cubicBezTo>
                  <a:pt x="637762" y="1129"/>
                  <a:pt x="639448" y="1616"/>
                  <a:pt x="640594" y="2137"/>
                </a:cubicBezTo>
                <a:cubicBezTo>
                  <a:pt x="641741" y="2659"/>
                  <a:pt x="642506" y="3110"/>
                  <a:pt x="642888" y="3493"/>
                </a:cubicBezTo>
                <a:cubicBezTo>
                  <a:pt x="643270" y="3875"/>
                  <a:pt x="643583" y="4344"/>
                  <a:pt x="643826" y="4900"/>
                </a:cubicBezTo>
                <a:cubicBezTo>
                  <a:pt x="644070" y="5456"/>
                  <a:pt x="644243" y="6099"/>
                  <a:pt x="644348" y="6829"/>
                </a:cubicBezTo>
                <a:cubicBezTo>
                  <a:pt x="644452" y="7559"/>
                  <a:pt x="644504" y="8375"/>
                  <a:pt x="644504" y="9279"/>
                </a:cubicBezTo>
                <a:close/>
                <a:moveTo>
                  <a:pt x="751668" y="138352"/>
                </a:moveTo>
                <a:cubicBezTo>
                  <a:pt x="751668" y="139811"/>
                  <a:pt x="751547" y="140993"/>
                  <a:pt x="751303" y="141897"/>
                </a:cubicBezTo>
                <a:cubicBezTo>
                  <a:pt x="751060" y="142800"/>
                  <a:pt x="750678" y="143513"/>
                  <a:pt x="750157" y="144034"/>
                </a:cubicBezTo>
                <a:cubicBezTo>
                  <a:pt x="749635" y="144555"/>
                  <a:pt x="748871" y="145042"/>
                  <a:pt x="747863" y="145494"/>
                </a:cubicBezTo>
                <a:cubicBezTo>
                  <a:pt x="746855" y="145945"/>
                  <a:pt x="745691" y="146328"/>
                  <a:pt x="744370" y="146640"/>
                </a:cubicBezTo>
                <a:cubicBezTo>
                  <a:pt x="743050" y="146953"/>
                  <a:pt x="741659" y="147196"/>
                  <a:pt x="740200" y="147370"/>
                </a:cubicBezTo>
                <a:cubicBezTo>
                  <a:pt x="738740" y="147544"/>
                  <a:pt x="737315" y="147631"/>
                  <a:pt x="735925" y="147631"/>
                </a:cubicBezTo>
                <a:cubicBezTo>
                  <a:pt x="731268" y="147631"/>
                  <a:pt x="727306" y="147005"/>
                  <a:pt x="724040" y="145754"/>
                </a:cubicBezTo>
                <a:cubicBezTo>
                  <a:pt x="720773" y="144503"/>
                  <a:pt x="718097" y="142609"/>
                  <a:pt x="716012" y="140072"/>
                </a:cubicBezTo>
                <a:cubicBezTo>
                  <a:pt x="713926" y="137535"/>
                  <a:pt x="712415" y="134320"/>
                  <a:pt x="711476" y="130428"/>
                </a:cubicBezTo>
                <a:cubicBezTo>
                  <a:pt x="710538" y="126536"/>
                  <a:pt x="710069" y="121948"/>
                  <a:pt x="710069" y="116666"/>
                </a:cubicBezTo>
                <a:lnTo>
                  <a:pt x="710069" y="57968"/>
                </a:lnTo>
                <a:lnTo>
                  <a:pt x="695994" y="57968"/>
                </a:lnTo>
                <a:cubicBezTo>
                  <a:pt x="695021" y="57968"/>
                  <a:pt x="694256" y="57529"/>
                  <a:pt x="693700" y="56652"/>
                </a:cubicBezTo>
                <a:cubicBezTo>
                  <a:pt x="693144" y="55774"/>
                  <a:pt x="692866" y="54458"/>
                  <a:pt x="692866" y="52703"/>
                </a:cubicBezTo>
                <a:cubicBezTo>
                  <a:pt x="692866" y="51791"/>
                  <a:pt x="692936" y="51001"/>
                  <a:pt x="693075" y="50334"/>
                </a:cubicBezTo>
                <a:cubicBezTo>
                  <a:pt x="693214" y="49668"/>
                  <a:pt x="693422" y="49106"/>
                  <a:pt x="693700" y="48650"/>
                </a:cubicBezTo>
                <a:cubicBezTo>
                  <a:pt x="693978" y="48194"/>
                  <a:pt x="694308" y="47860"/>
                  <a:pt x="694691" y="47650"/>
                </a:cubicBezTo>
                <a:cubicBezTo>
                  <a:pt x="695073" y="47439"/>
                  <a:pt x="695507" y="47334"/>
                  <a:pt x="695994" y="47334"/>
                </a:cubicBezTo>
                <a:lnTo>
                  <a:pt x="710069" y="47334"/>
                </a:lnTo>
                <a:lnTo>
                  <a:pt x="710069" y="24188"/>
                </a:lnTo>
                <a:cubicBezTo>
                  <a:pt x="710069" y="23771"/>
                  <a:pt x="710156" y="23389"/>
                  <a:pt x="710330" y="23041"/>
                </a:cubicBezTo>
                <a:cubicBezTo>
                  <a:pt x="710503" y="22694"/>
                  <a:pt x="710833" y="22398"/>
                  <a:pt x="711320" y="22155"/>
                </a:cubicBezTo>
                <a:cubicBezTo>
                  <a:pt x="711807" y="21912"/>
                  <a:pt x="712449" y="21738"/>
                  <a:pt x="713249" y="21634"/>
                </a:cubicBezTo>
                <a:cubicBezTo>
                  <a:pt x="714048" y="21530"/>
                  <a:pt x="715039" y="21477"/>
                  <a:pt x="716220" y="21477"/>
                </a:cubicBezTo>
                <a:cubicBezTo>
                  <a:pt x="717471" y="21477"/>
                  <a:pt x="718496" y="21530"/>
                  <a:pt x="719296" y="21634"/>
                </a:cubicBezTo>
                <a:cubicBezTo>
                  <a:pt x="720095" y="21738"/>
                  <a:pt x="720721" y="21912"/>
                  <a:pt x="721172" y="22155"/>
                </a:cubicBezTo>
                <a:cubicBezTo>
                  <a:pt x="721624" y="22398"/>
                  <a:pt x="721954" y="22694"/>
                  <a:pt x="722163" y="23041"/>
                </a:cubicBezTo>
                <a:cubicBezTo>
                  <a:pt x="722371" y="23389"/>
                  <a:pt x="722476" y="23771"/>
                  <a:pt x="722476" y="24188"/>
                </a:cubicBezTo>
                <a:lnTo>
                  <a:pt x="722476" y="47334"/>
                </a:lnTo>
                <a:lnTo>
                  <a:pt x="748540" y="47334"/>
                </a:lnTo>
                <a:cubicBezTo>
                  <a:pt x="749027" y="47334"/>
                  <a:pt x="749461" y="47439"/>
                  <a:pt x="749844" y="47650"/>
                </a:cubicBezTo>
                <a:cubicBezTo>
                  <a:pt x="750226" y="47860"/>
                  <a:pt x="750556" y="48194"/>
                  <a:pt x="750834" y="48650"/>
                </a:cubicBezTo>
                <a:cubicBezTo>
                  <a:pt x="751112" y="49106"/>
                  <a:pt x="751321" y="49668"/>
                  <a:pt x="751460" y="50334"/>
                </a:cubicBezTo>
                <a:cubicBezTo>
                  <a:pt x="751599" y="51001"/>
                  <a:pt x="751668" y="51791"/>
                  <a:pt x="751668" y="52703"/>
                </a:cubicBezTo>
                <a:cubicBezTo>
                  <a:pt x="751668" y="54458"/>
                  <a:pt x="751373" y="55774"/>
                  <a:pt x="750782" y="56652"/>
                </a:cubicBezTo>
                <a:cubicBezTo>
                  <a:pt x="750191" y="57529"/>
                  <a:pt x="749444" y="57968"/>
                  <a:pt x="748540" y="57968"/>
                </a:cubicBezTo>
                <a:lnTo>
                  <a:pt x="722476" y="57968"/>
                </a:lnTo>
                <a:lnTo>
                  <a:pt x="722476" y="114998"/>
                </a:lnTo>
                <a:cubicBezTo>
                  <a:pt x="722476" y="122157"/>
                  <a:pt x="723501" y="127613"/>
                  <a:pt x="725551" y="131366"/>
                </a:cubicBezTo>
                <a:cubicBezTo>
                  <a:pt x="727602" y="135120"/>
                  <a:pt x="731338" y="136996"/>
                  <a:pt x="736759" y="136996"/>
                </a:cubicBezTo>
                <a:cubicBezTo>
                  <a:pt x="738427" y="136996"/>
                  <a:pt x="739939" y="136823"/>
                  <a:pt x="741294" y="136475"/>
                </a:cubicBezTo>
                <a:cubicBezTo>
                  <a:pt x="742650" y="136128"/>
                  <a:pt x="743849" y="135745"/>
                  <a:pt x="744891" y="135328"/>
                </a:cubicBezTo>
                <a:cubicBezTo>
                  <a:pt x="745934" y="134911"/>
                  <a:pt x="746820" y="134529"/>
                  <a:pt x="747550" y="134181"/>
                </a:cubicBezTo>
                <a:cubicBezTo>
                  <a:pt x="748280" y="133834"/>
                  <a:pt x="748923" y="133660"/>
                  <a:pt x="749479" y="133660"/>
                </a:cubicBezTo>
                <a:cubicBezTo>
                  <a:pt x="749826" y="133660"/>
                  <a:pt x="750139" y="133730"/>
                  <a:pt x="750417" y="133869"/>
                </a:cubicBezTo>
                <a:cubicBezTo>
                  <a:pt x="750695" y="134008"/>
                  <a:pt x="750921" y="134268"/>
                  <a:pt x="751095" y="134651"/>
                </a:cubicBezTo>
                <a:cubicBezTo>
                  <a:pt x="751269" y="135033"/>
                  <a:pt x="751408" y="135519"/>
                  <a:pt x="751512" y="136110"/>
                </a:cubicBezTo>
                <a:cubicBezTo>
                  <a:pt x="751616" y="136701"/>
                  <a:pt x="751668" y="137448"/>
                  <a:pt x="751668" y="138352"/>
                </a:cubicBezTo>
                <a:close/>
                <a:moveTo>
                  <a:pt x="839678" y="143878"/>
                </a:moveTo>
                <a:cubicBezTo>
                  <a:pt x="839678" y="144573"/>
                  <a:pt x="839452" y="145111"/>
                  <a:pt x="839000" y="145494"/>
                </a:cubicBezTo>
                <a:cubicBezTo>
                  <a:pt x="838549" y="145876"/>
                  <a:pt x="837958" y="146154"/>
                  <a:pt x="837228" y="146328"/>
                </a:cubicBezTo>
                <a:cubicBezTo>
                  <a:pt x="836498" y="146501"/>
                  <a:pt x="835508" y="146588"/>
                  <a:pt x="834257" y="146588"/>
                </a:cubicBezTo>
                <a:cubicBezTo>
                  <a:pt x="833075" y="146588"/>
                  <a:pt x="832067" y="146501"/>
                  <a:pt x="831233" y="146328"/>
                </a:cubicBezTo>
                <a:cubicBezTo>
                  <a:pt x="830399" y="146154"/>
                  <a:pt x="829756" y="145876"/>
                  <a:pt x="829304" y="145494"/>
                </a:cubicBezTo>
                <a:cubicBezTo>
                  <a:pt x="828852" y="145111"/>
                  <a:pt x="828627" y="144573"/>
                  <a:pt x="828627" y="143878"/>
                </a:cubicBezTo>
                <a:lnTo>
                  <a:pt x="828627" y="133347"/>
                </a:lnTo>
                <a:cubicBezTo>
                  <a:pt x="824387" y="137935"/>
                  <a:pt x="819712" y="141497"/>
                  <a:pt x="814604" y="144034"/>
                </a:cubicBezTo>
                <a:cubicBezTo>
                  <a:pt x="809495" y="146571"/>
                  <a:pt x="804195" y="147839"/>
                  <a:pt x="798704" y="147839"/>
                </a:cubicBezTo>
                <a:cubicBezTo>
                  <a:pt x="793769" y="147839"/>
                  <a:pt x="789338" y="147196"/>
                  <a:pt x="785411" y="145911"/>
                </a:cubicBezTo>
                <a:cubicBezTo>
                  <a:pt x="781484" y="144625"/>
                  <a:pt x="778165" y="142783"/>
                  <a:pt x="775454" y="140385"/>
                </a:cubicBezTo>
                <a:cubicBezTo>
                  <a:pt x="772744" y="137987"/>
                  <a:pt x="770658" y="135085"/>
                  <a:pt x="769199" y="131679"/>
                </a:cubicBezTo>
                <a:cubicBezTo>
                  <a:pt x="767739" y="128273"/>
                  <a:pt x="767009" y="124451"/>
                  <a:pt x="767009" y="120211"/>
                </a:cubicBezTo>
                <a:cubicBezTo>
                  <a:pt x="767009" y="114998"/>
                  <a:pt x="768087" y="110463"/>
                  <a:pt x="770241" y="106605"/>
                </a:cubicBezTo>
                <a:cubicBezTo>
                  <a:pt x="772396" y="102747"/>
                  <a:pt x="775454" y="99533"/>
                  <a:pt x="779416" y="96961"/>
                </a:cubicBezTo>
                <a:cubicBezTo>
                  <a:pt x="783378" y="94389"/>
                  <a:pt x="788139" y="92460"/>
                  <a:pt x="793700" y="91175"/>
                </a:cubicBezTo>
                <a:cubicBezTo>
                  <a:pt x="799260" y="89889"/>
                  <a:pt x="805446" y="89246"/>
                  <a:pt x="812258" y="89246"/>
                </a:cubicBezTo>
                <a:lnTo>
                  <a:pt x="827271" y="89246"/>
                </a:lnTo>
                <a:lnTo>
                  <a:pt x="827271" y="81088"/>
                </a:lnTo>
                <a:cubicBezTo>
                  <a:pt x="827271" y="77043"/>
                  <a:pt x="826854" y="73470"/>
                  <a:pt x="826020" y="70368"/>
                </a:cubicBezTo>
                <a:cubicBezTo>
                  <a:pt x="825186" y="67265"/>
                  <a:pt x="823831" y="64667"/>
                  <a:pt x="821954" y="62575"/>
                </a:cubicBezTo>
                <a:cubicBezTo>
                  <a:pt x="820077" y="60483"/>
                  <a:pt x="817645" y="58915"/>
                  <a:pt x="814656" y="57870"/>
                </a:cubicBezTo>
                <a:cubicBezTo>
                  <a:pt x="811667" y="56823"/>
                  <a:pt x="808018" y="56300"/>
                  <a:pt x="803709" y="56300"/>
                </a:cubicBezTo>
                <a:cubicBezTo>
                  <a:pt x="799538" y="56300"/>
                  <a:pt x="795785" y="56804"/>
                  <a:pt x="792449" y="57812"/>
                </a:cubicBezTo>
                <a:cubicBezTo>
                  <a:pt x="789112" y="58820"/>
                  <a:pt x="786193" y="59949"/>
                  <a:pt x="783691" y="61200"/>
                </a:cubicBezTo>
                <a:cubicBezTo>
                  <a:pt x="781189" y="62451"/>
                  <a:pt x="779121" y="63581"/>
                  <a:pt x="777487" y="64589"/>
                </a:cubicBezTo>
                <a:cubicBezTo>
                  <a:pt x="775854" y="65596"/>
                  <a:pt x="774690" y="66100"/>
                  <a:pt x="773995" y="66100"/>
                </a:cubicBezTo>
                <a:cubicBezTo>
                  <a:pt x="773578" y="66100"/>
                  <a:pt x="773195" y="66031"/>
                  <a:pt x="772848" y="65892"/>
                </a:cubicBezTo>
                <a:cubicBezTo>
                  <a:pt x="772500" y="65751"/>
                  <a:pt x="772205" y="65488"/>
                  <a:pt x="771962" y="65103"/>
                </a:cubicBezTo>
                <a:cubicBezTo>
                  <a:pt x="771718" y="64717"/>
                  <a:pt x="771545" y="64226"/>
                  <a:pt x="771440" y="63631"/>
                </a:cubicBezTo>
                <a:cubicBezTo>
                  <a:pt x="771336" y="63033"/>
                  <a:pt x="771284" y="62314"/>
                  <a:pt x="771284" y="61474"/>
                </a:cubicBezTo>
                <a:cubicBezTo>
                  <a:pt x="771284" y="60001"/>
                  <a:pt x="771388" y="58827"/>
                  <a:pt x="771597" y="57952"/>
                </a:cubicBezTo>
                <a:cubicBezTo>
                  <a:pt x="771805" y="57074"/>
                  <a:pt x="772344" y="56198"/>
                  <a:pt x="773213" y="55322"/>
                </a:cubicBezTo>
                <a:cubicBezTo>
                  <a:pt x="774082" y="54445"/>
                  <a:pt x="775628" y="53423"/>
                  <a:pt x="777852" y="52257"/>
                </a:cubicBezTo>
                <a:cubicBezTo>
                  <a:pt x="780077" y="51088"/>
                  <a:pt x="782631" y="50006"/>
                  <a:pt x="785515" y="49012"/>
                </a:cubicBezTo>
                <a:cubicBezTo>
                  <a:pt x="788400" y="48017"/>
                  <a:pt x="791510" y="47211"/>
                  <a:pt x="794847" y="46594"/>
                </a:cubicBezTo>
                <a:cubicBezTo>
                  <a:pt x="798183" y="45975"/>
                  <a:pt x="801519" y="45665"/>
                  <a:pt x="804855" y="45665"/>
                </a:cubicBezTo>
                <a:cubicBezTo>
                  <a:pt x="811320" y="45665"/>
                  <a:pt x="816776" y="46447"/>
                  <a:pt x="821224" y="48011"/>
                </a:cubicBezTo>
                <a:cubicBezTo>
                  <a:pt x="825673" y="49575"/>
                  <a:pt x="829269" y="51817"/>
                  <a:pt x="832015" y="54736"/>
                </a:cubicBezTo>
                <a:cubicBezTo>
                  <a:pt x="834760" y="57655"/>
                  <a:pt x="836724" y="61252"/>
                  <a:pt x="837906" y="65527"/>
                </a:cubicBezTo>
                <a:cubicBezTo>
                  <a:pt x="839087" y="69801"/>
                  <a:pt x="839678" y="74650"/>
                  <a:pt x="839678" y="80071"/>
                </a:cubicBezTo>
                <a:lnTo>
                  <a:pt x="839678" y="143878"/>
                </a:lnTo>
                <a:moveTo>
                  <a:pt x="827271" y="99463"/>
                </a:moveTo>
                <a:lnTo>
                  <a:pt x="810068" y="99463"/>
                </a:lnTo>
                <a:cubicBezTo>
                  <a:pt x="805064" y="99463"/>
                  <a:pt x="800685" y="99915"/>
                  <a:pt x="796932" y="100819"/>
                </a:cubicBezTo>
                <a:cubicBezTo>
                  <a:pt x="793178" y="101722"/>
                  <a:pt x="790051" y="103043"/>
                  <a:pt x="787548" y="104780"/>
                </a:cubicBezTo>
                <a:cubicBezTo>
                  <a:pt x="785046" y="106518"/>
                  <a:pt x="783187" y="108603"/>
                  <a:pt x="781971" y="111036"/>
                </a:cubicBezTo>
                <a:cubicBezTo>
                  <a:pt x="780754" y="113469"/>
                  <a:pt x="780146" y="116249"/>
                  <a:pt x="780146" y="119377"/>
                </a:cubicBezTo>
                <a:cubicBezTo>
                  <a:pt x="780146" y="124798"/>
                  <a:pt x="781866" y="129125"/>
                  <a:pt x="785307" y="132357"/>
                </a:cubicBezTo>
                <a:cubicBezTo>
                  <a:pt x="788747" y="135589"/>
                  <a:pt x="793595" y="137205"/>
                  <a:pt x="799851" y="137205"/>
                </a:cubicBezTo>
                <a:cubicBezTo>
                  <a:pt x="804786" y="137205"/>
                  <a:pt x="809391" y="135937"/>
                  <a:pt x="813665" y="133400"/>
                </a:cubicBezTo>
                <a:cubicBezTo>
                  <a:pt x="817940" y="130863"/>
                  <a:pt x="822475" y="126953"/>
                  <a:pt x="827271" y="121670"/>
                </a:cubicBezTo>
                <a:lnTo>
                  <a:pt x="827271" y="99463"/>
                </a:lnTo>
                <a:close/>
                <a:moveTo>
                  <a:pt x="930146" y="118826"/>
                </a:moveTo>
                <a:cubicBezTo>
                  <a:pt x="930146" y="123348"/>
                  <a:pt x="929312" y="127401"/>
                  <a:pt x="927644" y="130985"/>
                </a:cubicBezTo>
                <a:cubicBezTo>
                  <a:pt x="925976" y="134567"/>
                  <a:pt x="923596" y="137611"/>
                  <a:pt x="920503" y="140118"/>
                </a:cubicBezTo>
                <a:cubicBezTo>
                  <a:pt x="917409" y="142622"/>
                  <a:pt x="913708" y="144536"/>
                  <a:pt x="909399" y="145858"/>
                </a:cubicBezTo>
                <a:cubicBezTo>
                  <a:pt x="905090" y="147179"/>
                  <a:pt x="900328" y="147839"/>
                  <a:pt x="895115" y="147839"/>
                </a:cubicBezTo>
                <a:cubicBezTo>
                  <a:pt x="891849" y="147839"/>
                  <a:pt x="888756" y="147579"/>
                  <a:pt x="885836" y="147057"/>
                </a:cubicBezTo>
                <a:cubicBezTo>
                  <a:pt x="882917" y="146536"/>
                  <a:pt x="880276" y="145876"/>
                  <a:pt x="877913" y="145077"/>
                </a:cubicBezTo>
                <a:cubicBezTo>
                  <a:pt x="875549" y="144277"/>
                  <a:pt x="873551" y="143426"/>
                  <a:pt x="871918" y="142522"/>
                </a:cubicBezTo>
                <a:cubicBezTo>
                  <a:pt x="870284" y="141619"/>
                  <a:pt x="869085" y="140819"/>
                  <a:pt x="868321" y="140124"/>
                </a:cubicBezTo>
                <a:cubicBezTo>
                  <a:pt x="867556" y="139429"/>
                  <a:pt x="867000" y="138556"/>
                  <a:pt x="866653" y="137505"/>
                </a:cubicBezTo>
                <a:cubicBezTo>
                  <a:pt x="866305" y="136451"/>
                  <a:pt x="866131" y="135048"/>
                  <a:pt x="866131" y="133295"/>
                </a:cubicBezTo>
                <a:cubicBezTo>
                  <a:pt x="866131" y="132383"/>
                  <a:pt x="866201" y="131576"/>
                  <a:pt x="866340" y="130875"/>
                </a:cubicBezTo>
                <a:cubicBezTo>
                  <a:pt x="866479" y="130173"/>
                  <a:pt x="866653" y="129577"/>
                  <a:pt x="866861" y="129086"/>
                </a:cubicBezTo>
                <a:cubicBezTo>
                  <a:pt x="867070" y="128595"/>
                  <a:pt x="867348" y="128227"/>
                  <a:pt x="867695" y="127981"/>
                </a:cubicBezTo>
                <a:cubicBezTo>
                  <a:pt x="868043" y="127736"/>
                  <a:pt x="868425" y="127613"/>
                  <a:pt x="868842" y="127613"/>
                </a:cubicBezTo>
                <a:cubicBezTo>
                  <a:pt x="869607" y="127613"/>
                  <a:pt x="870719" y="128105"/>
                  <a:pt x="872178" y="129089"/>
                </a:cubicBezTo>
                <a:cubicBezTo>
                  <a:pt x="873638" y="130073"/>
                  <a:pt x="875463" y="131145"/>
                  <a:pt x="877652" y="132305"/>
                </a:cubicBezTo>
                <a:cubicBezTo>
                  <a:pt x="879841" y="133465"/>
                  <a:pt x="882448" y="134537"/>
                  <a:pt x="885471" y="135521"/>
                </a:cubicBezTo>
                <a:cubicBezTo>
                  <a:pt x="888495" y="136505"/>
                  <a:pt x="891988" y="136996"/>
                  <a:pt x="895949" y="136996"/>
                </a:cubicBezTo>
                <a:cubicBezTo>
                  <a:pt x="899147" y="136996"/>
                  <a:pt x="902066" y="136649"/>
                  <a:pt x="904707" y="135954"/>
                </a:cubicBezTo>
                <a:cubicBezTo>
                  <a:pt x="907348" y="135257"/>
                  <a:pt x="909642" y="134212"/>
                  <a:pt x="911588" y="132820"/>
                </a:cubicBezTo>
                <a:cubicBezTo>
                  <a:pt x="913535" y="131427"/>
                  <a:pt x="915046" y="129634"/>
                  <a:pt x="916124" y="127440"/>
                </a:cubicBezTo>
                <a:cubicBezTo>
                  <a:pt x="917201" y="125247"/>
                  <a:pt x="917740" y="122688"/>
                  <a:pt x="917740" y="119764"/>
                </a:cubicBezTo>
                <a:cubicBezTo>
                  <a:pt x="917740" y="116843"/>
                  <a:pt x="917045" y="114373"/>
                  <a:pt x="915654" y="112355"/>
                </a:cubicBezTo>
                <a:cubicBezTo>
                  <a:pt x="914264" y="110338"/>
                  <a:pt x="912440" y="108580"/>
                  <a:pt x="910181" y="107084"/>
                </a:cubicBezTo>
                <a:cubicBezTo>
                  <a:pt x="907922" y="105587"/>
                  <a:pt x="905350" y="104266"/>
                  <a:pt x="902466" y="103119"/>
                </a:cubicBezTo>
                <a:cubicBezTo>
                  <a:pt x="899581" y="101970"/>
                  <a:pt x="896627" y="100787"/>
                  <a:pt x="893604" y="99571"/>
                </a:cubicBezTo>
                <a:cubicBezTo>
                  <a:pt x="890580" y="98352"/>
                  <a:pt x="887626" y="97013"/>
                  <a:pt x="884742" y="95553"/>
                </a:cubicBezTo>
                <a:cubicBezTo>
                  <a:pt x="881857" y="94092"/>
                  <a:pt x="879285" y="92317"/>
                  <a:pt x="877026" y="90230"/>
                </a:cubicBezTo>
                <a:cubicBezTo>
                  <a:pt x="874768" y="88142"/>
                  <a:pt x="872943" y="85638"/>
                  <a:pt x="871553" y="82717"/>
                </a:cubicBezTo>
                <a:cubicBezTo>
                  <a:pt x="870163" y="79793"/>
                  <a:pt x="869468" y="76279"/>
                  <a:pt x="869468" y="72173"/>
                </a:cubicBezTo>
                <a:cubicBezTo>
                  <a:pt x="869468" y="68904"/>
                  <a:pt x="870093" y="65688"/>
                  <a:pt x="871344" y="62523"/>
                </a:cubicBezTo>
                <a:cubicBezTo>
                  <a:pt x="872595" y="59356"/>
                  <a:pt x="874524" y="56520"/>
                  <a:pt x="877131" y="54016"/>
                </a:cubicBezTo>
                <a:cubicBezTo>
                  <a:pt x="879737" y="51509"/>
                  <a:pt x="883073" y="49492"/>
                  <a:pt x="887140" y="47962"/>
                </a:cubicBezTo>
                <a:cubicBezTo>
                  <a:pt x="891206" y="46431"/>
                  <a:pt x="896019" y="45665"/>
                  <a:pt x="901579" y="45665"/>
                </a:cubicBezTo>
                <a:cubicBezTo>
                  <a:pt x="903943" y="45665"/>
                  <a:pt x="906289" y="45857"/>
                  <a:pt x="908617" y="46239"/>
                </a:cubicBezTo>
                <a:cubicBezTo>
                  <a:pt x="910945" y="46621"/>
                  <a:pt x="913065" y="47125"/>
                  <a:pt x="914977" y="47751"/>
                </a:cubicBezTo>
                <a:cubicBezTo>
                  <a:pt x="916888" y="48376"/>
                  <a:pt x="918539" y="49054"/>
                  <a:pt x="919929" y="49784"/>
                </a:cubicBezTo>
                <a:cubicBezTo>
                  <a:pt x="921319" y="50514"/>
                  <a:pt x="922379" y="51156"/>
                  <a:pt x="923109" y="51713"/>
                </a:cubicBezTo>
                <a:cubicBezTo>
                  <a:pt x="923839" y="52269"/>
                  <a:pt x="924325" y="52738"/>
                  <a:pt x="924569" y="53120"/>
                </a:cubicBezTo>
                <a:cubicBezTo>
                  <a:pt x="924812" y="53502"/>
                  <a:pt x="924986" y="53902"/>
                  <a:pt x="925090" y="54319"/>
                </a:cubicBezTo>
                <a:cubicBezTo>
                  <a:pt x="925194" y="54736"/>
                  <a:pt x="925281" y="55240"/>
                  <a:pt x="925351" y="55831"/>
                </a:cubicBezTo>
                <a:cubicBezTo>
                  <a:pt x="925420" y="56422"/>
                  <a:pt x="925455" y="57134"/>
                  <a:pt x="925455" y="57968"/>
                </a:cubicBezTo>
                <a:cubicBezTo>
                  <a:pt x="925455" y="58802"/>
                  <a:pt x="925403" y="59549"/>
                  <a:pt x="925298" y="60210"/>
                </a:cubicBezTo>
                <a:cubicBezTo>
                  <a:pt x="925194" y="60870"/>
                  <a:pt x="925038" y="61443"/>
                  <a:pt x="924829" y="61930"/>
                </a:cubicBezTo>
                <a:cubicBezTo>
                  <a:pt x="924621" y="62416"/>
                  <a:pt x="924360" y="62781"/>
                  <a:pt x="924047" y="63025"/>
                </a:cubicBezTo>
                <a:cubicBezTo>
                  <a:pt x="923735" y="63268"/>
                  <a:pt x="923370" y="63390"/>
                  <a:pt x="922953" y="63390"/>
                </a:cubicBezTo>
                <a:cubicBezTo>
                  <a:pt x="922397" y="63390"/>
                  <a:pt x="921562" y="63007"/>
                  <a:pt x="920450" y="62243"/>
                </a:cubicBezTo>
                <a:cubicBezTo>
                  <a:pt x="919338" y="61478"/>
                  <a:pt x="917879" y="60644"/>
                  <a:pt x="916071" y="59740"/>
                </a:cubicBezTo>
                <a:cubicBezTo>
                  <a:pt x="914264" y="58837"/>
                  <a:pt x="912110" y="58003"/>
                  <a:pt x="909607" y="57238"/>
                </a:cubicBezTo>
                <a:cubicBezTo>
                  <a:pt x="907105" y="56474"/>
                  <a:pt x="904221" y="56091"/>
                  <a:pt x="900954" y="56091"/>
                </a:cubicBezTo>
                <a:cubicBezTo>
                  <a:pt x="897687" y="56091"/>
                  <a:pt x="894820" y="56475"/>
                  <a:pt x="892353" y="57242"/>
                </a:cubicBezTo>
                <a:cubicBezTo>
                  <a:pt x="889885" y="58006"/>
                  <a:pt x="887852" y="59085"/>
                  <a:pt x="886253" y="60477"/>
                </a:cubicBezTo>
                <a:cubicBezTo>
                  <a:pt x="884655" y="61869"/>
                  <a:pt x="883456" y="63506"/>
                  <a:pt x="882656" y="65387"/>
                </a:cubicBezTo>
                <a:cubicBezTo>
                  <a:pt x="881857" y="67266"/>
                  <a:pt x="881457" y="69319"/>
                  <a:pt x="881457" y="71548"/>
                </a:cubicBezTo>
                <a:cubicBezTo>
                  <a:pt x="881457" y="74608"/>
                  <a:pt x="882153" y="77182"/>
                  <a:pt x="883543" y="79270"/>
                </a:cubicBezTo>
                <a:cubicBezTo>
                  <a:pt x="884933" y="81357"/>
                  <a:pt x="886775" y="83166"/>
                  <a:pt x="889068" y="84697"/>
                </a:cubicBezTo>
                <a:cubicBezTo>
                  <a:pt x="891362" y="86229"/>
                  <a:pt x="893969" y="87586"/>
                  <a:pt x="896888" y="88770"/>
                </a:cubicBezTo>
                <a:cubicBezTo>
                  <a:pt x="899807" y="89952"/>
                  <a:pt x="902778" y="91134"/>
                  <a:pt x="905802" y="92318"/>
                </a:cubicBezTo>
                <a:cubicBezTo>
                  <a:pt x="908825" y="93500"/>
                  <a:pt x="911797" y="94804"/>
                  <a:pt x="914716" y="96231"/>
                </a:cubicBezTo>
                <a:cubicBezTo>
                  <a:pt x="917635" y="97656"/>
                  <a:pt x="920242" y="99377"/>
                  <a:pt x="922536" y="101395"/>
                </a:cubicBezTo>
                <a:cubicBezTo>
                  <a:pt x="924829" y="103413"/>
                  <a:pt x="926671" y="105832"/>
                  <a:pt x="928061" y="108651"/>
                </a:cubicBezTo>
                <a:cubicBezTo>
                  <a:pt x="929451" y="111468"/>
                  <a:pt x="930146" y="114860"/>
                  <a:pt x="930146" y="118826"/>
                </a:cubicBezTo>
                <a:close/>
                <a:moveTo>
                  <a:pt x="1028506" y="143666"/>
                </a:moveTo>
                <a:cubicBezTo>
                  <a:pt x="1028506" y="144152"/>
                  <a:pt x="1028401" y="144570"/>
                  <a:pt x="1028193" y="144920"/>
                </a:cubicBezTo>
                <a:cubicBezTo>
                  <a:pt x="1027984" y="145268"/>
                  <a:pt x="1027637" y="145563"/>
                  <a:pt x="1027150" y="145806"/>
                </a:cubicBezTo>
                <a:cubicBezTo>
                  <a:pt x="1026664" y="146050"/>
                  <a:pt x="1026003" y="146241"/>
                  <a:pt x="1025169" y="146380"/>
                </a:cubicBezTo>
                <a:cubicBezTo>
                  <a:pt x="1024335" y="146519"/>
                  <a:pt x="1023258" y="146588"/>
                  <a:pt x="1021937" y="146588"/>
                </a:cubicBezTo>
                <a:cubicBezTo>
                  <a:pt x="1020547" y="146588"/>
                  <a:pt x="1019400" y="146536"/>
                  <a:pt x="1018497" y="146432"/>
                </a:cubicBezTo>
                <a:cubicBezTo>
                  <a:pt x="1017593" y="146328"/>
                  <a:pt x="1016811" y="146171"/>
                  <a:pt x="1016151" y="145963"/>
                </a:cubicBezTo>
                <a:cubicBezTo>
                  <a:pt x="1015491" y="145754"/>
                  <a:pt x="1014935" y="145476"/>
                  <a:pt x="1014483" y="145129"/>
                </a:cubicBezTo>
                <a:cubicBezTo>
                  <a:pt x="1014031" y="144779"/>
                  <a:pt x="1013597" y="144361"/>
                  <a:pt x="1013179" y="143874"/>
                </a:cubicBezTo>
                <a:lnTo>
                  <a:pt x="968974" y="90230"/>
                </a:lnTo>
                <a:lnTo>
                  <a:pt x="968974" y="143874"/>
                </a:lnTo>
                <a:cubicBezTo>
                  <a:pt x="968974" y="144291"/>
                  <a:pt x="968869" y="144675"/>
                  <a:pt x="968661" y="145024"/>
                </a:cubicBezTo>
                <a:cubicBezTo>
                  <a:pt x="968452" y="145372"/>
                  <a:pt x="968122" y="145650"/>
                  <a:pt x="967670" y="145858"/>
                </a:cubicBezTo>
                <a:cubicBezTo>
                  <a:pt x="967219" y="146067"/>
                  <a:pt x="966593" y="146241"/>
                  <a:pt x="965794" y="146380"/>
                </a:cubicBezTo>
                <a:cubicBezTo>
                  <a:pt x="964994" y="146519"/>
                  <a:pt x="963969" y="146588"/>
                  <a:pt x="962718" y="146588"/>
                </a:cubicBezTo>
                <a:cubicBezTo>
                  <a:pt x="961536" y="146588"/>
                  <a:pt x="960546" y="146519"/>
                  <a:pt x="959747" y="146380"/>
                </a:cubicBezTo>
                <a:cubicBezTo>
                  <a:pt x="958947" y="146241"/>
                  <a:pt x="958304" y="146067"/>
                  <a:pt x="957818" y="145858"/>
                </a:cubicBezTo>
                <a:cubicBezTo>
                  <a:pt x="957331" y="145650"/>
                  <a:pt x="957001" y="145372"/>
                  <a:pt x="956827" y="145024"/>
                </a:cubicBezTo>
                <a:cubicBezTo>
                  <a:pt x="956654" y="144677"/>
                  <a:pt x="956567" y="144295"/>
                  <a:pt x="956567" y="143878"/>
                </a:cubicBezTo>
                <a:lnTo>
                  <a:pt x="956567" y="3336"/>
                </a:lnTo>
                <a:cubicBezTo>
                  <a:pt x="956567" y="2919"/>
                  <a:pt x="956654" y="2537"/>
                  <a:pt x="956827" y="2189"/>
                </a:cubicBezTo>
                <a:cubicBezTo>
                  <a:pt x="957001" y="1842"/>
                  <a:pt x="957331" y="1547"/>
                  <a:pt x="957818" y="1303"/>
                </a:cubicBezTo>
                <a:cubicBezTo>
                  <a:pt x="958304" y="1060"/>
                  <a:pt x="958947" y="886"/>
                  <a:pt x="959747" y="782"/>
                </a:cubicBezTo>
                <a:cubicBezTo>
                  <a:pt x="960546" y="678"/>
                  <a:pt x="961536" y="626"/>
                  <a:pt x="962718" y="626"/>
                </a:cubicBezTo>
                <a:cubicBezTo>
                  <a:pt x="963969" y="626"/>
                  <a:pt x="964994" y="678"/>
                  <a:pt x="965794" y="782"/>
                </a:cubicBezTo>
                <a:cubicBezTo>
                  <a:pt x="966593" y="886"/>
                  <a:pt x="967219" y="1060"/>
                  <a:pt x="967670" y="1303"/>
                </a:cubicBezTo>
                <a:cubicBezTo>
                  <a:pt x="968122" y="1547"/>
                  <a:pt x="968452" y="1842"/>
                  <a:pt x="968661" y="2189"/>
                </a:cubicBezTo>
                <a:cubicBezTo>
                  <a:pt x="968869" y="2537"/>
                  <a:pt x="968974" y="2918"/>
                  <a:pt x="968974" y="3333"/>
                </a:cubicBezTo>
                <a:lnTo>
                  <a:pt x="968974" y="90021"/>
                </a:lnTo>
                <a:lnTo>
                  <a:pt x="1008696" y="49839"/>
                </a:lnTo>
                <a:cubicBezTo>
                  <a:pt x="1009252" y="49214"/>
                  <a:pt x="1009826" y="48710"/>
                  <a:pt x="1010417" y="48327"/>
                </a:cubicBezTo>
                <a:cubicBezTo>
                  <a:pt x="1011007" y="47943"/>
                  <a:pt x="1011650" y="47629"/>
                  <a:pt x="1012345" y="47386"/>
                </a:cubicBezTo>
                <a:cubicBezTo>
                  <a:pt x="1013040" y="47142"/>
                  <a:pt x="1013840" y="46969"/>
                  <a:pt x="1014743" y="46864"/>
                </a:cubicBezTo>
                <a:cubicBezTo>
                  <a:pt x="1015647" y="46760"/>
                  <a:pt x="1016690" y="46708"/>
                  <a:pt x="1017871" y="46708"/>
                </a:cubicBezTo>
                <a:cubicBezTo>
                  <a:pt x="1019053" y="46708"/>
                  <a:pt x="1020078" y="46743"/>
                  <a:pt x="1020947" y="46812"/>
                </a:cubicBezTo>
                <a:cubicBezTo>
                  <a:pt x="1021816" y="46882"/>
                  <a:pt x="1022528" y="47021"/>
                  <a:pt x="1023084" y="47229"/>
                </a:cubicBezTo>
                <a:cubicBezTo>
                  <a:pt x="1023640" y="47438"/>
                  <a:pt x="1024057" y="47700"/>
                  <a:pt x="1024335" y="48015"/>
                </a:cubicBezTo>
                <a:cubicBezTo>
                  <a:pt x="1024613" y="48327"/>
                  <a:pt x="1024752" y="48727"/>
                  <a:pt x="1024752" y="49214"/>
                </a:cubicBezTo>
                <a:cubicBezTo>
                  <a:pt x="1024752" y="49909"/>
                  <a:pt x="1024544" y="50587"/>
                  <a:pt x="1024127" y="51250"/>
                </a:cubicBezTo>
                <a:cubicBezTo>
                  <a:pt x="1023710" y="51910"/>
                  <a:pt x="1022980" y="52762"/>
                  <a:pt x="1021937" y="53804"/>
                </a:cubicBezTo>
                <a:lnTo>
                  <a:pt x="984195" y="89500"/>
                </a:lnTo>
                <a:lnTo>
                  <a:pt x="1026108" y="139596"/>
                </a:lnTo>
                <a:cubicBezTo>
                  <a:pt x="1027011" y="140639"/>
                  <a:pt x="1027637" y="141439"/>
                  <a:pt x="1027984" y="141998"/>
                </a:cubicBezTo>
                <a:cubicBezTo>
                  <a:pt x="1028332" y="142554"/>
                  <a:pt x="1028506" y="143110"/>
                  <a:pt x="1028506" y="143666"/>
                </a:cubicBezTo>
                <a:close/>
                <a:moveTo>
                  <a:pt x="1103314" y="118826"/>
                </a:moveTo>
                <a:cubicBezTo>
                  <a:pt x="1103314" y="123348"/>
                  <a:pt x="1102479" y="127401"/>
                  <a:pt x="1100811" y="130985"/>
                </a:cubicBezTo>
                <a:cubicBezTo>
                  <a:pt x="1099143" y="134567"/>
                  <a:pt x="1096763" y="137611"/>
                  <a:pt x="1093670" y="140118"/>
                </a:cubicBezTo>
                <a:cubicBezTo>
                  <a:pt x="1090577" y="142622"/>
                  <a:pt x="1086875" y="144536"/>
                  <a:pt x="1082566" y="145858"/>
                </a:cubicBezTo>
                <a:cubicBezTo>
                  <a:pt x="1078257" y="147179"/>
                  <a:pt x="1073495" y="147839"/>
                  <a:pt x="1068282" y="147839"/>
                </a:cubicBezTo>
                <a:cubicBezTo>
                  <a:pt x="1065016" y="147839"/>
                  <a:pt x="1061923" y="147579"/>
                  <a:pt x="1059003" y="147057"/>
                </a:cubicBezTo>
                <a:cubicBezTo>
                  <a:pt x="1056084" y="146536"/>
                  <a:pt x="1053443" y="145876"/>
                  <a:pt x="1051080" y="145077"/>
                </a:cubicBezTo>
                <a:cubicBezTo>
                  <a:pt x="1048717" y="144277"/>
                  <a:pt x="1046718" y="143426"/>
                  <a:pt x="1045085" y="142522"/>
                </a:cubicBezTo>
                <a:cubicBezTo>
                  <a:pt x="1043451" y="141619"/>
                  <a:pt x="1042252" y="140819"/>
                  <a:pt x="1041488" y="140124"/>
                </a:cubicBezTo>
                <a:cubicBezTo>
                  <a:pt x="1040723" y="139429"/>
                  <a:pt x="1040167" y="138556"/>
                  <a:pt x="1039820" y="137505"/>
                </a:cubicBezTo>
                <a:cubicBezTo>
                  <a:pt x="1039472" y="136451"/>
                  <a:pt x="1039298" y="135048"/>
                  <a:pt x="1039298" y="133295"/>
                </a:cubicBezTo>
                <a:cubicBezTo>
                  <a:pt x="1039298" y="132383"/>
                  <a:pt x="1039368" y="131576"/>
                  <a:pt x="1039507" y="130875"/>
                </a:cubicBezTo>
                <a:cubicBezTo>
                  <a:pt x="1039646" y="130173"/>
                  <a:pt x="1039820" y="129577"/>
                  <a:pt x="1040028" y="129086"/>
                </a:cubicBezTo>
                <a:cubicBezTo>
                  <a:pt x="1040237" y="128595"/>
                  <a:pt x="1040515" y="128227"/>
                  <a:pt x="1040862" y="127981"/>
                </a:cubicBezTo>
                <a:cubicBezTo>
                  <a:pt x="1041210" y="127736"/>
                  <a:pt x="1041592" y="127613"/>
                  <a:pt x="1042009" y="127613"/>
                </a:cubicBezTo>
                <a:cubicBezTo>
                  <a:pt x="1042774" y="127613"/>
                  <a:pt x="1043886" y="128105"/>
                  <a:pt x="1045345" y="129089"/>
                </a:cubicBezTo>
                <a:cubicBezTo>
                  <a:pt x="1046805" y="130073"/>
                  <a:pt x="1048630" y="131145"/>
                  <a:pt x="1050819" y="132305"/>
                </a:cubicBezTo>
                <a:cubicBezTo>
                  <a:pt x="1053009" y="133465"/>
                  <a:pt x="1055615" y="134537"/>
                  <a:pt x="1058639" y="135521"/>
                </a:cubicBezTo>
                <a:cubicBezTo>
                  <a:pt x="1061662" y="136505"/>
                  <a:pt x="1065155" y="136996"/>
                  <a:pt x="1069117" y="136996"/>
                </a:cubicBezTo>
                <a:cubicBezTo>
                  <a:pt x="1072314" y="136996"/>
                  <a:pt x="1075233" y="136649"/>
                  <a:pt x="1077874" y="135954"/>
                </a:cubicBezTo>
                <a:cubicBezTo>
                  <a:pt x="1080516" y="135257"/>
                  <a:pt x="1082809" y="134212"/>
                  <a:pt x="1084755" y="132820"/>
                </a:cubicBezTo>
                <a:cubicBezTo>
                  <a:pt x="1086702" y="131427"/>
                  <a:pt x="1088213" y="129634"/>
                  <a:pt x="1089291" y="127440"/>
                </a:cubicBezTo>
                <a:cubicBezTo>
                  <a:pt x="1090368" y="125247"/>
                  <a:pt x="1090907" y="122688"/>
                  <a:pt x="1090907" y="119764"/>
                </a:cubicBezTo>
                <a:cubicBezTo>
                  <a:pt x="1090907" y="116843"/>
                  <a:pt x="1090212" y="114373"/>
                  <a:pt x="1088822" y="112355"/>
                </a:cubicBezTo>
                <a:cubicBezTo>
                  <a:pt x="1087431" y="110338"/>
                  <a:pt x="1085607" y="108580"/>
                  <a:pt x="1083348" y="107084"/>
                </a:cubicBezTo>
                <a:cubicBezTo>
                  <a:pt x="1081089" y="105587"/>
                  <a:pt x="1078517" y="104266"/>
                  <a:pt x="1075633" y="103119"/>
                </a:cubicBezTo>
                <a:cubicBezTo>
                  <a:pt x="1072748" y="101970"/>
                  <a:pt x="1069794" y="100787"/>
                  <a:pt x="1066771" y="99571"/>
                </a:cubicBezTo>
                <a:cubicBezTo>
                  <a:pt x="1063747" y="98352"/>
                  <a:pt x="1060793" y="97013"/>
                  <a:pt x="1057909" y="95553"/>
                </a:cubicBezTo>
                <a:cubicBezTo>
                  <a:pt x="1055024" y="94092"/>
                  <a:pt x="1052452" y="92317"/>
                  <a:pt x="1050194" y="90230"/>
                </a:cubicBezTo>
                <a:cubicBezTo>
                  <a:pt x="1047935" y="88142"/>
                  <a:pt x="1046110" y="85638"/>
                  <a:pt x="1044720" y="82717"/>
                </a:cubicBezTo>
                <a:cubicBezTo>
                  <a:pt x="1043330" y="79793"/>
                  <a:pt x="1042635" y="76279"/>
                  <a:pt x="1042635" y="72173"/>
                </a:cubicBezTo>
                <a:cubicBezTo>
                  <a:pt x="1042635" y="68904"/>
                  <a:pt x="1043260" y="65688"/>
                  <a:pt x="1044511" y="62523"/>
                </a:cubicBezTo>
                <a:cubicBezTo>
                  <a:pt x="1045763" y="59356"/>
                  <a:pt x="1047691" y="56520"/>
                  <a:pt x="1050298" y="54016"/>
                </a:cubicBezTo>
                <a:cubicBezTo>
                  <a:pt x="1052904" y="51509"/>
                  <a:pt x="1056241" y="49492"/>
                  <a:pt x="1060307" y="47962"/>
                </a:cubicBezTo>
                <a:cubicBezTo>
                  <a:pt x="1064373" y="46431"/>
                  <a:pt x="1069186" y="45665"/>
                  <a:pt x="1074747" y="45665"/>
                </a:cubicBezTo>
                <a:cubicBezTo>
                  <a:pt x="1077110" y="45665"/>
                  <a:pt x="1079456" y="45857"/>
                  <a:pt x="1081784" y="46239"/>
                </a:cubicBezTo>
                <a:cubicBezTo>
                  <a:pt x="1084112" y="46621"/>
                  <a:pt x="1086232" y="47125"/>
                  <a:pt x="1088144" y="47751"/>
                </a:cubicBezTo>
                <a:cubicBezTo>
                  <a:pt x="1090055" y="48376"/>
                  <a:pt x="1091706" y="49054"/>
                  <a:pt x="1093096" y="49784"/>
                </a:cubicBezTo>
                <a:cubicBezTo>
                  <a:pt x="1094486" y="50514"/>
                  <a:pt x="1095546" y="51156"/>
                  <a:pt x="1096276" y="51713"/>
                </a:cubicBezTo>
                <a:cubicBezTo>
                  <a:pt x="1097006" y="52269"/>
                  <a:pt x="1097492" y="52738"/>
                  <a:pt x="1097736" y="53120"/>
                </a:cubicBezTo>
                <a:cubicBezTo>
                  <a:pt x="1097979" y="53502"/>
                  <a:pt x="1098153" y="53902"/>
                  <a:pt x="1098257" y="54319"/>
                </a:cubicBezTo>
                <a:cubicBezTo>
                  <a:pt x="1098361" y="54736"/>
                  <a:pt x="1098448" y="55240"/>
                  <a:pt x="1098518" y="55831"/>
                </a:cubicBezTo>
                <a:cubicBezTo>
                  <a:pt x="1098587" y="56422"/>
                  <a:pt x="1098622" y="57134"/>
                  <a:pt x="1098622" y="57968"/>
                </a:cubicBezTo>
                <a:cubicBezTo>
                  <a:pt x="1098622" y="58802"/>
                  <a:pt x="1098570" y="59549"/>
                  <a:pt x="1098466" y="60210"/>
                </a:cubicBezTo>
                <a:cubicBezTo>
                  <a:pt x="1098361" y="60870"/>
                  <a:pt x="1098205" y="61443"/>
                  <a:pt x="1097996" y="61930"/>
                </a:cubicBezTo>
                <a:cubicBezTo>
                  <a:pt x="1097788" y="62416"/>
                  <a:pt x="1097527" y="62781"/>
                  <a:pt x="1097214" y="63025"/>
                </a:cubicBezTo>
                <a:cubicBezTo>
                  <a:pt x="1096902" y="63268"/>
                  <a:pt x="1096537" y="63390"/>
                  <a:pt x="1096120" y="63390"/>
                </a:cubicBezTo>
                <a:cubicBezTo>
                  <a:pt x="1095564" y="63390"/>
                  <a:pt x="1094730" y="63007"/>
                  <a:pt x="1093617" y="62243"/>
                </a:cubicBezTo>
                <a:cubicBezTo>
                  <a:pt x="1092505" y="61478"/>
                  <a:pt x="1091046" y="60644"/>
                  <a:pt x="1089239" y="59740"/>
                </a:cubicBezTo>
                <a:cubicBezTo>
                  <a:pt x="1087431" y="58837"/>
                  <a:pt x="1085277" y="58003"/>
                  <a:pt x="1082775" y="57238"/>
                </a:cubicBezTo>
                <a:cubicBezTo>
                  <a:pt x="1080272" y="56474"/>
                  <a:pt x="1077388" y="56091"/>
                  <a:pt x="1074121" y="56091"/>
                </a:cubicBezTo>
                <a:cubicBezTo>
                  <a:pt x="1070854" y="56091"/>
                  <a:pt x="1067987" y="56475"/>
                  <a:pt x="1065520" y="57242"/>
                </a:cubicBezTo>
                <a:cubicBezTo>
                  <a:pt x="1063052" y="58006"/>
                  <a:pt x="1061019" y="59085"/>
                  <a:pt x="1059420" y="60477"/>
                </a:cubicBezTo>
                <a:cubicBezTo>
                  <a:pt x="1057822" y="61869"/>
                  <a:pt x="1056623" y="63506"/>
                  <a:pt x="1055824" y="65387"/>
                </a:cubicBezTo>
                <a:cubicBezTo>
                  <a:pt x="1055024" y="67266"/>
                  <a:pt x="1054625" y="69319"/>
                  <a:pt x="1054625" y="71548"/>
                </a:cubicBezTo>
                <a:cubicBezTo>
                  <a:pt x="1054625" y="74608"/>
                  <a:pt x="1055320" y="77182"/>
                  <a:pt x="1056710" y="79270"/>
                </a:cubicBezTo>
                <a:cubicBezTo>
                  <a:pt x="1058100" y="81357"/>
                  <a:pt x="1059942" y="83166"/>
                  <a:pt x="1062235" y="84697"/>
                </a:cubicBezTo>
                <a:cubicBezTo>
                  <a:pt x="1064529" y="86229"/>
                  <a:pt x="1067136" y="87586"/>
                  <a:pt x="1070055" y="88770"/>
                </a:cubicBezTo>
                <a:cubicBezTo>
                  <a:pt x="1072974" y="89952"/>
                  <a:pt x="1075946" y="91134"/>
                  <a:pt x="1078969" y="92318"/>
                </a:cubicBezTo>
                <a:cubicBezTo>
                  <a:pt x="1081993" y="93500"/>
                  <a:pt x="1084964" y="94804"/>
                  <a:pt x="1087883" y="96231"/>
                </a:cubicBezTo>
                <a:cubicBezTo>
                  <a:pt x="1090802" y="97656"/>
                  <a:pt x="1093409" y="99377"/>
                  <a:pt x="1095703" y="101395"/>
                </a:cubicBezTo>
                <a:cubicBezTo>
                  <a:pt x="1097996" y="103413"/>
                  <a:pt x="1099838" y="105832"/>
                  <a:pt x="1101228" y="108651"/>
                </a:cubicBezTo>
                <a:cubicBezTo>
                  <a:pt x="1102618" y="111468"/>
                  <a:pt x="1103314" y="114860"/>
                  <a:pt x="1103314" y="11882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!={(%,',()}">
            <a:extLst xmlns:a="http://schemas.openxmlformats.org/drawingml/2006/main">
              <a:ext uri="{FF2B5EF4-FFF2-40B4-BE49-F238E27FC236}">
                <a16:creationId xmlns:a16="http://schemas.microsoft.com/office/drawing/2014/main" id="{5FF19125-34A9-4889-99F3-1E57ABE9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3268" y="2355006"/>
            <a:ext cx="1264997" cy="198822"/>
          </a:xfrm>
          <a:custGeom xmlns:a="http://schemas.openxmlformats.org/drawingml/2006/main">
            <a:pathLst>
              <a:path w="1264997" h="198822">
                <a:moveTo>
                  <a:pt x="66830" y="8758"/>
                </a:moveTo>
                <a:cubicBezTo>
                  <a:pt x="77326" y="8758"/>
                  <a:pt x="85840" y="9557"/>
                  <a:pt x="92374" y="11156"/>
                </a:cubicBezTo>
                <a:cubicBezTo>
                  <a:pt x="98907" y="12754"/>
                  <a:pt x="105006" y="15639"/>
                  <a:pt x="110671" y="19809"/>
                </a:cubicBezTo>
                <a:cubicBezTo>
                  <a:pt x="116336" y="23980"/>
                  <a:pt x="120593" y="29523"/>
                  <a:pt x="123443" y="36439"/>
                </a:cubicBezTo>
                <a:cubicBezTo>
                  <a:pt x="126293" y="43354"/>
                  <a:pt x="127717" y="51539"/>
                  <a:pt x="127717" y="60992"/>
                </a:cubicBezTo>
                <a:cubicBezTo>
                  <a:pt x="127717" y="70375"/>
                  <a:pt x="126640" y="79341"/>
                  <a:pt x="124485" y="87890"/>
                </a:cubicBezTo>
                <a:cubicBezTo>
                  <a:pt x="122331" y="96440"/>
                  <a:pt x="119238" y="104311"/>
                  <a:pt x="115206" y="111505"/>
                </a:cubicBezTo>
                <a:cubicBezTo>
                  <a:pt x="111175" y="118699"/>
                  <a:pt x="106344" y="124955"/>
                  <a:pt x="100714" y="130272"/>
                </a:cubicBezTo>
                <a:cubicBezTo>
                  <a:pt x="95084" y="135589"/>
                  <a:pt x="89628" y="139672"/>
                  <a:pt x="84346" y="142522"/>
                </a:cubicBezTo>
                <a:cubicBezTo>
                  <a:pt x="79063" y="145372"/>
                  <a:pt x="73155" y="147509"/>
                  <a:pt x="66622" y="148934"/>
                </a:cubicBezTo>
                <a:cubicBezTo>
                  <a:pt x="60088" y="150359"/>
                  <a:pt x="52477" y="151071"/>
                  <a:pt x="43789" y="151071"/>
                </a:cubicBezTo>
                <a:lnTo>
                  <a:pt x="0" y="151071"/>
                </a:lnTo>
                <a:lnTo>
                  <a:pt x="1147" y="145963"/>
                </a:lnTo>
                <a:cubicBezTo>
                  <a:pt x="3788" y="145546"/>
                  <a:pt x="5769" y="144868"/>
                  <a:pt x="7090" y="143930"/>
                </a:cubicBezTo>
                <a:cubicBezTo>
                  <a:pt x="8410" y="142991"/>
                  <a:pt x="9522" y="141688"/>
                  <a:pt x="10426" y="140020"/>
                </a:cubicBezTo>
                <a:cubicBezTo>
                  <a:pt x="11329" y="138352"/>
                  <a:pt x="12164" y="136319"/>
                  <a:pt x="12928" y="133921"/>
                </a:cubicBezTo>
                <a:cubicBezTo>
                  <a:pt x="13693" y="131523"/>
                  <a:pt x="14840" y="126883"/>
                  <a:pt x="16369" y="120002"/>
                </a:cubicBezTo>
                <a:lnTo>
                  <a:pt x="34093" y="39723"/>
                </a:lnTo>
                <a:cubicBezTo>
                  <a:pt x="35622" y="32772"/>
                  <a:pt x="36386" y="27177"/>
                  <a:pt x="36386" y="22937"/>
                </a:cubicBezTo>
                <a:cubicBezTo>
                  <a:pt x="36386" y="19670"/>
                  <a:pt x="35570" y="17394"/>
                  <a:pt x="33936" y="16108"/>
                </a:cubicBezTo>
                <a:cubicBezTo>
                  <a:pt x="32303" y="14822"/>
                  <a:pt x="29714" y="14075"/>
                  <a:pt x="26169" y="13866"/>
                </a:cubicBezTo>
                <a:lnTo>
                  <a:pt x="27316" y="8758"/>
                </a:lnTo>
                <a:lnTo>
                  <a:pt x="66830" y="8758"/>
                </a:lnTo>
                <a:moveTo>
                  <a:pt x="30235" y="141480"/>
                </a:moveTo>
                <a:cubicBezTo>
                  <a:pt x="32251" y="141688"/>
                  <a:pt x="36108" y="141792"/>
                  <a:pt x="41808" y="141792"/>
                </a:cubicBezTo>
                <a:cubicBezTo>
                  <a:pt x="53068" y="141792"/>
                  <a:pt x="62625" y="139829"/>
                  <a:pt x="70479" y="135902"/>
                </a:cubicBezTo>
                <a:cubicBezTo>
                  <a:pt x="78333" y="131975"/>
                  <a:pt x="85110" y="125823"/>
                  <a:pt x="90810" y="117448"/>
                </a:cubicBezTo>
                <a:cubicBezTo>
                  <a:pt x="96509" y="109072"/>
                  <a:pt x="100714" y="100245"/>
                  <a:pt x="103425" y="90966"/>
                </a:cubicBezTo>
                <a:cubicBezTo>
                  <a:pt x="106136" y="81687"/>
                  <a:pt x="107491" y="71904"/>
                  <a:pt x="107491" y="61617"/>
                </a:cubicBezTo>
                <a:cubicBezTo>
                  <a:pt x="107491" y="47090"/>
                  <a:pt x="104103" y="36161"/>
                  <a:pt x="97326" y="28828"/>
                </a:cubicBezTo>
                <a:cubicBezTo>
                  <a:pt x="90549" y="21495"/>
                  <a:pt x="80488" y="17828"/>
                  <a:pt x="67143" y="17828"/>
                </a:cubicBezTo>
                <a:cubicBezTo>
                  <a:pt x="64085" y="17828"/>
                  <a:pt x="60783" y="17933"/>
                  <a:pt x="57238" y="18141"/>
                </a:cubicBezTo>
                <a:lnTo>
                  <a:pt x="30235" y="141480"/>
                </a:lnTo>
                <a:close/>
                <a:moveTo>
                  <a:pt x="223877" y="75379"/>
                </a:moveTo>
                <a:lnTo>
                  <a:pt x="223877" y="61513"/>
                </a:lnTo>
                <a:lnTo>
                  <a:pt x="352324" y="61513"/>
                </a:lnTo>
                <a:lnTo>
                  <a:pt x="352324" y="75379"/>
                </a:lnTo>
                <a:lnTo>
                  <a:pt x="223877" y="75379"/>
                </a:lnTo>
                <a:moveTo>
                  <a:pt x="223877" y="118647"/>
                </a:moveTo>
                <a:lnTo>
                  <a:pt x="223877" y="104780"/>
                </a:lnTo>
                <a:lnTo>
                  <a:pt x="352324" y="104780"/>
                </a:lnTo>
                <a:lnTo>
                  <a:pt x="352324" y="118647"/>
                </a:lnTo>
                <a:lnTo>
                  <a:pt x="223877" y="118647"/>
                </a:lnTo>
                <a:moveTo>
                  <a:pt x="356703" y="90080"/>
                </a:moveTo>
                <a:lnTo>
                  <a:pt x="356703" y="90080"/>
                </a:lnTo>
                <a:close/>
                <a:moveTo>
                  <a:pt x="437718" y="94667"/>
                </a:moveTo>
                <a:cubicBezTo>
                  <a:pt x="444390" y="94459"/>
                  <a:pt x="449377" y="92843"/>
                  <a:pt x="452679" y="89819"/>
                </a:cubicBezTo>
                <a:cubicBezTo>
                  <a:pt x="455981" y="86796"/>
                  <a:pt x="457631" y="82886"/>
                  <a:pt x="457631" y="78090"/>
                </a:cubicBezTo>
                <a:cubicBezTo>
                  <a:pt x="457631" y="75588"/>
                  <a:pt x="456815" y="70653"/>
                  <a:pt x="455181" y="63285"/>
                </a:cubicBezTo>
                <a:cubicBezTo>
                  <a:pt x="453548" y="55918"/>
                  <a:pt x="452731" y="49349"/>
                  <a:pt x="452731" y="43580"/>
                </a:cubicBezTo>
                <a:cubicBezTo>
                  <a:pt x="452731" y="29193"/>
                  <a:pt x="456780" y="18402"/>
                  <a:pt x="464877" y="11208"/>
                </a:cubicBezTo>
                <a:cubicBezTo>
                  <a:pt x="472975" y="4014"/>
                  <a:pt x="485190" y="278"/>
                  <a:pt x="501524" y="0"/>
                </a:cubicBezTo>
                <a:lnTo>
                  <a:pt x="504235" y="0"/>
                </a:lnTo>
                <a:lnTo>
                  <a:pt x="504235" y="7924"/>
                </a:lnTo>
                <a:lnTo>
                  <a:pt x="502671" y="7924"/>
                </a:lnTo>
                <a:cubicBezTo>
                  <a:pt x="492593" y="7924"/>
                  <a:pt x="484704" y="10548"/>
                  <a:pt x="479004" y="15795"/>
                </a:cubicBezTo>
                <a:cubicBezTo>
                  <a:pt x="473305" y="21043"/>
                  <a:pt x="470455" y="29679"/>
                  <a:pt x="470455" y="41704"/>
                </a:cubicBezTo>
                <a:cubicBezTo>
                  <a:pt x="470455" y="46569"/>
                  <a:pt x="471150" y="52581"/>
                  <a:pt x="472540" y="59740"/>
                </a:cubicBezTo>
                <a:cubicBezTo>
                  <a:pt x="473930" y="66900"/>
                  <a:pt x="474626" y="72008"/>
                  <a:pt x="474626" y="75067"/>
                </a:cubicBezTo>
                <a:cubicBezTo>
                  <a:pt x="474626" y="80975"/>
                  <a:pt x="472888" y="85823"/>
                  <a:pt x="469413" y="89611"/>
                </a:cubicBezTo>
                <a:cubicBezTo>
                  <a:pt x="465937" y="93399"/>
                  <a:pt x="461802" y="96196"/>
                  <a:pt x="457006" y="98004"/>
                </a:cubicBezTo>
                <a:lnTo>
                  <a:pt x="457006" y="99880"/>
                </a:lnTo>
                <a:cubicBezTo>
                  <a:pt x="461802" y="101687"/>
                  <a:pt x="465937" y="104485"/>
                  <a:pt x="469413" y="108273"/>
                </a:cubicBezTo>
                <a:cubicBezTo>
                  <a:pt x="472888" y="112061"/>
                  <a:pt x="474626" y="116909"/>
                  <a:pt x="474626" y="122817"/>
                </a:cubicBezTo>
                <a:cubicBezTo>
                  <a:pt x="474626" y="125876"/>
                  <a:pt x="473930" y="130984"/>
                  <a:pt x="472540" y="138143"/>
                </a:cubicBezTo>
                <a:cubicBezTo>
                  <a:pt x="471150" y="145302"/>
                  <a:pt x="470455" y="151315"/>
                  <a:pt x="470455" y="156180"/>
                </a:cubicBezTo>
                <a:cubicBezTo>
                  <a:pt x="470455" y="168830"/>
                  <a:pt x="473305" y="177779"/>
                  <a:pt x="479004" y="183027"/>
                </a:cubicBezTo>
                <a:cubicBezTo>
                  <a:pt x="484704" y="188275"/>
                  <a:pt x="492593" y="190898"/>
                  <a:pt x="502671" y="190898"/>
                </a:cubicBezTo>
                <a:lnTo>
                  <a:pt x="504235" y="190898"/>
                </a:lnTo>
                <a:lnTo>
                  <a:pt x="504235" y="198822"/>
                </a:lnTo>
                <a:lnTo>
                  <a:pt x="501524" y="198822"/>
                </a:lnTo>
                <a:cubicBezTo>
                  <a:pt x="485190" y="198544"/>
                  <a:pt x="472975" y="194808"/>
                  <a:pt x="464877" y="187614"/>
                </a:cubicBezTo>
                <a:cubicBezTo>
                  <a:pt x="456780" y="180420"/>
                  <a:pt x="452731" y="169317"/>
                  <a:pt x="452731" y="154303"/>
                </a:cubicBezTo>
                <a:cubicBezTo>
                  <a:pt x="452731" y="148534"/>
                  <a:pt x="453548" y="141966"/>
                  <a:pt x="455181" y="134599"/>
                </a:cubicBezTo>
                <a:cubicBezTo>
                  <a:pt x="456815" y="127231"/>
                  <a:pt x="457631" y="122296"/>
                  <a:pt x="457631" y="119794"/>
                </a:cubicBezTo>
                <a:cubicBezTo>
                  <a:pt x="457631" y="114998"/>
                  <a:pt x="455981" y="111088"/>
                  <a:pt x="452679" y="108065"/>
                </a:cubicBezTo>
                <a:cubicBezTo>
                  <a:pt x="449377" y="105041"/>
                  <a:pt x="444390" y="103425"/>
                  <a:pt x="437718" y="103217"/>
                </a:cubicBezTo>
                <a:lnTo>
                  <a:pt x="437718" y="94667"/>
                </a:lnTo>
                <a:close/>
                <a:moveTo>
                  <a:pt x="546594" y="98316"/>
                </a:moveTo>
                <a:cubicBezTo>
                  <a:pt x="546594" y="122643"/>
                  <a:pt x="550504" y="142696"/>
                  <a:pt x="558323" y="158474"/>
                </a:cubicBezTo>
                <a:cubicBezTo>
                  <a:pt x="566143" y="174252"/>
                  <a:pt x="578080" y="184817"/>
                  <a:pt x="594136" y="190169"/>
                </a:cubicBezTo>
                <a:lnTo>
                  <a:pt x="591634" y="198197"/>
                </a:lnTo>
                <a:cubicBezTo>
                  <a:pt x="571269" y="192845"/>
                  <a:pt x="555665" y="181324"/>
                  <a:pt x="544822" y="163635"/>
                </a:cubicBezTo>
                <a:cubicBezTo>
                  <a:pt x="533979" y="145945"/>
                  <a:pt x="528557" y="124520"/>
                  <a:pt x="528557" y="99359"/>
                </a:cubicBezTo>
                <a:cubicBezTo>
                  <a:pt x="528557" y="74267"/>
                  <a:pt x="533996" y="52842"/>
                  <a:pt x="544874" y="35083"/>
                </a:cubicBezTo>
                <a:cubicBezTo>
                  <a:pt x="555752" y="17324"/>
                  <a:pt x="571338" y="5769"/>
                  <a:pt x="591634" y="417"/>
                </a:cubicBezTo>
                <a:lnTo>
                  <a:pt x="594449" y="8445"/>
                </a:lnTo>
                <a:cubicBezTo>
                  <a:pt x="578185" y="13797"/>
                  <a:pt x="566143" y="24240"/>
                  <a:pt x="558323" y="39775"/>
                </a:cubicBezTo>
                <a:cubicBezTo>
                  <a:pt x="550504" y="55309"/>
                  <a:pt x="546594" y="74823"/>
                  <a:pt x="546594" y="98316"/>
                </a:cubicBezTo>
                <a:close/>
                <a:moveTo>
                  <a:pt x="676099" y="76735"/>
                </a:moveTo>
                <a:cubicBezTo>
                  <a:pt x="675334" y="70549"/>
                  <a:pt x="673301" y="65857"/>
                  <a:pt x="670000" y="62660"/>
                </a:cubicBezTo>
                <a:cubicBezTo>
                  <a:pt x="666698" y="59462"/>
                  <a:pt x="661503" y="57864"/>
                  <a:pt x="654413" y="57864"/>
                </a:cubicBezTo>
                <a:cubicBezTo>
                  <a:pt x="648922" y="57864"/>
                  <a:pt x="644474" y="59271"/>
                  <a:pt x="641068" y="62086"/>
                </a:cubicBezTo>
                <a:cubicBezTo>
                  <a:pt x="637662" y="64901"/>
                  <a:pt x="635959" y="68602"/>
                  <a:pt x="635959" y="73190"/>
                </a:cubicBezTo>
                <a:cubicBezTo>
                  <a:pt x="635959" y="75692"/>
                  <a:pt x="636394" y="77899"/>
                  <a:pt x="637263" y="79810"/>
                </a:cubicBezTo>
                <a:cubicBezTo>
                  <a:pt x="638131" y="81722"/>
                  <a:pt x="639886" y="83824"/>
                  <a:pt x="642528" y="86118"/>
                </a:cubicBezTo>
                <a:cubicBezTo>
                  <a:pt x="645169" y="88412"/>
                  <a:pt x="649270" y="91227"/>
                  <a:pt x="654830" y="94563"/>
                </a:cubicBezTo>
                <a:cubicBezTo>
                  <a:pt x="659209" y="97204"/>
                  <a:pt x="662719" y="99620"/>
                  <a:pt x="665360" y="101809"/>
                </a:cubicBezTo>
                <a:cubicBezTo>
                  <a:pt x="668002" y="103998"/>
                  <a:pt x="670087" y="106171"/>
                  <a:pt x="671616" y="108325"/>
                </a:cubicBezTo>
                <a:cubicBezTo>
                  <a:pt x="673145" y="110480"/>
                  <a:pt x="674257" y="112756"/>
                  <a:pt x="674952" y="115154"/>
                </a:cubicBezTo>
                <a:cubicBezTo>
                  <a:pt x="675647" y="117552"/>
                  <a:pt x="675995" y="120454"/>
                  <a:pt x="675995" y="123860"/>
                </a:cubicBezTo>
                <a:cubicBezTo>
                  <a:pt x="675995" y="130046"/>
                  <a:pt x="674344" y="135346"/>
                  <a:pt x="671042" y="139759"/>
                </a:cubicBezTo>
                <a:cubicBezTo>
                  <a:pt x="667741" y="144173"/>
                  <a:pt x="663258" y="147457"/>
                  <a:pt x="657593" y="149612"/>
                </a:cubicBezTo>
                <a:cubicBezTo>
                  <a:pt x="651928" y="151767"/>
                  <a:pt x="645482" y="152844"/>
                  <a:pt x="638253" y="152844"/>
                </a:cubicBezTo>
                <a:cubicBezTo>
                  <a:pt x="632484" y="152844"/>
                  <a:pt x="626819" y="152409"/>
                  <a:pt x="621259" y="151541"/>
                </a:cubicBezTo>
                <a:cubicBezTo>
                  <a:pt x="615698" y="150672"/>
                  <a:pt x="609512" y="149195"/>
                  <a:pt x="602701" y="147110"/>
                </a:cubicBezTo>
                <a:lnTo>
                  <a:pt x="607705" y="124381"/>
                </a:lnTo>
                <a:lnTo>
                  <a:pt x="615837" y="124381"/>
                </a:lnTo>
                <a:cubicBezTo>
                  <a:pt x="616115" y="131054"/>
                  <a:pt x="617992" y="136093"/>
                  <a:pt x="621467" y="139499"/>
                </a:cubicBezTo>
                <a:cubicBezTo>
                  <a:pt x="624943" y="142904"/>
                  <a:pt x="630468" y="144607"/>
                  <a:pt x="638044" y="144607"/>
                </a:cubicBezTo>
                <a:cubicBezTo>
                  <a:pt x="644648" y="144607"/>
                  <a:pt x="649808" y="143130"/>
                  <a:pt x="653527" y="140176"/>
                </a:cubicBezTo>
                <a:cubicBezTo>
                  <a:pt x="657246" y="137222"/>
                  <a:pt x="659105" y="133035"/>
                  <a:pt x="659105" y="127613"/>
                </a:cubicBezTo>
                <a:cubicBezTo>
                  <a:pt x="659105" y="124485"/>
                  <a:pt x="658583" y="121792"/>
                  <a:pt x="657541" y="119533"/>
                </a:cubicBezTo>
                <a:cubicBezTo>
                  <a:pt x="656498" y="117274"/>
                  <a:pt x="654795" y="115102"/>
                  <a:pt x="652432" y="113017"/>
                </a:cubicBezTo>
                <a:cubicBezTo>
                  <a:pt x="650069" y="110932"/>
                  <a:pt x="646316" y="108325"/>
                  <a:pt x="641172" y="105197"/>
                </a:cubicBezTo>
                <a:cubicBezTo>
                  <a:pt x="635751" y="101931"/>
                  <a:pt x="631528" y="98977"/>
                  <a:pt x="628505" y="96335"/>
                </a:cubicBezTo>
                <a:cubicBezTo>
                  <a:pt x="625481" y="93694"/>
                  <a:pt x="623205" y="90827"/>
                  <a:pt x="621676" y="87734"/>
                </a:cubicBezTo>
                <a:cubicBezTo>
                  <a:pt x="620147" y="84641"/>
                  <a:pt x="619382" y="81079"/>
                  <a:pt x="619382" y="77047"/>
                </a:cubicBezTo>
                <a:cubicBezTo>
                  <a:pt x="619382" y="71557"/>
                  <a:pt x="620859" y="66743"/>
                  <a:pt x="623813" y="62608"/>
                </a:cubicBezTo>
                <a:cubicBezTo>
                  <a:pt x="626767" y="58472"/>
                  <a:pt x="630990" y="55292"/>
                  <a:pt x="636481" y="53068"/>
                </a:cubicBezTo>
                <a:cubicBezTo>
                  <a:pt x="641972" y="50844"/>
                  <a:pt x="648366" y="49732"/>
                  <a:pt x="655664" y="49732"/>
                </a:cubicBezTo>
                <a:cubicBezTo>
                  <a:pt x="662128" y="49732"/>
                  <a:pt x="668019" y="50114"/>
                  <a:pt x="673336" y="50878"/>
                </a:cubicBezTo>
                <a:cubicBezTo>
                  <a:pt x="678653" y="51643"/>
                  <a:pt x="683953" y="52964"/>
                  <a:pt x="689236" y="54840"/>
                </a:cubicBezTo>
                <a:lnTo>
                  <a:pt x="684544" y="76735"/>
                </a:lnTo>
                <a:lnTo>
                  <a:pt x="676099" y="76735"/>
                </a:lnTo>
                <a:close/>
                <a:moveTo>
                  <a:pt x="733186" y="126883"/>
                </a:moveTo>
                <a:cubicBezTo>
                  <a:pt x="734159" y="131749"/>
                  <a:pt x="734645" y="136545"/>
                  <a:pt x="734645" y="141271"/>
                </a:cubicBezTo>
                <a:cubicBezTo>
                  <a:pt x="734645" y="146137"/>
                  <a:pt x="733811" y="150585"/>
                  <a:pt x="732143" y="154616"/>
                </a:cubicBezTo>
                <a:cubicBezTo>
                  <a:pt x="730475" y="158648"/>
                  <a:pt x="727816" y="162662"/>
                  <a:pt x="724167" y="166658"/>
                </a:cubicBezTo>
                <a:cubicBezTo>
                  <a:pt x="720518" y="170655"/>
                  <a:pt x="715496" y="175051"/>
                  <a:pt x="709102" y="179847"/>
                </a:cubicBezTo>
                <a:lnTo>
                  <a:pt x="703472" y="173487"/>
                </a:lnTo>
                <a:cubicBezTo>
                  <a:pt x="707017" y="170151"/>
                  <a:pt x="709588" y="167145"/>
                  <a:pt x="711187" y="164469"/>
                </a:cubicBezTo>
                <a:cubicBezTo>
                  <a:pt x="712786" y="161793"/>
                  <a:pt x="713933" y="158752"/>
                  <a:pt x="714628" y="155346"/>
                </a:cubicBezTo>
                <a:cubicBezTo>
                  <a:pt x="715323" y="151940"/>
                  <a:pt x="715670" y="147666"/>
                  <a:pt x="715670" y="142522"/>
                </a:cubicBezTo>
                <a:cubicBezTo>
                  <a:pt x="715670" y="137240"/>
                  <a:pt x="715427" y="132027"/>
                  <a:pt x="714940" y="126883"/>
                </a:cubicBezTo>
                <a:lnTo>
                  <a:pt x="733186" y="126883"/>
                </a:lnTo>
                <a:close/>
                <a:moveTo>
                  <a:pt x="830162" y="103946"/>
                </a:moveTo>
                <a:cubicBezTo>
                  <a:pt x="829120" y="98455"/>
                  <a:pt x="828042" y="93173"/>
                  <a:pt x="826930" y="88099"/>
                </a:cubicBezTo>
                <a:cubicBezTo>
                  <a:pt x="825818" y="83025"/>
                  <a:pt x="824671" y="78299"/>
                  <a:pt x="823490" y="73920"/>
                </a:cubicBezTo>
                <a:cubicBezTo>
                  <a:pt x="822308" y="69541"/>
                  <a:pt x="821335" y="66674"/>
                  <a:pt x="820570" y="65318"/>
                </a:cubicBezTo>
                <a:cubicBezTo>
                  <a:pt x="819806" y="63963"/>
                  <a:pt x="818989" y="63025"/>
                  <a:pt x="818120" y="62503"/>
                </a:cubicBezTo>
                <a:cubicBezTo>
                  <a:pt x="817251" y="61982"/>
                  <a:pt x="816157" y="61721"/>
                  <a:pt x="814836" y="61721"/>
                </a:cubicBezTo>
                <a:cubicBezTo>
                  <a:pt x="813376" y="61721"/>
                  <a:pt x="812056" y="62052"/>
                  <a:pt x="810874" y="62712"/>
                </a:cubicBezTo>
                <a:cubicBezTo>
                  <a:pt x="809693" y="63372"/>
                  <a:pt x="808407" y="64519"/>
                  <a:pt x="807017" y="66152"/>
                </a:cubicBezTo>
                <a:cubicBezTo>
                  <a:pt x="805627" y="67786"/>
                  <a:pt x="803785" y="70340"/>
                  <a:pt x="801491" y="73815"/>
                </a:cubicBezTo>
                <a:lnTo>
                  <a:pt x="794714" y="69332"/>
                </a:lnTo>
                <a:cubicBezTo>
                  <a:pt x="799093" y="62729"/>
                  <a:pt x="803298" y="57794"/>
                  <a:pt x="807329" y="54528"/>
                </a:cubicBezTo>
                <a:cubicBezTo>
                  <a:pt x="811361" y="51261"/>
                  <a:pt x="816122" y="49627"/>
                  <a:pt x="821613" y="49627"/>
                </a:cubicBezTo>
                <a:cubicBezTo>
                  <a:pt x="823768" y="49627"/>
                  <a:pt x="825662" y="49871"/>
                  <a:pt x="827295" y="50357"/>
                </a:cubicBezTo>
                <a:cubicBezTo>
                  <a:pt x="828928" y="50844"/>
                  <a:pt x="830371" y="51591"/>
                  <a:pt x="831622" y="52599"/>
                </a:cubicBezTo>
                <a:cubicBezTo>
                  <a:pt x="832873" y="53607"/>
                  <a:pt x="833985" y="54910"/>
                  <a:pt x="834958" y="56508"/>
                </a:cubicBezTo>
                <a:cubicBezTo>
                  <a:pt x="835931" y="58107"/>
                  <a:pt x="836870" y="60279"/>
                  <a:pt x="837773" y="63025"/>
                </a:cubicBezTo>
                <a:cubicBezTo>
                  <a:pt x="838677" y="65770"/>
                  <a:pt x="839528" y="69176"/>
                  <a:pt x="840327" y="73242"/>
                </a:cubicBezTo>
                <a:cubicBezTo>
                  <a:pt x="841127" y="77308"/>
                  <a:pt x="841839" y="81531"/>
                  <a:pt x="842465" y="85910"/>
                </a:cubicBezTo>
                <a:lnTo>
                  <a:pt x="843507" y="85910"/>
                </a:lnTo>
                <a:cubicBezTo>
                  <a:pt x="850180" y="76526"/>
                  <a:pt x="855237" y="69662"/>
                  <a:pt x="858677" y="65318"/>
                </a:cubicBezTo>
                <a:cubicBezTo>
                  <a:pt x="862118" y="60974"/>
                  <a:pt x="865019" y="57742"/>
                  <a:pt x="867383" y="55622"/>
                </a:cubicBezTo>
                <a:cubicBezTo>
                  <a:pt x="869746" y="53502"/>
                  <a:pt x="872022" y="52008"/>
                  <a:pt x="874212" y="51139"/>
                </a:cubicBezTo>
                <a:cubicBezTo>
                  <a:pt x="876401" y="50270"/>
                  <a:pt x="879303" y="49836"/>
                  <a:pt x="882917" y="49836"/>
                </a:cubicBezTo>
                <a:cubicBezTo>
                  <a:pt x="886184" y="49836"/>
                  <a:pt x="888860" y="50253"/>
                  <a:pt x="890945" y="51087"/>
                </a:cubicBezTo>
                <a:lnTo>
                  <a:pt x="886775" y="69958"/>
                </a:lnTo>
                <a:lnTo>
                  <a:pt x="879477" y="69958"/>
                </a:lnTo>
                <a:cubicBezTo>
                  <a:pt x="879060" y="67039"/>
                  <a:pt x="877843" y="65579"/>
                  <a:pt x="875828" y="65579"/>
                </a:cubicBezTo>
                <a:cubicBezTo>
                  <a:pt x="875202" y="65579"/>
                  <a:pt x="874542" y="65683"/>
                  <a:pt x="873847" y="65892"/>
                </a:cubicBezTo>
                <a:cubicBezTo>
                  <a:pt x="873152" y="66100"/>
                  <a:pt x="872300" y="66552"/>
                  <a:pt x="871292" y="67247"/>
                </a:cubicBezTo>
                <a:cubicBezTo>
                  <a:pt x="870285" y="67942"/>
                  <a:pt x="868808" y="69298"/>
                  <a:pt x="866861" y="71313"/>
                </a:cubicBezTo>
                <a:cubicBezTo>
                  <a:pt x="864915" y="73329"/>
                  <a:pt x="862726" y="75796"/>
                  <a:pt x="860293" y="78716"/>
                </a:cubicBezTo>
                <a:cubicBezTo>
                  <a:pt x="857860" y="81635"/>
                  <a:pt x="855358" y="84693"/>
                  <a:pt x="852786" y="87890"/>
                </a:cubicBezTo>
                <a:lnTo>
                  <a:pt x="845697" y="96752"/>
                </a:lnTo>
                <a:cubicBezTo>
                  <a:pt x="846948" y="103425"/>
                  <a:pt x="848130" y="109194"/>
                  <a:pt x="849242" y="114059"/>
                </a:cubicBezTo>
                <a:cubicBezTo>
                  <a:pt x="850354" y="118925"/>
                  <a:pt x="851344" y="122974"/>
                  <a:pt x="852213" y="126206"/>
                </a:cubicBezTo>
                <a:cubicBezTo>
                  <a:pt x="853082" y="129438"/>
                  <a:pt x="853846" y="131992"/>
                  <a:pt x="854507" y="133869"/>
                </a:cubicBezTo>
                <a:cubicBezTo>
                  <a:pt x="855167" y="135745"/>
                  <a:pt x="855879" y="137153"/>
                  <a:pt x="856644" y="138091"/>
                </a:cubicBezTo>
                <a:cubicBezTo>
                  <a:pt x="857409" y="139030"/>
                  <a:pt x="858191" y="139690"/>
                  <a:pt x="858990" y="140072"/>
                </a:cubicBezTo>
                <a:cubicBezTo>
                  <a:pt x="859789" y="140454"/>
                  <a:pt x="860710" y="140646"/>
                  <a:pt x="861753" y="140646"/>
                </a:cubicBezTo>
                <a:cubicBezTo>
                  <a:pt x="863629" y="140646"/>
                  <a:pt x="865454" y="139916"/>
                  <a:pt x="867226" y="138456"/>
                </a:cubicBezTo>
                <a:cubicBezTo>
                  <a:pt x="868999" y="136996"/>
                  <a:pt x="871553" y="133695"/>
                  <a:pt x="874889" y="128551"/>
                </a:cubicBezTo>
                <a:lnTo>
                  <a:pt x="881666" y="133035"/>
                </a:lnTo>
                <a:cubicBezTo>
                  <a:pt x="876801" y="140263"/>
                  <a:pt x="872405" y="145355"/>
                  <a:pt x="868477" y="148309"/>
                </a:cubicBezTo>
                <a:cubicBezTo>
                  <a:pt x="864550" y="151263"/>
                  <a:pt x="859876" y="152740"/>
                  <a:pt x="854455" y="152740"/>
                </a:cubicBezTo>
                <a:cubicBezTo>
                  <a:pt x="851466" y="152740"/>
                  <a:pt x="848929" y="152201"/>
                  <a:pt x="846844" y="151124"/>
                </a:cubicBezTo>
                <a:cubicBezTo>
                  <a:pt x="844758" y="150046"/>
                  <a:pt x="842951" y="148326"/>
                  <a:pt x="841422" y="145963"/>
                </a:cubicBezTo>
                <a:cubicBezTo>
                  <a:pt x="839893" y="143600"/>
                  <a:pt x="838538" y="139916"/>
                  <a:pt x="837356" y="134911"/>
                </a:cubicBezTo>
                <a:cubicBezTo>
                  <a:pt x="835201" y="126015"/>
                  <a:pt x="833881" y="119203"/>
                  <a:pt x="833394" y="114477"/>
                </a:cubicBezTo>
                <a:lnTo>
                  <a:pt x="832352" y="114477"/>
                </a:lnTo>
                <a:cubicBezTo>
                  <a:pt x="824984" y="124833"/>
                  <a:pt x="819510" y="132270"/>
                  <a:pt x="815931" y="136788"/>
                </a:cubicBezTo>
                <a:cubicBezTo>
                  <a:pt x="812351" y="141306"/>
                  <a:pt x="809397" y="144642"/>
                  <a:pt x="807069" y="146797"/>
                </a:cubicBezTo>
                <a:cubicBezTo>
                  <a:pt x="804740" y="148952"/>
                  <a:pt x="802481" y="150463"/>
                  <a:pt x="800292" y="151332"/>
                </a:cubicBezTo>
                <a:cubicBezTo>
                  <a:pt x="798103" y="152201"/>
                  <a:pt x="795201" y="152635"/>
                  <a:pt x="791586" y="152635"/>
                </a:cubicBezTo>
                <a:cubicBezTo>
                  <a:pt x="788320" y="152635"/>
                  <a:pt x="785644" y="152218"/>
                  <a:pt x="783558" y="151384"/>
                </a:cubicBezTo>
                <a:lnTo>
                  <a:pt x="787729" y="132513"/>
                </a:lnTo>
                <a:lnTo>
                  <a:pt x="795027" y="132513"/>
                </a:lnTo>
                <a:cubicBezTo>
                  <a:pt x="795444" y="135433"/>
                  <a:pt x="796660" y="136892"/>
                  <a:pt x="798676" y="136892"/>
                </a:cubicBezTo>
                <a:cubicBezTo>
                  <a:pt x="799649" y="136892"/>
                  <a:pt x="800674" y="136632"/>
                  <a:pt x="801752" y="136110"/>
                </a:cubicBezTo>
                <a:cubicBezTo>
                  <a:pt x="802829" y="135589"/>
                  <a:pt x="804375" y="134338"/>
                  <a:pt x="806391" y="132357"/>
                </a:cubicBezTo>
                <a:cubicBezTo>
                  <a:pt x="808407" y="130376"/>
                  <a:pt x="811187" y="127266"/>
                  <a:pt x="814732" y="123026"/>
                </a:cubicBezTo>
                <a:cubicBezTo>
                  <a:pt x="818277" y="118786"/>
                  <a:pt x="823420" y="112426"/>
                  <a:pt x="830162" y="103946"/>
                </a:cubicBezTo>
                <a:close/>
                <a:moveTo>
                  <a:pt x="933516" y="126883"/>
                </a:moveTo>
                <a:cubicBezTo>
                  <a:pt x="934489" y="131749"/>
                  <a:pt x="934976" y="136545"/>
                  <a:pt x="934976" y="141271"/>
                </a:cubicBezTo>
                <a:cubicBezTo>
                  <a:pt x="934976" y="146137"/>
                  <a:pt x="934142" y="150585"/>
                  <a:pt x="932474" y="154616"/>
                </a:cubicBezTo>
                <a:cubicBezTo>
                  <a:pt x="930805" y="158648"/>
                  <a:pt x="928147" y="162662"/>
                  <a:pt x="924498" y="166658"/>
                </a:cubicBezTo>
                <a:cubicBezTo>
                  <a:pt x="920849" y="170655"/>
                  <a:pt x="915827" y="175051"/>
                  <a:pt x="909432" y="179847"/>
                </a:cubicBezTo>
                <a:lnTo>
                  <a:pt x="903802" y="173487"/>
                </a:lnTo>
                <a:cubicBezTo>
                  <a:pt x="907347" y="170151"/>
                  <a:pt x="909919" y="167145"/>
                  <a:pt x="911518" y="164469"/>
                </a:cubicBezTo>
                <a:cubicBezTo>
                  <a:pt x="913116" y="161793"/>
                  <a:pt x="914263" y="158752"/>
                  <a:pt x="914958" y="155346"/>
                </a:cubicBezTo>
                <a:cubicBezTo>
                  <a:pt x="915653" y="151940"/>
                  <a:pt x="916001" y="147666"/>
                  <a:pt x="916001" y="142522"/>
                </a:cubicBezTo>
                <a:cubicBezTo>
                  <a:pt x="916001" y="137240"/>
                  <a:pt x="915757" y="132027"/>
                  <a:pt x="915271" y="126883"/>
                </a:cubicBezTo>
                <a:lnTo>
                  <a:pt x="933516" y="126883"/>
                </a:lnTo>
                <a:close/>
                <a:moveTo>
                  <a:pt x="1031744" y="151280"/>
                </a:moveTo>
                <a:cubicBezTo>
                  <a:pt x="1029728" y="139116"/>
                  <a:pt x="1026983" y="124451"/>
                  <a:pt x="1023507" y="107283"/>
                </a:cubicBezTo>
                <a:cubicBezTo>
                  <a:pt x="1019823" y="88933"/>
                  <a:pt x="1017391" y="77569"/>
                  <a:pt x="1016209" y="73190"/>
                </a:cubicBezTo>
                <a:cubicBezTo>
                  <a:pt x="1014750" y="67907"/>
                  <a:pt x="1013220" y="64536"/>
                  <a:pt x="1011622" y="63077"/>
                </a:cubicBezTo>
                <a:cubicBezTo>
                  <a:pt x="1010649" y="62173"/>
                  <a:pt x="1009432" y="61721"/>
                  <a:pt x="1007973" y="61721"/>
                </a:cubicBezTo>
                <a:cubicBezTo>
                  <a:pt x="1005748" y="61721"/>
                  <a:pt x="1003663" y="62625"/>
                  <a:pt x="1001717" y="64432"/>
                </a:cubicBezTo>
                <a:cubicBezTo>
                  <a:pt x="999771" y="66239"/>
                  <a:pt x="997373" y="69367"/>
                  <a:pt x="994523" y="73815"/>
                </a:cubicBezTo>
                <a:lnTo>
                  <a:pt x="987746" y="69332"/>
                </a:lnTo>
                <a:cubicBezTo>
                  <a:pt x="992542" y="62173"/>
                  <a:pt x="997025" y="57117"/>
                  <a:pt x="1001196" y="54163"/>
                </a:cubicBezTo>
                <a:cubicBezTo>
                  <a:pt x="1005366" y="51209"/>
                  <a:pt x="1010023" y="49732"/>
                  <a:pt x="1015167" y="49732"/>
                </a:cubicBezTo>
                <a:cubicBezTo>
                  <a:pt x="1018016" y="49732"/>
                  <a:pt x="1020449" y="50114"/>
                  <a:pt x="1022465" y="50878"/>
                </a:cubicBezTo>
                <a:cubicBezTo>
                  <a:pt x="1023855" y="51434"/>
                  <a:pt x="1025245" y="52355"/>
                  <a:pt x="1026635" y="53641"/>
                </a:cubicBezTo>
                <a:cubicBezTo>
                  <a:pt x="1028025" y="54927"/>
                  <a:pt x="1029259" y="56717"/>
                  <a:pt x="1030336" y="59011"/>
                </a:cubicBezTo>
                <a:cubicBezTo>
                  <a:pt x="1031414" y="61304"/>
                  <a:pt x="1032352" y="63876"/>
                  <a:pt x="1033151" y="66726"/>
                </a:cubicBezTo>
                <a:cubicBezTo>
                  <a:pt x="1033951" y="69576"/>
                  <a:pt x="1034837" y="73676"/>
                  <a:pt x="1035810" y="79028"/>
                </a:cubicBezTo>
                <a:cubicBezTo>
                  <a:pt x="1037478" y="87995"/>
                  <a:pt x="1039094" y="97430"/>
                  <a:pt x="1040658" y="107335"/>
                </a:cubicBezTo>
                <a:cubicBezTo>
                  <a:pt x="1042222" y="117239"/>
                  <a:pt x="1043560" y="126432"/>
                  <a:pt x="1044672" y="134911"/>
                </a:cubicBezTo>
                <a:cubicBezTo>
                  <a:pt x="1051414" y="125180"/>
                  <a:pt x="1057131" y="115658"/>
                  <a:pt x="1061822" y="106344"/>
                </a:cubicBezTo>
                <a:cubicBezTo>
                  <a:pt x="1066514" y="97030"/>
                  <a:pt x="1069885" y="88933"/>
                  <a:pt x="1071936" y="82052"/>
                </a:cubicBezTo>
                <a:cubicBezTo>
                  <a:pt x="1073986" y="75171"/>
                  <a:pt x="1075011" y="69576"/>
                  <a:pt x="1075011" y="65266"/>
                </a:cubicBezTo>
                <a:cubicBezTo>
                  <a:pt x="1075011" y="61999"/>
                  <a:pt x="1074316" y="59775"/>
                  <a:pt x="1072926" y="58594"/>
                </a:cubicBezTo>
                <a:cubicBezTo>
                  <a:pt x="1071536" y="57412"/>
                  <a:pt x="1069173" y="56717"/>
                  <a:pt x="1065836" y="56508"/>
                </a:cubicBezTo>
                <a:lnTo>
                  <a:pt x="1066879" y="51400"/>
                </a:lnTo>
                <a:lnTo>
                  <a:pt x="1094299" y="51400"/>
                </a:lnTo>
                <a:lnTo>
                  <a:pt x="1097114" y="56613"/>
                </a:lnTo>
                <a:cubicBezTo>
                  <a:pt x="1091832" y="71070"/>
                  <a:pt x="1084673" y="86535"/>
                  <a:pt x="1075637" y="103008"/>
                </a:cubicBezTo>
                <a:cubicBezTo>
                  <a:pt x="1066740" y="119133"/>
                  <a:pt x="1056557" y="135189"/>
                  <a:pt x="1045089" y="151176"/>
                </a:cubicBezTo>
                <a:cubicBezTo>
                  <a:pt x="1034107" y="166398"/>
                  <a:pt x="1024967" y="177414"/>
                  <a:pt x="1017669" y="184226"/>
                </a:cubicBezTo>
                <a:cubicBezTo>
                  <a:pt x="1012595" y="188883"/>
                  <a:pt x="1007695" y="192219"/>
                  <a:pt x="1002968" y="194235"/>
                </a:cubicBezTo>
                <a:cubicBezTo>
                  <a:pt x="999215" y="195764"/>
                  <a:pt x="995218" y="196528"/>
                  <a:pt x="990978" y="196528"/>
                </a:cubicBezTo>
                <a:cubicBezTo>
                  <a:pt x="989519" y="196528"/>
                  <a:pt x="987833" y="196407"/>
                  <a:pt x="985922" y="196164"/>
                </a:cubicBezTo>
                <a:cubicBezTo>
                  <a:pt x="984010" y="195920"/>
                  <a:pt x="982533" y="195590"/>
                  <a:pt x="981491" y="195173"/>
                </a:cubicBezTo>
                <a:lnTo>
                  <a:pt x="985974" y="174947"/>
                </a:lnTo>
                <a:lnTo>
                  <a:pt x="994210" y="174947"/>
                </a:lnTo>
                <a:cubicBezTo>
                  <a:pt x="994210" y="179395"/>
                  <a:pt x="995740" y="181619"/>
                  <a:pt x="998798" y="181619"/>
                </a:cubicBezTo>
                <a:cubicBezTo>
                  <a:pt x="1002829" y="181619"/>
                  <a:pt x="1007521" y="179100"/>
                  <a:pt x="1012873" y="174061"/>
                </a:cubicBezTo>
                <a:cubicBezTo>
                  <a:pt x="1018225" y="169021"/>
                  <a:pt x="1024515" y="161428"/>
                  <a:pt x="1031744" y="151280"/>
                </a:cubicBezTo>
                <a:close/>
                <a:moveTo>
                  <a:pt x="1156345" y="98316"/>
                </a:moveTo>
                <a:cubicBezTo>
                  <a:pt x="1156345" y="74823"/>
                  <a:pt x="1152452" y="55309"/>
                  <a:pt x="1144668" y="39775"/>
                </a:cubicBezTo>
                <a:cubicBezTo>
                  <a:pt x="1136883" y="24240"/>
                  <a:pt x="1124824" y="13797"/>
                  <a:pt x="1108490" y="8445"/>
                </a:cubicBezTo>
                <a:lnTo>
                  <a:pt x="1111305" y="417"/>
                </a:lnTo>
                <a:cubicBezTo>
                  <a:pt x="1131601" y="5769"/>
                  <a:pt x="1147187" y="17324"/>
                  <a:pt x="1158065" y="35083"/>
                </a:cubicBezTo>
                <a:cubicBezTo>
                  <a:pt x="1168943" y="52842"/>
                  <a:pt x="1174382" y="74267"/>
                  <a:pt x="1174382" y="99359"/>
                </a:cubicBezTo>
                <a:cubicBezTo>
                  <a:pt x="1174382" y="124520"/>
                  <a:pt x="1168960" y="145945"/>
                  <a:pt x="1158117" y="163635"/>
                </a:cubicBezTo>
                <a:cubicBezTo>
                  <a:pt x="1147274" y="181324"/>
                  <a:pt x="1131670" y="192845"/>
                  <a:pt x="1111305" y="198197"/>
                </a:cubicBezTo>
                <a:lnTo>
                  <a:pt x="1108803" y="190169"/>
                </a:lnTo>
                <a:cubicBezTo>
                  <a:pt x="1124858" y="184817"/>
                  <a:pt x="1136796" y="174252"/>
                  <a:pt x="1144616" y="158474"/>
                </a:cubicBezTo>
                <a:cubicBezTo>
                  <a:pt x="1152435" y="142696"/>
                  <a:pt x="1156345" y="122643"/>
                  <a:pt x="1156345" y="98316"/>
                </a:cubicBezTo>
                <a:close/>
                <a:moveTo>
                  <a:pt x="1264997" y="103321"/>
                </a:moveTo>
                <a:cubicBezTo>
                  <a:pt x="1258325" y="103529"/>
                  <a:pt x="1253338" y="105145"/>
                  <a:pt x="1250036" y="108169"/>
                </a:cubicBezTo>
                <a:cubicBezTo>
                  <a:pt x="1246735" y="111192"/>
                  <a:pt x="1245084" y="115102"/>
                  <a:pt x="1245084" y="119898"/>
                </a:cubicBezTo>
                <a:cubicBezTo>
                  <a:pt x="1245084" y="122400"/>
                  <a:pt x="1245901" y="127335"/>
                  <a:pt x="1247534" y="134703"/>
                </a:cubicBezTo>
                <a:cubicBezTo>
                  <a:pt x="1249167" y="142070"/>
                  <a:pt x="1249984" y="148639"/>
                  <a:pt x="1249984" y="154408"/>
                </a:cubicBezTo>
                <a:cubicBezTo>
                  <a:pt x="1249984" y="169352"/>
                  <a:pt x="1245935" y="180420"/>
                  <a:pt x="1237838" y="187614"/>
                </a:cubicBezTo>
                <a:cubicBezTo>
                  <a:pt x="1229741" y="194808"/>
                  <a:pt x="1217525" y="198544"/>
                  <a:pt x="1201191" y="198822"/>
                </a:cubicBezTo>
                <a:lnTo>
                  <a:pt x="1198480" y="198822"/>
                </a:lnTo>
                <a:lnTo>
                  <a:pt x="1198480" y="190898"/>
                </a:lnTo>
                <a:lnTo>
                  <a:pt x="1200044" y="190898"/>
                </a:lnTo>
                <a:cubicBezTo>
                  <a:pt x="1210122" y="190898"/>
                  <a:pt x="1218011" y="188275"/>
                  <a:pt x="1223711" y="183027"/>
                </a:cubicBezTo>
                <a:cubicBezTo>
                  <a:pt x="1229410" y="177779"/>
                  <a:pt x="1232260" y="168865"/>
                  <a:pt x="1232260" y="156284"/>
                </a:cubicBezTo>
                <a:cubicBezTo>
                  <a:pt x="1232260" y="151419"/>
                  <a:pt x="1231565" y="145407"/>
                  <a:pt x="1230175" y="138248"/>
                </a:cubicBezTo>
                <a:cubicBezTo>
                  <a:pt x="1228785" y="131088"/>
                  <a:pt x="1228090" y="125980"/>
                  <a:pt x="1228090" y="122921"/>
                </a:cubicBezTo>
                <a:cubicBezTo>
                  <a:pt x="1228090" y="117013"/>
                  <a:pt x="1229827" y="112165"/>
                  <a:pt x="1233303" y="108377"/>
                </a:cubicBezTo>
                <a:cubicBezTo>
                  <a:pt x="1236778" y="104589"/>
                  <a:pt x="1240914" y="101792"/>
                  <a:pt x="1245710" y="99984"/>
                </a:cubicBezTo>
                <a:lnTo>
                  <a:pt x="1245710" y="98108"/>
                </a:lnTo>
                <a:cubicBezTo>
                  <a:pt x="1240914" y="96301"/>
                  <a:pt x="1236778" y="93503"/>
                  <a:pt x="1233303" y="89715"/>
                </a:cubicBezTo>
                <a:cubicBezTo>
                  <a:pt x="1229827" y="85927"/>
                  <a:pt x="1228090" y="81079"/>
                  <a:pt x="1228090" y="75171"/>
                </a:cubicBezTo>
                <a:cubicBezTo>
                  <a:pt x="1228090" y="72113"/>
                  <a:pt x="1228785" y="67004"/>
                  <a:pt x="1230175" y="59845"/>
                </a:cubicBezTo>
                <a:cubicBezTo>
                  <a:pt x="1231565" y="52686"/>
                  <a:pt x="1232260" y="46673"/>
                  <a:pt x="1232260" y="41808"/>
                </a:cubicBezTo>
                <a:cubicBezTo>
                  <a:pt x="1232260" y="29714"/>
                  <a:pt x="1229410" y="21043"/>
                  <a:pt x="1223711" y="15795"/>
                </a:cubicBezTo>
                <a:cubicBezTo>
                  <a:pt x="1218011" y="10548"/>
                  <a:pt x="1210122" y="7924"/>
                  <a:pt x="1200044" y="7924"/>
                </a:cubicBezTo>
                <a:lnTo>
                  <a:pt x="1198480" y="7924"/>
                </a:lnTo>
                <a:lnTo>
                  <a:pt x="1198480" y="0"/>
                </a:lnTo>
                <a:lnTo>
                  <a:pt x="1201191" y="0"/>
                </a:lnTo>
                <a:cubicBezTo>
                  <a:pt x="1217525" y="278"/>
                  <a:pt x="1229741" y="4014"/>
                  <a:pt x="1237838" y="11208"/>
                </a:cubicBezTo>
                <a:cubicBezTo>
                  <a:pt x="1245935" y="18402"/>
                  <a:pt x="1249984" y="29227"/>
                  <a:pt x="1249984" y="43685"/>
                </a:cubicBezTo>
                <a:cubicBezTo>
                  <a:pt x="1249984" y="49454"/>
                  <a:pt x="1249167" y="56022"/>
                  <a:pt x="1247534" y="63390"/>
                </a:cubicBezTo>
                <a:cubicBezTo>
                  <a:pt x="1245901" y="70757"/>
                  <a:pt x="1245084" y="75692"/>
                  <a:pt x="1245084" y="78194"/>
                </a:cubicBezTo>
                <a:cubicBezTo>
                  <a:pt x="1245084" y="82990"/>
                  <a:pt x="1246735" y="86900"/>
                  <a:pt x="1250036" y="89923"/>
                </a:cubicBezTo>
                <a:cubicBezTo>
                  <a:pt x="1253338" y="92947"/>
                  <a:pt x="1258325" y="94563"/>
                  <a:pt x="1264997" y="94772"/>
                </a:cubicBezTo>
                <a:lnTo>
                  <a:pt x="1264997" y="103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F2326-5077-4811-9450-D1CF26F9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7079" y="1840462"/>
            <a:ext cx="155062" cy="544070"/>
          </a:xfrm>
          <a:custGeom xmlns:a="http://schemas.openxmlformats.org/drawingml/2006/main">
            <a:pathLst>
              <a:path w="155062" h="544070">
                <a:moveTo>
                  <a:pt x="100938" y="0"/>
                </a:moveTo>
                <a:lnTo>
                  <a:pt x="100938" y="466538"/>
                </a:lnTo>
                <a:lnTo>
                  <a:pt x="155062" y="466538"/>
                </a:lnTo>
                <a:lnTo>
                  <a:pt x="77530" y="544070"/>
                </a:lnTo>
                <a:lnTo>
                  <a:pt x="0" y="466538"/>
                </a:lnTo>
                <a:lnTo>
                  <a:pt x="54123" y="466538"/>
                </a:lnTo>
                <a:lnTo>
                  <a:pt x="54123" y="0"/>
                </a:lnTo>
                <a:lnTo>
                  <a:pt x="100938" y="0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391DF-EAA1-4639-B383-BB36FEEE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7078" y="1840462"/>
            <a:ext cx="155062" cy="544069"/>
          </a:xfrm>
          <a:custGeom xmlns:a="http://schemas.openxmlformats.org/drawingml/2006/main">
            <a:pathLst>
              <a:path w="155062" h="544069" fill="none">
                <a:moveTo>
                  <a:pt x="100938" y="0"/>
                </a:moveTo>
                <a:lnTo>
                  <a:pt x="100938" y="466538"/>
                </a:lnTo>
                <a:lnTo>
                  <a:pt x="155062" y="466538"/>
                </a:lnTo>
                <a:lnTo>
                  <a:pt x="77531" y="544069"/>
                </a:lnTo>
                <a:lnTo>
                  <a:pt x="0" y="466538"/>
                </a:lnTo>
                <a:lnTo>
                  <a:pt x="54124" y="466538"/>
                </a:lnTo>
                <a:lnTo>
                  <a:pt x="54124" y="0"/>
                </a:lnTo>
                <a:lnTo>
                  <a:pt x="100938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23" name="Text %">
            <a:extLst xmlns:a="http://schemas.openxmlformats.org/drawingml/2006/main">
              <a:ext uri="{FF2B5EF4-FFF2-40B4-BE49-F238E27FC236}">
                <a16:creationId xmlns:a16="http://schemas.microsoft.com/office/drawing/2014/main" id="{D7FF2B44-44E6-44A1-83E1-736B69D6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4577" y="1835734"/>
            <a:ext cx="126182" cy="90729"/>
          </a:xfrm>
          <a:custGeom xmlns:a="http://schemas.openxmlformats.org/drawingml/2006/main">
            <a:pathLst>
              <a:path w="126182" h="90729">
                <a:moveTo>
                  <a:pt x="101670" y="46911"/>
                </a:moveTo>
                <a:cubicBezTo>
                  <a:pt x="105310" y="41851"/>
                  <a:pt x="107005" y="37027"/>
                  <a:pt x="106753" y="32438"/>
                </a:cubicBezTo>
                <a:cubicBezTo>
                  <a:pt x="106502" y="27849"/>
                  <a:pt x="103774" y="23147"/>
                  <a:pt x="98571" y="18331"/>
                </a:cubicBezTo>
                <a:cubicBezTo>
                  <a:pt x="94541" y="14602"/>
                  <a:pt x="90320" y="12613"/>
                  <a:pt x="85909" y="12366"/>
                </a:cubicBezTo>
                <a:cubicBezTo>
                  <a:pt x="81497" y="12119"/>
                  <a:pt x="77733" y="13679"/>
                  <a:pt x="74617" y="17046"/>
                </a:cubicBezTo>
                <a:cubicBezTo>
                  <a:pt x="72918" y="18882"/>
                  <a:pt x="71738" y="20797"/>
                  <a:pt x="71077" y="22790"/>
                </a:cubicBezTo>
                <a:cubicBezTo>
                  <a:pt x="70417" y="24783"/>
                  <a:pt x="70277" y="27518"/>
                  <a:pt x="70657" y="30995"/>
                </a:cubicBezTo>
                <a:cubicBezTo>
                  <a:pt x="71038" y="34473"/>
                  <a:pt x="72135" y="39324"/>
                  <a:pt x="73950" y="45549"/>
                </a:cubicBezTo>
                <a:cubicBezTo>
                  <a:pt x="75370" y="50462"/>
                  <a:pt x="76306" y="54619"/>
                  <a:pt x="76757" y="58020"/>
                </a:cubicBezTo>
                <a:cubicBezTo>
                  <a:pt x="77209" y="61421"/>
                  <a:pt x="77264" y="64431"/>
                  <a:pt x="76922" y="67051"/>
                </a:cubicBezTo>
                <a:cubicBezTo>
                  <a:pt x="76581" y="69671"/>
                  <a:pt x="75851" y="72097"/>
                  <a:pt x="74733" y="74329"/>
                </a:cubicBezTo>
                <a:cubicBezTo>
                  <a:pt x="73614" y="76561"/>
                  <a:pt x="71898" y="78927"/>
                  <a:pt x="69585" y="81427"/>
                </a:cubicBezTo>
                <a:cubicBezTo>
                  <a:pt x="65383" y="85967"/>
                  <a:pt x="60572" y="88736"/>
                  <a:pt x="55151" y="89732"/>
                </a:cubicBezTo>
                <a:cubicBezTo>
                  <a:pt x="49730" y="90729"/>
                  <a:pt x="44209" y="90095"/>
                  <a:pt x="38588" y="87828"/>
                </a:cubicBezTo>
                <a:cubicBezTo>
                  <a:pt x="32967" y="85562"/>
                  <a:pt x="27504" y="81974"/>
                  <a:pt x="22198" y="77064"/>
                </a:cubicBezTo>
                <a:cubicBezTo>
                  <a:pt x="17964" y="73146"/>
                  <a:pt x="14102" y="68979"/>
                  <a:pt x="10611" y="64565"/>
                </a:cubicBezTo>
                <a:cubicBezTo>
                  <a:pt x="7120" y="60151"/>
                  <a:pt x="3583" y="54865"/>
                  <a:pt x="0" y="48708"/>
                </a:cubicBezTo>
                <a:lnTo>
                  <a:pt x="19111" y="35426"/>
                </a:lnTo>
                <a:lnTo>
                  <a:pt x="25079" y="40949"/>
                </a:lnTo>
                <a:cubicBezTo>
                  <a:pt x="20751" y="46035"/>
                  <a:pt x="18706" y="51009"/>
                  <a:pt x="18943" y="55869"/>
                </a:cubicBezTo>
                <a:cubicBezTo>
                  <a:pt x="19180" y="60729"/>
                  <a:pt x="22079" y="65732"/>
                  <a:pt x="27640" y="70878"/>
                </a:cubicBezTo>
                <a:cubicBezTo>
                  <a:pt x="32486" y="75363"/>
                  <a:pt x="37277" y="77784"/>
                  <a:pt x="42012" y="78142"/>
                </a:cubicBezTo>
                <a:cubicBezTo>
                  <a:pt x="46748" y="78499"/>
                  <a:pt x="50957" y="76689"/>
                  <a:pt x="54639" y="72710"/>
                </a:cubicBezTo>
                <a:cubicBezTo>
                  <a:pt x="56764" y="70414"/>
                  <a:pt x="58211" y="68083"/>
                  <a:pt x="58980" y="65717"/>
                </a:cubicBezTo>
                <a:cubicBezTo>
                  <a:pt x="59749" y="63351"/>
                  <a:pt x="59974" y="60600"/>
                  <a:pt x="59656" y="57465"/>
                </a:cubicBezTo>
                <a:cubicBezTo>
                  <a:pt x="59338" y="54329"/>
                  <a:pt x="58354" y="49867"/>
                  <a:pt x="56703" y="44078"/>
                </a:cubicBezTo>
                <a:cubicBezTo>
                  <a:pt x="54943" y="37998"/>
                  <a:pt x="53850" y="32962"/>
                  <a:pt x="53425" y="28970"/>
                </a:cubicBezTo>
                <a:cubicBezTo>
                  <a:pt x="53000" y="24977"/>
                  <a:pt x="53277" y="21327"/>
                  <a:pt x="54256" y="18018"/>
                </a:cubicBezTo>
                <a:cubicBezTo>
                  <a:pt x="55234" y="14710"/>
                  <a:pt x="57092" y="11576"/>
                  <a:pt x="59831" y="8617"/>
                </a:cubicBezTo>
                <a:cubicBezTo>
                  <a:pt x="63560" y="4587"/>
                  <a:pt x="67914" y="2058"/>
                  <a:pt x="72891" y="1029"/>
                </a:cubicBezTo>
                <a:cubicBezTo>
                  <a:pt x="77868" y="0"/>
                  <a:pt x="83126" y="534"/>
                  <a:pt x="88667" y="2631"/>
                </a:cubicBezTo>
                <a:cubicBezTo>
                  <a:pt x="94208" y="4728"/>
                  <a:pt x="99657" y="8256"/>
                  <a:pt x="105013" y="13213"/>
                </a:cubicBezTo>
                <a:cubicBezTo>
                  <a:pt x="109757" y="17603"/>
                  <a:pt x="113821" y="21885"/>
                  <a:pt x="117204" y="26057"/>
                </a:cubicBezTo>
                <a:cubicBezTo>
                  <a:pt x="120587" y="30230"/>
                  <a:pt x="123580" y="34799"/>
                  <a:pt x="126182" y="39764"/>
                </a:cubicBezTo>
                <a:lnTo>
                  <a:pt x="107868" y="52647"/>
                </a:lnTo>
                <a:lnTo>
                  <a:pt x="101670" y="469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+">
            <a:extLst xmlns:a="http://schemas.openxmlformats.org/drawingml/2006/main">
              <a:ext uri="{FF2B5EF4-FFF2-40B4-BE49-F238E27FC236}">
                <a16:creationId xmlns:a16="http://schemas.microsoft.com/office/drawing/2014/main" id="{B50150D9-280A-48CA-86E2-BF7E95C4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0888" y="1947872"/>
            <a:ext cx="120966" cy="84602"/>
          </a:xfrm>
          <a:custGeom xmlns:a="http://schemas.openxmlformats.org/drawingml/2006/main">
            <a:pathLst>
              <a:path w="120966" h="84602">
                <a:moveTo>
                  <a:pt x="56692" y="61012"/>
                </a:moveTo>
                <a:cubicBezTo>
                  <a:pt x="54192" y="62690"/>
                  <a:pt x="52270" y="64091"/>
                  <a:pt x="50926" y="65214"/>
                </a:cubicBezTo>
                <a:cubicBezTo>
                  <a:pt x="49582" y="66338"/>
                  <a:pt x="48437" y="67410"/>
                  <a:pt x="47493" y="68430"/>
                </a:cubicBezTo>
                <a:cubicBezTo>
                  <a:pt x="46212" y="69814"/>
                  <a:pt x="45567" y="71078"/>
                  <a:pt x="45558" y="72220"/>
                </a:cubicBezTo>
                <a:cubicBezTo>
                  <a:pt x="45550" y="73362"/>
                  <a:pt x="46074" y="74422"/>
                  <a:pt x="47131" y="75400"/>
                </a:cubicBezTo>
                <a:cubicBezTo>
                  <a:pt x="47786" y="76007"/>
                  <a:pt x="48551" y="76478"/>
                  <a:pt x="49425" y="76813"/>
                </a:cubicBezTo>
                <a:cubicBezTo>
                  <a:pt x="50299" y="77148"/>
                  <a:pt x="51362" y="77388"/>
                  <a:pt x="52615" y="77533"/>
                </a:cubicBezTo>
                <a:cubicBezTo>
                  <a:pt x="53868" y="77678"/>
                  <a:pt x="55337" y="77735"/>
                  <a:pt x="57022" y="77705"/>
                </a:cubicBezTo>
                <a:cubicBezTo>
                  <a:pt x="58707" y="77675"/>
                  <a:pt x="60671" y="77581"/>
                  <a:pt x="62913" y="77424"/>
                </a:cubicBezTo>
                <a:cubicBezTo>
                  <a:pt x="62923" y="78583"/>
                  <a:pt x="62959" y="79750"/>
                  <a:pt x="63022" y="80924"/>
                </a:cubicBezTo>
                <a:cubicBezTo>
                  <a:pt x="63085" y="82099"/>
                  <a:pt x="63139" y="83247"/>
                  <a:pt x="63182" y="84370"/>
                </a:cubicBezTo>
                <a:cubicBezTo>
                  <a:pt x="59640" y="84542"/>
                  <a:pt x="56507" y="84602"/>
                  <a:pt x="53782" y="84549"/>
                </a:cubicBezTo>
                <a:cubicBezTo>
                  <a:pt x="51058" y="84497"/>
                  <a:pt x="48597" y="84249"/>
                  <a:pt x="46402" y="83807"/>
                </a:cubicBezTo>
                <a:cubicBezTo>
                  <a:pt x="44207" y="83365"/>
                  <a:pt x="42258" y="82712"/>
                  <a:pt x="40556" y="81847"/>
                </a:cubicBezTo>
                <a:cubicBezTo>
                  <a:pt x="38854" y="80982"/>
                  <a:pt x="37274" y="79875"/>
                  <a:pt x="35816" y="78526"/>
                </a:cubicBezTo>
                <a:cubicBezTo>
                  <a:pt x="33193" y="76098"/>
                  <a:pt x="31936" y="73362"/>
                  <a:pt x="32047" y="70319"/>
                </a:cubicBezTo>
                <a:cubicBezTo>
                  <a:pt x="32157" y="67276"/>
                  <a:pt x="33578" y="64279"/>
                  <a:pt x="36310" y="61327"/>
                </a:cubicBezTo>
                <a:cubicBezTo>
                  <a:pt x="37827" y="59687"/>
                  <a:pt x="39532" y="58357"/>
                  <a:pt x="41425" y="57335"/>
                </a:cubicBezTo>
                <a:lnTo>
                  <a:pt x="40963" y="56299"/>
                </a:lnTo>
                <a:cubicBezTo>
                  <a:pt x="36711" y="57166"/>
                  <a:pt x="32867" y="57701"/>
                  <a:pt x="29432" y="57904"/>
                </a:cubicBezTo>
                <a:cubicBezTo>
                  <a:pt x="25997" y="58108"/>
                  <a:pt x="22875" y="58009"/>
                  <a:pt x="20066" y="57608"/>
                </a:cubicBezTo>
                <a:cubicBezTo>
                  <a:pt x="17258" y="57208"/>
                  <a:pt x="14726" y="56471"/>
                  <a:pt x="12471" y="55399"/>
                </a:cubicBezTo>
                <a:cubicBezTo>
                  <a:pt x="10216" y="54327"/>
                  <a:pt x="8142" y="52914"/>
                  <a:pt x="6247" y="51161"/>
                </a:cubicBezTo>
                <a:cubicBezTo>
                  <a:pt x="1911" y="47148"/>
                  <a:pt x="0" y="42488"/>
                  <a:pt x="515" y="37181"/>
                </a:cubicBezTo>
                <a:cubicBezTo>
                  <a:pt x="1029" y="31873"/>
                  <a:pt x="4035" y="26250"/>
                  <a:pt x="9532" y="20311"/>
                </a:cubicBezTo>
                <a:cubicBezTo>
                  <a:pt x="12803" y="16776"/>
                  <a:pt x="16321" y="13724"/>
                  <a:pt x="20086" y="11154"/>
                </a:cubicBezTo>
                <a:cubicBezTo>
                  <a:pt x="23851" y="8584"/>
                  <a:pt x="27740" y="6501"/>
                  <a:pt x="31754" y="4906"/>
                </a:cubicBezTo>
                <a:cubicBezTo>
                  <a:pt x="35767" y="3310"/>
                  <a:pt x="39809" y="2213"/>
                  <a:pt x="43879" y="1617"/>
                </a:cubicBezTo>
                <a:cubicBezTo>
                  <a:pt x="47948" y="1020"/>
                  <a:pt x="51888" y="929"/>
                  <a:pt x="55699" y="1343"/>
                </a:cubicBezTo>
                <a:cubicBezTo>
                  <a:pt x="59509" y="1758"/>
                  <a:pt x="63119" y="2681"/>
                  <a:pt x="66530" y="4112"/>
                </a:cubicBezTo>
                <a:cubicBezTo>
                  <a:pt x="69941" y="5544"/>
                  <a:pt x="73012" y="7524"/>
                  <a:pt x="75745" y="10053"/>
                </a:cubicBezTo>
                <a:cubicBezTo>
                  <a:pt x="78150" y="12279"/>
                  <a:pt x="80135" y="14556"/>
                  <a:pt x="81701" y="16884"/>
                </a:cubicBezTo>
                <a:cubicBezTo>
                  <a:pt x="83267" y="19212"/>
                  <a:pt x="84303" y="21930"/>
                  <a:pt x="84810" y="25037"/>
                </a:cubicBezTo>
                <a:cubicBezTo>
                  <a:pt x="87554" y="23315"/>
                  <a:pt x="89858" y="21812"/>
                  <a:pt x="91723" y="20527"/>
                </a:cubicBezTo>
                <a:cubicBezTo>
                  <a:pt x="93588" y="19243"/>
                  <a:pt x="95271" y="18027"/>
                  <a:pt x="96773" y="16880"/>
                </a:cubicBezTo>
                <a:cubicBezTo>
                  <a:pt x="98274" y="15733"/>
                  <a:pt x="99446" y="14704"/>
                  <a:pt x="100289" y="13793"/>
                </a:cubicBezTo>
                <a:cubicBezTo>
                  <a:pt x="100997" y="13028"/>
                  <a:pt x="101487" y="12297"/>
                  <a:pt x="101759" y="11602"/>
                </a:cubicBezTo>
                <a:cubicBezTo>
                  <a:pt x="102031" y="10906"/>
                  <a:pt x="102063" y="10158"/>
                  <a:pt x="101856" y="9358"/>
                </a:cubicBezTo>
                <a:cubicBezTo>
                  <a:pt x="101650" y="8558"/>
                  <a:pt x="101149" y="7655"/>
                  <a:pt x="100355" y="6650"/>
                </a:cubicBezTo>
                <a:cubicBezTo>
                  <a:pt x="99561" y="5644"/>
                  <a:pt x="98487" y="4447"/>
                  <a:pt x="97133" y="3059"/>
                </a:cubicBezTo>
                <a:lnTo>
                  <a:pt x="101283" y="0"/>
                </a:lnTo>
                <a:lnTo>
                  <a:pt x="118178" y="14418"/>
                </a:lnTo>
                <a:lnTo>
                  <a:pt x="120966" y="16997"/>
                </a:lnTo>
                <a:lnTo>
                  <a:pt x="56692" y="61012"/>
                </a:lnTo>
                <a:moveTo>
                  <a:pt x="60492" y="42104"/>
                </a:moveTo>
                <a:cubicBezTo>
                  <a:pt x="62713" y="40508"/>
                  <a:pt x="64899" y="38877"/>
                  <a:pt x="67048" y="37213"/>
                </a:cubicBezTo>
                <a:cubicBezTo>
                  <a:pt x="69196" y="35549"/>
                  <a:pt x="71030" y="33897"/>
                  <a:pt x="72547" y="32257"/>
                </a:cubicBezTo>
                <a:cubicBezTo>
                  <a:pt x="75278" y="29306"/>
                  <a:pt x="76552" y="26595"/>
                  <a:pt x="76369" y="24126"/>
                </a:cubicBezTo>
                <a:cubicBezTo>
                  <a:pt x="76186" y="21656"/>
                  <a:pt x="74636" y="19072"/>
                  <a:pt x="71721" y="16374"/>
                </a:cubicBezTo>
                <a:cubicBezTo>
                  <a:pt x="69571" y="14385"/>
                  <a:pt x="67147" y="13003"/>
                  <a:pt x="64447" y="12229"/>
                </a:cubicBezTo>
                <a:cubicBezTo>
                  <a:pt x="61747" y="11456"/>
                  <a:pt x="58881" y="11171"/>
                  <a:pt x="55850" y="11377"/>
                </a:cubicBezTo>
                <a:cubicBezTo>
                  <a:pt x="52819" y="11582"/>
                  <a:pt x="49716" y="12194"/>
                  <a:pt x="46541" y="13213"/>
                </a:cubicBezTo>
                <a:cubicBezTo>
                  <a:pt x="43366" y="14231"/>
                  <a:pt x="40247" y="15573"/>
                  <a:pt x="37185" y="17237"/>
                </a:cubicBezTo>
                <a:cubicBezTo>
                  <a:pt x="34122" y="18902"/>
                  <a:pt x="31210" y="20806"/>
                  <a:pt x="28447" y="22951"/>
                </a:cubicBezTo>
                <a:cubicBezTo>
                  <a:pt x="25684" y="25096"/>
                  <a:pt x="23190" y="27370"/>
                  <a:pt x="20965" y="29775"/>
                </a:cubicBezTo>
                <a:cubicBezTo>
                  <a:pt x="17323" y="33711"/>
                  <a:pt x="15172" y="37149"/>
                  <a:pt x="14513" y="40090"/>
                </a:cubicBezTo>
                <a:cubicBezTo>
                  <a:pt x="13854" y="43032"/>
                  <a:pt x="14764" y="45649"/>
                  <a:pt x="17242" y="47942"/>
                </a:cubicBezTo>
                <a:cubicBezTo>
                  <a:pt x="18918" y="49493"/>
                  <a:pt x="21299" y="50648"/>
                  <a:pt x="24385" y="51407"/>
                </a:cubicBezTo>
                <a:cubicBezTo>
                  <a:pt x="27470" y="52166"/>
                  <a:pt x="30956" y="52365"/>
                  <a:pt x="34842" y="52004"/>
                </a:cubicBezTo>
                <a:cubicBezTo>
                  <a:pt x="38728" y="51642"/>
                  <a:pt x="42888" y="50673"/>
                  <a:pt x="47324" y="49096"/>
                </a:cubicBezTo>
                <a:cubicBezTo>
                  <a:pt x="51760" y="47519"/>
                  <a:pt x="56149" y="45189"/>
                  <a:pt x="60492" y="421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F7EDCE-26B7-4378-8645-5FFABA52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20" y="2219061"/>
            <a:ext cx="420187" cy="197780"/>
          </a:xfrm>
          <a:custGeom xmlns:a="http://schemas.openxmlformats.org/drawingml/2006/main">
            <a:pathLst>
              <a:path w="420187" h="197780">
                <a:moveTo>
                  <a:pt x="0" y="69035"/>
                </a:moveTo>
                <a:lnTo>
                  <a:pt x="420187" y="69035"/>
                </a:lnTo>
                <a:lnTo>
                  <a:pt x="420187" y="0"/>
                </a:lnTo>
                <a:lnTo>
                  <a:pt x="420187" y="98890"/>
                </a:lnTo>
                <a:lnTo>
                  <a:pt x="420187" y="197780"/>
                </a:lnTo>
                <a:lnTo>
                  <a:pt x="420187" y="128747"/>
                </a:lnTo>
                <a:lnTo>
                  <a:pt x="0" y="128747"/>
                </a:lnTo>
                <a:lnTo>
                  <a:pt x="0" y="69035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A4628B-0D85-4184-A23A-D97AE12B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20" y="2219060"/>
            <a:ext cx="420187" cy="197780"/>
          </a:xfrm>
          <a:custGeom xmlns:a="http://schemas.openxmlformats.org/drawingml/2006/main">
            <a:pathLst>
              <a:path w="420187" h="197780" fill="none">
                <a:moveTo>
                  <a:pt x="0" y="69034"/>
                </a:moveTo>
                <a:lnTo>
                  <a:pt x="420187" y="69034"/>
                </a:lnTo>
                <a:lnTo>
                  <a:pt x="420187" y="0"/>
                </a:lnTo>
                <a:lnTo>
                  <a:pt x="420187" y="98890"/>
                </a:lnTo>
                <a:lnTo>
                  <a:pt x="420187" y="197780"/>
                </a:lnTo>
                <a:lnTo>
                  <a:pt x="420187" y="128746"/>
                </a:lnTo>
                <a:lnTo>
                  <a:pt x="0" y="128746"/>
                </a:lnTo>
                <a:lnTo>
                  <a:pt x="0" y="690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F8DD42-9D00-4402-B4E9-129481A4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554" y="1970741"/>
            <a:ext cx="172525" cy="680292"/>
          </a:xfrm>
          <a:custGeom xmlns:a="http://schemas.openxmlformats.org/drawingml/2006/main">
            <a:pathLst>
              <a:path w="172525" h="680292">
                <a:moveTo>
                  <a:pt x="60219" y="680292"/>
                </a:moveTo>
                <a:lnTo>
                  <a:pt x="60219" y="0"/>
                </a:lnTo>
                <a:lnTo>
                  <a:pt x="0" y="0"/>
                </a:lnTo>
                <a:lnTo>
                  <a:pt x="86263" y="0"/>
                </a:lnTo>
                <a:lnTo>
                  <a:pt x="172525" y="0"/>
                </a:lnTo>
                <a:lnTo>
                  <a:pt x="112307" y="0"/>
                </a:lnTo>
                <a:lnTo>
                  <a:pt x="112307" y="680292"/>
                </a:lnTo>
                <a:lnTo>
                  <a:pt x="60219" y="680292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3FA2B6-66D1-43F8-96D5-79F639A4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554" y="1970742"/>
            <a:ext cx="172525" cy="680292"/>
          </a:xfrm>
          <a:custGeom xmlns:a="http://schemas.openxmlformats.org/drawingml/2006/main">
            <a:pathLst>
              <a:path w="172525" h="680292" fill="none">
                <a:moveTo>
                  <a:pt x="60219" y="680292"/>
                </a:moveTo>
                <a:lnTo>
                  <a:pt x="60219" y="0"/>
                </a:lnTo>
                <a:lnTo>
                  <a:pt x="0" y="0"/>
                </a:lnTo>
                <a:lnTo>
                  <a:pt x="86263" y="0"/>
                </a:lnTo>
                <a:lnTo>
                  <a:pt x="172525" y="0"/>
                </a:lnTo>
                <a:lnTo>
                  <a:pt x="112306" y="0"/>
                </a:lnTo>
                <a:lnTo>
                  <a:pt x="112306" y="680292"/>
                </a:lnTo>
                <a:lnTo>
                  <a:pt x="60219" y="68029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60971A-8FB8-461B-B0D4-A1D2A8E8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229" y="1901317"/>
            <a:ext cx="353684" cy="172525"/>
          </a:xfrm>
          <a:custGeom xmlns:a="http://schemas.openxmlformats.org/drawingml/2006/main">
            <a:pathLst>
              <a:path w="353684" h="172525">
                <a:moveTo>
                  <a:pt x="0" y="60219"/>
                </a:moveTo>
                <a:lnTo>
                  <a:pt x="267422" y="60219"/>
                </a:lnTo>
                <a:lnTo>
                  <a:pt x="267422" y="0"/>
                </a:lnTo>
                <a:lnTo>
                  <a:pt x="353684" y="86263"/>
                </a:lnTo>
                <a:lnTo>
                  <a:pt x="267422" y="172525"/>
                </a:lnTo>
                <a:lnTo>
                  <a:pt x="267422" y="112307"/>
                </a:lnTo>
                <a:lnTo>
                  <a:pt x="0" y="112307"/>
                </a:lnTo>
                <a:lnTo>
                  <a:pt x="0" y="60219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C0FF68-DC92-401A-8D13-A02602C6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229" y="1901318"/>
            <a:ext cx="353684" cy="172525"/>
          </a:xfrm>
          <a:custGeom xmlns:a="http://schemas.openxmlformats.org/drawingml/2006/main">
            <a:pathLst>
              <a:path w="353684" h="172525" fill="none">
                <a:moveTo>
                  <a:pt x="0" y="60219"/>
                </a:moveTo>
                <a:lnTo>
                  <a:pt x="267422" y="60219"/>
                </a:lnTo>
                <a:lnTo>
                  <a:pt x="267422" y="0"/>
                </a:lnTo>
                <a:lnTo>
                  <a:pt x="353684" y="86262"/>
                </a:lnTo>
                <a:lnTo>
                  <a:pt x="267422" y="172525"/>
                </a:lnTo>
                <a:lnTo>
                  <a:pt x="267422" y="112306"/>
                </a:lnTo>
                <a:lnTo>
                  <a:pt x="0" y="112306"/>
                </a:lnTo>
                <a:lnTo>
                  <a:pt x="0" y="602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7D23C-2CC3-4ADF-A087-904224B6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58" y="1705076"/>
            <a:ext cx="2471566" cy="549061"/>
          </a:xfrm>
          <a:custGeom xmlns:a="http://schemas.openxmlformats.org/drawingml/2006/main">
            <a:pathLst>
              <a:path w="2471566" h="549061">
                <a:moveTo>
                  <a:pt x="0" y="91511"/>
                </a:moveTo>
                <a:cubicBezTo>
                  <a:pt x="0" y="40970"/>
                  <a:pt x="40970" y="0"/>
                  <a:pt x="91511" y="0"/>
                </a:cubicBezTo>
                <a:lnTo>
                  <a:pt x="2380057" y="0"/>
                </a:lnTo>
                <a:cubicBezTo>
                  <a:pt x="2430596" y="0"/>
                  <a:pt x="2471566" y="40970"/>
                  <a:pt x="2471566" y="91511"/>
                </a:cubicBezTo>
                <a:lnTo>
                  <a:pt x="2471566" y="457550"/>
                </a:lnTo>
                <a:cubicBezTo>
                  <a:pt x="2471566" y="508089"/>
                  <a:pt x="2430596" y="549061"/>
                  <a:pt x="2380057" y="549061"/>
                </a:cubicBezTo>
                <a:lnTo>
                  <a:pt x="91511" y="549061"/>
                </a:lnTo>
                <a:cubicBezTo>
                  <a:pt x="40970" y="549061"/>
                  <a:pt x="0" y="508089"/>
                  <a:pt x="0" y="457550"/>
                </a:cubicBezTo>
                <a:lnTo>
                  <a:pt x="0" y="91511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18B461-AAA1-4D07-9DDD-55869CB3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58" y="1705076"/>
            <a:ext cx="2471567" cy="549061"/>
          </a:xfrm>
          <a:custGeom xmlns:a="http://schemas.openxmlformats.org/drawingml/2006/main">
            <a:pathLst>
              <a:path w="2471567" h="549061" fill="none">
                <a:moveTo>
                  <a:pt x="0" y="91511"/>
                </a:moveTo>
                <a:cubicBezTo>
                  <a:pt x="0" y="40971"/>
                  <a:pt x="40971" y="0"/>
                  <a:pt x="91511" y="0"/>
                </a:cubicBezTo>
                <a:lnTo>
                  <a:pt x="2380056" y="0"/>
                </a:lnTo>
                <a:cubicBezTo>
                  <a:pt x="2430597" y="0"/>
                  <a:pt x="2471567" y="40971"/>
                  <a:pt x="2471567" y="91511"/>
                </a:cubicBezTo>
                <a:lnTo>
                  <a:pt x="2471567" y="457550"/>
                </a:lnTo>
                <a:cubicBezTo>
                  <a:pt x="2471567" y="508090"/>
                  <a:pt x="2430597" y="549061"/>
                  <a:pt x="2380056" y="549061"/>
                </a:cubicBezTo>
                <a:lnTo>
                  <a:pt x="91511" y="549061"/>
                </a:lnTo>
                <a:cubicBezTo>
                  <a:pt x="40971" y="549061"/>
                  <a:pt x="0" y="508090"/>
                  <a:pt x="0" y="457550"/>
                </a:cubicBezTo>
                <a:lnTo>
                  <a:pt x="0" y="9151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8A1DF-4060-4817-9713-C731276D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58" y="2327118"/>
            <a:ext cx="2492237" cy="549061"/>
          </a:xfrm>
          <a:custGeom xmlns:a="http://schemas.openxmlformats.org/drawingml/2006/main">
            <a:pathLst>
              <a:path w="2492237" h="549061">
                <a:moveTo>
                  <a:pt x="0" y="91513"/>
                </a:moveTo>
                <a:cubicBezTo>
                  <a:pt x="0" y="40972"/>
                  <a:pt x="40972" y="0"/>
                  <a:pt x="91513" y="0"/>
                </a:cubicBezTo>
                <a:lnTo>
                  <a:pt x="2400724" y="0"/>
                </a:lnTo>
                <a:cubicBezTo>
                  <a:pt x="2451265" y="0"/>
                  <a:pt x="2492237" y="40972"/>
                  <a:pt x="2492237" y="91513"/>
                </a:cubicBezTo>
                <a:lnTo>
                  <a:pt x="2492237" y="457547"/>
                </a:lnTo>
                <a:cubicBezTo>
                  <a:pt x="2492237" y="508089"/>
                  <a:pt x="2451265" y="549061"/>
                  <a:pt x="2400724" y="549061"/>
                </a:cubicBezTo>
                <a:lnTo>
                  <a:pt x="91513" y="549061"/>
                </a:lnTo>
                <a:cubicBezTo>
                  <a:pt x="40972" y="549061"/>
                  <a:pt x="0" y="508089"/>
                  <a:pt x="0" y="457547"/>
                </a:cubicBezTo>
                <a:lnTo>
                  <a:pt x="0" y="91513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24A45-5673-484D-B2DF-70CF0D5D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858" y="2327119"/>
            <a:ext cx="2492237" cy="549061"/>
          </a:xfrm>
          <a:custGeom xmlns:a="http://schemas.openxmlformats.org/drawingml/2006/main">
            <a:pathLst>
              <a:path w="2492237" h="549061" fill="none">
                <a:moveTo>
                  <a:pt x="0" y="91513"/>
                </a:moveTo>
                <a:cubicBezTo>
                  <a:pt x="0" y="40972"/>
                  <a:pt x="40972" y="0"/>
                  <a:pt x="91513" y="0"/>
                </a:cubicBezTo>
                <a:lnTo>
                  <a:pt x="2400724" y="0"/>
                </a:lnTo>
                <a:cubicBezTo>
                  <a:pt x="2451266" y="0"/>
                  <a:pt x="2492237" y="40972"/>
                  <a:pt x="2492237" y="91513"/>
                </a:cubicBezTo>
                <a:lnTo>
                  <a:pt x="2492237" y="457547"/>
                </a:lnTo>
                <a:cubicBezTo>
                  <a:pt x="2492237" y="508089"/>
                  <a:pt x="2451266" y="549061"/>
                  <a:pt x="2400724" y="549061"/>
                </a:cubicBezTo>
                <a:lnTo>
                  <a:pt x="91513" y="549061"/>
                </a:lnTo>
                <a:cubicBezTo>
                  <a:pt x="40972" y="549061"/>
                  <a:pt x="0" y="508089"/>
                  <a:pt x="0" y="457547"/>
                </a:cubicBezTo>
                <a:lnTo>
                  <a:pt x="0" y="915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35" name="Text Sampleinjectedtasks!">
            <a:extLst xmlns:a="http://schemas.openxmlformats.org/drawingml/2006/main">
              <a:ext uri="{FF2B5EF4-FFF2-40B4-BE49-F238E27FC236}">
                <a16:creationId xmlns:a16="http://schemas.microsoft.com/office/drawing/2014/main" id="{9FFE9455-AB57-45FF-B801-C6971D8E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7429" y="1914172"/>
            <a:ext cx="2011599" cy="183496"/>
          </a:xfrm>
          <a:custGeom xmlns:a="http://schemas.openxmlformats.org/drawingml/2006/main">
            <a:pathLst>
              <a:path w="2011599" h="183496">
                <a:moveTo>
                  <a:pt x="80071" y="108902"/>
                </a:moveTo>
                <a:cubicBezTo>
                  <a:pt x="80071" y="114888"/>
                  <a:pt x="78994" y="120248"/>
                  <a:pt x="76839" y="124981"/>
                </a:cubicBezTo>
                <a:cubicBezTo>
                  <a:pt x="74684" y="129711"/>
                  <a:pt x="71661" y="133730"/>
                  <a:pt x="67768" y="137036"/>
                </a:cubicBezTo>
                <a:cubicBezTo>
                  <a:pt x="63876" y="140341"/>
                  <a:pt x="59254" y="142864"/>
                  <a:pt x="53902" y="144604"/>
                </a:cubicBezTo>
                <a:cubicBezTo>
                  <a:pt x="48550" y="146344"/>
                  <a:pt x="42711" y="147214"/>
                  <a:pt x="36386" y="147214"/>
                </a:cubicBezTo>
                <a:cubicBezTo>
                  <a:pt x="32077" y="147214"/>
                  <a:pt x="28011" y="146810"/>
                  <a:pt x="24188" y="146002"/>
                </a:cubicBezTo>
                <a:cubicBezTo>
                  <a:pt x="20365" y="145196"/>
                  <a:pt x="16959" y="144233"/>
                  <a:pt x="13971" y="143112"/>
                </a:cubicBezTo>
                <a:cubicBezTo>
                  <a:pt x="10982" y="141989"/>
                  <a:pt x="8462" y="140850"/>
                  <a:pt x="6412" y="139694"/>
                </a:cubicBezTo>
                <a:cubicBezTo>
                  <a:pt x="4362" y="138536"/>
                  <a:pt x="2954" y="137555"/>
                  <a:pt x="2189" y="136749"/>
                </a:cubicBezTo>
                <a:cubicBezTo>
                  <a:pt x="1425" y="135941"/>
                  <a:pt x="869" y="134998"/>
                  <a:pt x="521" y="133921"/>
                </a:cubicBezTo>
                <a:cubicBezTo>
                  <a:pt x="174" y="132843"/>
                  <a:pt x="0" y="131505"/>
                  <a:pt x="0" y="129907"/>
                </a:cubicBezTo>
                <a:cubicBezTo>
                  <a:pt x="0" y="128725"/>
                  <a:pt x="70" y="127752"/>
                  <a:pt x="209" y="126988"/>
                </a:cubicBezTo>
                <a:cubicBezTo>
                  <a:pt x="348" y="126223"/>
                  <a:pt x="539" y="125597"/>
                  <a:pt x="782" y="125111"/>
                </a:cubicBezTo>
                <a:cubicBezTo>
                  <a:pt x="1025" y="124624"/>
                  <a:pt x="1338" y="124294"/>
                  <a:pt x="1720" y="124120"/>
                </a:cubicBezTo>
                <a:cubicBezTo>
                  <a:pt x="2103" y="123947"/>
                  <a:pt x="2502" y="123860"/>
                  <a:pt x="2919" y="123860"/>
                </a:cubicBezTo>
                <a:cubicBezTo>
                  <a:pt x="3892" y="123860"/>
                  <a:pt x="5265" y="124473"/>
                  <a:pt x="7037" y="125701"/>
                </a:cubicBezTo>
                <a:cubicBezTo>
                  <a:pt x="8810" y="126928"/>
                  <a:pt x="11104" y="128260"/>
                  <a:pt x="13919" y="129698"/>
                </a:cubicBezTo>
                <a:cubicBezTo>
                  <a:pt x="16734" y="131136"/>
                  <a:pt x="20105" y="132469"/>
                  <a:pt x="24032" y="133696"/>
                </a:cubicBezTo>
                <a:cubicBezTo>
                  <a:pt x="27959" y="134923"/>
                  <a:pt x="32529" y="135537"/>
                  <a:pt x="37742" y="135537"/>
                </a:cubicBezTo>
                <a:cubicBezTo>
                  <a:pt x="41982" y="135537"/>
                  <a:pt x="45874" y="134962"/>
                  <a:pt x="49419" y="133813"/>
                </a:cubicBezTo>
                <a:cubicBezTo>
                  <a:pt x="52964" y="132664"/>
                  <a:pt x="56022" y="131010"/>
                  <a:pt x="58594" y="128851"/>
                </a:cubicBezTo>
                <a:cubicBezTo>
                  <a:pt x="61165" y="126690"/>
                  <a:pt x="63164" y="124025"/>
                  <a:pt x="64589" y="120856"/>
                </a:cubicBezTo>
                <a:cubicBezTo>
                  <a:pt x="66013" y="117687"/>
                  <a:pt x="66726" y="114082"/>
                  <a:pt x="66726" y="110042"/>
                </a:cubicBezTo>
                <a:cubicBezTo>
                  <a:pt x="66726" y="105865"/>
                  <a:pt x="65822" y="102280"/>
                  <a:pt x="64015" y="99287"/>
                </a:cubicBezTo>
                <a:cubicBezTo>
                  <a:pt x="62208" y="96292"/>
                  <a:pt x="59827" y="93664"/>
                  <a:pt x="56873" y="91403"/>
                </a:cubicBezTo>
                <a:cubicBezTo>
                  <a:pt x="53919" y="89139"/>
                  <a:pt x="50566" y="87086"/>
                  <a:pt x="46812" y="85242"/>
                </a:cubicBezTo>
                <a:cubicBezTo>
                  <a:pt x="43059" y="83395"/>
                  <a:pt x="39219" y="81550"/>
                  <a:pt x="35292" y="79706"/>
                </a:cubicBezTo>
                <a:cubicBezTo>
                  <a:pt x="31365" y="77860"/>
                  <a:pt x="27524" y="75858"/>
                  <a:pt x="23771" y="73701"/>
                </a:cubicBezTo>
                <a:cubicBezTo>
                  <a:pt x="20018" y="71542"/>
                  <a:pt x="16664" y="69018"/>
                  <a:pt x="13710" y="66130"/>
                </a:cubicBezTo>
                <a:cubicBezTo>
                  <a:pt x="10756" y="63239"/>
                  <a:pt x="8375" y="59844"/>
                  <a:pt x="6568" y="55945"/>
                </a:cubicBezTo>
                <a:cubicBezTo>
                  <a:pt x="4761" y="52046"/>
                  <a:pt x="3858" y="47417"/>
                  <a:pt x="3858" y="42059"/>
                </a:cubicBezTo>
                <a:cubicBezTo>
                  <a:pt x="3858" y="36839"/>
                  <a:pt x="4796" y="32160"/>
                  <a:pt x="6673" y="28020"/>
                </a:cubicBezTo>
                <a:cubicBezTo>
                  <a:pt x="8549" y="23878"/>
                  <a:pt x="11190" y="20363"/>
                  <a:pt x="14596" y="17476"/>
                </a:cubicBezTo>
                <a:cubicBezTo>
                  <a:pt x="18002" y="14588"/>
                  <a:pt x="22086" y="12378"/>
                  <a:pt x="26847" y="10846"/>
                </a:cubicBezTo>
                <a:cubicBezTo>
                  <a:pt x="31608" y="9315"/>
                  <a:pt x="36838" y="8549"/>
                  <a:pt x="42538" y="8549"/>
                </a:cubicBezTo>
                <a:cubicBezTo>
                  <a:pt x="45387" y="8549"/>
                  <a:pt x="48272" y="8824"/>
                  <a:pt x="51191" y="9374"/>
                </a:cubicBezTo>
                <a:cubicBezTo>
                  <a:pt x="54110" y="9923"/>
                  <a:pt x="56873" y="10628"/>
                  <a:pt x="59480" y="11488"/>
                </a:cubicBezTo>
                <a:cubicBezTo>
                  <a:pt x="62086" y="12348"/>
                  <a:pt x="64415" y="13312"/>
                  <a:pt x="66465" y="14378"/>
                </a:cubicBezTo>
                <a:cubicBezTo>
                  <a:pt x="68516" y="15442"/>
                  <a:pt x="69871" y="16301"/>
                  <a:pt x="70531" y="16955"/>
                </a:cubicBezTo>
                <a:cubicBezTo>
                  <a:pt x="71192" y="17607"/>
                  <a:pt x="71609" y="18091"/>
                  <a:pt x="71782" y="18408"/>
                </a:cubicBezTo>
                <a:cubicBezTo>
                  <a:pt x="71956" y="18723"/>
                  <a:pt x="72113" y="19126"/>
                  <a:pt x="72252" y="19617"/>
                </a:cubicBezTo>
                <a:cubicBezTo>
                  <a:pt x="72391" y="20108"/>
                  <a:pt x="72495" y="20687"/>
                  <a:pt x="72564" y="21354"/>
                </a:cubicBezTo>
                <a:cubicBezTo>
                  <a:pt x="72634" y="22018"/>
                  <a:pt x="72669" y="22841"/>
                  <a:pt x="72669" y="23823"/>
                </a:cubicBezTo>
                <a:cubicBezTo>
                  <a:pt x="72669" y="24735"/>
                  <a:pt x="72616" y="25560"/>
                  <a:pt x="72512" y="26296"/>
                </a:cubicBezTo>
                <a:cubicBezTo>
                  <a:pt x="72408" y="27030"/>
                  <a:pt x="72252" y="27661"/>
                  <a:pt x="72043" y="28189"/>
                </a:cubicBezTo>
                <a:cubicBezTo>
                  <a:pt x="71835" y="28715"/>
                  <a:pt x="71574" y="29118"/>
                  <a:pt x="71261" y="29398"/>
                </a:cubicBezTo>
                <a:cubicBezTo>
                  <a:pt x="70948" y="29678"/>
                  <a:pt x="70583" y="29818"/>
                  <a:pt x="70166" y="29818"/>
                </a:cubicBezTo>
                <a:cubicBezTo>
                  <a:pt x="69402" y="29818"/>
                  <a:pt x="68238" y="29314"/>
                  <a:pt x="66674" y="28306"/>
                </a:cubicBezTo>
                <a:cubicBezTo>
                  <a:pt x="65110" y="27299"/>
                  <a:pt x="63146" y="26169"/>
                  <a:pt x="60783" y="24918"/>
                </a:cubicBezTo>
                <a:cubicBezTo>
                  <a:pt x="58420" y="23667"/>
                  <a:pt x="55605" y="22537"/>
                  <a:pt x="52338" y="21530"/>
                </a:cubicBezTo>
                <a:cubicBezTo>
                  <a:pt x="49071" y="20522"/>
                  <a:pt x="45353" y="20018"/>
                  <a:pt x="41182" y="20018"/>
                </a:cubicBezTo>
                <a:cubicBezTo>
                  <a:pt x="37081" y="20018"/>
                  <a:pt x="33502" y="20575"/>
                  <a:pt x="30444" y="21689"/>
                </a:cubicBezTo>
                <a:cubicBezTo>
                  <a:pt x="27385" y="22803"/>
                  <a:pt x="24848" y="24318"/>
                  <a:pt x="22833" y="26234"/>
                </a:cubicBezTo>
                <a:cubicBezTo>
                  <a:pt x="20817" y="28150"/>
                  <a:pt x="19305" y="30397"/>
                  <a:pt x="18297" y="32975"/>
                </a:cubicBezTo>
                <a:cubicBezTo>
                  <a:pt x="17290" y="35553"/>
                  <a:pt x="16786" y="38271"/>
                  <a:pt x="16786" y="41127"/>
                </a:cubicBezTo>
                <a:cubicBezTo>
                  <a:pt x="16786" y="45304"/>
                  <a:pt x="17689" y="48890"/>
                  <a:pt x="19496" y="51885"/>
                </a:cubicBezTo>
                <a:cubicBezTo>
                  <a:pt x="21304" y="54878"/>
                  <a:pt x="23702" y="57524"/>
                  <a:pt x="26690" y="59822"/>
                </a:cubicBezTo>
                <a:cubicBezTo>
                  <a:pt x="29679" y="62118"/>
                  <a:pt x="33068" y="64189"/>
                  <a:pt x="36856" y="66035"/>
                </a:cubicBezTo>
                <a:cubicBezTo>
                  <a:pt x="40644" y="67879"/>
                  <a:pt x="44501" y="69724"/>
                  <a:pt x="48428" y="71571"/>
                </a:cubicBezTo>
                <a:cubicBezTo>
                  <a:pt x="52355" y="73415"/>
                  <a:pt x="56213" y="75399"/>
                  <a:pt x="60001" y="77523"/>
                </a:cubicBezTo>
                <a:cubicBezTo>
                  <a:pt x="63789" y="79647"/>
                  <a:pt x="67178" y="82154"/>
                  <a:pt x="70166" y="85043"/>
                </a:cubicBezTo>
                <a:cubicBezTo>
                  <a:pt x="73155" y="87932"/>
                  <a:pt x="75553" y="91308"/>
                  <a:pt x="77360" y="95172"/>
                </a:cubicBezTo>
                <a:cubicBezTo>
                  <a:pt x="79167" y="99036"/>
                  <a:pt x="80071" y="103613"/>
                  <a:pt x="80071" y="108902"/>
                </a:cubicBezTo>
                <a:close/>
                <a:moveTo>
                  <a:pt x="172826" y="143252"/>
                </a:moveTo>
                <a:cubicBezTo>
                  <a:pt x="172826" y="143947"/>
                  <a:pt x="172600" y="144486"/>
                  <a:pt x="172148" y="144868"/>
                </a:cubicBezTo>
                <a:cubicBezTo>
                  <a:pt x="171697" y="145250"/>
                  <a:pt x="171106" y="145528"/>
                  <a:pt x="170376" y="145702"/>
                </a:cubicBezTo>
                <a:cubicBezTo>
                  <a:pt x="169646" y="145876"/>
                  <a:pt x="168656" y="145963"/>
                  <a:pt x="167405" y="145963"/>
                </a:cubicBezTo>
                <a:cubicBezTo>
                  <a:pt x="166223" y="145963"/>
                  <a:pt x="165215" y="145876"/>
                  <a:pt x="164381" y="145702"/>
                </a:cubicBezTo>
                <a:cubicBezTo>
                  <a:pt x="163547" y="145528"/>
                  <a:pt x="162904" y="145250"/>
                  <a:pt x="162452" y="144868"/>
                </a:cubicBezTo>
                <a:cubicBezTo>
                  <a:pt x="162001" y="144486"/>
                  <a:pt x="161775" y="143947"/>
                  <a:pt x="161775" y="143252"/>
                </a:cubicBezTo>
                <a:lnTo>
                  <a:pt x="161775" y="132722"/>
                </a:lnTo>
                <a:cubicBezTo>
                  <a:pt x="157535" y="137309"/>
                  <a:pt x="152860" y="140871"/>
                  <a:pt x="147752" y="143408"/>
                </a:cubicBezTo>
                <a:cubicBezTo>
                  <a:pt x="142643" y="145945"/>
                  <a:pt x="137343" y="147214"/>
                  <a:pt x="131852" y="147214"/>
                </a:cubicBezTo>
                <a:cubicBezTo>
                  <a:pt x="126917" y="147214"/>
                  <a:pt x="122486" y="146571"/>
                  <a:pt x="118559" y="145285"/>
                </a:cubicBezTo>
                <a:cubicBezTo>
                  <a:pt x="114632" y="143999"/>
                  <a:pt x="111313" y="142157"/>
                  <a:pt x="108602" y="139759"/>
                </a:cubicBezTo>
                <a:cubicBezTo>
                  <a:pt x="105892" y="137361"/>
                  <a:pt x="103807" y="134460"/>
                  <a:pt x="102347" y="131054"/>
                </a:cubicBezTo>
                <a:cubicBezTo>
                  <a:pt x="100887" y="127648"/>
                  <a:pt x="100157" y="123825"/>
                  <a:pt x="100157" y="119585"/>
                </a:cubicBezTo>
                <a:cubicBezTo>
                  <a:pt x="100157" y="114372"/>
                  <a:pt x="101235" y="109837"/>
                  <a:pt x="103390" y="105979"/>
                </a:cubicBezTo>
                <a:cubicBezTo>
                  <a:pt x="105544" y="102122"/>
                  <a:pt x="108602" y="98907"/>
                  <a:pt x="112564" y="96335"/>
                </a:cubicBezTo>
                <a:cubicBezTo>
                  <a:pt x="116526" y="93764"/>
                  <a:pt x="121287" y="91835"/>
                  <a:pt x="126848" y="90549"/>
                </a:cubicBezTo>
                <a:cubicBezTo>
                  <a:pt x="132408" y="89263"/>
                  <a:pt x="138594" y="88620"/>
                  <a:pt x="145406" y="88620"/>
                </a:cubicBezTo>
                <a:lnTo>
                  <a:pt x="160419" y="88620"/>
                </a:lnTo>
                <a:lnTo>
                  <a:pt x="160419" y="80462"/>
                </a:lnTo>
                <a:cubicBezTo>
                  <a:pt x="160419" y="76418"/>
                  <a:pt x="160002" y="72845"/>
                  <a:pt x="159168" y="69743"/>
                </a:cubicBezTo>
                <a:cubicBezTo>
                  <a:pt x="158334" y="66639"/>
                  <a:pt x="156979" y="64041"/>
                  <a:pt x="155102" y="61949"/>
                </a:cubicBezTo>
                <a:cubicBezTo>
                  <a:pt x="153225" y="59858"/>
                  <a:pt x="150793" y="58290"/>
                  <a:pt x="147804" y="57245"/>
                </a:cubicBezTo>
                <a:cubicBezTo>
                  <a:pt x="144815" y="56198"/>
                  <a:pt x="141166" y="55674"/>
                  <a:pt x="136857" y="55674"/>
                </a:cubicBezTo>
                <a:cubicBezTo>
                  <a:pt x="132686" y="55674"/>
                  <a:pt x="128933" y="56178"/>
                  <a:pt x="125597" y="57186"/>
                </a:cubicBezTo>
                <a:cubicBezTo>
                  <a:pt x="122260" y="58194"/>
                  <a:pt x="119341" y="59323"/>
                  <a:pt x="116839" y="60575"/>
                </a:cubicBezTo>
                <a:cubicBezTo>
                  <a:pt x="114337" y="61826"/>
                  <a:pt x="112269" y="62955"/>
                  <a:pt x="110636" y="63963"/>
                </a:cubicBezTo>
                <a:cubicBezTo>
                  <a:pt x="109002" y="64971"/>
                  <a:pt x="107838" y="65475"/>
                  <a:pt x="107143" y="65475"/>
                </a:cubicBezTo>
                <a:cubicBezTo>
                  <a:pt x="106726" y="65475"/>
                  <a:pt x="106344" y="65405"/>
                  <a:pt x="105996" y="65266"/>
                </a:cubicBezTo>
                <a:cubicBezTo>
                  <a:pt x="105648" y="65125"/>
                  <a:pt x="105353" y="64862"/>
                  <a:pt x="105110" y="64478"/>
                </a:cubicBezTo>
                <a:cubicBezTo>
                  <a:pt x="104867" y="64091"/>
                  <a:pt x="104693" y="63600"/>
                  <a:pt x="104589" y="63005"/>
                </a:cubicBezTo>
                <a:cubicBezTo>
                  <a:pt x="104484" y="62408"/>
                  <a:pt x="104432" y="61689"/>
                  <a:pt x="104432" y="60848"/>
                </a:cubicBezTo>
                <a:cubicBezTo>
                  <a:pt x="104432" y="59376"/>
                  <a:pt x="104536" y="58202"/>
                  <a:pt x="104745" y="57326"/>
                </a:cubicBezTo>
                <a:cubicBezTo>
                  <a:pt x="104953" y="56449"/>
                  <a:pt x="105492" y="55572"/>
                  <a:pt x="106361" y="54697"/>
                </a:cubicBezTo>
                <a:cubicBezTo>
                  <a:pt x="107230" y="53819"/>
                  <a:pt x="108776" y="52797"/>
                  <a:pt x="111000" y="51631"/>
                </a:cubicBezTo>
                <a:cubicBezTo>
                  <a:pt x="113225" y="50463"/>
                  <a:pt x="115779" y="49381"/>
                  <a:pt x="118663" y="48386"/>
                </a:cubicBezTo>
                <a:cubicBezTo>
                  <a:pt x="121548" y="47391"/>
                  <a:pt x="124658" y="46585"/>
                  <a:pt x="127995" y="45969"/>
                </a:cubicBezTo>
                <a:cubicBezTo>
                  <a:pt x="131331" y="45349"/>
                  <a:pt x="134667" y="45040"/>
                  <a:pt x="138004" y="45040"/>
                </a:cubicBezTo>
                <a:cubicBezTo>
                  <a:pt x="144468" y="45040"/>
                  <a:pt x="149924" y="45822"/>
                  <a:pt x="154372" y="47386"/>
                </a:cubicBezTo>
                <a:cubicBezTo>
                  <a:pt x="158821" y="48950"/>
                  <a:pt x="162418" y="51191"/>
                  <a:pt x="165163" y="54110"/>
                </a:cubicBezTo>
                <a:cubicBezTo>
                  <a:pt x="167909" y="57030"/>
                  <a:pt x="169872" y="60627"/>
                  <a:pt x="171054" y="64901"/>
                </a:cubicBezTo>
                <a:cubicBezTo>
                  <a:pt x="172235" y="69176"/>
                  <a:pt x="172826" y="74024"/>
                  <a:pt x="172826" y="79445"/>
                </a:cubicBezTo>
                <a:lnTo>
                  <a:pt x="172826" y="143252"/>
                </a:lnTo>
                <a:moveTo>
                  <a:pt x="160419" y="98838"/>
                </a:moveTo>
                <a:lnTo>
                  <a:pt x="143217" y="98838"/>
                </a:lnTo>
                <a:cubicBezTo>
                  <a:pt x="138212" y="98838"/>
                  <a:pt x="133833" y="99289"/>
                  <a:pt x="130080" y="100193"/>
                </a:cubicBezTo>
                <a:cubicBezTo>
                  <a:pt x="126327" y="101097"/>
                  <a:pt x="123199" y="102417"/>
                  <a:pt x="120697" y="104155"/>
                </a:cubicBezTo>
                <a:cubicBezTo>
                  <a:pt x="118194" y="105893"/>
                  <a:pt x="116335" y="107978"/>
                  <a:pt x="115119" y="110410"/>
                </a:cubicBezTo>
                <a:cubicBezTo>
                  <a:pt x="113902" y="112843"/>
                  <a:pt x="113294" y="115623"/>
                  <a:pt x="113294" y="118751"/>
                </a:cubicBezTo>
                <a:cubicBezTo>
                  <a:pt x="113294" y="124173"/>
                  <a:pt x="115014" y="128499"/>
                  <a:pt x="118455" y="131731"/>
                </a:cubicBezTo>
                <a:cubicBezTo>
                  <a:pt x="121896" y="134963"/>
                  <a:pt x="126744" y="136579"/>
                  <a:pt x="132999" y="136579"/>
                </a:cubicBezTo>
                <a:cubicBezTo>
                  <a:pt x="137934" y="136579"/>
                  <a:pt x="142539" y="135311"/>
                  <a:pt x="146813" y="132774"/>
                </a:cubicBezTo>
                <a:cubicBezTo>
                  <a:pt x="151088" y="130237"/>
                  <a:pt x="155623" y="126327"/>
                  <a:pt x="160419" y="121045"/>
                </a:cubicBezTo>
                <a:lnTo>
                  <a:pt x="160419" y="98838"/>
                </a:lnTo>
                <a:close/>
                <a:moveTo>
                  <a:pt x="342302" y="143252"/>
                </a:moveTo>
                <a:cubicBezTo>
                  <a:pt x="342302" y="143669"/>
                  <a:pt x="342198" y="144051"/>
                  <a:pt x="341989" y="144399"/>
                </a:cubicBezTo>
                <a:cubicBezTo>
                  <a:pt x="341780" y="144746"/>
                  <a:pt x="341450" y="145024"/>
                  <a:pt x="340999" y="145233"/>
                </a:cubicBezTo>
                <a:cubicBezTo>
                  <a:pt x="340547" y="145441"/>
                  <a:pt x="339921" y="145615"/>
                  <a:pt x="339122" y="145754"/>
                </a:cubicBezTo>
                <a:cubicBezTo>
                  <a:pt x="338323" y="145893"/>
                  <a:pt x="337332" y="145963"/>
                  <a:pt x="336151" y="145963"/>
                </a:cubicBezTo>
                <a:cubicBezTo>
                  <a:pt x="334899" y="145963"/>
                  <a:pt x="333874" y="145893"/>
                  <a:pt x="333075" y="145754"/>
                </a:cubicBezTo>
                <a:cubicBezTo>
                  <a:pt x="332276" y="145615"/>
                  <a:pt x="331633" y="145441"/>
                  <a:pt x="331146" y="145233"/>
                </a:cubicBezTo>
                <a:cubicBezTo>
                  <a:pt x="330660" y="145024"/>
                  <a:pt x="330329" y="144746"/>
                  <a:pt x="330156" y="144399"/>
                </a:cubicBezTo>
                <a:cubicBezTo>
                  <a:pt x="329982" y="144051"/>
                  <a:pt x="329895" y="143669"/>
                  <a:pt x="329895" y="143252"/>
                </a:cubicBezTo>
                <a:lnTo>
                  <a:pt x="329895" y="85180"/>
                </a:lnTo>
                <a:cubicBezTo>
                  <a:pt x="329895" y="80731"/>
                  <a:pt x="329495" y="76683"/>
                  <a:pt x="328696" y="73034"/>
                </a:cubicBezTo>
                <a:cubicBezTo>
                  <a:pt x="327897" y="69384"/>
                  <a:pt x="326646" y="66257"/>
                  <a:pt x="324943" y="63650"/>
                </a:cubicBezTo>
                <a:cubicBezTo>
                  <a:pt x="323240" y="61044"/>
                  <a:pt x="321085" y="59028"/>
                  <a:pt x="318479" y="57603"/>
                </a:cubicBezTo>
                <a:cubicBezTo>
                  <a:pt x="315872" y="56178"/>
                  <a:pt x="312796" y="55466"/>
                  <a:pt x="309252" y="55466"/>
                </a:cubicBezTo>
                <a:cubicBezTo>
                  <a:pt x="304873" y="55466"/>
                  <a:pt x="300442" y="57169"/>
                  <a:pt x="295959" y="60575"/>
                </a:cubicBezTo>
                <a:cubicBezTo>
                  <a:pt x="291475" y="63980"/>
                  <a:pt x="286558" y="68985"/>
                  <a:pt x="281206" y="75588"/>
                </a:cubicBezTo>
                <a:lnTo>
                  <a:pt x="281206" y="143252"/>
                </a:lnTo>
                <a:cubicBezTo>
                  <a:pt x="281206" y="143669"/>
                  <a:pt x="281102" y="144051"/>
                  <a:pt x="280893" y="144399"/>
                </a:cubicBezTo>
                <a:cubicBezTo>
                  <a:pt x="280685" y="144746"/>
                  <a:pt x="280355" y="145024"/>
                  <a:pt x="279903" y="145233"/>
                </a:cubicBezTo>
                <a:cubicBezTo>
                  <a:pt x="279451" y="145441"/>
                  <a:pt x="278825" y="145615"/>
                  <a:pt x="278026" y="145754"/>
                </a:cubicBezTo>
                <a:cubicBezTo>
                  <a:pt x="277227" y="145893"/>
                  <a:pt x="276236" y="145963"/>
                  <a:pt x="275055" y="145963"/>
                </a:cubicBezTo>
                <a:cubicBezTo>
                  <a:pt x="273873" y="145963"/>
                  <a:pt x="272883" y="145893"/>
                  <a:pt x="272083" y="145754"/>
                </a:cubicBezTo>
                <a:cubicBezTo>
                  <a:pt x="271284" y="145615"/>
                  <a:pt x="270641" y="145441"/>
                  <a:pt x="270154" y="145233"/>
                </a:cubicBezTo>
                <a:cubicBezTo>
                  <a:pt x="269668" y="145024"/>
                  <a:pt x="269338" y="144746"/>
                  <a:pt x="269164" y="144399"/>
                </a:cubicBezTo>
                <a:cubicBezTo>
                  <a:pt x="268990" y="144051"/>
                  <a:pt x="268903" y="143669"/>
                  <a:pt x="268903" y="143252"/>
                </a:cubicBezTo>
                <a:lnTo>
                  <a:pt x="268903" y="85180"/>
                </a:lnTo>
                <a:cubicBezTo>
                  <a:pt x="268903" y="80731"/>
                  <a:pt x="268486" y="76683"/>
                  <a:pt x="267652" y="73034"/>
                </a:cubicBezTo>
                <a:cubicBezTo>
                  <a:pt x="266818" y="69384"/>
                  <a:pt x="265550" y="66257"/>
                  <a:pt x="263847" y="63650"/>
                </a:cubicBezTo>
                <a:cubicBezTo>
                  <a:pt x="262144" y="61044"/>
                  <a:pt x="259989" y="59028"/>
                  <a:pt x="257383" y="57603"/>
                </a:cubicBezTo>
                <a:cubicBezTo>
                  <a:pt x="254776" y="56178"/>
                  <a:pt x="251701" y="55466"/>
                  <a:pt x="248156" y="55466"/>
                </a:cubicBezTo>
                <a:cubicBezTo>
                  <a:pt x="243777" y="55466"/>
                  <a:pt x="239346" y="57169"/>
                  <a:pt x="234863" y="60575"/>
                </a:cubicBezTo>
                <a:cubicBezTo>
                  <a:pt x="230380" y="63980"/>
                  <a:pt x="225497" y="68985"/>
                  <a:pt x="220214" y="75588"/>
                </a:cubicBezTo>
                <a:lnTo>
                  <a:pt x="220214" y="143252"/>
                </a:lnTo>
                <a:cubicBezTo>
                  <a:pt x="220214" y="143669"/>
                  <a:pt x="220110" y="144051"/>
                  <a:pt x="219902" y="144399"/>
                </a:cubicBezTo>
                <a:cubicBezTo>
                  <a:pt x="219693" y="144746"/>
                  <a:pt x="219363" y="145024"/>
                  <a:pt x="218911" y="145233"/>
                </a:cubicBezTo>
                <a:cubicBezTo>
                  <a:pt x="218459" y="145441"/>
                  <a:pt x="217834" y="145615"/>
                  <a:pt x="217034" y="145754"/>
                </a:cubicBezTo>
                <a:cubicBezTo>
                  <a:pt x="216235" y="145893"/>
                  <a:pt x="215210" y="145963"/>
                  <a:pt x="213959" y="145963"/>
                </a:cubicBezTo>
                <a:cubicBezTo>
                  <a:pt x="212777" y="145963"/>
                  <a:pt x="211787" y="145893"/>
                  <a:pt x="210987" y="145754"/>
                </a:cubicBezTo>
                <a:cubicBezTo>
                  <a:pt x="210188" y="145615"/>
                  <a:pt x="209545" y="145441"/>
                  <a:pt x="209059" y="145233"/>
                </a:cubicBezTo>
                <a:cubicBezTo>
                  <a:pt x="208572" y="145024"/>
                  <a:pt x="208242" y="144746"/>
                  <a:pt x="208068" y="144399"/>
                </a:cubicBezTo>
                <a:cubicBezTo>
                  <a:pt x="207894" y="144049"/>
                  <a:pt x="207808" y="143666"/>
                  <a:pt x="207808" y="143249"/>
                </a:cubicBezTo>
                <a:lnTo>
                  <a:pt x="207808" y="48797"/>
                </a:lnTo>
                <a:cubicBezTo>
                  <a:pt x="207808" y="48379"/>
                  <a:pt x="207894" y="47997"/>
                  <a:pt x="208068" y="47650"/>
                </a:cubicBezTo>
                <a:cubicBezTo>
                  <a:pt x="208242" y="47300"/>
                  <a:pt x="208572" y="47003"/>
                  <a:pt x="209059" y="46760"/>
                </a:cubicBezTo>
                <a:cubicBezTo>
                  <a:pt x="209545" y="46517"/>
                  <a:pt x="210153" y="46343"/>
                  <a:pt x="210883" y="46239"/>
                </a:cubicBezTo>
                <a:cubicBezTo>
                  <a:pt x="211613" y="46135"/>
                  <a:pt x="212569" y="46083"/>
                  <a:pt x="213750" y="46083"/>
                </a:cubicBezTo>
                <a:cubicBezTo>
                  <a:pt x="214932" y="46083"/>
                  <a:pt x="215905" y="46135"/>
                  <a:pt x="216670" y="46239"/>
                </a:cubicBezTo>
                <a:cubicBezTo>
                  <a:pt x="217434" y="46343"/>
                  <a:pt x="218025" y="46517"/>
                  <a:pt x="218442" y="46760"/>
                </a:cubicBezTo>
                <a:cubicBezTo>
                  <a:pt x="218859" y="47003"/>
                  <a:pt x="219154" y="47300"/>
                  <a:pt x="219328" y="47650"/>
                </a:cubicBezTo>
                <a:cubicBezTo>
                  <a:pt x="219502" y="47997"/>
                  <a:pt x="219589" y="48379"/>
                  <a:pt x="219589" y="48797"/>
                </a:cubicBezTo>
                <a:lnTo>
                  <a:pt x="219589" y="62155"/>
                </a:lnTo>
                <a:cubicBezTo>
                  <a:pt x="225010" y="56138"/>
                  <a:pt x="230154" y="51782"/>
                  <a:pt x="235019" y="49086"/>
                </a:cubicBezTo>
                <a:cubicBezTo>
                  <a:pt x="239885" y="46389"/>
                  <a:pt x="244715" y="45040"/>
                  <a:pt x="249511" y="45040"/>
                </a:cubicBezTo>
                <a:cubicBezTo>
                  <a:pt x="253473" y="45040"/>
                  <a:pt x="257000" y="45507"/>
                  <a:pt x="260093" y="46441"/>
                </a:cubicBezTo>
                <a:cubicBezTo>
                  <a:pt x="263187" y="47375"/>
                  <a:pt x="265915" y="48690"/>
                  <a:pt x="268278" y="50386"/>
                </a:cubicBezTo>
                <a:cubicBezTo>
                  <a:pt x="270641" y="52081"/>
                  <a:pt x="272657" y="54105"/>
                  <a:pt x="274325" y="56460"/>
                </a:cubicBezTo>
                <a:cubicBezTo>
                  <a:pt x="275993" y="58812"/>
                  <a:pt x="277348" y="61406"/>
                  <a:pt x="278391" y="64243"/>
                </a:cubicBezTo>
                <a:cubicBezTo>
                  <a:pt x="281658" y="60644"/>
                  <a:pt x="284733" y="57616"/>
                  <a:pt x="287618" y="55160"/>
                </a:cubicBezTo>
                <a:cubicBezTo>
                  <a:pt x="290502" y="52703"/>
                  <a:pt x="293248" y="50731"/>
                  <a:pt x="295854" y="49243"/>
                </a:cubicBezTo>
                <a:cubicBezTo>
                  <a:pt x="298461" y="47755"/>
                  <a:pt x="300980" y="46683"/>
                  <a:pt x="303413" y="46027"/>
                </a:cubicBezTo>
                <a:cubicBezTo>
                  <a:pt x="305846" y="45369"/>
                  <a:pt x="308244" y="45040"/>
                  <a:pt x="310607" y="45040"/>
                </a:cubicBezTo>
                <a:cubicBezTo>
                  <a:pt x="316515" y="45040"/>
                  <a:pt x="321502" y="46083"/>
                  <a:pt x="325568" y="48168"/>
                </a:cubicBezTo>
                <a:cubicBezTo>
                  <a:pt x="329634" y="50253"/>
                  <a:pt x="332901" y="53068"/>
                  <a:pt x="335369" y="56613"/>
                </a:cubicBezTo>
                <a:cubicBezTo>
                  <a:pt x="337836" y="60158"/>
                  <a:pt x="339608" y="64293"/>
                  <a:pt x="340686" y="69020"/>
                </a:cubicBezTo>
                <a:cubicBezTo>
                  <a:pt x="341763" y="73746"/>
                  <a:pt x="342302" y="78750"/>
                  <a:pt x="342302" y="84033"/>
                </a:cubicBezTo>
                <a:lnTo>
                  <a:pt x="342302" y="143252"/>
                </a:lnTo>
                <a:close/>
                <a:moveTo>
                  <a:pt x="459794" y="94719"/>
                </a:moveTo>
                <a:cubicBezTo>
                  <a:pt x="459794" y="102789"/>
                  <a:pt x="458908" y="110059"/>
                  <a:pt x="457136" y="116529"/>
                </a:cubicBezTo>
                <a:cubicBezTo>
                  <a:pt x="455363" y="123000"/>
                  <a:pt x="452757" y="128497"/>
                  <a:pt x="449316" y="133022"/>
                </a:cubicBezTo>
                <a:cubicBezTo>
                  <a:pt x="445876" y="137544"/>
                  <a:pt x="441619" y="141040"/>
                  <a:pt x="436545" y="143509"/>
                </a:cubicBezTo>
                <a:cubicBezTo>
                  <a:pt x="431471" y="145979"/>
                  <a:pt x="425667" y="147214"/>
                  <a:pt x="419133" y="147214"/>
                </a:cubicBezTo>
                <a:cubicBezTo>
                  <a:pt x="416353" y="147214"/>
                  <a:pt x="413747" y="146917"/>
                  <a:pt x="411314" y="146324"/>
                </a:cubicBezTo>
                <a:cubicBezTo>
                  <a:pt x="408881" y="145734"/>
                  <a:pt x="406501" y="144813"/>
                  <a:pt x="404172" y="143562"/>
                </a:cubicBezTo>
                <a:cubicBezTo>
                  <a:pt x="401844" y="142308"/>
                  <a:pt x="399515" y="140742"/>
                  <a:pt x="397187" y="138863"/>
                </a:cubicBezTo>
                <a:cubicBezTo>
                  <a:pt x="394858" y="136985"/>
                  <a:pt x="392408" y="134723"/>
                  <a:pt x="389836" y="132080"/>
                </a:cubicBezTo>
                <a:lnTo>
                  <a:pt x="389836" y="180785"/>
                </a:lnTo>
                <a:cubicBezTo>
                  <a:pt x="389836" y="181202"/>
                  <a:pt x="389732" y="181585"/>
                  <a:pt x="389524" y="181932"/>
                </a:cubicBezTo>
                <a:cubicBezTo>
                  <a:pt x="389315" y="182280"/>
                  <a:pt x="388985" y="182575"/>
                  <a:pt x="388533" y="182818"/>
                </a:cubicBezTo>
                <a:cubicBezTo>
                  <a:pt x="388081" y="183062"/>
                  <a:pt x="387456" y="183235"/>
                  <a:pt x="386657" y="183340"/>
                </a:cubicBezTo>
                <a:cubicBezTo>
                  <a:pt x="385857" y="183444"/>
                  <a:pt x="384832" y="183496"/>
                  <a:pt x="383581" y="183496"/>
                </a:cubicBezTo>
                <a:cubicBezTo>
                  <a:pt x="382399" y="183496"/>
                  <a:pt x="381409" y="183444"/>
                  <a:pt x="380610" y="183340"/>
                </a:cubicBezTo>
                <a:cubicBezTo>
                  <a:pt x="379810" y="183235"/>
                  <a:pt x="379167" y="183062"/>
                  <a:pt x="378681" y="182818"/>
                </a:cubicBezTo>
                <a:cubicBezTo>
                  <a:pt x="378194" y="182575"/>
                  <a:pt x="377864" y="182279"/>
                  <a:pt x="377690" y="181929"/>
                </a:cubicBezTo>
                <a:cubicBezTo>
                  <a:pt x="377517" y="181581"/>
                  <a:pt x="377430" y="181199"/>
                  <a:pt x="377430" y="180782"/>
                </a:cubicBezTo>
                <a:lnTo>
                  <a:pt x="377430" y="48797"/>
                </a:lnTo>
                <a:cubicBezTo>
                  <a:pt x="377430" y="48310"/>
                  <a:pt x="377517" y="47893"/>
                  <a:pt x="377690" y="47545"/>
                </a:cubicBezTo>
                <a:cubicBezTo>
                  <a:pt x="377864" y="47196"/>
                  <a:pt x="378177" y="46917"/>
                  <a:pt x="378629" y="46708"/>
                </a:cubicBezTo>
                <a:cubicBezTo>
                  <a:pt x="379080" y="46500"/>
                  <a:pt x="379671" y="46343"/>
                  <a:pt x="380401" y="46239"/>
                </a:cubicBezTo>
                <a:cubicBezTo>
                  <a:pt x="381131" y="46135"/>
                  <a:pt x="382017" y="46083"/>
                  <a:pt x="383060" y="46083"/>
                </a:cubicBezTo>
                <a:cubicBezTo>
                  <a:pt x="384102" y="46083"/>
                  <a:pt x="384971" y="46136"/>
                  <a:pt x="385666" y="46242"/>
                </a:cubicBezTo>
                <a:cubicBezTo>
                  <a:pt x="386361" y="46346"/>
                  <a:pt x="386952" y="46504"/>
                  <a:pt x="387439" y="46715"/>
                </a:cubicBezTo>
                <a:cubicBezTo>
                  <a:pt x="387925" y="46923"/>
                  <a:pt x="388273" y="47202"/>
                  <a:pt x="388481" y="47552"/>
                </a:cubicBezTo>
                <a:cubicBezTo>
                  <a:pt x="388690" y="47902"/>
                  <a:pt x="388794" y="48322"/>
                  <a:pt x="388794" y="48813"/>
                </a:cubicBezTo>
                <a:lnTo>
                  <a:pt x="388794" y="62572"/>
                </a:lnTo>
                <a:cubicBezTo>
                  <a:pt x="391713" y="59581"/>
                  <a:pt x="394493" y="56990"/>
                  <a:pt x="397135" y="54798"/>
                </a:cubicBezTo>
                <a:cubicBezTo>
                  <a:pt x="399776" y="52606"/>
                  <a:pt x="402417" y="50781"/>
                  <a:pt x="405058" y="49321"/>
                </a:cubicBezTo>
                <a:cubicBezTo>
                  <a:pt x="407700" y="47859"/>
                  <a:pt x="410410" y="46781"/>
                  <a:pt x="413191" y="46086"/>
                </a:cubicBezTo>
                <a:cubicBezTo>
                  <a:pt x="415971" y="45389"/>
                  <a:pt x="418925" y="45040"/>
                  <a:pt x="422053" y="45040"/>
                </a:cubicBezTo>
                <a:cubicBezTo>
                  <a:pt x="428864" y="45040"/>
                  <a:pt x="434668" y="46344"/>
                  <a:pt x="439464" y="48953"/>
                </a:cubicBezTo>
                <a:cubicBezTo>
                  <a:pt x="444260" y="51562"/>
                  <a:pt x="448169" y="55128"/>
                  <a:pt x="451193" y="59653"/>
                </a:cubicBezTo>
                <a:cubicBezTo>
                  <a:pt x="454216" y="64175"/>
                  <a:pt x="456406" y="69445"/>
                  <a:pt x="457761" y="75464"/>
                </a:cubicBezTo>
                <a:cubicBezTo>
                  <a:pt x="459117" y="81481"/>
                  <a:pt x="459794" y="87899"/>
                  <a:pt x="459794" y="94719"/>
                </a:cubicBezTo>
                <a:moveTo>
                  <a:pt x="446762" y="96700"/>
                </a:moveTo>
                <a:cubicBezTo>
                  <a:pt x="446762" y="91411"/>
                  <a:pt x="446345" y="86314"/>
                  <a:pt x="445511" y="81407"/>
                </a:cubicBezTo>
                <a:cubicBezTo>
                  <a:pt x="444677" y="76500"/>
                  <a:pt x="443269" y="72133"/>
                  <a:pt x="441288" y="68306"/>
                </a:cubicBezTo>
                <a:cubicBezTo>
                  <a:pt x="439307" y="64479"/>
                  <a:pt x="436666" y="61417"/>
                  <a:pt x="433365" y="59121"/>
                </a:cubicBezTo>
                <a:cubicBezTo>
                  <a:pt x="430063" y="56823"/>
                  <a:pt x="425910" y="55674"/>
                  <a:pt x="420906" y="55674"/>
                </a:cubicBezTo>
                <a:cubicBezTo>
                  <a:pt x="418403" y="55674"/>
                  <a:pt x="415953" y="56023"/>
                  <a:pt x="413555" y="56720"/>
                </a:cubicBezTo>
                <a:cubicBezTo>
                  <a:pt x="411157" y="57415"/>
                  <a:pt x="408707" y="58563"/>
                  <a:pt x="406205" y="60164"/>
                </a:cubicBezTo>
                <a:cubicBezTo>
                  <a:pt x="403703" y="61765"/>
                  <a:pt x="401096" y="63836"/>
                  <a:pt x="398386" y="66377"/>
                </a:cubicBezTo>
                <a:cubicBezTo>
                  <a:pt x="395675" y="68919"/>
                  <a:pt x="392825" y="72069"/>
                  <a:pt x="389836" y="75829"/>
                </a:cubicBezTo>
                <a:lnTo>
                  <a:pt x="389836" y="116949"/>
                </a:lnTo>
                <a:cubicBezTo>
                  <a:pt x="395049" y="123283"/>
                  <a:pt x="400037" y="128139"/>
                  <a:pt x="404798" y="131516"/>
                </a:cubicBezTo>
                <a:cubicBezTo>
                  <a:pt x="409559" y="134892"/>
                  <a:pt x="414546" y="136579"/>
                  <a:pt x="419759" y="136579"/>
                </a:cubicBezTo>
                <a:cubicBezTo>
                  <a:pt x="424555" y="136579"/>
                  <a:pt x="428673" y="135414"/>
                  <a:pt x="432114" y="133084"/>
                </a:cubicBezTo>
                <a:cubicBezTo>
                  <a:pt x="435554" y="130751"/>
                  <a:pt x="438352" y="127688"/>
                  <a:pt x="440506" y="123896"/>
                </a:cubicBezTo>
                <a:cubicBezTo>
                  <a:pt x="442661" y="120103"/>
                  <a:pt x="444242" y="115823"/>
                  <a:pt x="445250" y="111056"/>
                </a:cubicBezTo>
                <a:cubicBezTo>
                  <a:pt x="446258" y="106288"/>
                  <a:pt x="446762" y="101503"/>
                  <a:pt x="446762" y="96700"/>
                </a:cubicBezTo>
                <a:close/>
                <a:moveTo>
                  <a:pt x="500313" y="143252"/>
                </a:moveTo>
                <a:cubicBezTo>
                  <a:pt x="500313" y="143669"/>
                  <a:pt x="500209" y="144051"/>
                  <a:pt x="500000" y="144399"/>
                </a:cubicBezTo>
                <a:cubicBezTo>
                  <a:pt x="499792" y="144746"/>
                  <a:pt x="499462" y="145024"/>
                  <a:pt x="499010" y="145233"/>
                </a:cubicBezTo>
                <a:cubicBezTo>
                  <a:pt x="498558" y="145441"/>
                  <a:pt x="497933" y="145615"/>
                  <a:pt x="497133" y="145754"/>
                </a:cubicBezTo>
                <a:cubicBezTo>
                  <a:pt x="496334" y="145893"/>
                  <a:pt x="495309" y="145963"/>
                  <a:pt x="494058" y="145963"/>
                </a:cubicBezTo>
                <a:cubicBezTo>
                  <a:pt x="492876" y="145963"/>
                  <a:pt x="491886" y="145893"/>
                  <a:pt x="491086" y="145754"/>
                </a:cubicBezTo>
                <a:cubicBezTo>
                  <a:pt x="490287" y="145615"/>
                  <a:pt x="489644" y="145441"/>
                  <a:pt x="489157" y="145233"/>
                </a:cubicBezTo>
                <a:cubicBezTo>
                  <a:pt x="488671" y="145024"/>
                  <a:pt x="488341" y="144746"/>
                  <a:pt x="488167" y="144399"/>
                </a:cubicBezTo>
                <a:cubicBezTo>
                  <a:pt x="487993" y="144051"/>
                  <a:pt x="487906" y="143669"/>
                  <a:pt x="487906" y="143252"/>
                </a:cubicBezTo>
                <a:lnTo>
                  <a:pt x="487906" y="2711"/>
                </a:lnTo>
                <a:cubicBezTo>
                  <a:pt x="487906" y="2294"/>
                  <a:pt x="487993" y="1911"/>
                  <a:pt x="488167" y="1564"/>
                </a:cubicBezTo>
                <a:cubicBezTo>
                  <a:pt x="488341" y="1216"/>
                  <a:pt x="488671" y="921"/>
                  <a:pt x="489157" y="678"/>
                </a:cubicBezTo>
                <a:cubicBezTo>
                  <a:pt x="489644" y="434"/>
                  <a:pt x="490287" y="261"/>
                  <a:pt x="491086" y="156"/>
                </a:cubicBezTo>
                <a:cubicBezTo>
                  <a:pt x="491886" y="52"/>
                  <a:pt x="492876" y="0"/>
                  <a:pt x="494058" y="0"/>
                </a:cubicBezTo>
                <a:cubicBezTo>
                  <a:pt x="495309" y="0"/>
                  <a:pt x="496334" y="52"/>
                  <a:pt x="497133" y="156"/>
                </a:cubicBezTo>
                <a:cubicBezTo>
                  <a:pt x="497933" y="261"/>
                  <a:pt x="498558" y="434"/>
                  <a:pt x="499010" y="678"/>
                </a:cubicBezTo>
                <a:cubicBezTo>
                  <a:pt x="499462" y="921"/>
                  <a:pt x="499792" y="1216"/>
                  <a:pt x="500000" y="1564"/>
                </a:cubicBezTo>
                <a:cubicBezTo>
                  <a:pt x="500209" y="1911"/>
                  <a:pt x="500313" y="2294"/>
                  <a:pt x="500313" y="2711"/>
                </a:cubicBezTo>
                <a:lnTo>
                  <a:pt x="500313" y="143252"/>
                </a:lnTo>
                <a:close/>
                <a:moveTo>
                  <a:pt x="612550" y="91227"/>
                </a:moveTo>
                <a:cubicBezTo>
                  <a:pt x="612550" y="93729"/>
                  <a:pt x="611890" y="95449"/>
                  <a:pt x="610569" y="96388"/>
                </a:cubicBezTo>
                <a:cubicBezTo>
                  <a:pt x="609249" y="97326"/>
                  <a:pt x="607963" y="97795"/>
                  <a:pt x="606712" y="97795"/>
                </a:cubicBezTo>
                <a:lnTo>
                  <a:pt x="542384" y="97795"/>
                </a:lnTo>
                <a:cubicBezTo>
                  <a:pt x="542384" y="103649"/>
                  <a:pt x="542957" y="108945"/>
                  <a:pt x="544104" y="113685"/>
                </a:cubicBezTo>
                <a:cubicBezTo>
                  <a:pt x="545251" y="118424"/>
                  <a:pt x="547145" y="122484"/>
                  <a:pt x="549786" y="125864"/>
                </a:cubicBezTo>
                <a:cubicBezTo>
                  <a:pt x="552428" y="129243"/>
                  <a:pt x="555868" y="131840"/>
                  <a:pt x="560108" y="133654"/>
                </a:cubicBezTo>
                <a:cubicBezTo>
                  <a:pt x="564348" y="135465"/>
                  <a:pt x="569561" y="136371"/>
                  <a:pt x="575747" y="136371"/>
                </a:cubicBezTo>
                <a:cubicBezTo>
                  <a:pt x="580126" y="136371"/>
                  <a:pt x="584053" y="135983"/>
                  <a:pt x="587528" y="135208"/>
                </a:cubicBezTo>
                <a:cubicBezTo>
                  <a:pt x="591003" y="134432"/>
                  <a:pt x="594010" y="133569"/>
                  <a:pt x="596547" y="132618"/>
                </a:cubicBezTo>
                <a:cubicBezTo>
                  <a:pt x="599084" y="131666"/>
                  <a:pt x="601169" y="130803"/>
                  <a:pt x="602802" y="130027"/>
                </a:cubicBezTo>
                <a:cubicBezTo>
                  <a:pt x="604436" y="129252"/>
                  <a:pt x="605600" y="128864"/>
                  <a:pt x="606295" y="128864"/>
                </a:cubicBezTo>
                <a:cubicBezTo>
                  <a:pt x="606712" y="128864"/>
                  <a:pt x="607094" y="128970"/>
                  <a:pt x="607442" y="129180"/>
                </a:cubicBezTo>
                <a:cubicBezTo>
                  <a:pt x="607789" y="129391"/>
                  <a:pt x="608067" y="129724"/>
                  <a:pt x="608276" y="130181"/>
                </a:cubicBezTo>
                <a:cubicBezTo>
                  <a:pt x="608484" y="130637"/>
                  <a:pt x="608641" y="131216"/>
                  <a:pt x="608745" y="131917"/>
                </a:cubicBezTo>
                <a:cubicBezTo>
                  <a:pt x="608849" y="132619"/>
                  <a:pt x="608901" y="133495"/>
                  <a:pt x="608901" y="134546"/>
                </a:cubicBezTo>
                <a:cubicBezTo>
                  <a:pt x="608901" y="135039"/>
                  <a:pt x="608867" y="135514"/>
                  <a:pt x="608797" y="135970"/>
                </a:cubicBezTo>
                <a:cubicBezTo>
                  <a:pt x="608728" y="136426"/>
                  <a:pt x="608641" y="136848"/>
                  <a:pt x="608536" y="137234"/>
                </a:cubicBezTo>
                <a:cubicBezTo>
                  <a:pt x="608432" y="137619"/>
                  <a:pt x="608276" y="137987"/>
                  <a:pt x="608067" y="138339"/>
                </a:cubicBezTo>
                <a:cubicBezTo>
                  <a:pt x="607859" y="138689"/>
                  <a:pt x="607581" y="139039"/>
                  <a:pt x="607233" y="139391"/>
                </a:cubicBezTo>
                <a:cubicBezTo>
                  <a:pt x="606886" y="139741"/>
                  <a:pt x="605808" y="140350"/>
                  <a:pt x="604001" y="141219"/>
                </a:cubicBezTo>
                <a:cubicBezTo>
                  <a:pt x="602194" y="142088"/>
                  <a:pt x="599831" y="142957"/>
                  <a:pt x="596911" y="143825"/>
                </a:cubicBezTo>
                <a:cubicBezTo>
                  <a:pt x="593992" y="144694"/>
                  <a:pt x="590604" y="145476"/>
                  <a:pt x="586746" y="146171"/>
                </a:cubicBezTo>
                <a:cubicBezTo>
                  <a:pt x="582889" y="146866"/>
                  <a:pt x="578736" y="147214"/>
                  <a:pt x="574287" y="147214"/>
                </a:cubicBezTo>
                <a:cubicBezTo>
                  <a:pt x="566989" y="147214"/>
                  <a:pt x="560525" y="146118"/>
                  <a:pt x="554895" y="143926"/>
                </a:cubicBezTo>
                <a:cubicBezTo>
                  <a:pt x="549265" y="141735"/>
                  <a:pt x="544539" y="138500"/>
                  <a:pt x="540716" y="134221"/>
                </a:cubicBezTo>
                <a:cubicBezTo>
                  <a:pt x="536893" y="129942"/>
                  <a:pt x="533991" y="124636"/>
                  <a:pt x="532010" y="118305"/>
                </a:cubicBezTo>
                <a:cubicBezTo>
                  <a:pt x="530029" y="111973"/>
                  <a:pt x="529039" y="104633"/>
                  <a:pt x="529039" y="96283"/>
                </a:cubicBezTo>
                <a:cubicBezTo>
                  <a:pt x="529039" y="88281"/>
                  <a:pt x="530064" y="81115"/>
                  <a:pt x="532114" y="74783"/>
                </a:cubicBezTo>
                <a:cubicBezTo>
                  <a:pt x="534165" y="68452"/>
                  <a:pt x="537102" y="63077"/>
                  <a:pt x="540924" y="58659"/>
                </a:cubicBezTo>
                <a:cubicBezTo>
                  <a:pt x="544747" y="54241"/>
                  <a:pt x="549352" y="50867"/>
                  <a:pt x="554739" y="48536"/>
                </a:cubicBezTo>
                <a:cubicBezTo>
                  <a:pt x="560125" y="46205"/>
                  <a:pt x="566120" y="45040"/>
                  <a:pt x="572723" y="45040"/>
                </a:cubicBezTo>
                <a:cubicBezTo>
                  <a:pt x="579813" y="45040"/>
                  <a:pt x="585860" y="46222"/>
                  <a:pt x="590864" y="48585"/>
                </a:cubicBezTo>
                <a:cubicBezTo>
                  <a:pt x="595869" y="50948"/>
                  <a:pt x="599987" y="54128"/>
                  <a:pt x="603219" y="58124"/>
                </a:cubicBezTo>
                <a:cubicBezTo>
                  <a:pt x="606451" y="62121"/>
                  <a:pt x="608814" y="66761"/>
                  <a:pt x="610309" y="72043"/>
                </a:cubicBezTo>
                <a:cubicBezTo>
                  <a:pt x="611803" y="77326"/>
                  <a:pt x="612550" y="82886"/>
                  <a:pt x="612550" y="88725"/>
                </a:cubicBezTo>
                <a:lnTo>
                  <a:pt x="612550" y="91227"/>
                </a:lnTo>
                <a:moveTo>
                  <a:pt x="599726" y="87578"/>
                </a:moveTo>
                <a:cubicBezTo>
                  <a:pt x="599935" y="77569"/>
                  <a:pt x="597641" y="69749"/>
                  <a:pt x="592845" y="64119"/>
                </a:cubicBezTo>
                <a:cubicBezTo>
                  <a:pt x="588049" y="58489"/>
                  <a:pt x="581064" y="55674"/>
                  <a:pt x="571889" y="55674"/>
                </a:cubicBezTo>
                <a:cubicBezTo>
                  <a:pt x="567163" y="55674"/>
                  <a:pt x="563010" y="56561"/>
                  <a:pt x="559430" y="58333"/>
                </a:cubicBezTo>
                <a:cubicBezTo>
                  <a:pt x="555851" y="60105"/>
                  <a:pt x="552827" y="62451"/>
                  <a:pt x="550360" y="65370"/>
                </a:cubicBezTo>
                <a:cubicBezTo>
                  <a:pt x="547892" y="68290"/>
                  <a:pt x="545998" y="71678"/>
                  <a:pt x="544678" y="75536"/>
                </a:cubicBezTo>
                <a:cubicBezTo>
                  <a:pt x="543357" y="79393"/>
                  <a:pt x="542592" y="83407"/>
                  <a:pt x="542384" y="87578"/>
                </a:cubicBezTo>
                <a:lnTo>
                  <a:pt x="599726" y="87578"/>
                </a:lnTo>
                <a:close/>
                <a:moveTo>
                  <a:pt x="700640" y="143249"/>
                </a:moveTo>
                <a:cubicBezTo>
                  <a:pt x="700640" y="143666"/>
                  <a:pt x="700536" y="144049"/>
                  <a:pt x="700327" y="144399"/>
                </a:cubicBezTo>
                <a:cubicBezTo>
                  <a:pt x="700119" y="144746"/>
                  <a:pt x="699789" y="145024"/>
                  <a:pt x="699337" y="145233"/>
                </a:cubicBezTo>
                <a:cubicBezTo>
                  <a:pt x="698885" y="145441"/>
                  <a:pt x="698260" y="145615"/>
                  <a:pt x="697460" y="145754"/>
                </a:cubicBezTo>
                <a:cubicBezTo>
                  <a:pt x="696661" y="145893"/>
                  <a:pt x="695636" y="145963"/>
                  <a:pt x="694385" y="145963"/>
                </a:cubicBezTo>
                <a:cubicBezTo>
                  <a:pt x="693203" y="145963"/>
                  <a:pt x="692213" y="145893"/>
                  <a:pt x="691413" y="145754"/>
                </a:cubicBezTo>
                <a:cubicBezTo>
                  <a:pt x="690614" y="145615"/>
                  <a:pt x="689971" y="145441"/>
                  <a:pt x="689484" y="145233"/>
                </a:cubicBezTo>
                <a:cubicBezTo>
                  <a:pt x="688998" y="145024"/>
                  <a:pt x="688668" y="144746"/>
                  <a:pt x="688494" y="144399"/>
                </a:cubicBezTo>
                <a:cubicBezTo>
                  <a:pt x="688320" y="144049"/>
                  <a:pt x="688233" y="143666"/>
                  <a:pt x="688233" y="143249"/>
                </a:cubicBezTo>
                <a:lnTo>
                  <a:pt x="688233" y="48797"/>
                </a:lnTo>
                <a:cubicBezTo>
                  <a:pt x="688233" y="48379"/>
                  <a:pt x="688320" y="47997"/>
                  <a:pt x="688494" y="47650"/>
                </a:cubicBezTo>
                <a:cubicBezTo>
                  <a:pt x="688668" y="47300"/>
                  <a:pt x="688998" y="47003"/>
                  <a:pt x="689484" y="46760"/>
                </a:cubicBezTo>
                <a:cubicBezTo>
                  <a:pt x="689971" y="46517"/>
                  <a:pt x="690614" y="46343"/>
                  <a:pt x="691413" y="46239"/>
                </a:cubicBezTo>
                <a:cubicBezTo>
                  <a:pt x="692213" y="46135"/>
                  <a:pt x="693203" y="46083"/>
                  <a:pt x="694385" y="46083"/>
                </a:cubicBezTo>
                <a:cubicBezTo>
                  <a:pt x="695636" y="46083"/>
                  <a:pt x="696661" y="46135"/>
                  <a:pt x="697460" y="46239"/>
                </a:cubicBezTo>
                <a:cubicBezTo>
                  <a:pt x="698260" y="46343"/>
                  <a:pt x="698885" y="46517"/>
                  <a:pt x="699337" y="46760"/>
                </a:cubicBezTo>
                <a:cubicBezTo>
                  <a:pt x="699789" y="47003"/>
                  <a:pt x="700119" y="47300"/>
                  <a:pt x="700327" y="47650"/>
                </a:cubicBezTo>
                <a:cubicBezTo>
                  <a:pt x="700536" y="47997"/>
                  <a:pt x="700640" y="48379"/>
                  <a:pt x="700640" y="48797"/>
                </a:cubicBezTo>
                <a:lnTo>
                  <a:pt x="700640" y="143249"/>
                </a:lnTo>
                <a:moveTo>
                  <a:pt x="702517" y="16838"/>
                </a:moveTo>
                <a:cubicBezTo>
                  <a:pt x="702517" y="20194"/>
                  <a:pt x="701926" y="22467"/>
                  <a:pt x="700744" y="23657"/>
                </a:cubicBezTo>
                <a:cubicBezTo>
                  <a:pt x="699563" y="24845"/>
                  <a:pt x="697408" y="25439"/>
                  <a:pt x="694280" y="25439"/>
                </a:cubicBezTo>
                <a:cubicBezTo>
                  <a:pt x="691222" y="25439"/>
                  <a:pt x="689120" y="24863"/>
                  <a:pt x="687973" y="23709"/>
                </a:cubicBezTo>
                <a:cubicBezTo>
                  <a:pt x="686826" y="22556"/>
                  <a:pt x="686252" y="20300"/>
                  <a:pt x="686252" y="16942"/>
                </a:cubicBezTo>
                <a:cubicBezTo>
                  <a:pt x="686252" y="13586"/>
                  <a:pt x="686843" y="11314"/>
                  <a:pt x="688025" y="10126"/>
                </a:cubicBezTo>
                <a:cubicBezTo>
                  <a:pt x="689206" y="8936"/>
                  <a:pt x="691361" y="8341"/>
                  <a:pt x="694489" y="8341"/>
                </a:cubicBezTo>
                <a:cubicBezTo>
                  <a:pt x="697547" y="8341"/>
                  <a:pt x="699650" y="8917"/>
                  <a:pt x="700797" y="10071"/>
                </a:cubicBezTo>
                <a:cubicBezTo>
                  <a:pt x="701943" y="11224"/>
                  <a:pt x="702517" y="13480"/>
                  <a:pt x="702517" y="16838"/>
                </a:cubicBezTo>
                <a:close/>
                <a:moveTo>
                  <a:pt x="812461" y="143252"/>
                </a:moveTo>
                <a:cubicBezTo>
                  <a:pt x="812461" y="143669"/>
                  <a:pt x="812356" y="144051"/>
                  <a:pt x="812148" y="144399"/>
                </a:cubicBezTo>
                <a:cubicBezTo>
                  <a:pt x="811939" y="144746"/>
                  <a:pt x="811609" y="145024"/>
                  <a:pt x="811157" y="145233"/>
                </a:cubicBezTo>
                <a:cubicBezTo>
                  <a:pt x="810706" y="145441"/>
                  <a:pt x="810080" y="145615"/>
                  <a:pt x="809281" y="145754"/>
                </a:cubicBezTo>
                <a:cubicBezTo>
                  <a:pt x="808481" y="145893"/>
                  <a:pt x="807491" y="145963"/>
                  <a:pt x="806309" y="145963"/>
                </a:cubicBezTo>
                <a:cubicBezTo>
                  <a:pt x="805058" y="145963"/>
                  <a:pt x="804033" y="145893"/>
                  <a:pt x="803234" y="145754"/>
                </a:cubicBezTo>
                <a:cubicBezTo>
                  <a:pt x="802434" y="145615"/>
                  <a:pt x="801809" y="145441"/>
                  <a:pt x="801357" y="145233"/>
                </a:cubicBezTo>
                <a:cubicBezTo>
                  <a:pt x="800905" y="145024"/>
                  <a:pt x="800575" y="144746"/>
                  <a:pt x="800367" y="144399"/>
                </a:cubicBezTo>
                <a:cubicBezTo>
                  <a:pt x="800158" y="144051"/>
                  <a:pt x="800054" y="143669"/>
                  <a:pt x="800054" y="143252"/>
                </a:cubicBezTo>
                <a:lnTo>
                  <a:pt x="800054" y="87265"/>
                </a:lnTo>
                <a:cubicBezTo>
                  <a:pt x="800054" y="81426"/>
                  <a:pt x="799602" y="76683"/>
                  <a:pt x="798698" y="73034"/>
                </a:cubicBezTo>
                <a:cubicBezTo>
                  <a:pt x="797795" y="69384"/>
                  <a:pt x="796439" y="66257"/>
                  <a:pt x="794632" y="63650"/>
                </a:cubicBezTo>
                <a:cubicBezTo>
                  <a:pt x="792825" y="61044"/>
                  <a:pt x="790514" y="59028"/>
                  <a:pt x="787699" y="57603"/>
                </a:cubicBezTo>
                <a:cubicBezTo>
                  <a:pt x="784884" y="56178"/>
                  <a:pt x="781600" y="55466"/>
                  <a:pt x="777847" y="55466"/>
                </a:cubicBezTo>
                <a:cubicBezTo>
                  <a:pt x="773051" y="55466"/>
                  <a:pt x="768255" y="57169"/>
                  <a:pt x="763459" y="60575"/>
                </a:cubicBezTo>
                <a:cubicBezTo>
                  <a:pt x="758663" y="63980"/>
                  <a:pt x="753624" y="68985"/>
                  <a:pt x="748341" y="75588"/>
                </a:cubicBezTo>
                <a:lnTo>
                  <a:pt x="748341" y="143252"/>
                </a:lnTo>
                <a:cubicBezTo>
                  <a:pt x="748341" y="143669"/>
                  <a:pt x="748237" y="144051"/>
                  <a:pt x="748029" y="144399"/>
                </a:cubicBezTo>
                <a:cubicBezTo>
                  <a:pt x="747820" y="144746"/>
                  <a:pt x="747490" y="145024"/>
                  <a:pt x="747038" y="145233"/>
                </a:cubicBezTo>
                <a:cubicBezTo>
                  <a:pt x="746586" y="145441"/>
                  <a:pt x="745961" y="145615"/>
                  <a:pt x="745161" y="145754"/>
                </a:cubicBezTo>
                <a:cubicBezTo>
                  <a:pt x="744362" y="145893"/>
                  <a:pt x="743337" y="145963"/>
                  <a:pt x="742086" y="145963"/>
                </a:cubicBezTo>
                <a:cubicBezTo>
                  <a:pt x="740904" y="145963"/>
                  <a:pt x="739914" y="145893"/>
                  <a:pt x="739114" y="145754"/>
                </a:cubicBezTo>
                <a:cubicBezTo>
                  <a:pt x="738315" y="145615"/>
                  <a:pt x="737672" y="145441"/>
                  <a:pt x="737186" y="145233"/>
                </a:cubicBezTo>
                <a:cubicBezTo>
                  <a:pt x="736699" y="145024"/>
                  <a:pt x="736369" y="144746"/>
                  <a:pt x="736195" y="144399"/>
                </a:cubicBezTo>
                <a:cubicBezTo>
                  <a:pt x="736021" y="144049"/>
                  <a:pt x="735934" y="143666"/>
                  <a:pt x="735934" y="143249"/>
                </a:cubicBezTo>
                <a:lnTo>
                  <a:pt x="735934" y="48797"/>
                </a:lnTo>
                <a:cubicBezTo>
                  <a:pt x="735934" y="48379"/>
                  <a:pt x="736021" y="47997"/>
                  <a:pt x="736195" y="47650"/>
                </a:cubicBezTo>
                <a:cubicBezTo>
                  <a:pt x="736369" y="47300"/>
                  <a:pt x="736699" y="47003"/>
                  <a:pt x="737186" y="46760"/>
                </a:cubicBezTo>
                <a:cubicBezTo>
                  <a:pt x="737672" y="46517"/>
                  <a:pt x="738280" y="46343"/>
                  <a:pt x="739010" y="46239"/>
                </a:cubicBezTo>
                <a:cubicBezTo>
                  <a:pt x="739740" y="46135"/>
                  <a:pt x="740696" y="46083"/>
                  <a:pt x="741877" y="46083"/>
                </a:cubicBezTo>
                <a:cubicBezTo>
                  <a:pt x="743059" y="46083"/>
                  <a:pt x="744032" y="46135"/>
                  <a:pt x="744796" y="46239"/>
                </a:cubicBezTo>
                <a:cubicBezTo>
                  <a:pt x="745561" y="46343"/>
                  <a:pt x="746152" y="46517"/>
                  <a:pt x="746569" y="46760"/>
                </a:cubicBezTo>
                <a:cubicBezTo>
                  <a:pt x="746986" y="47003"/>
                  <a:pt x="747281" y="47300"/>
                  <a:pt x="747455" y="47650"/>
                </a:cubicBezTo>
                <a:cubicBezTo>
                  <a:pt x="747629" y="47997"/>
                  <a:pt x="747716" y="48379"/>
                  <a:pt x="747716" y="48797"/>
                </a:cubicBezTo>
                <a:lnTo>
                  <a:pt x="747716" y="62155"/>
                </a:lnTo>
                <a:cubicBezTo>
                  <a:pt x="753137" y="56138"/>
                  <a:pt x="758454" y="51782"/>
                  <a:pt x="763667" y="49086"/>
                </a:cubicBezTo>
                <a:cubicBezTo>
                  <a:pt x="768880" y="46389"/>
                  <a:pt x="774059" y="45040"/>
                  <a:pt x="779202" y="45040"/>
                </a:cubicBezTo>
                <a:cubicBezTo>
                  <a:pt x="785388" y="45040"/>
                  <a:pt x="790601" y="46083"/>
                  <a:pt x="794841" y="48168"/>
                </a:cubicBezTo>
                <a:cubicBezTo>
                  <a:pt x="799081" y="50253"/>
                  <a:pt x="802504" y="53068"/>
                  <a:pt x="805110" y="56613"/>
                </a:cubicBezTo>
                <a:cubicBezTo>
                  <a:pt x="807717" y="60158"/>
                  <a:pt x="809594" y="64293"/>
                  <a:pt x="810740" y="69020"/>
                </a:cubicBezTo>
                <a:cubicBezTo>
                  <a:pt x="811887" y="73746"/>
                  <a:pt x="812461" y="79445"/>
                  <a:pt x="812461" y="86118"/>
                </a:cubicBezTo>
                <a:lnTo>
                  <a:pt x="812461" y="143252"/>
                </a:lnTo>
                <a:close/>
                <a:moveTo>
                  <a:pt x="860694" y="148048"/>
                </a:moveTo>
                <a:cubicBezTo>
                  <a:pt x="860694" y="154810"/>
                  <a:pt x="860225" y="160246"/>
                  <a:pt x="859287" y="164358"/>
                </a:cubicBezTo>
                <a:cubicBezTo>
                  <a:pt x="858349" y="168472"/>
                  <a:pt x="856854" y="171958"/>
                  <a:pt x="854804" y="174816"/>
                </a:cubicBezTo>
                <a:cubicBezTo>
                  <a:pt x="852753" y="177675"/>
                  <a:pt x="850077" y="179836"/>
                  <a:pt x="846776" y="181300"/>
                </a:cubicBezTo>
                <a:cubicBezTo>
                  <a:pt x="843474" y="182764"/>
                  <a:pt x="839425" y="183496"/>
                  <a:pt x="834630" y="183496"/>
                </a:cubicBezTo>
                <a:cubicBezTo>
                  <a:pt x="832822" y="183496"/>
                  <a:pt x="831241" y="183374"/>
                  <a:pt x="829886" y="183131"/>
                </a:cubicBezTo>
                <a:cubicBezTo>
                  <a:pt x="828530" y="182888"/>
                  <a:pt x="827470" y="182627"/>
                  <a:pt x="826706" y="182349"/>
                </a:cubicBezTo>
                <a:cubicBezTo>
                  <a:pt x="825941" y="182071"/>
                  <a:pt x="825403" y="181741"/>
                  <a:pt x="825090" y="181359"/>
                </a:cubicBezTo>
                <a:cubicBezTo>
                  <a:pt x="824777" y="180976"/>
                  <a:pt x="824569" y="180559"/>
                  <a:pt x="824464" y="180108"/>
                </a:cubicBezTo>
                <a:cubicBezTo>
                  <a:pt x="824360" y="179656"/>
                  <a:pt x="824291" y="179221"/>
                  <a:pt x="824256" y="178804"/>
                </a:cubicBezTo>
                <a:cubicBezTo>
                  <a:pt x="824221" y="178387"/>
                  <a:pt x="824204" y="177901"/>
                  <a:pt x="824204" y="177345"/>
                </a:cubicBezTo>
                <a:cubicBezTo>
                  <a:pt x="824204" y="176441"/>
                  <a:pt x="824256" y="175659"/>
                  <a:pt x="824360" y="174999"/>
                </a:cubicBezTo>
                <a:cubicBezTo>
                  <a:pt x="824464" y="174339"/>
                  <a:pt x="824621" y="173800"/>
                  <a:pt x="824829" y="173383"/>
                </a:cubicBezTo>
                <a:cubicBezTo>
                  <a:pt x="825038" y="172966"/>
                  <a:pt x="825298" y="172653"/>
                  <a:pt x="825611" y="172445"/>
                </a:cubicBezTo>
                <a:cubicBezTo>
                  <a:pt x="825924" y="172236"/>
                  <a:pt x="826289" y="172132"/>
                  <a:pt x="826706" y="172132"/>
                </a:cubicBezTo>
                <a:cubicBezTo>
                  <a:pt x="827123" y="172132"/>
                  <a:pt x="827974" y="172219"/>
                  <a:pt x="829260" y="172392"/>
                </a:cubicBezTo>
                <a:cubicBezTo>
                  <a:pt x="830546" y="172566"/>
                  <a:pt x="832127" y="172653"/>
                  <a:pt x="834004" y="172653"/>
                </a:cubicBezTo>
                <a:cubicBezTo>
                  <a:pt x="836576" y="172653"/>
                  <a:pt x="838765" y="172269"/>
                  <a:pt x="840572" y="171500"/>
                </a:cubicBezTo>
                <a:cubicBezTo>
                  <a:pt x="842379" y="170733"/>
                  <a:pt x="843856" y="169459"/>
                  <a:pt x="845003" y="167678"/>
                </a:cubicBezTo>
                <a:cubicBezTo>
                  <a:pt x="846150" y="165899"/>
                  <a:pt x="846984" y="163578"/>
                  <a:pt x="847506" y="160715"/>
                </a:cubicBezTo>
                <a:cubicBezTo>
                  <a:pt x="848027" y="157855"/>
                  <a:pt x="848288" y="153632"/>
                  <a:pt x="848288" y="148048"/>
                </a:cubicBezTo>
                <a:lnTo>
                  <a:pt x="848288" y="48797"/>
                </a:lnTo>
                <a:cubicBezTo>
                  <a:pt x="848288" y="48379"/>
                  <a:pt x="848392" y="47997"/>
                  <a:pt x="848600" y="47650"/>
                </a:cubicBezTo>
                <a:cubicBezTo>
                  <a:pt x="848809" y="47300"/>
                  <a:pt x="849139" y="47003"/>
                  <a:pt x="849591" y="46760"/>
                </a:cubicBezTo>
                <a:cubicBezTo>
                  <a:pt x="850043" y="46517"/>
                  <a:pt x="850668" y="46343"/>
                  <a:pt x="851467" y="46239"/>
                </a:cubicBezTo>
                <a:cubicBezTo>
                  <a:pt x="852267" y="46135"/>
                  <a:pt x="853292" y="46083"/>
                  <a:pt x="854543" y="46083"/>
                </a:cubicBezTo>
                <a:cubicBezTo>
                  <a:pt x="855725" y="46083"/>
                  <a:pt x="856715" y="46135"/>
                  <a:pt x="857514" y="46239"/>
                </a:cubicBezTo>
                <a:cubicBezTo>
                  <a:pt x="858314" y="46343"/>
                  <a:pt x="858939" y="46517"/>
                  <a:pt x="859391" y="46760"/>
                </a:cubicBezTo>
                <a:cubicBezTo>
                  <a:pt x="859843" y="47003"/>
                  <a:pt x="860173" y="47300"/>
                  <a:pt x="860382" y="47650"/>
                </a:cubicBezTo>
                <a:cubicBezTo>
                  <a:pt x="860590" y="47997"/>
                  <a:pt x="860694" y="48379"/>
                  <a:pt x="860694" y="48797"/>
                </a:cubicBezTo>
                <a:lnTo>
                  <a:pt x="860694" y="148048"/>
                </a:lnTo>
                <a:moveTo>
                  <a:pt x="862675" y="16838"/>
                </a:moveTo>
                <a:cubicBezTo>
                  <a:pt x="862675" y="20194"/>
                  <a:pt x="862084" y="22467"/>
                  <a:pt x="860903" y="23657"/>
                </a:cubicBezTo>
                <a:cubicBezTo>
                  <a:pt x="859721" y="24845"/>
                  <a:pt x="857567" y="25439"/>
                  <a:pt x="854439" y="25439"/>
                </a:cubicBezTo>
                <a:cubicBezTo>
                  <a:pt x="851381" y="25439"/>
                  <a:pt x="849278" y="24863"/>
                  <a:pt x="848131" y="23709"/>
                </a:cubicBezTo>
                <a:cubicBezTo>
                  <a:pt x="846984" y="22556"/>
                  <a:pt x="846411" y="20300"/>
                  <a:pt x="846411" y="16942"/>
                </a:cubicBezTo>
                <a:cubicBezTo>
                  <a:pt x="846411" y="13586"/>
                  <a:pt x="847002" y="11314"/>
                  <a:pt x="848183" y="10126"/>
                </a:cubicBezTo>
                <a:cubicBezTo>
                  <a:pt x="849365" y="8936"/>
                  <a:pt x="851520" y="8341"/>
                  <a:pt x="854647" y="8341"/>
                </a:cubicBezTo>
                <a:cubicBezTo>
                  <a:pt x="857706" y="8341"/>
                  <a:pt x="859808" y="8917"/>
                  <a:pt x="860955" y="10071"/>
                </a:cubicBezTo>
                <a:cubicBezTo>
                  <a:pt x="862102" y="11224"/>
                  <a:pt x="862675" y="13480"/>
                  <a:pt x="862675" y="16838"/>
                </a:cubicBezTo>
                <a:close/>
                <a:moveTo>
                  <a:pt x="972977" y="91227"/>
                </a:moveTo>
                <a:cubicBezTo>
                  <a:pt x="972977" y="93729"/>
                  <a:pt x="972316" y="95449"/>
                  <a:pt x="970996" y="96388"/>
                </a:cubicBezTo>
                <a:cubicBezTo>
                  <a:pt x="969675" y="97326"/>
                  <a:pt x="968389" y="97795"/>
                  <a:pt x="967138" y="97795"/>
                </a:cubicBezTo>
                <a:lnTo>
                  <a:pt x="902810" y="97795"/>
                </a:lnTo>
                <a:cubicBezTo>
                  <a:pt x="902810" y="103649"/>
                  <a:pt x="903384" y="108945"/>
                  <a:pt x="904531" y="113685"/>
                </a:cubicBezTo>
                <a:cubicBezTo>
                  <a:pt x="905678" y="118424"/>
                  <a:pt x="907572" y="122484"/>
                  <a:pt x="910213" y="125864"/>
                </a:cubicBezTo>
                <a:cubicBezTo>
                  <a:pt x="912854" y="129243"/>
                  <a:pt x="916295" y="131840"/>
                  <a:pt x="920534" y="133654"/>
                </a:cubicBezTo>
                <a:cubicBezTo>
                  <a:pt x="924774" y="135465"/>
                  <a:pt x="929987" y="136371"/>
                  <a:pt x="936173" y="136371"/>
                </a:cubicBezTo>
                <a:cubicBezTo>
                  <a:pt x="940552" y="136371"/>
                  <a:pt x="944479" y="135983"/>
                  <a:pt x="947955" y="135208"/>
                </a:cubicBezTo>
                <a:cubicBezTo>
                  <a:pt x="951430" y="134432"/>
                  <a:pt x="954436" y="133569"/>
                  <a:pt x="956973" y="132618"/>
                </a:cubicBezTo>
                <a:cubicBezTo>
                  <a:pt x="959510" y="131666"/>
                  <a:pt x="961595" y="130803"/>
                  <a:pt x="963229" y="130027"/>
                </a:cubicBezTo>
                <a:cubicBezTo>
                  <a:pt x="964862" y="129252"/>
                  <a:pt x="966026" y="128864"/>
                  <a:pt x="966721" y="128864"/>
                </a:cubicBezTo>
                <a:cubicBezTo>
                  <a:pt x="967138" y="128864"/>
                  <a:pt x="967521" y="128970"/>
                  <a:pt x="967868" y="129180"/>
                </a:cubicBezTo>
                <a:cubicBezTo>
                  <a:pt x="968216" y="129391"/>
                  <a:pt x="968494" y="129724"/>
                  <a:pt x="968702" y="130181"/>
                </a:cubicBezTo>
                <a:cubicBezTo>
                  <a:pt x="968911" y="130637"/>
                  <a:pt x="969067" y="131216"/>
                  <a:pt x="969171" y="131917"/>
                </a:cubicBezTo>
                <a:cubicBezTo>
                  <a:pt x="969276" y="132619"/>
                  <a:pt x="969328" y="133495"/>
                  <a:pt x="969328" y="134546"/>
                </a:cubicBezTo>
                <a:cubicBezTo>
                  <a:pt x="969328" y="135039"/>
                  <a:pt x="969293" y="135514"/>
                  <a:pt x="969223" y="135970"/>
                </a:cubicBezTo>
                <a:cubicBezTo>
                  <a:pt x="969154" y="136426"/>
                  <a:pt x="969067" y="136848"/>
                  <a:pt x="968963" y="137234"/>
                </a:cubicBezTo>
                <a:cubicBezTo>
                  <a:pt x="968859" y="137619"/>
                  <a:pt x="968702" y="137987"/>
                  <a:pt x="968494" y="138339"/>
                </a:cubicBezTo>
                <a:cubicBezTo>
                  <a:pt x="968285" y="138689"/>
                  <a:pt x="968007" y="139039"/>
                  <a:pt x="967660" y="139391"/>
                </a:cubicBezTo>
                <a:cubicBezTo>
                  <a:pt x="967312" y="139741"/>
                  <a:pt x="966235" y="140350"/>
                  <a:pt x="964428" y="141219"/>
                </a:cubicBezTo>
                <a:cubicBezTo>
                  <a:pt x="962620" y="142088"/>
                  <a:pt x="960257" y="142957"/>
                  <a:pt x="957338" y="143825"/>
                </a:cubicBezTo>
                <a:cubicBezTo>
                  <a:pt x="954419" y="144694"/>
                  <a:pt x="951030" y="145476"/>
                  <a:pt x="947173" y="146171"/>
                </a:cubicBezTo>
                <a:cubicBezTo>
                  <a:pt x="943315" y="146866"/>
                  <a:pt x="939162" y="147214"/>
                  <a:pt x="934714" y="147214"/>
                </a:cubicBezTo>
                <a:cubicBezTo>
                  <a:pt x="927416" y="147214"/>
                  <a:pt x="920951" y="146118"/>
                  <a:pt x="915321" y="143926"/>
                </a:cubicBezTo>
                <a:cubicBezTo>
                  <a:pt x="909691" y="141735"/>
                  <a:pt x="904965" y="138500"/>
                  <a:pt x="901142" y="134221"/>
                </a:cubicBezTo>
                <a:cubicBezTo>
                  <a:pt x="897319" y="129942"/>
                  <a:pt x="894418" y="124636"/>
                  <a:pt x="892437" y="118305"/>
                </a:cubicBezTo>
                <a:cubicBezTo>
                  <a:pt x="890456" y="111973"/>
                  <a:pt x="889465" y="104633"/>
                  <a:pt x="889465" y="96283"/>
                </a:cubicBezTo>
                <a:cubicBezTo>
                  <a:pt x="889465" y="88281"/>
                  <a:pt x="890490" y="81115"/>
                  <a:pt x="892541" y="74783"/>
                </a:cubicBezTo>
                <a:cubicBezTo>
                  <a:pt x="894591" y="68452"/>
                  <a:pt x="897528" y="63077"/>
                  <a:pt x="901351" y="58659"/>
                </a:cubicBezTo>
                <a:cubicBezTo>
                  <a:pt x="905174" y="54241"/>
                  <a:pt x="909778" y="50867"/>
                  <a:pt x="915165" y="48536"/>
                </a:cubicBezTo>
                <a:cubicBezTo>
                  <a:pt x="920552" y="46205"/>
                  <a:pt x="926547" y="45040"/>
                  <a:pt x="933150" y="45040"/>
                </a:cubicBezTo>
                <a:cubicBezTo>
                  <a:pt x="940239" y="45040"/>
                  <a:pt x="946286" y="46222"/>
                  <a:pt x="951291" y="48585"/>
                </a:cubicBezTo>
                <a:cubicBezTo>
                  <a:pt x="956295" y="50948"/>
                  <a:pt x="960414" y="54128"/>
                  <a:pt x="963646" y="58124"/>
                </a:cubicBezTo>
                <a:cubicBezTo>
                  <a:pt x="966878" y="62121"/>
                  <a:pt x="969241" y="66761"/>
                  <a:pt x="970735" y="72043"/>
                </a:cubicBezTo>
                <a:cubicBezTo>
                  <a:pt x="972230" y="77326"/>
                  <a:pt x="972977" y="82886"/>
                  <a:pt x="972977" y="88725"/>
                </a:cubicBezTo>
                <a:lnTo>
                  <a:pt x="972977" y="91227"/>
                </a:lnTo>
                <a:moveTo>
                  <a:pt x="960153" y="87578"/>
                </a:moveTo>
                <a:cubicBezTo>
                  <a:pt x="960361" y="77569"/>
                  <a:pt x="958068" y="69749"/>
                  <a:pt x="953272" y="64119"/>
                </a:cubicBezTo>
                <a:cubicBezTo>
                  <a:pt x="948476" y="58489"/>
                  <a:pt x="941491" y="55674"/>
                  <a:pt x="932316" y="55674"/>
                </a:cubicBezTo>
                <a:cubicBezTo>
                  <a:pt x="927589" y="55674"/>
                  <a:pt x="923436" y="56561"/>
                  <a:pt x="919857" y="58333"/>
                </a:cubicBezTo>
                <a:cubicBezTo>
                  <a:pt x="916277" y="60105"/>
                  <a:pt x="913254" y="62451"/>
                  <a:pt x="910786" y="65370"/>
                </a:cubicBezTo>
                <a:cubicBezTo>
                  <a:pt x="908319" y="68290"/>
                  <a:pt x="906425" y="71678"/>
                  <a:pt x="905104" y="75536"/>
                </a:cubicBezTo>
                <a:cubicBezTo>
                  <a:pt x="903783" y="79393"/>
                  <a:pt x="903019" y="83407"/>
                  <a:pt x="902810" y="87578"/>
                </a:cubicBezTo>
                <a:lnTo>
                  <a:pt x="960153" y="87578"/>
                </a:lnTo>
                <a:close/>
                <a:moveTo>
                  <a:pt x="1066850" y="129386"/>
                </a:moveTo>
                <a:cubicBezTo>
                  <a:pt x="1066850" y="130220"/>
                  <a:pt x="1066816" y="130967"/>
                  <a:pt x="1066746" y="131627"/>
                </a:cubicBezTo>
                <a:cubicBezTo>
                  <a:pt x="1066677" y="132287"/>
                  <a:pt x="1066572" y="132861"/>
                  <a:pt x="1066433" y="133347"/>
                </a:cubicBezTo>
                <a:cubicBezTo>
                  <a:pt x="1066294" y="133834"/>
                  <a:pt x="1066103" y="134268"/>
                  <a:pt x="1065860" y="134651"/>
                </a:cubicBezTo>
                <a:cubicBezTo>
                  <a:pt x="1065617" y="135033"/>
                  <a:pt x="1065043" y="135676"/>
                  <a:pt x="1064140" y="136579"/>
                </a:cubicBezTo>
                <a:cubicBezTo>
                  <a:pt x="1063236" y="137483"/>
                  <a:pt x="1061724" y="138630"/>
                  <a:pt x="1059604" y="140020"/>
                </a:cubicBezTo>
                <a:cubicBezTo>
                  <a:pt x="1057485" y="141410"/>
                  <a:pt x="1055104" y="142626"/>
                  <a:pt x="1052463" y="143669"/>
                </a:cubicBezTo>
                <a:cubicBezTo>
                  <a:pt x="1049821" y="144712"/>
                  <a:pt x="1046972" y="145563"/>
                  <a:pt x="1043913" y="146223"/>
                </a:cubicBezTo>
                <a:cubicBezTo>
                  <a:pt x="1040855" y="146884"/>
                  <a:pt x="1037693" y="147214"/>
                  <a:pt x="1034426" y="147214"/>
                </a:cubicBezTo>
                <a:cubicBezTo>
                  <a:pt x="1027892" y="147214"/>
                  <a:pt x="1022106" y="146118"/>
                  <a:pt x="1017067" y="143926"/>
                </a:cubicBezTo>
                <a:cubicBezTo>
                  <a:pt x="1012028" y="141735"/>
                  <a:pt x="1007805" y="138500"/>
                  <a:pt x="1004399" y="134221"/>
                </a:cubicBezTo>
                <a:cubicBezTo>
                  <a:pt x="1000993" y="129942"/>
                  <a:pt x="998404" y="124688"/>
                  <a:pt x="996632" y="118461"/>
                </a:cubicBezTo>
                <a:cubicBezTo>
                  <a:pt x="994860" y="112234"/>
                  <a:pt x="993973" y="105050"/>
                  <a:pt x="993973" y="96909"/>
                </a:cubicBezTo>
                <a:cubicBezTo>
                  <a:pt x="993973" y="87725"/>
                  <a:pt x="995068" y="79864"/>
                  <a:pt x="997257" y="73323"/>
                </a:cubicBezTo>
                <a:cubicBezTo>
                  <a:pt x="999447" y="66783"/>
                  <a:pt x="1002453" y="61426"/>
                  <a:pt x="1006276" y="57251"/>
                </a:cubicBezTo>
                <a:cubicBezTo>
                  <a:pt x="1010099" y="53077"/>
                  <a:pt x="1014565" y="49998"/>
                  <a:pt x="1019673" y="48015"/>
                </a:cubicBezTo>
                <a:cubicBezTo>
                  <a:pt x="1024782" y="46031"/>
                  <a:pt x="1030256" y="45040"/>
                  <a:pt x="1036094" y="45040"/>
                </a:cubicBezTo>
                <a:cubicBezTo>
                  <a:pt x="1039222" y="45040"/>
                  <a:pt x="1042211" y="45339"/>
                  <a:pt x="1045060" y="45936"/>
                </a:cubicBezTo>
                <a:cubicBezTo>
                  <a:pt x="1047910" y="46531"/>
                  <a:pt x="1050534" y="47320"/>
                  <a:pt x="1052932" y="48301"/>
                </a:cubicBezTo>
                <a:cubicBezTo>
                  <a:pt x="1055330" y="49281"/>
                  <a:pt x="1057467" y="50402"/>
                  <a:pt x="1059344" y="51664"/>
                </a:cubicBezTo>
                <a:cubicBezTo>
                  <a:pt x="1061220" y="52926"/>
                  <a:pt x="1062593" y="53995"/>
                  <a:pt x="1063462" y="54873"/>
                </a:cubicBezTo>
                <a:cubicBezTo>
                  <a:pt x="1064331" y="55748"/>
                  <a:pt x="1064922" y="56414"/>
                  <a:pt x="1065234" y="56870"/>
                </a:cubicBezTo>
                <a:cubicBezTo>
                  <a:pt x="1065547" y="57324"/>
                  <a:pt x="1065790" y="57829"/>
                  <a:pt x="1065964" y="58385"/>
                </a:cubicBezTo>
                <a:cubicBezTo>
                  <a:pt x="1066138" y="58941"/>
                  <a:pt x="1066260" y="59549"/>
                  <a:pt x="1066329" y="60210"/>
                </a:cubicBezTo>
                <a:cubicBezTo>
                  <a:pt x="1066399" y="60870"/>
                  <a:pt x="1066433" y="61652"/>
                  <a:pt x="1066433" y="62555"/>
                </a:cubicBezTo>
                <a:cubicBezTo>
                  <a:pt x="1066433" y="64571"/>
                  <a:pt x="1066138" y="65979"/>
                  <a:pt x="1065547" y="66778"/>
                </a:cubicBezTo>
                <a:cubicBezTo>
                  <a:pt x="1064956" y="67577"/>
                  <a:pt x="1064313" y="67977"/>
                  <a:pt x="1063618" y="67977"/>
                </a:cubicBezTo>
                <a:cubicBezTo>
                  <a:pt x="1062645" y="67977"/>
                  <a:pt x="1061446" y="67346"/>
                  <a:pt x="1060021" y="66084"/>
                </a:cubicBezTo>
                <a:cubicBezTo>
                  <a:pt x="1058597" y="64822"/>
                  <a:pt x="1056772" y="63437"/>
                  <a:pt x="1054548" y="61930"/>
                </a:cubicBezTo>
                <a:cubicBezTo>
                  <a:pt x="1052324" y="60423"/>
                  <a:pt x="1049630" y="59038"/>
                  <a:pt x="1046468" y="57776"/>
                </a:cubicBezTo>
                <a:cubicBezTo>
                  <a:pt x="1043305" y="56514"/>
                  <a:pt x="1039535" y="55883"/>
                  <a:pt x="1035156" y="55883"/>
                </a:cubicBezTo>
                <a:cubicBezTo>
                  <a:pt x="1026120" y="55883"/>
                  <a:pt x="1019152" y="59363"/>
                  <a:pt x="1014252" y="66322"/>
                </a:cubicBezTo>
                <a:cubicBezTo>
                  <a:pt x="1009352" y="73281"/>
                  <a:pt x="1006901" y="83338"/>
                  <a:pt x="1006901" y="96492"/>
                </a:cubicBezTo>
                <a:cubicBezTo>
                  <a:pt x="1006901" y="103104"/>
                  <a:pt x="1007562" y="108898"/>
                  <a:pt x="1008882" y="113874"/>
                </a:cubicBezTo>
                <a:cubicBezTo>
                  <a:pt x="1010203" y="118850"/>
                  <a:pt x="1012097" y="122991"/>
                  <a:pt x="1014565" y="126297"/>
                </a:cubicBezTo>
                <a:cubicBezTo>
                  <a:pt x="1017032" y="129603"/>
                  <a:pt x="1020038" y="132073"/>
                  <a:pt x="1023583" y="133709"/>
                </a:cubicBezTo>
                <a:cubicBezTo>
                  <a:pt x="1027128" y="135345"/>
                  <a:pt x="1031124" y="136162"/>
                  <a:pt x="1035573" y="136162"/>
                </a:cubicBezTo>
                <a:cubicBezTo>
                  <a:pt x="1039743" y="136162"/>
                  <a:pt x="1043427" y="135502"/>
                  <a:pt x="1046624" y="134181"/>
                </a:cubicBezTo>
                <a:cubicBezTo>
                  <a:pt x="1049821" y="132861"/>
                  <a:pt x="1052602" y="131401"/>
                  <a:pt x="1054965" y="129803"/>
                </a:cubicBezTo>
                <a:cubicBezTo>
                  <a:pt x="1057328" y="128204"/>
                  <a:pt x="1059292" y="126744"/>
                  <a:pt x="1060856" y="125424"/>
                </a:cubicBezTo>
                <a:cubicBezTo>
                  <a:pt x="1062419" y="124103"/>
                  <a:pt x="1063584" y="123443"/>
                  <a:pt x="1064348" y="123443"/>
                </a:cubicBezTo>
                <a:cubicBezTo>
                  <a:pt x="1064765" y="123443"/>
                  <a:pt x="1065130" y="123564"/>
                  <a:pt x="1065443" y="123808"/>
                </a:cubicBezTo>
                <a:cubicBezTo>
                  <a:pt x="1065756" y="124051"/>
                  <a:pt x="1066016" y="124433"/>
                  <a:pt x="1066225" y="124955"/>
                </a:cubicBezTo>
                <a:cubicBezTo>
                  <a:pt x="1066433" y="125476"/>
                  <a:pt x="1066590" y="126101"/>
                  <a:pt x="1066694" y="126831"/>
                </a:cubicBezTo>
                <a:cubicBezTo>
                  <a:pt x="1066798" y="127561"/>
                  <a:pt x="1066850" y="128412"/>
                  <a:pt x="1066850" y="129386"/>
                </a:cubicBezTo>
                <a:close/>
                <a:moveTo>
                  <a:pt x="1137889" y="137726"/>
                </a:moveTo>
                <a:cubicBezTo>
                  <a:pt x="1137889" y="139186"/>
                  <a:pt x="1137767" y="140368"/>
                  <a:pt x="1137524" y="141271"/>
                </a:cubicBezTo>
                <a:cubicBezTo>
                  <a:pt x="1137280" y="142175"/>
                  <a:pt x="1136898" y="142887"/>
                  <a:pt x="1136377" y="143408"/>
                </a:cubicBezTo>
                <a:cubicBezTo>
                  <a:pt x="1135856" y="143930"/>
                  <a:pt x="1135091" y="144416"/>
                  <a:pt x="1134083" y="144868"/>
                </a:cubicBezTo>
                <a:cubicBezTo>
                  <a:pt x="1133075" y="145320"/>
                  <a:pt x="1131911" y="145702"/>
                  <a:pt x="1130590" y="146015"/>
                </a:cubicBezTo>
                <a:cubicBezTo>
                  <a:pt x="1129270" y="146328"/>
                  <a:pt x="1127880" y="146571"/>
                  <a:pt x="1126420" y="146745"/>
                </a:cubicBezTo>
                <a:cubicBezTo>
                  <a:pt x="1124960" y="146918"/>
                  <a:pt x="1123536" y="147005"/>
                  <a:pt x="1122145" y="147005"/>
                </a:cubicBezTo>
                <a:cubicBezTo>
                  <a:pt x="1117489" y="147005"/>
                  <a:pt x="1113527" y="146380"/>
                  <a:pt x="1110260" y="145129"/>
                </a:cubicBezTo>
                <a:cubicBezTo>
                  <a:pt x="1106993" y="143878"/>
                  <a:pt x="1104317" y="141984"/>
                  <a:pt x="1102232" y="139447"/>
                </a:cubicBezTo>
                <a:cubicBezTo>
                  <a:pt x="1100147" y="136910"/>
                  <a:pt x="1098635" y="133695"/>
                  <a:pt x="1097697" y="129803"/>
                </a:cubicBezTo>
                <a:cubicBezTo>
                  <a:pt x="1096758" y="125910"/>
                  <a:pt x="1096289" y="121323"/>
                  <a:pt x="1096289" y="116040"/>
                </a:cubicBezTo>
                <a:lnTo>
                  <a:pt x="1096289" y="57343"/>
                </a:lnTo>
                <a:lnTo>
                  <a:pt x="1082214" y="57343"/>
                </a:lnTo>
                <a:cubicBezTo>
                  <a:pt x="1081241" y="57343"/>
                  <a:pt x="1080477" y="56904"/>
                  <a:pt x="1079920" y="56026"/>
                </a:cubicBezTo>
                <a:cubicBezTo>
                  <a:pt x="1079364" y="55149"/>
                  <a:pt x="1079086" y="53832"/>
                  <a:pt x="1079086" y="52077"/>
                </a:cubicBezTo>
                <a:cubicBezTo>
                  <a:pt x="1079086" y="51165"/>
                  <a:pt x="1079156" y="50376"/>
                  <a:pt x="1079295" y="49709"/>
                </a:cubicBezTo>
                <a:cubicBezTo>
                  <a:pt x="1079434" y="49042"/>
                  <a:pt x="1079642" y="48480"/>
                  <a:pt x="1079920" y="48024"/>
                </a:cubicBezTo>
                <a:cubicBezTo>
                  <a:pt x="1080199" y="47568"/>
                  <a:pt x="1080529" y="47235"/>
                  <a:pt x="1080911" y="47024"/>
                </a:cubicBezTo>
                <a:cubicBezTo>
                  <a:pt x="1081293" y="46813"/>
                  <a:pt x="1081728" y="46708"/>
                  <a:pt x="1082214" y="46708"/>
                </a:cubicBezTo>
                <a:lnTo>
                  <a:pt x="1096289" y="46708"/>
                </a:lnTo>
                <a:lnTo>
                  <a:pt x="1096289" y="23563"/>
                </a:lnTo>
                <a:cubicBezTo>
                  <a:pt x="1096289" y="23146"/>
                  <a:pt x="1096376" y="22763"/>
                  <a:pt x="1096550" y="22416"/>
                </a:cubicBezTo>
                <a:cubicBezTo>
                  <a:pt x="1096724" y="22068"/>
                  <a:pt x="1097054" y="21773"/>
                  <a:pt x="1097540" y="21530"/>
                </a:cubicBezTo>
                <a:cubicBezTo>
                  <a:pt x="1098027" y="21286"/>
                  <a:pt x="1098670" y="21112"/>
                  <a:pt x="1099469" y="21008"/>
                </a:cubicBezTo>
                <a:cubicBezTo>
                  <a:pt x="1100268" y="20904"/>
                  <a:pt x="1101259" y="20852"/>
                  <a:pt x="1102440" y="20852"/>
                </a:cubicBezTo>
                <a:cubicBezTo>
                  <a:pt x="1103692" y="20852"/>
                  <a:pt x="1104717" y="20904"/>
                  <a:pt x="1105516" y="21008"/>
                </a:cubicBezTo>
                <a:cubicBezTo>
                  <a:pt x="1106315" y="21112"/>
                  <a:pt x="1106941" y="21286"/>
                  <a:pt x="1107393" y="21530"/>
                </a:cubicBezTo>
                <a:cubicBezTo>
                  <a:pt x="1107845" y="21773"/>
                  <a:pt x="1108175" y="22068"/>
                  <a:pt x="1108383" y="22416"/>
                </a:cubicBezTo>
                <a:cubicBezTo>
                  <a:pt x="1108592" y="22763"/>
                  <a:pt x="1108696" y="23146"/>
                  <a:pt x="1108696" y="23563"/>
                </a:cubicBezTo>
                <a:lnTo>
                  <a:pt x="1108696" y="46708"/>
                </a:lnTo>
                <a:lnTo>
                  <a:pt x="1134761" y="46708"/>
                </a:lnTo>
                <a:cubicBezTo>
                  <a:pt x="1135247" y="46708"/>
                  <a:pt x="1135682" y="46813"/>
                  <a:pt x="1136064" y="47024"/>
                </a:cubicBezTo>
                <a:cubicBezTo>
                  <a:pt x="1136446" y="47235"/>
                  <a:pt x="1136776" y="47568"/>
                  <a:pt x="1137054" y="48024"/>
                </a:cubicBezTo>
                <a:cubicBezTo>
                  <a:pt x="1137333" y="48480"/>
                  <a:pt x="1137541" y="49042"/>
                  <a:pt x="1137680" y="49709"/>
                </a:cubicBezTo>
                <a:cubicBezTo>
                  <a:pt x="1137819" y="50376"/>
                  <a:pt x="1137889" y="51165"/>
                  <a:pt x="1137889" y="52077"/>
                </a:cubicBezTo>
                <a:cubicBezTo>
                  <a:pt x="1137889" y="53832"/>
                  <a:pt x="1137593" y="55149"/>
                  <a:pt x="1137002" y="56026"/>
                </a:cubicBezTo>
                <a:cubicBezTo>
                  <a:pt x="1136412" y="56904"/>
                  <a:pt x="1135664" y="57343"/>
                  <a:pt x="1134761" y="57343"/>
                </a:cubicBezTo>
                <a:lnTo>
                  <a:pt x="1108696" y="57343"/>
                </a:lnTo>
                <a:lnTo>
                  <a:pt x="1108696" y="114372"/>
                </a:lnTo>
                <a:cubicBezTo>
                  <a:pt x="1108696" y="121531"/>
                  <a:pt x="1109721" y="126988"/>
                  <a:pt x="1111772" y="130741"/>
                </a:cubicBezTo>
                <a:cubicBezTo>
                  <a:pt x="1113822" y="134494"/>
                  <a:pt x="1117558" y="136371"/>
                  <a:pt x="1122980" y="136371"/>
                </a:cubicBezTo>
                <a:cubicBezTo>
                  <a:pt x="1124648" y="136371"/>
                  <a:pt x="1126159" y="136197"/>
                  <a:pt x="1127515" y="135850"/>
                </a:cubicBezTo>
                <a:cubicBezTo>
                  <a:pt x="1128870" y="135502"/>
                  <a:pt x="1130069" y="135120"/>
                  <a:pt x="1131112" y="134703"/>
                </a:cubicBezTo>
                <a:cubicBezTo>
                  <a:pt x="1132154" y="134286"/>
                  <a:pt x="1133041" y="133903"/>
                  <a:pt x="1133770" y="133556"/>
                </a:cubicBezTo>
                <a:cubicBezTo>
                  <a:pt x="1134500" y="133208"/>
                  <a:pt x="1135143" y="133035"/>
                  <a:pt x="1135699" y="133035"/>
                </a:cubicBezTo>
                <a:cubicBezTo>
                  <a:pt x="1136047" y="133035"/>
                  <a:pt x="1136359" y="133104"/>
                  <a:pt x="1136637" y="133243"/>
                </a:cubicBezTo>
                <a:cubicBezTo>
                  <a:pt x="1136915" y="133382"/>
                  <a:pt x="1137141" y="133643"/>
                  <a:pt x="1137315" y="134025"/>
                </a:cubicBezTo>
                <a:cubicBezTo>
                  <a:pt x="1137489" y="134407"/>
                  <a:pt x="1137628" y="134894"/>
                  <a:pt x="1137732" y="135485"/>
                </a:cubicBezTo>
                <a:cubicBezTo>
                  <a:pt x="1137836" y="136076"/>
                  <a:pt x="1137889" y="136823"/>
                  <a:pt x="1137889" y="137726"/>
                </a:cubicBezTo>
                <a:close/>
                <a:moveTo>
                  <a:pt x="1237787" y="91227"/>
                </a:moveTo>
                <a:cubicBezTo>
                  <a:pt x="1237787" y="93729"/>
                  <a:pt x="1237127" y="95449"/>
                  <a:pt x="1235806" y="96388"/>
                </a:cubicBezTo>
                <a:cubicBezTo>
                  <a:pt x="1234486" y="97326"/>
                  <a:pt x="1233200" y="97795"/>
                  <a:pt x="1231949" y="97795"/>
                </a:cubicBezTo>
                <a:lnTo>
                  <a:pt x="1167621" y="97795"/>
                </a:lnTo>
                <a:cubicBezTo>
                  <a:pt x="1167621" y="103649"/>
                  <a:pt x="1168194" y="108945"/>
                  <a:pt x="1169341" y="113685"/>
                </a:cubicBezTo>
                <a:cubicBezTo>
                  <a:pt x="1170488" y="118424"/>
                  <a:pt x="1172382" y="122484"/>
                  <a:pt x="1175023" y="125864"/>
                </a:cubicBezTo>
                <a:cubicBezTo>
                  <a:pt x="1177665" y="129243"/>
                  <a:pt x="1181105" y="131840"/>
                  <a:pt x="1185345" y="133654"/>
                </a:cubicBezTo>
                <a:cubicBezTo>
                  <a:pt x="1189585" y="135465"/>
                  <a:pt x="1194798" y="136371"/>
                  <a:pt x="1200984" y="136371"/>
                </a:cubicBezTo>
                <a:cubicBezTo>
                  <a:pt x="1205363" y="136371"/>
                  <a:pt x="1209290" y="135983"/>
                  <a:pt x="1212765" y="135208"/>
                </a:cubicBezTo>
                <a:cubicBezTo>
                  <a:pt x="1216240" y="134432"/>
                  <a:pt x="1219247" y="133569"/>
                  <a:pt x="1221784" y="132618"/>
                </a:cubicBezTo>
                <a:cubicBezTo>
                  <a:pt x="1224321" y="131666"/>
                  <a:pt x="1226406" y="130803"/>
                  <a:pt x="1228039" y="130027"/>
                </a:cubicBezTo>
                <a:cubicBezTo>
                  <a:pt x="1229673" y="129252"/>
                  <a:pt x="1230837" y="128864"/>
                  <a:pt x="1231532" y="128864"/>
                </a:cubicBezTo>
                <a:cubicBezTo>
                  <a:pt x="1231949" y="128864"/>
                  <a:pt x="1232331" y="128970"/>
                  <a:pt x="1232679" y="129180"/>
                </a:cubicBezTo>
                <a:cubicBezTo>
                  <a:pt x="1233026" y="129391"/>
                  <a:pt x="1233304" y="129724"/>
                  <a:pt x="1233513" y="130181"/>
                </a:cubicBezTo>
                <a:cubicBezTo>
                  <a:pt x="1233721" y="130637"/>
                  <a:pt x="1233878" y="131216"/>
                  <a:pt x="1233982" y="131917"/>
                </a:cubicBezTo>
                <a:cubicBezTo>
                  <a:pt x="1234086" y="132619"/>
                  <a:pt x="1234138" y="133495"/>
                  <a:pt x="1234138" y="134546"/>
                </a:cubicBezTo>
                <a:cubicBezTo>
                  <a:pt x="1234138" y="135039"/>
                  <a:pt x="1234104" y="135514"/>
                  <a:pt x="1234034" y="135970"/>
                </a:cubicBezTo>
                <a:cubicBezTo>
                  <a:pt x="1233965" y="136426"/>
                  <a:pt x="1233878" y="136848"/>
                  <a:pt x="1233773" y="137234"/>
                </a:cubicBezTo>
                <a:cubicBezTo>
                  <a:pt x="1233669" y="137619"/>
                  <a:pt x="1233513" y="137987"/>
                  <a:pt x="1233304" y="138339"/>
                </a:cubicBezTo>
                <a:cubicBezTo>
                  <a:pt x="1233096" y="138689"/>
                  <a:pt x="1232818" y="139039"/>
                  <a:pt x="1232470" y="139391"/>
                </a:cubicBezTo>
                <a:cubicBezTo>
                  <a:pt x="1232123" y="139741"/>
                  <a:pt x="1231045" y="140350"/>
                  <a:pt x="1229238" y="141219"/>
                </a:cubicBezTo>
                <a:cubicBezTo>
                  <a:pt x="1227431" y="142088"/>
                  <a:pt x="1225068" y="142957"/>
                  <a:pt x="1222148" y="143825"/>
                </a:cubicBezTo>
                <a:cubicBezTo>
                  <a:pt x="1219229" y="144694"/>
                  <a:pt x="1215841" y="145476"/>
                  <a:pt x="1211983" y="146171"/>
                </a:cubicBezTo>
                <a:cubicBezTo>
                  <a:pt x="1208126" y="146866"/>
                  <a:pt x="1203973" y="147214"/>
                  <a:pt x="1199524" y="147214"/>
                </a:cubicBezTo>
                <a:cubicBezTo>
                  <a:pt x="1192226" y="147214"/>
                  <a:pt x="1185762" y="146118"/>
                  <a:pt x="1180132" y="143926"/>
                </a:cubicBezTo>
                <a:cubicBezTo>
                  <a:pt x="1174502" y="141735"/>
                  <a:pt x="1169776" y="138500"/>
                  <a:pt x="1165953" y="134221"/>
                </a:cubicBezTo>
                <a:cubicBezTo>
                  <a:pt x="1162130" y="129942"/>
                  <a:pt x="1159228" y="124636"/>
                  <a:pt x="1157247" y="118305"/>
                </a:cubicBezTo>
                <a:cubicBezTo>
                  <a:pt x="1155266" y="111973"/>
                  <a:pt x="1154276" y="104633"/>
                  <a:pt x="1154276" y="96283"/>
                </a:cubicBezTo>
                <a:cubicBezTo>
                  <a:pt x="1154276" y="88281"/>
                  <a:pt x="1155301" y="81115"/>
                  <a:pt x="1157351" y="74783"/>
                </a:cubicBezTo>
                <a:cubicBezTo>
                  <a:pt x="1159402" y="68452"/>
                  <a:pt x="1162339" y="63077"/>
                  <a:pt x="1166161" y="58659"/>
                </a:cubicBezTo>
                <a:cubicBezTo>
                  <a:pt x="1169984" y="54241"/>
                  <a:pt x="1174589" y="50867"/>
                  <a:pt x="1179976" y="48536"/>
                </a:cubicBezTo>
                <a:cubicBezTo>
                  <a:pt x="1185362" y="46205"/>
                  <a:pt x="1191357" y="45040"/>
                  <a:pt x="1197960" y="45040"/>
                </a:cubicBezTo>
                <a:cubicBezTo>
                  <a:pt x="1205050" y="45040"/>
                  <a:pt x="1211097" y="46222"/>
                  <a:pt x="1216101" y="48585"/>
                </a:cubicBezTo>
                <a:cubicBezTo>
                  <a:pt x="1221106" y="50948"/>
                  <a:pt x="1225224" y="54128"/>
                  <a:pt x="1228456" y="58124"/>
                </a:cubicBezTo>
                <a:cubicBezTo>
                  <a:pt x="1231688" y="62121"/>
                  <a:pt x="1234051" y="66761"/>
                  <a:pt x="1235546" y="72043"/>
                </a:cubicBezTo>
                <a:cubicBezTo>
                  <a:pt x="1237040" y="77326"/>
                  <a:pt x="1237787" y="82886"/>
                  <a:pt x="1237787" y="88725"/>
                </a:cubicBezTo>
                <a:lnTo>
                  <a:pt x="1237787" y="91227"/>
                </a:lnTo>
                <a:moveTo>
                  <a:pt x="1224963" y="87578"/>
                </a:moveTo>
                <a:cubicBezTo>
                  <a:pt x="1225172" y="77569"/>
                  <a:pt x="1222878" y="69749"/>
                  <a:pt x="1218082" y="64119"/>
                </a:cubicBezTo>
                <a:cubicBezTo>
                  <a:pt x="1213286" y="58489"/>
                  <a:pt x="1206301" y="55674"/>
                  <a:pt x="1197126" y="55674"/>
                </a:cubicBezTo>
                <a:cubicBezTo>
                  <a:pt x="1192400" y="55674"/>
                  <a:pt x="1188247" y="56561"/>
                  <a:pt x="1184667" y="58333"/>
                </a:cubicBezTo>
                <a:cubicBezTo>
                  <a:pt x="1181088" y="60105"/>
                  <a:pt x="1178064" y="62451"/>
                  <a:pt x="1175597" y="65370"/>
                </a:cubicBezTo>
                <a:cubicBezTo>
                  <a:pt x="1173129" y="68290"/>
                  <a:pt x="1171235" y="71678"/>
                  <a:pt x="1169915" y="75536"/>
                </a:cubicBezTo>
                <a:cubicBezTo>
                  <a:pt x="1168594" y="79393"/>
                  <a:pt x="1167829" y="83407"/>
                  <a:pt x="1167621" y="87578"/>
                </a:cubicBezTo>
                <a:lnTo>
                  <a:pt x="1224963" y="87578"/>
                </a:lnTo>
                <a:close/>
                <a:moveTo>
                  <a:pt x="1341879" y="143249"/>
                </a:moveTo>
                <a:cubicBezTo>
                  <a:pt x="1341879" y="143737"/>
                  <a:pt x="1341792" y="144156"/>
                  <a:pt x="1341618" y="144503"/>
                </a:cubicBezTo>
                <a:cubicBezTo>
                  <a:pt x="1341445" y="144851"/>
                  <a:pt x="1341132" y="145129"/>
                  <a:pt x="1340680" y="145337"/>
                </a:cubicBezTo>
                <a:cubicBezTo>
                  <a:pt x="1340228" y="145546"/>
                  <a:pt x="1339655" y="145702"/>
                  <a:pt x="1338960" y="145806"/>
                </a:cubicBezTo>
                <a:cubicBezTo>
                  <a:pt x="1338265" y="145911"/>
                  <a:pt x="1337396" y="145963"/>
                  <a:pt x="1336353" y="145963"/>
                </a:cubicBezTo>
                <a:cubicBezTo>
                  <a:pt x="1335241" y="145963"/>
                  <a:pt x="1334320" y="145911"/>
                  <a:pt x="1333590" y="145806"/>
                </a:cubicBezTo>
                <a:cubicBezTo>
                  <a:pt x="1332861" y="145704"/>
                  <a:pt x="1332270" y="145549"/>
                  <a:pt x="1331818" y="145340"/>
                </a:cubicBezTo>
                <a:cubicBezTo>
                  <a:pt x="1331366" y="145134"/>
                  <a:pt x="1331019" y="144858"/>
                  <a:pt x="1330775" y="144513"/>
                </a:cubicBezTo>
                <a:cubicBezTo>
                  <a:pt x="1330532" y="144165"/>
                  <a:pt x="1330410" y="143751"/>
                  <a:pt x="1330410" y="143268"/>
                </a:cubicBezTo>
                <a:lnTo>
                  <a:pt x="1330410" y="129786"/>
                </a:lnTo>
                <a:cubicBezTo>
                  <a:pt x="1325406" y="135212"/>
                  <a:pt x="1320228" y="139474"/>
                  <a:pt x="1314876" y="142571"/>
                </a:cubicBezTo>
                <a:cubicBezTo>
                  <a:pt x="1309524" y="145666"/>
                  <a:pt x="1303685" y="147214"/>
                  <a:pt x="1297360" y="147214"/>
                </a:cubicBezTo>
                <a:cubicBezTo>
                  <a:pt x="1290549" y="147214"/>
                  <a:pt x="1284745" y="145892"/>
                  <a:pt x="1279949" y="143249"/>
                </a:cubicBezTo>
                <a:cubicBezTo>
                  <a:pt x="1275153" y="140605"/>
                  <a:pt x="1271243" y="137023"/>
                  <a:pt x="1268220" y="132500"/>
                </a:cubicBezTo>
                <a:cubicBezTo>
                  <a:pt x="1265196" y="127976"/>
                  <a:pt x="1262990" y="122671"/>
                  <a:pt x="1261599" y="116584"/>
                </a:cubicBezTo>
                <a:cubicBezTo>
                  <a:pt x="1260209" y="110496"/>
                  <a:pt x="1259514" y="104042"/>
                  <a:pt x="1259514" y="97222"/>
                </a:cubicBezTo>
                <a:cubicBezTo>
                  <a:pt x="1259514" y="89222"/>
                  <a:pt x="1260383" y="82004"/>
                  <a:pt x="1262121" y="75568"/>
                </a:cubicBezTo>
                <a:cubicBezTo>
                  <a:pt x="1263858" y="69132"/>
                  <a:pt x="1266430" y="63653"/>
                  <a:pt x="1269836" y="59131"/>
                </a:cubicBezTo>
                <a:cubicBezTo>
                  <a:pt x="1273242" y="54607"/>
                  <a:pt x="1277447" y="51127"/>
                  <a:pt x="1282451" y="48692"/>
                </a:cubicBezTo>
                <a:cubicBezTo>
                  <a:pt x="1287456" y="46257"/>
                  <a:pt x="1293259" y="45040"/>
                  <a:pt x="1299863" y="45040"/>
                </a:cubicBezTo>
                <a:cubicBezTo>
                  <a:pt x="1305562" y="45040"/>
                  <a:pt x="1310775" y="46311"/>
                  <a:pt x="1315501" y="48852"/>
                </a:cubicBezTo>
                <a:cubicBezTo>
                  <a:pt x="1320228" y="51391"/>
                  <a:pt x="1324885" y="55130"/>
                  <a:pt x="1329472" y="60070"/>
                </a:cubicBezTo>
                <a:lnTo>
                  <a:pt x="1329472" y="3134"/>
                </a:lnTo>
                <a:cubicBezTo>
                  <a:pt x="1329472" y="2715"/>
                  <a:pt x="1329559" y="2332"/>
                  <a:pt x="1329733" y="1984"/>
                </a:cubicBezTo>
                <a:cubicBezTo>
                  <a:pt x="1329907" y="1637"/>
                  <a:pt x="1330237" y="1359"/>
                  <a:pt x="1330723" y="1150"/>
                </a:cubicBezTo>
                <a:cubicBezTo>
                  <a:pt x="1331210" y="939"/>
                  <a:pt x="1331853" y="765"/>
                  <a:pt x="1332652" y="626"/>
                </a:cubicBezTo>
                <a:cubicBezTo>
                  <a:pt x="1333451" y="487"/>
                  <a:pt x="1334442" y="417"/>
                  <a:pt x="1335623" y="417"/>
                </a:cubicBezTo>
                <a:cubicBezTo>
                  <a:pt x="1336875" y="417"/>
                  <a:pt x="1337900" y="487"/>
                  <a:pt x="1338699" y="626"/>
                </a:cubicBezTo>
                <a:cubicBezTo>
                  <a:pt x="1339498" y="765"/>
                  <a:pt x="1340124" y="938"/>
                  <a:pt x="1340576" y="1147"/>
                </a:cubicBezTo>
                <a:cubicBezTo>
                  <a:pt x="1341028" y="1355"/>
                  <a:pt x="1341358" y="1633"/>
                  <a:pt x="1341566" y="1981"/>
                </a:cubicBezTo>
                <a:cubicBezTo>
                  <a:pt x="1341775" y="2328"/>
                  <a:pt x="1341879" y="2712"/>
                  <a:pt x="1341879" y="3131"/>
                </a:cubicBezTo>
                <a:lnTo>
                  <a:pt x="1341879" y="143249"/>
                </a:lnTo>
                <a:moveTo>
                  <a:pt x="1329472" y="75200"/>
                </a:moveTo>
                <a:cubicBezTo>
                  <a:pt x="1324259" y="68866"/>
                  <a:pt x="1319237" y="64029"/>
                  <a:pt x="1314407" y="60689"/>
                </a:cubicBezTo>
                <a:cubicBezTo>
                  <a:pt x="1309576" y="57346"/>
                  <a:pt x="1304519" y="55674"/>
                  <a:pt x="1299237" y="55674"/>
                </a:cubicBezTo>
                <a:cubicBezTo>
                  <a:pt x="1294441" y="55674"/>
                  <a:pt x="1290340" y="56823"/>
                  <a:pt x="1286934" y="59121"/>
                </a:cubicBezTo>
                <a:cubicBezTo>
                  <a:pt x="1283529" y="61417"/>
                  <a:pt x="1280748" y="64444"/>
                  <a:pt x="1278594" y="68202"/>
                </a:cubicBezTo>
                <a:cubicBezTo>
                  <a:pt x="1276439" y="71959"/>
                  <a:pt x="1274875" y="76205"/>
                  <a:pt x="1273902" y="80938"/>
                </a:cubicBezTo>
                <a:cubicBezTo>
                  <a:pt x="1272929" y="85671"/>
                  <a:pt x="1272442" y="90473"/>
                  <a:pt x="1272442" y="95345"/>
                </a:cubicBezTo>
                <a:cubicBezTo>
                  <a:pt x="1272442" y="100564"/>
                  <a:pt x="1272859" y="105645"/>
                  <a:pt x="1273694" y="110586"/>
                </a:cubicBezTo>
                <a:cubicBezTo>
                  <a:pt x="1274528" y="115528"/>
                  <a:pt x="1275952" y="119929"/>
                  <a:pt x="1277968" y="123791"/>
                </a:cubicBezTo>
                <a:cubicBezTo>
                  <a:pt x="1279984" y="127653"/>
                  <a:pt x="1282660" y="130751"/>
                  <a:pt x="1285996" y="133084"/>
                </a:cubicBezTo>
                <a:cubicBezTo>
                  <a:pt x="1289332" y="135414"/>
                  <a:pt x="1293503" y="136579"/>
                  <a:pt x="1298507" y="136579"/>
                </a:cubicBezTo>
                <a:cubicBezTo>
                  <a:pt x="1301009" y="136579"/>
                  <a:pt x="1303442" y="136232"/>
                  <a:pt x="1305805" y="135537"/>
                </a:cubicBezTo>
                <a:cubicBezTo>
                  <a:pt x="1308169" y="134840"/>
                  <a:pt x="1310601" y="133691"/>
                  <a:pt x="1313103" y="132090"/>
                </a:cubicBezTo>
                <a:cubicBezTo>
                  <a:pt x="1315606" y="130489"/>
                  <a:pt x="1318195" y="128418"/>
                  <a:pt x="1320871" y="125877"/>
                </a:cubicBezTo>
                <a:cubicBezTo>
                  <a:pt x="1323547" y="123335"/>
                  <a:pt x="1326414" y="120185"/>
                  <a:pt x="1329472" y="116425"/>
                </a:cubicBezTo>
                <a:lnTo>
                  <a:pt x="1329472" y="75200"/>
                </a:lnTo>
                <a:close/>
                <a:moveTo>
                  <a:pt x="1469404" y="137726"/>
                </a:moveTo>
                <a:cubicBezTo>
                  <a:pt x="1469404" y="139186"/>
                  <a:pt x="1469283" y="140368"/>
                  <a:pt x="1469039" y="141271"/>
                </a:cubicBezTo>
                <a:cubicBezTo>
                  <a:pt x="1468796" y="142175"/>
                  <a:pt x="1468414" y="142887"/>
                  <a:pt x="1467893" y="143408"/>
                </a:cubicBezTo>
                <a:cubicBezTo>
                  <a:pt x="1467371" y="143930"/>
                  <a:pt x="1466607" y="144416"/>
                  <a:pt x="1465599" y="144868"/>
                </a:cubicBezTo>
                <a:cubicBezTo>
                  <a:pt x="1464591" y="145320"/>
                  <a:pt x="1463427" y="145702"/>
                  <a:pt x="1462106" y="146015"/>
                </a:cubicBezTo>
                <a:cubicBezTo>
                  <a:pt x="1460786" y="146328"/>
                  <a:pt x="1459395" y="146571"/>
                  <a:pt x="1457936" y="146745"/>
                </a:cubicBezTo>
                <a:cubicBezTo>
                  <a:pt x="1456476" y="146918"/>
                  <a:pt x="1455051" y="147005"/>
                  <a:pt x="1453661" y="147005"/>
                </a:cubicBezTo>
                <a:cubicBezTo>
                  <a:pt x="1449004" y="147005"/>
                  <a:pt x="1445042" y="146380"/>
                  <a:pt x="1441776" y="145129"/>
                </a:cubicBezTo>
                <a:cubicBezTo>
                  <a:pt x="1438509" y="143878"/>
                  <a:pt x="1435833" y="141984"/>
                  <a:pt x="1433748" y="139447"/>
                </a:cubicBezTo>
                <a:cubicBezTo>
                  <a:pt x="1431662" y="136910"/>
                  <a:pt x="1430151" y="133695"/>
                  <a:pt x="1429212" y="129803"/>
                </a:cubicBezTo>
                <a:cubicBezTo>
                  <a:pt x="1428274" y="125910"/>
                  <a:pt x="1427805" y="121323"/>
                  <a:pt x="1427805" y="116040"/>
                </a:cubicBezTo>
                <a:lnTo>
                  <a:pt x="1427805" y="57343"/>
                </a:lnTo>
                <a:lnTo>
                  <a:pt x="1413730" y="57343"/>
                </a:lnTo>
                <a:cubicBezTo>
                  <a:pt x="1412757" y="57343"/>
                  <a:pt x="1411992" y="56904"/>
                  <a:pt x="1411436" y="56026"/>
                </a:cubicBezTo>
                <a:cubicBezTo>
                  <a:pt x="1410880" y="55149"/>
                  <a:pt x="1410602" y="53832"/>
                  <a:pt x="1410602" y="52077"/>
                </a:cubicBezTo>
                <a:cubicBezTo>
                  <a:pt x="1410602" y="51165"/>
                  <a:pt x="1410672" y="50376"/>
                  <a:pt x="1410811" y="49709"/>
                </a:cubicBezTo>
                <a:cubicBezTo>
                  <a:pt x="1410950" y="49042"/>
                  <a:pt x="1411158" y="48480"/>
                  <a:pt x="1411436" y="48024"/>
                </a:cubicBezTo>
                <a:cubicBezTo>
                  <a:pt x="1411714" y="47568"/>
                  <a:pt x="1412044" y="47235"/>
                  <a:pt x="1412427" y="47024"/>
                </a:cubicBezTo>
                <a:cubicBezTo>
                  <a:pt x="1412809" y="46813"/>
                  <a:pt x="1413243" y="46708"/>
                  <a:pt x="1413730" y="46708"/>
                </a:cubicBezTo>
                <a:lnTo>
                  <a:pt x="1427805" y="46708"/>
                </a:lnTo>
                <a:lnTo>
                  <a:pt x="1427805" y="23563"/>
                </a:lnTo>
                <a:cubicBezTo>
                  <a:pt x="1427805" y="23146"/>
                  <a:pt x="1427892" y="22763"/>
                  <a:pt x="1428066" y="22416"/>
                </a:cubicBezTo>
                <a:cubicBezTo>
                  <a:pt x="1428239" y="22068"/>
                  <a:pt x="1428569" y="21773"/>
                  <a:pt x="1429056" y="21530"/>
                </a:cubicBezTo>
                <a:cubicBezTo>
                  <a:pt x="1429543" y="21286"/>
                  <a:pt x="1430185" y="21112"/>
                  <a:pt x="1430985" y="21008"/>
                </a:cubicBezTo>
                <a:cubicBezTo>
                  <a:pt x="1431784" y="20904"/>
                  <a:pt x="1432775" y="20852"/>
                  <a:pt x="1433956" y="20852"/>
                </a:cubicBezTo>
                <a:cubicBezTo>
                  <a:pt x="1435207" y="20852"/>
                  <a:pt x="1436233" y="20904"/>
                  <a:pt x="1437032" y="21008"/>
                </a:cubicBezTo>
                <a:cubicBezTo>
                  <a:pt x="1437831" y="21112"/>
                  <a:pt x="1438457" y="21286"/>
                  <a:pt x="1438908" y="21530"/>
                </a:cubicBezTo>
                <a:cubicBezTo>
                  <a:pt x="1439360" y="21773"/>
                  <a:pt x="1439690" y="22068"/>
                  <a:pt x="1439899" y="22416"/>
                </a:cubicBezTo>
                <a:cubicBezTo>
                  <a:pt x="1440107" y="22763"/>
                  <a:pt x="1440212" y="23146"/>
                  <a:pt x="1440212" y="23563"/>
                </a:cubicBezTo>
                <a:lnTo>
                  <a:pt x="1440212" y="46708"/>
                </a:lnTo>
                <a:lnTo>
                  <a:pt x="1466277" y="46708"/>
                </a:lnTo>
                <a:cubicBezTo>
                  <a:pt x="1466763" y="46708"/>
                  <a:pt x="1467197" y="46813"/>
                  <a:pt x="1467580" y="47024"/>
                </a:cubicBezTo>
                <a:cubicBezTo>
                  <a:pt x="1467962" y="47235"/>
                  <a:pt x="1468292" y="47568"/>
                  <a:pt x="1468570" y="48024"/>
                </a:cubicBezTo>
                <a:cubicBezTo>
                  <a:pt x="1468848" y="48480"/>
                  <a:pt x="1469057" y="49042"/>
                  <a:pt x="1469196" y="49709"/>
                </a:cubicBezTo>
                <a:cubicBezTo>
                  <a:pt x="1469335" y="50376"/>
                  <a:pt x="1469404" y="51165"/>
                  <a:pt x="1469404" y="52077"/>
                </a:cubicBezTo>
                <a:cubicBezTo>
                  <a:pt x="1469404" y="53832"/>
                  <a:pt x="1469109" y="55149"/>
                  <a:pt x="1468518" y="56026"/>
                </a:cubicBezTo>
                <a:cubicBezTo>
                  <a:pt x="1467927" y="56904"/>
                  <a:pt x="1467180" y="57343"/>
                  <a:pt x="1466277" y="57343"/>
                </a:cubicBezTo>
                <a:lnTo>
                  <a:pt x="1440212" y="57343"/>
                </a:lnTo>
                <a:lnTo>
                  <a:pt x="1440212" y="114372"/>
                </a:lnTo>
                <a:cubicBezTo>
                  <a:pt x="1440212" y="121531"/>
                  <a:pt x="1441237" y="126988"/>
                  <a:pt x="1443287" y="130741"/>
                </a:cubicBezTo>
                <a:cubicBezTo>
                  <a:pt x="1445338" y="134494"/>
                  <a:pt x="1449074" y="136371"/>
                  <a:pt x="1454495" y="136371"/>
                </a:cubicBezTo>
                <a:cubicBezTo>
                  <a:pt x="1456163" y="136371"/>
                  <a:pt x="1457675" y="136197"/>
                  <a:pt x="1459030" y="135850"/>
                </a:cubicBezTo>
                <a:cubicBezTo>
                  <a:pt x="1460386" y="135502"/>
                  <a:pt x="1461585" y="135120"/>
                  <a:pt x="1462627" y="134703"/>
                </a:cubicBezTo>
                <a:cubicBezTo>
                  <a:pt x="1463670" y="134286"/>
                  <a:pt x="1464556" y="133903"/>
                  <a:pt x="1465286" y="133556"/>
                </a:cubicBezTo>
                <a:cubicBezTo>
                  <a:pt x="1466016" y="133208"/>
                  <a:pt x="1466659" y="133035"/>
                  <a:pt x="1467215" y="133035"/>
                </a:cubicBezTo>
                <a:cubicBezTo>
                  <a:pt x="1467562" y="133035"/>
                  <a:pt x="1467875" y="133104"/>
                  <a:pt x="1468153" y="133243"/>
                </a:cubicBezTo>
                <a:cubicBezTo>
                  <a:pt x="1468431" y="133382"/>
                  <a:pt x="1468657" y="133643"/>
                  <a:pt x="1468831" y="134025"/>
                </a:cubicBezTo>
                <a:cubicBezTo>
                  <a:pt x="1469005" y="134407"/>
                  <a:pt x="1469144" y="134894"/>
                  <a:pt x="1469248" y="135485"/>
                </a:cubicBezTo>
                <a:cubicBezTo>
                  <a:pt x="1469352" y="136076"/>
                  <a:pt x="1469404" y="136823"/>
                  <a:pt x="1469404" y="137726"/>
                </a:cubicBezTo>
                <a:close/>
                <a:moveTo>
                  <a:pt x="1557393" y="143252"/>
                </a:moveTo>
                <a:cubicBezTo>
                  <a:pt x="1557393" y="143947"/>
                  <a:pt x="1557167" y="144486"/>
                  <a:pt x="1556715" y="144868"/>
                </a:cubicBezTo>
                <a:cubicBezTo>
                  <a:pt x="1556263" y="145250"/>
                  <a:pt x="1555672" y="145528"/>
                  <a:pt x="1554942" y="145702"/>
                </a:cubicBezTo>
                <a:cubicBezTo>
                  <a:pt x="1554213" y="145876"/>
                  <a:pt x="1553222" y="145963"/>
                  <a:pt x="1551971" y="145963"/>
                </a:cubicBezTo>
                <a:cubicBezTo>
                  <a:pt x="1550789" y="145963"/>
                  <a:pt x="1549782" y="145876"/>
                  <a:pt x="1548948" y="145702"/>
                </a:cubicBezTo>
                <a:cubicBezTo>
                  <a:pt x="1548114" y="145528"/>
                  <a:pt x="1547471" y="145250"/>
                  <a:pt x="1547019" y="144868"/>
                </a:cubicBezTo>
                <a:cubicBezTo>
                  <a:pt x="1546567" y="144486"/>
                  <a:pt x="1546341" y="143947"/>
                  <a:pt x="1546341" y="143252"/>
                </a:cubicBezTo>
                <a:lnTo>
                  <a:pt x="1546341" y="132722"/>
                </a:lnTo>
                <a:cubicBezTo>
                  <a:pt x="1542101" y="137309"/>
                  <a:pt x="1537427" y="140871"/>
                  <a:pt x="1532318" y="143408"/>
                </a:cubicBezTo>
                <a:cubicBezTo>
                  <a:pt x="1527210" y="145945"/>
                  <a:pt x="1521910" y="147214"/>
                  <a:pt x="1516419" y="147214"/>
                </a:cubicBezTo>
                <a:cubicBezTo>
                  <a:pt x="1511484" y="147214"/>
                  <a:pt x="1507053" y="146571"/>
                  <a:pt x="1503126" y="145285"/>
                </a:cubicBezTo>
                <a:cubicBezTo>
                  <a:pt x="1499199" y="143999"/>
                  <a:pt x="1495880" y="142157"/>
                  <a:pt x="1493169" y="139759"/>
                </a:cubicBezTo>
                <a:cubicBezTo>
                  <a:pt x="1490458" y="137361"/>
                  <a:pt x="1488373" y="134460"/>
                  <a:pt x="1486913" y="131054"/>
                </a:cubicBezTo>
                <a:cubicBezTo>
                  <a:pt x="1485454" y="127648"/>
                  <a:pt x="1484724" y="123825"/>
                  <a:pt x="1484724" y="119585"/>
                </a:cubicBezTo>
                <a:cubicBezTo>
                  <a:pt x="1484724" y="114372"/>
                  <a:pt x="1485801" y="109837"/>
                  <a:pt x="1487956" y="105979"/>
                </a:cubicBezTo>
                <a:cubicBezTo>
                  <a:pt x="1490111" y="102122"/>
                  <a:pt x="1493169" y="98907"/>
                  <a:pt x="1497131" y="96335"/>
                </a:cubicBezTo>
                <a:cubicBezTo>
                  <a:pt x="1501093" y="93764"/>
                  <a:pt x="1505854" y="91835"/>
                  <a:pt x="1511414" y="90549"/>
                </a:cubicBezTo>
                <a:cubicBezTo>
                  <a:pt x="1516975" y="89263"/>
                  <a:pt x="1523161" y="88620"/>
                  <a:pt x="1529972" y="88620"/>
                </a:cubicBezTo>
                <a:lnTo>
                  <a:pt x="1544986" y="88620"/>
                </a:lnTo>
                <a:lnTo>
                  <a:pt x="1544986" y="80462"/>
                </a:lnTo>
                <a:cubicBezTo>
                  <a:pt x="1544986" y="76418"/>
                  <a:pt x="1544569" y="72845"/>
                  <a:pt x="1543735" y="69743"/>
                </a:cubicBezTo>
                <a:cubicBezTo>
                  <a:pt x="1542901" y="66639"/>
                  <a:pt x="1541545" y="64041"/>
                  <a:pt x="1539669" y="61949"/>
                </a:cubicBezTo>
                <a:cubicBezTo>
                  <a:pt x="1537792" y="59858"/>
                  <a:pt x="1535359" y="58290"/>
                  <a:pt x="1532370" y="57245"/>
                </a:cubicBezTo>
                <a:cubicBezTo>
                  <a:pt x="1529382" y="56198"/>
                  <a:pt x="1525733" y="55674"/>
                  <a:pt x="1521423" y="55674"/>
                </a:cubicBezTo>
                <a:cubicBezTo>
                  <a:pt x="1517253" y="55674"/>
                  <a:pt x="1513499" y="56178"/>
                  <a:pt x="1510163" y="57186"/>
                </a:cubicBezTo>
                <a:cubicBezTo>
                  <a:pt x="1506827" y="58194"/>
                  <a:pt x="1503908" y="59323"/>
                  <a:pt x="1501405" y="60575"/>
                </a:cubicBezTo>
                <a:cubicBezTo>
                  <a:pt x="1498903" y="61826"/>
                  <a:pt x="1496835" y="62955"/>
                  <a:pt x="1495202" y="63963"/>
                </a:cubicBezTo>
                <a:cubicBezTo>
                  <a:pt x="1493569" y="64971"/>
                  <a:pt x="1492404" y="65475"/>
                  <a:pt x="1491709" y="65475"/>
                </a:cubicBezTo>
                <a:cubicBezTo>
                  <a:pt x="1491292" y="65475"/>
                  <a:pt x="1490910" y="65405"/>
                  <a:pt x="1490562" y="65266"/>
                </a:cubicBezTo>
                <a:cubicBezTo>
                  <a:pt x="1490215" y="65125"/>
                  <a:pt x="1489920" y="64862"/>
                  <a:pt x="1489676" y="64478"/>
                </a:cubicBezTo>
                <a:cubicBezTo>
                  <a:pt x="1489433" y="64091"/>
                  <a:pt x="1489259" y="63600"/>
                  <a:pt x="1489155" y="63005"/>
                </a:cubicBezTo>
                <a:cubicBezTo>
                  <a:pt x="1489051" y="62408"/>
                  <a:pt x="1488999" y="61689"/>
                  <a:pt x="1488999" y="60848"/>
                </a:cubicBezTo>
                <a:cubicBezTo>
                  <a:pt x="1488999" y="59376"/>
                  <a:pt x="1489103" y="58202"/>
                  <a:pt x="1489311" y="57326"/>
                </a:cubicBezTo>
                <a:cubicBezTo>
                  <a:pt x="1489520" y="56449"/>
                  <a:pt x="1490059" y="55572"/>
                  <a:pt x="1490927" y="54697"/>
                </a:cubicBezTo>
                <a:cubicBezTo>
                  <a:pt x="1491796" y="53819"/>
                  <a:pt x="1493343" y="52797"/>
                  <a:pt x="1495567" y="51631"/>
                </a:cubicBezTo>
                <a:cubicBezTo>
                  <a:pt x="1497791" y="50463"/>
                  <a:pt x="1500345" y="49381"/>
                  <a:pt x="1503230" y="48386"/>
                </a:cubicBezTo>
                <a:cubicBezTo>
                  <a:pt x="1506114" y="47391"/>
                  <a:pt x="1509225" y="46585"/>
                  <a:pt x="1512561" y="45969"/>
                </a:cubicBezTo>
                <a:cubicBezTo>
                  <a:pt x="1515897" y="45349"/>
                  <a:pt x="1519234" y="45040"/>
                  <a:pt x="1522570" y="45040"/>
                </a:cubicBezTo>
                <a:cubicBezTo>
                  <a:pt x="1529034" y="45040"/>
                  <a:pt x="1534490" y="45822"/>
                  <a:pt x="1538939" y="47386"/>
                </a:cubicBezTo>
                <a:cubicBezTo>
                  <a:pt x="1543387" y="48950"/>
                  <a:pt x="1546984" y="51191"/>
                  <a:pt x="1549730" y="54110"/>
                </a:cubicBezTo>
                <a:cubicBezTo>
                  <a:pt x="1552475" y="57030"/>
                  <a:pt x="1554439" y="60627"/>
                  <a:pt x="1555620" y="64901"/>
                </a:cubicBezTo>
                <a:cubicBezTo>
                  <a:pt x="1556802" y="69176"/>
                  <a:pt x="1557393" y="74024"/>
                  <a:pt x="1557393" y="79445"/>
                </a:cubicBezTo>
                <a:lnTo>
                  <a:pt x="1557393" y="143252"/>
                </a:lnTo>
                <a:moveTo>
                  <a:pt x="1544986" y="98838"/>
                </a:moveTo>
                <a:lnTo>
                  <a:pt x="1527783" y="98838"/>
                </a:lnTo>
                <a:cubicBezTo>
                  <a:pt x="1522779" y="98838"/>
                  <a:pt x="1518400" y="99289"/>
                  <a:pt x="1514646" y="100193"/>
                </a:cubicBezTo>
                <a:cubicBezTo>
                  <a:pt x="1510893" y="101097"/>
                  <a:pt x="1507765" y="102417"/>
                  <a:pt x="1505263" y="104155"/>
                </a:cubicBezTo>
                <a:cubicBezTo>
                  <a:pt x="1502761" y="105893"/>
                  <a:pt x="1500902" y="107978"/>
                  <a:pt x="1499685" y="110410"/>
                </a:cubicBezTo>
                <a:cubicBezTo>
                  <a:pt x="1498469" y="112843"/>
                  <a:pt x="1497861" y="115623"/>
                  <a:pt x="1497861" y="118751"/>
                </a:cubicBezTo>
                <a:cubicBezTo>
                  <a:pt x="1497861" y="124173"/>
                  <a:pt x="1499581" y="128499"/>
                  <a:pt x="1503021" y="131731"/>
                </a:cubicBezTo>
                <a:cubicBezTo>
                  <a:pt x="1506462" y="134963"/>
                  <a:pt x="1511310" y="136579"/>
                  <a:pt x="1517566" y="136579"/>
                </a:cubicBezTo>
                <a:cubicBezTo>
                  <a:pt x="1522501" y="136579"/>
                  <a:pt x="1527105" y="135311"/>
                  <a:pt x="1531380" y="132774"/>
                </a:cubicBezTo>
                <a:cubicBezTo>
                  <a:pt x="1535655" y="130237"/>
                  <a:pt x="1540190" y="126327"/>
                  <a:pt x="1544986" y="121045"/>
                </a:cubicBezTo>
                <a:lnTo>
                  <a:pt x="1544986" y="98838"/>
                </a:lnTo>
                <a:close/>
                <a:moveTo>
                  <a:pt x="1647840" y="118201"/>
                </a:moveTo>
                <a:cubicBezTo>
                  <a:pt x="1647840" y="122723"/>
                  <a:pt x="1647006" y="126776"/>
                  <a:pt x="1645337" y="130360"/>
                </a:cubicBezTo>
                <a:cubicBezTo>
                  <a:pt x="1643669" y="133941"/>
                  <a:pt x="1641289" y="136986"/>
                  <a:pt x="1638196" y="139492"/>
                </a:cubicBezTo>
                <a:cubicBezTo>
                  <a:pt x="1635103" y="141997"/>
                  <a:pt x="1631401" y="143910"/>
                  <a:pt x="1627092" y="145233"/>
                </a:cubicBezTo>
                <a:cubicBezTo>
                  <a:pt x="1622783" y="146554"/>
                  <a:pt x="1618022" y="147214"/>
                  <a:pt x="1612809" y="147214"/>
                </a:cubicBezTo>
                <a:cubicBezTo>
                  <a:pt x="1609542" y="147214"/>
                  <a:pt x="1606449" y="146953"/>
                  <a:pt x="1603530" y="146432"/>
                </a:cubicBezTo>
                <a:cubicBezTo>
                  <a:pt x="1600610" y="145911"/>
                  <a:pt x="1597969" y="145250"/>
                  <a:pt x="1595606" y="144451"/>
                </a:cubicBezTo>
                <a:cubicBezTo>
                  <a:pt x="1593243" y="143652"/>
                  <a:pt x="1591244" y="142800"/>
                  <a:pt x="1589611" y="141897"/>
                </a:cubicBezTo>
                <a:cubicBezTo>
                  <a:pt x="1587978" y="140993"/>
                  <a:pt x="1586779" y="140194"/>
                  <a:pt x="1586014" y="139499"/>
                </a:cubicBezTo>
                <a:cubicBezTo>
                  <a:pt x="1585249" y="138804"/>
                  <a:pt x="1584693" y="137930"/>
                  <a:pt x="1584346" y="136879"/>
                </a:cubicBezTo>
                <a:cubicBezTo>
                  <a:pt x="1583998" y="135826"/>
                  <a:pt x="1583825" y="134423"/>
                  <a:pt x="1583825" y="132670"/>
                </a:cubicBezTo>
                <a:cubicBezTo>
                  <a:pt x="1583825" y="131757"/>
                  <a:pt x="1583894" y="130951"/>
                  <a:pt x="1584033" y="130249"/>
                </a:cubicBezTo>
                <a:cubicBezTo>
                  <a:pt x="1584172" y="129547"/>
                  <a:pt x="1584346" y="128951"/>
                  <a:pt x="1584554" y="128460"/>
                </a:cubicBezTo>
                <a:cubicBezTo>
                  <a:pt x="1584763" y="127969"/>
                  <a:pt x="1585041" y="127601"/>
                  <a:pt x="1585388" y="127356"/>
                </a:cubicBezTo>
                <a:cubicBezTo>
                  <a:pt x="1585736" y="127110"/>
                  <a:pt x="1586118" y="126988"/>
                  <a:pt x="1586535" y="126988"/>
                </a:cubicBezTo>
                <a:cubicBezTo>
                  <a:pt x="1587300" y="126988"/>
                  <a:pt x="1588412" y="127480"/>
                  <a:pt x="1589872" y="128464"/>
                </a:cubicBezTo>
                <a:cubicBezTo>
                  <a:pt x="1591331" y="129447"/>
                  <a:pt x="1593156" y="130519"/>
                  <a:pt x="1595345" y="131679"/>
                </a:cubicBezTo>
                <a:cubicBezTo>
                  <a:pt x="1597535" y="132839"/>
                  <a:pt x="1600141" y="133911"/>
                  <a:pt x="1603165" y="134895"/>
                </a:cubicBezTo>
                <a:cubicBezTo>
                  <a:pt x="1606188" y="135879"/>
                  <a:pt x="1609681" y="136371"/>
                  <a:pt x="1613643" y="136371"/>
                </a:cubicBezTo>
                <a:cubicBezTo>
                  <a:pt x="1616840" y="136371"/>
                  <a:pt x="1619759" y="136023"/>
                  <a:pt x="1622400" y="135328"/>
                </a:cubicBezTo>
                <a:cubicBezTo>
                  <a:pt x="1625042" y="134631"/>
                  <a:pt x="1627335" y="133586"/>
                  <a:pt x="1629282" y="132194"/>
                </a:cubicBezTo>
                <a:cubicBezTo>
                  <a:pt x="1631228" y="130802"/>
                  <a:pt x="1632739" y="129009"/>
                  <a:pt x="1633817" y="126815"/>
                </a:cubicBezTo>
                <a:cubicBezTo>
                  <a:pt x="1634894" y="124621"/>
                  <a:pt x="1635433" y="122062"/>
                  <a:pt x="1635433" y="119139"/>
                </a:cubicBezTo>
                <a:cubicBezTo>
                  <a:pt x="1635433" y="116217"/>
                  <a:pt x="1634738" y="113748"/>
                  <a:pt x="1633348" y="111730"/>
                </a:cubicBezTo>
                <a:cubicBezTo>
                  <a:pt x="1631957" y="109712"/>
                  <a:pt x="1630133" y="107955"/>
                  <a:pt x="1627874" y="106458"/>
                </a:cubicBezTo>
                <a:cubicBezTo>
                  <a:pt x="1625615" y="104962"/>
                  <a:pt x="1623043" y="103640"/>
                  <a:pt x="1620159" y="102493"/>
                </a:cubicBezTo>
                <a:cubicBezTo>
                  <a:pt x="1617274" y="101344"/>
                  <a:pt x="1614320" y="100162"/>
                  <a:pt x="1611297" y="98945"/>
                </a:cubicBezTo>
                <a:cubicBezTo>
                  <a:pt x="1608273" y="97727"/>
                  <a:pt x="1605319" y="96388"/>
                  <a:pt x="1602435" y="94928"/>
                </a:cubicBezTo>
                <a:cubicBezTo>
                  <a:pt x="1599550" y="93466"/>
                  <a:pt x="1596979" y="91692"/>
                  <a:pt x="1594720" y="89604"/>
                </a:cubicBezTo>
                <a:cubicBezTo>
                  <a:pt x="1592461" y="87517"/>
                  <a:pt x="1590636" y="85012"/>
                  <a:pt x="1589246" y="82091"/>
                </a:cubicBezTo>
                <a:cubicBezTo>
                  <a:pt x="1587856" y="79167"/>
                  <a:pt x="1587161" y="75653"/>
                  <a:pt x="1587161" y="71548"/>
                </a:cubicBezTo>
                <a:cubicBezTo>
                  <a:pt x="1587161" y="68279"/>
                  <a:pt x="1587786" y="65062"/>
                  <a:pt x="1589037" y="61897"/>
                </a:cubicBezTo>
                <a:cubicBezTo>
                  <a:pt x="1590289" y="58730"/>
                  <a:pt x="1592217" y="55895"/>
                  <a:pt x="1594824" y="53390"/>
                </a:cubicBezTo>
                <a:cubicBezTo>
                  <a:pt x="1597430" y="50884"/>
                  <a:pt x="1600767" y="48866"/>
                  <a:pt x="1604833" y="47337"/>
                </a:cubicBezTo>
                <a:cubicBezTo>
                  <a:pt x="1608899" y="45806"/>
                  <a:pt x="1613712" y="45040"/>
                  <a:pt x="1619273" y="45040"/>
                </a:cubicBezTo>
                <a:cubicBezTo>
                  <a:pt x="1621636" y="45040"/>
                  <a:pt x="1623982" y="45231"/>
                  <a:pt x="1626310" y="45613"/>
                </a:cubicBezTo>
                <a:cubicBezTo>
                  <a:pt x="1628639" y="45996"/>
                  <a:pt x="1630759" y="46500"/>
                  <a:pt x="1632670" y="47125"/>
                </a:cubicBezTo>
                <a:cubicBezTo>
                  <a:pt x="1634581" y="47751"/>
                  <a:pt x="1636232" y="48428"/>
                  <a:pt x="1637622" y="49158"/>
                </a:cubicBezTo>
                <a:cubicBezTo>
                  <a:pt x="1639012" y="49888"/>
                  <a:pt x="1640072" y="50531"/>
                  <a:pt x="1640802" y="51087"/>
                </a:cubicBezTo>
                <a:cubicBezTo>
                  <a:pt x="1641532" y="51643"/>
                  <a:pt x="1642019" y="52112"/>
                  <a:pt x="1642262" y="52494"/>
                </a:cubicBezTo>
                <a:cubicBezTo>
                  <a:pt x="1642505" y="52877"/>
                  <a:pt x="1642679" y="53276"/>
                  <a:pt x="1642783" y="53693"/>
                </a:cubicBezTo>
                <a:cubicBezTo>
                  <a:pt x="1642887" y="54110"/>
                  <a:pt x="1642974" y="54614"/>
                  <a:pt x="1643044" y="55205"/>
                </a:cubicBezTo>
                <a:cubicBezTo>
                  <a:pt x="1643113" y="55796"/>
                  <a:pt x="1643148" y="56508"/>
                  <a:pt x="1643148" y="57343"/>
                </a:cubicBezTo>
                <a:cubicBezTo>
                  <a:pt x="1643148" y="58177"/>
                  <a:pt x="1643096" y="58924"/>
                  <a:pt x="1642992" y="59584"/>
                </a:cubicBezTo>
                <a:cubicBezTo>
                  <a:pt x="1642887" y="60244"/>
                  <a:pt x="1642731" y="60818"/>
                  <a:pt x="1642522" y="61304"/>
                </a:cubicBezTo>
                <a:cubicBezTo>
                  <a:pt x="1642314" y="61791"/>
                  <a:pt x="1642053" y="62156"/>
                  <a:pt x="1641740" y="62399"/>
                </a:cubicBezTo>
                <a:cubicBezTo>
                  <a:pt x="1641428" y="62642"/>
                  <a:pt x="1641063" y="62764"/>
                  <a:pt x="1640646" y="62764"/>
                </a:cubicBezTo>
                <a:cubicBezTo>
                  <a:pt x="1640090" y="62764"/>
                  <a:pt x="1639256" y="62382"/>
                  <a:pt x="1638144" y="61617"/>
                </a:cubicBezTo>
                <a:cubicBezTo>
                  <a:pt x="1637031" y="60853"/>
                  <a:pt x="1635572" y="60019"/>
                  <a:pt x="1633765" y="59115"/>
                </a:cubicBezTo>
                <a:cubicBezTo>
                  <a:pt x="1631957" y="58211"/>
                  <a:pt x="1629803" y="57377"/>
                  <a:pt x="1627301" y="56613"/>
                </a:cubicBezTo>
                <a:cubicBezTo>
                  <a:pt x="1624798" y="55848"/>
                  <a:pt x="1621914" y="55466"/>
                  <a:pt x="1618647" y="55466"/>
                </a:cubicBezTo>
                <a:cubicBezTo>
                  <a:pt x="1615380" y="55466"/>
                  <a:pt x="1612513" y="55849"/>
                  <a:pt x="1610046" y="56616"/>
                </a:cubicBezTo>
                <a:cubicBezTo>
                  <a:pt x="1607578" y="57381"/>
                  <a:pt x="1605545" y="58459"/>
                  <a:pt x="1603947" y="59851"/>
                </a:cubicBezTo>
                <a:cubicBezTo>
                  <a:pt x="1602348" y="61244"/>
                  <a:pt x="1601149" y="62880"/>
                  <a:pt x="1600350" y="64761"/>
                </a:cubicBezTo>
                <a:cubicBezTo>
                  <a:pt x="1599550" y="66640"/>
                  <a:pt x="1599151" y="68694"/>
                  <a:pt x="1599151" y="70922"/>
                </a:cubicBezTo>
                <a:cubicBezTo>
                  <a:pt x="1599151" y="73983"/>
                  <a:pt x="1599846" y="76557"/>
                  <a:pt x="1601236" y="78644"/>
                </a:cubicBezTo>
                <a:cubicBezTo>
                  <a:pt x="1602626" y="80731"/>
                  <a:pt x="1604468" y="82541"/>
                  <a:pt x="1606762" y="84072"/>
                </a:cubicBezTo>
                <a:cubicBezTo>
                  <a:pt x="1609055" y="85603"/>
                  <a:pt x="1611662" y="86961"/>
                  <a:pt x="1614581" y="88145"/>
                </a:cubicBezTo>
                <a:cubicBezTo>
                  <a:pt x="1617500" y="89326"/>
                  <a:pt x="1620472" y="90509"/>
                  <a:pt x="1623495" y="91693"/>
                </a:cubicBezTo>
                <a:cubicBezTo>
                  <a:pt x="1626519" y="92874"/>
                  <a:pt x="1629490" y="94179"/>
                  <a:pt x="1632409" y="95606"/>
                </a:cubicBezTo>
                <a:cubicBezTo>
                  <a:pt x="1635329" y="97030"/>
                  <a:pt x="1637935" y="98752"/>
                  <a:pt x="1640229" y="100770"/>
                </a:cubicBezTo>
                <a:cubicBezTo>
                  <a:pt x="1642522" y="102788"/>
                  <a:pt x="1644364" y="105206"/>
                  <a:pt x="1645754" y="108025"/>
                </a:cubicBezTo>
                <a:cubicBezTo>
                  <a:pt x="1647145" y="110843"/>
                  <a:pt x="1647840" y="114234"/>
                  <a:pt x="1647840" y="118201"/>
                </a:cubicBezTo>
                <a:close/>
                <a:moveTo>
                  <a:pt x="1746177" y="143040"/>
                </a:moveTo>
                <a:cubicBezTo>
                  <a:pt x="1746177" y="143527"/>
                  <a:pt x="1746073" y="143945"/>
                  <a:pt x="1745864" y="144295"/>
                </a:cubicBezTo>
                <a:cubicBezTo>
                  <a:pt x="1745656" y="144642"/>
                  <a:pt x="1745308" y="144938"/>
                  <a:pt x="1744822" y="145181"/>
                </a:cubicBezTo>
                <a:cubicBezTo>
                  <a:pt x="1744335" y="145424"/>
                  <a:pt x="1743675" y="145615"/>
                  <a:pt x="1742841" y="145754"/>
                </a:cubicBezTo>
                <a:cubicBezTo>
                  <a:pt x="1742007" y="145893"/>
                  <a:pt x="1740929" y="145963"/>
                  <a:pt x="1739609" y="145963"/>
                </a:cubicBezTo>
                <a:cubicBezTo>
                  <a:pt x="1738219" y="145963"/>
                  <a:pt x="1737072" y="145911"/>
                  <a:pt x="1736168" y="145806"/>
                </a:cubicBezTo>
                <a:cubicBezTo>
                  <a:pt x="1735265" y="145702"/>
                  <a:pt x="1734483" y="145546"/>
                  <a:pt x="1733822" y="145337"/>
                </a:cubicBezTo>
                <a:cubicBezTo>
                  <a:pt x="1733162" y="145129"/>
                  <a:pt x="1732606" y="144851"/>
                  <a:pt x="1732154" y="144503"/>
                </a:cubicBezTo>
                <a:cubicBezTo>
                  <a:pt x="1731702" y="144153"/>
                  <a:pt x="1731268" y="143735"/>
                  <a:pt x="1730851" y="143249"/>
                </a:cubicBezTo>
                <a:lnTo>
                  <a:pt x="1686645" y="89604"/>
                </a:lnTo>
                <a:lnTo>
                  <a:pt x="1686645" y="143249"/>
                </a:lnTo>
                <a:cubicBezTo>
                  <a:pt x="1686645" y="143666"/>
                  <a:pt x="1686541" y="144049"/>
                  <a:pt x="1686332" y="144399"/>
                </a:cubicBezTo>
                <a:cubicBezTo>
                  <a:pt x="1686124" y="144746"/>
                  <a:pt x="1685794" y="145024"/>
                  <a:pt x="1685342" y="145233"/>
                </a:cubicBezTo>
                <a:cubicBezTo>
                  <a:pt x="1684890" y="145441"/>
                  <a:pt x="1684265" y="145615"/>
                  <a:pt x="1683465" y="145754"/>
                </a:cubicBezTo>
                <a:cubicBezTo>
                  <a:pt x="1682666" y="145893"/>
                  <a:pt x="1681641" y="145963"/>
                  <a:pt x="1680390" y="145963"/>
                </a:cubicBezTo>
                <a:cubicBezTo>
                  <a:pt x="1679208" y="145963"/>
                  <a:pt x="1678218" y="145893"/>
                  <a:pt x="1677418" y="145754"/>
                </a:cubicBezTo>
                <a:cubicBezTo>
                  <a:pt x="1676619" y="145615"/>
                  <a:pt x="1675976" y="145441"/>
                  <a:pt x="1675489" y="145233"/>
                </a:cubicBezTo>
                <a:cubicBezTo>
                  <a:pt x="1675003" y="145024"/>
                  <a:pt x="1674673" y="144746"/>
                  <a:pt x="1674499" y="144399"/>
                </a:cubicBezTo>
                <a:cubicBezTo>
                  <a:pt x="1674325" y="144051"/>
                  <a:pt x="1674238" y="143669"/>
                  <a:pt x="1674238" y="143252"/>
                </a:cubicBezTo>
                <a:lnTo>
                  <a:pt x="1674238" y="2711"/>
                </a:lnTo>
                <a:cubicBezTo>
                  <a:pt x="1674238" y="2294"/>
                  <a:pt x="1674325" y="1911"/>
                  <a:pt x="1674499" y="1564"/>
                </a:cubicBezTo>
                <a:cubicBezTo>
                  <a:pt x="1674673" y="1216"/>
                  <a:pt x="1675003" y="921"/>
                  <a:pt x="1675489" y="678"/>
                </a:cubicBezTo>
                <a:cubicBezTo>
                  <a:pt x="1675976" y="434"/>
                  <a:pt x="1676619" y="261"/>
                  <a:pt x="1677418" y="156"/>
                </a:cubicBezTo>
                <a:cubicBezTo>
                  <a:pt x="1678218" y="52"/>
                  <a:pt x="1679208" y="0"/>
                  <a:pt x="1680390" y="0"/>
                </a:cubicBezTo>
                <a:cubicBezTo>
                  <a:pt x="1681641" y="0"/>
                  <a:pt x="1682666" y="52"/>
                  <a:pt x="1683465" y="156"/>
                </a:cubicBezTo>
                <a:cubicBezTo>
                  <a:pt x="1684265" y="261"/>
                  <a:pt x="1684890" y="434"/>
                  <a:pt x="1685342" y="678"/>
                </a:cubicBezTo>
                <a:cubicBezTo>
                  <a:pt x="1685794" y="921"/>
                  <a:pt x="1686124" y="1216"/>
                  <a:pt x="1686332" y="1564"/>
                </a:cubicBezTo>
                <a:cubicBezTo>
                  <a:pt x="1686541" y="1911"/>
                  <a:pt x="1686645" y="2293"/>
                  <a:pt x="1686645" y="2707"/>
                </a:cubicBezTo>
                <a:lnTo>
                  <a:pt x="1686645" y="89396"/>
                </a:lnTo>
                <a:lnTo>
                  <a:pt x="1726368" y="49214"/>
                </a:lnTo>
                <a:cubicBezTo>
                  <a:pt x="1726924" y="48588"/>
                  <a:pt x="1727497" y="48084"/>
                  <a:pt x="1728088" y="47702"/>
                </a:cubicBezTo>
                <a:cubicBezTo>
                  <a:pt x="1728679" y="47317"/>
                  <a:pt x="1729322" y="47003"/>
                  <a:pt x="1730017" y="46760"/>
                </a:cubicBezTo>
                <a:cubicBezTo>
                  <a:pt x="1730712" y="46517"/>
                  <a:pt x="1731511" y="46343"/>
                  <a:pt x="1732415" y="46239"/>
                </a:cubicBezTo>
                <a:cubicBezTo>
                  <a:pt x="1733318" y="46135"/>
                  <a:pt x="1734361" y="46083"/>
                  <a:pt x="1735543" y="46083"/>
                </a:cubicBezTo>
                <a:cubicBezTo>
                  <a:pt x="1736724" y="46083"/>
                  <a:pt x="1737749" y="46117"/>
                  <a:pt x="1738618" y="46187"/>
                </a:cubicBezTo>
                <a:cubicBezTo>
                  <a:pt x="1739487" y="46256"/>
                  <a:pt x="1740200" y="46395"/>
                  <a:pt x="1740756" y="46604"/>
                </a:cubicBezTo>
                <a:cubicBezTo>
                  <a:pt x="1741312" y="46812"/>
                  <a:pt x="1741729" y="47074"/>
                  <a:pt x="1742007" y="47389"/>
                </a:cubicBezTo>
                <a:cubicBezTo>
                  <a:pt x="1742285" y="47702"/>
                  <a:pt x="1742424" y="48101"/>
                  <a:pt x="1742424" y="48588"/>
                </a:cubicBezTo>
                <a:cubicBezTo>
                  <a:pt x="1742424" y="49283"/>
                  <a:pt x="1742215" y="49962"/>
                  <a:pt x="1741798" y="50624"/>
                </a:cubicBezTo>
                <a:cubicBezTo>
                  <a:pt x="1741381" y="51285"/>
                  <a:pt x="1740651" y="52136"/>
                  <a:pt x="1739609" y="53179"/>
                </a:cubicBezTo>
                <a:lnTo>
                  <a:pt x="1701867" y="88874"/>
                </a:lnTo>
                <a:lnTo>
                  <a:pt x="1743779" y="138971"/>
                </a:lnTo>
                <a:cubicBezTo>
                  <a:pt x="1744683" y="140013"/>
                  <a:pt x="1745308" y="140814"/>
                  <a:pt x="1745656" y="141372"/>
                </a:cubicBezTo>
                <a:cubicBezTo>
                  <a:pt x="1746003" y="141928"/>
                  <a:pt x="1746177" y="142484"/>
                  <a:pt x="1746177" y="143040"/>
                </a:cubicBezTo>
                <a:close/>
                <a:moveTo>
                  <a:pt x="1820964" y="118201"/>
                </a:moveTo>
                <a:cubicBezTo>
                  <a:pt x="1820964" y="122723"/>
                  <a:pt x="1820130" y="126776"/>
                  <a:pt x="1818462" y="130360"/>
                </a:cubicBezTo>
                <a:cubicBezTo>
                  <a:pt x="1816793" y="133941"/>
                  <a:pt x="1814413" y="136986"/>
                  <a:pt x="1811320" y="139492"/>
                </a:cubicBezTo>
                <a:cubicBezTo>
                  <a:pt x="1808227" y="141997"/>
                  <a:pt x="1804526" y="143910"/>
                  <a:pt x="1800216" y="145233"/>
                </a:cubicBezTo>
                <a:cubicBezTo>
                  <a:pt x="1795907" y="146554"/>
                  <a:pt x="1791146" y="147214"/>
                  <a:pt x="1785933" y="147214"/>
                </a:cubicBezTo>
                <a:cubicBezTo>
                  <a:pt x="1782666" y="147214"/>
                  <a:pt x="1779573" y="146953"/>
                  <a:pt x="1776654" y="146432"/>
                </a:cubicBezTo>
                <a:cubicBezTo>
                  <a:pt x="1773734" y="145911"/>
                  <a:pt x="1771093" y="145250"/>
                  <a:pt x="1768730" y="144451"/>
                </a:cubicBezTo>
                <a:cubicBezTo>
                  <a:pt x="1766367" y="143652"/>
                  <a:pt x="1764369" y="142800"/>
                  <a:pt x="1762735" y="141897"/>
                </a:cubicBezTo>
                <a:cubicBezTo>
                  <a:pt x="1761102" y="140993"/>
                  <a:pt x="1759903" y="140194"/>
                  <a:pt x="1759138" y="139499"/>
                </a:cubicBezTo>
                <a:cubicBezTo>
                  <a:pt x="1758374" y="138804"/>
                  <a:pt x="1757818" y="137930"/>
                  <a:pt x="1757470" y="136879"/>
                </a:cubicBezTo>
                <a:cubicBezTo>
                  <a:pt x="1757123" y="135826"/>
                  <a:pt x="1756949" y="134423"/>
                  <a:pt x="1756949" y="132670"/>
                </a:cubicBezTo>
                <a:cubicBezTo>
                  <a:pt x="1756949" y="131757"/>
                  <a:pt x="1757018" y="130951"/>
                  <a:pt x="1757157" y="130249"/>
                </a:cubicBezTo>
                <a:cubicBezTo>
                  <a:pt x="1757296" y="129547"/>
                  <a:pt x="1757470" y="128951"/>
                  <a:pt x="1757679" y="128460"/>
                </a:cubicBezTo>
                <a:cubicBezTo>
                  <a:pt x="1757887" y="127969"/>
                  <a:pt x="1758165" y="127601"/>
                  <a:pt x="1758513" y="127356"/>
                </a:cubicBezTo>
                <a:cubicBezTo>
                  <a:pt x="1758860" y="127110"/>
                  <a:pt x="1759242" y="126988"/>
                  <a:pt x="1759659" y="126988"/>
                </a:cubicBezTo>
                <a:cubicBezTo>
                  <a:pt x="1760424" y="126988"/>
                  <a:pt x="1761536" y="127480"/>
                  <a:pt x="1762996" y="128464"/>
                </a:cubicBezTo>
                <a:cubicBezTo>
                  <a:pt x="1764455" y="129447"/>
                  <a:pt x="1766280" y="130519"/>
                  <a:pt x="1768469" y="131679"/>
                </a:cubicBezTo>
                <a:cubicBezTo>
                  <a:pt x="1770659" y="132839"/>
                  <a:pt x="1773265" y="133911"/>
                  <a:pt x="1776289" y="134895"/>
                </a:cubicBezTo>
                <a:cubicBezTo>
                  <a:pt x="1779312" y="135879"/>
                  <a:pt x="1782805" y="136371"/>
                  <a:pt x="1786767" y="136371"/>
                </a:cubicBezTo>
                <a:cubicBezTo>
                  <a:pt x="1789964" y="136371"/>
                  <a:pt x="1792883" y="136023"/>
                  <a:pt x="1795525" y="135328"/>
                </a:cubicBezTo>
                <a:cubicBezTo>
                  <a:pt x="1798166" y="134631"/>
                  <a:pt x="1800460" y="133586"/>
                  <a:pt x="1802406" y="132194"/>
                </a:cubicBezTo>
                <a:cubicBezTo>
                  <a:pt x="1804352" y="130802"/>
                  <a:pt x="1805864" y="129009"/>
                  <a:pt x="1806941" y="126815"/>
                </a:cubicBezTo>
                <a:cubicBezTo>
                  <a:pt x="1808018" y="124621"/>
                  <a:pt x="1808557" y="122062"/>
                  <a:pt x="1808557" y="119139"/>
                </a:cubicBezTo>
                <a:cubicBezTo>
                  <a:pt x="1808557" y="116217"/>
                  <a:pt x="1807862" y="113748"/>
                  <a:pt x="1806472" y="111730"/>
                </a:cubicBezTo>
                <a:cubicBezTo>
                  <a:pt x="1805082" y="109712"/>
                  <a:pt x="1803257" y="107955"/>
                  <a:pt x="1800998" y="106458"/>
                </a:cubicBezTo>
                <a:cubicBezTo>
                  <a:pt x="1798739" y="104962"/>
                  <a:pt x="1796168" y="103640"/>
                  <a:pt x="1793283" y="102493"/>
                </a:cubicBezTo>
                <a:cubicBezTo>
                  <a:pt x="1790399" y="101344"/>
                  <a:pt x="1787445" y="100162"/>
                  <a:pt x="1784421" y="98945"/>
                </a:cubicBezTo>
                <a:cubicBezTo>
                  <a:pt x="1781398" y="97727"/>
                  <a:pt x="1778444" y="96388"/>
                  <a:pt x="1775559" y="94928"/>
                </a:cubicBezTo>
                <a:cubicBezTo>
                  <a:pt x="1772674" y="93466"/>
                  <a:pt x="1770103" y="91692"/>
                  <a:pt x="1767844" y="89604"/>
                </a:cubicBezTo>
                <a:cubicBezTo>
                  <a:pt x="1765585" y="87517"/>
                  <a:pt x="1763760" y="85012"/>
                  <a:pt x="1762370" y="82091"/>
                </a:cubicBezTo>
                <a:cubicBezTo>
                  <a:pt x="1760980" y="79167"/>
                  <a:pt x="1760285" y="75653"/>
                  <a:pt x="1760285" y="71548"/>
                </a:cubicBezTo>
                <a:cubicBezTo>
                  <a:pt x="1760285" y="68279"/>
                  <a:pt x="1760911" y="65062"/>
                  <a:pt x="1762162" y="61897"/>
                </a:cubicBezTo>
                <a:cubicBezTo>
                  <a:pt x="1763413" y="58730"/>
                  <a:pt x="1765342" y="55895"/>
                  <a:pt x="1767948" y="53390"/>
                </a:cubicBezTo>
                <a:cubicBezTo>
                  <a:pt x="1770555" y="50884"/>
                  <a:pt x="1773891" y="48866"/>
                  <a:pt x="1777957" y="47337"/>
                </a:cubicBezTo>
                <a:cubicBezTo>
                  <a:pt x="1782023" y="45806"/>
                  <a:pt x="1786836" y="45040"/>
                  <a:pt x="1792397" y="45040"/>
                </a:cubicBezTo>
                <a:cubicBezTo>
                  <a:pt x="1794760" y="45040"/>
                  <a:pt x="1797106" y="45231"/>
                  <a:pt x="1799434" y="45613"/>
                </a:cubicBezTo>
                <a:cubicBezTo>
                  <a:pt x="1801763" y="45996"/>
                  <a:pt x="1803883" y="46500"/>
                  <a:pt x="1805794" y="47125"/>
                </a:cubicBezTo>
                <a:cubicBezTo>
                  <a:pt x="1807706" y="47751"/>
                  <a:pt x="1809356" y="48428"/>
                  <a:pt x="1810746" y="49158"/>
                </a:cubicBezTo>
                <a:cubicBezTo>
                  <a:pt x="1812137" y="49888"/>
                  <a:pt x="1813197" y="50531"/>
                  <a:pt x="1813926" y="51087"/>
                </a:cubicBezTo>
                <a:cubicBezTo>
                  <a:pt x="1814656" y="51643"/>
                  <a:pt x="1815143" y="52112"/>
                  <a:pt x="1815386" y="52494"/>
                </a:cubicBezTo>
                <a:cubicBezTo>
                  <a:pt x="1815629" y="52877"/>
                  <a:pt x="1815803" y="53276"/>
                  <a:pt x="1815907" y="53693"/>
                </a:cubicBezTo>
                <a:cubicBezTo>
                  <a:pt x="1816012" y="54110"/>
                  <a:pt x="1816098" y="54614"/>
                  <a:pt x="1816168" y="55205"/>
                </a:cubicBezTo>
                <a:cubicBezTo>
                  <a:pt x="1816237" y="55796"/>
                  <a:pt x="1816272" y="56508"/>
                  <a:pt x="1816272" y="57343"/>
                </a:cubicBezTo>
                <a:cubicBezTo>
                  <a:pt x="1816272" y="58177"/>
                  <a:pt x="1816220" y="58924"/>
                  <a:pt x="1816116" y="59584"/>
                </a:cubicBezTo>
                <a:cubicBezTo>
                  <a:pt x="1816012" y="60244"/>
                  <a:pt x="1815855" y="60818"/>
                  <a:pt x="1815647" y="61304"/>
                </a:cubicBezTo>
                <a:cubicBezTo>
                  <a:pt x="1815438" y="61791"/>
                  <a:pt x="1815177" y="62156"/>
                  <a:pt x="1814865" y="62399"/>
                </a:cubicBezTo>
                <a:cubicBezTo>
                  <a:pt x="1814552" y="62642"/>
                  <a:pt x="1814187" y="62764"/>
                  <a:pt x="1813770" y="62764"/>
                </a:cubicBezTo>
                <a:cubicBezTo>
                  <a:pt x="1813214" y="62764"/>
                  <a:pt x="1812380" y="62382"/>
                  <a:pt x="1811268" y="61617"/>
                </a:cubicBezTo>
                <a:cubicBezTo>
                  <a:pt x="1810156" y="60853"/>
                  <a:pt x="1808696" y="60019"/>
                  <a:pt x="1806889" y="59115"/>
                </a:cubicBezTo>
                <a:cubicBezTo>
                  <a:pt x="1805082" y="58211"/>
                  <a:pt x="1802927" y="57377"/>
                  <a:pt x="1800425" y="56613"/>
                </a:cubicBezTo>
                <a:cubicBezTo>
                  <a:pt x="1797923" y="55848"/>
                  <a:pt x="1795038" y="55466"/>
                  <a:pt x="1791771" y="55466"/>
                </a:cubicBezTo>
                <a:cubicBezTo>
                  <a:pt x="1788505" y="55466"/>
                  <a:pt x="1785637" y="55849"/>
                  <a:pt x="1783170" y="56616"/>
                </a:cubicBezTo>
                <a:cubicBezTo>
                  <a:pt x="1780702" y="57381"/>
                  <a:pt x="1778669" y="58459"/>
                  <a:pt x="1777071" y="59851"/>
                </a:cubicBezTo>
                <a:cubicBezTo>
                  <a:pt x="1775472" y="61244"/>
                  <a:pt x="1774273" y="62880"/>
                  <a:pt x="1773474" y="64761"/>
                </a:cubicBezTo>
                <a:cubicBezTo>
                  <a:pt x="1772674" y="66640"/>
                  <a:pt x="1772275" y="68694"/>
                  <a:pt x="1772275" y="70922"/>
                </a:cubicBezTo>
                <a:cubicBezTo>
                  <a:pt x="1772275" y="73983"/>
                  <a:pt x="1772970" y="76557"/>
                  <a:pt x="1774360" y="78644"/>
                </a:cubicBezTo>
                <a:cubicBezTo>
                  <a:pt x="1775750" y="80731"/>
                  <a:pt x="1777592" y="82541"/>
                  <a:pt x="1779886" y="84072"/>
                </a:cubicBezTo>
                <a:cubicBezTo>
                  <a:pt x="1782179" y="85603"/>
                  <a:pt x="1784786" y="86961"/>
                  <a:pt x="1787705" y="88145"/>
                </a:cubicBezTo>
                <a:cubicBezTo>
                  <a:pt x="1790624" y="89326"/>
                  <a:pt x="1793596" y="90509"/>
                  <a:pt x="1796619" y="91693"/>
                </a:cubicBezTo>
                <a:cubicBezTo>
                  <a:pt x="1799643" y="92874"/>
                  <a:pt x="1802614" y="94179"/>
                  <a:pt x="1805533" y="95606"/>
                </a:cubicBezTo>
                <a:cubicBezTo>
                  <a:pt x="1808453" y="97030"/>
                  <a:pt x="1811059" y="98752"/>
                  <a:pt x="1813353" y="100770"/>
                </a:cubicBezTo>
                <a:cubicBezTo>
                  <a:pt x="1815647" y="102788"/>
                  <a:pt x="1817489" y="105206"/>
                  <a:pt x="1818879" y="108025"/>
                </a:cubicBezTo>
                <a:cubicBezTo>
                  <a:pt x="1820269" y="110843"/>
                  <a:pt x="1820964" y="114234"/>
                  <a:pt x="1820964" y="118201"/>
                </a:cubicBezTo>
                <a:close/>
                <a:moveTo>
                  <a:pt x="1950712" y="3024"/>
                </a:moveTo>
                <a:cubicBezTo>
                  <a:pt x="1961207" y="3024"/>
                  <a:pt x="1969722" y="3823"/>
                  <a:pt x="1976255" y="5421"/>
                </a:cubicBezTo>
                <a:cubicBezTo>
                  <a:pt x="1982789" y="7020"/>
                  <a:pt x="1988888" y="9905"/>
                  <a:pt x="1994553" y="14075"/>
                </a:cubicBezTo>
                <a:cubicBezTo>
                  <a:pt x="2000218" y="18245"/>
                  <a:pt x="2004475" y="23788"/>
                  <a:pt x="2007325" y="30704"/>
                </a:cubicBezTo>
                <a:cubicBezTo>
                  <a:pt x="2010174" y="37620"/>
                  <a:pt x="2011599" y="45805"/>
                  <a:pt x="2011599" y="55257"/>
                </a:cubicBezTo>
                <a:cubicBezTo>
                  <a:pt x="2011599" y="64641"/>
                  <a:pt x="2010522" y="73607"/>
                  <a:pt x="2008367" y="82156"/>
                </a:cubicBezTo>
                <a:cubicBezTo>
                  <a:pt x="2006212" y="90705"/>
                  <a:pt x="2003119" y="98577"/>
                  <a:pt x="1999088" y="105771"/>
                </a:cubicBezTo>
                <a:cubicBezTo>
                  <a:pt x="1995057" y="112965"/>
                  <a:pt x="1990226" y="119220"/>
                  <a:pt x="1984596" y="124538"/>
                </a:cubicBezTo>
                <a:cubicBezTo>
                  <a:pt x="1978966" y="129855"/>
                  <a:pt x="1973510" y="133938"/>
                  <a:pt x="1968227" y="136788"/>
                </a:cubicBezTo>
                <a:cubicBezTo>
                  <a:pt x="1962945" y="139638"/>
                  <a:pt x="1957037" y="141775"/>
                  <a:pt x="1950503" y="143200"/>
                </a:cubicBezTo>
                <a:cubicBezTo>
                  <a:pt x="1943970" y="144625"/>
                  <a:pt x="1936359" y="145337"/>
                  <a:pt x="1927671" y="145337"/>
                </a:cubicBezTo>
                <a:lnTo>
                  <a:pt x="1883882" y="145337"/>
                </a:lnTo>
                <a:lnTo>
                  <a:pt x="1885029" y="140229"/>
                </a:lnTo>
                <a:cubicBezTo>
                  <a:pt x="1887670" y="139811"/>
                  <a:pt x="1889651" y="139134"/>
                  <a:pt x="1890971" y="138195"/>
                </a:cubicBezTo>
                <a:cubicBezTo>
                  <a:pt x="1892292" y="137257"/>
                  <a:pt x="1893404" y="135954"/>
                  <a:pt x="1894308" y="134286"/>
                </a:cubicBezTo>
                <a:cubicBezTo>
                  <a:pt x="1895211" y="132618"/>
                  <a:pt x="1896045" y="130585"/>
                  <a:pt x="1896810" y="128187"/>
                </a:cubicBezTo>
                <a:cubicBezTo>
                  <a:pt x="1897574" y="125789"/>
                  <a:pt x="1898721" y="121149"/>
                  <a:pt x="1900250" y="114268"/>
                </a:cubicBezTo>
                <a:lnTo>
                  <a:pt x="1917974" y="33988"/>
                </a:lnTo>
                <a:cubicBezTo>
                  <a:pt x="1919504" y="27038"/>
                  <a:pt x="1920268" y="21443"/>
                  <a:pt x="1920268" y="17203"/>
                </a:cubicBezTo>
                <a:cubicBezTo>
                  <a:pt x="1920268" y="13936"/>
                  <a:pt x="1919451" y="11660"/>
                  <a:pt x="1917818" y="10374"/>
                </a:cubicBezTo>
                <a:cubicBezTo>
                  <a:pt x="1916185" y="9088"/>
                  <a:pt x="1913596" y="8341"/>
                  <a:pt x="1910051" y="8132"/>
                </a:cubicBezTo>
                <a:lnTo>
                  <a:pt x="1911198" y="3024"/>
                </a:lnTo>
                <a:lnTo>
                  <a:pt x="1950712" y="3024"/>
                </a:lnTo>
                <a:moveTo>
                  <a:pt x="1914117" y="135745"/>
                </a:moveTo>
                <a:cubicBezTo>
                  <a:pt x="1916133" y="135954"/>
                  <a:pt x="1919990" y="136058"/>
                  <a:pt x="1925690" y="136058"/>
                </a:cubicBezTo>
                <a:cubicBezTo>
                  <a:pt x="1936950" y="136058"/>
                  <a:pt x="1946507" y="134095"/>
                  <a:pt x="1954361" y="130168"/>
                </a:cubicBezTo>
                <a:cubicBezTo>
                  <a:pt x="1962215" y="126240"/>
                  <a:pt x="1968992" y="120089"/>
                  <a:pt x="1974691" y="111714"/>
                </a:cubicBezTo>
                <a:cubicBezTo>
                  <a:pt x="1980391" y="103338"/>
                  <a:pt x="1984596" y="94511"/>
                  <a:pt x="1987307" y="85232"/>
                </a:cubicBezTo>
                <a:cubicBezTo>
                  <a:pt x="1990018" y="75953"/>
                  <a:pt x="1991373" y="66170"/>
                  <a:pt x="1991373" y="55883"/>
                </a:cubicBezTo>
                <a:cubicBezTo>
                  <a:pt x="1991373" y="41356"/>
                  <a:pt x="1987984" y="30426"/>
                  <a:pt x="1981208" y="23093"/>
                </a:cubicBezTo>
                <a:cubicBezTo>
                  <a:pt x="1974431" y="15760"/>
                  <a:pt x="1964370" y="12094"/>
                  <a:pt x="1951025" y="12094"/>
                </a:cubicBezTo>
                <a:cubicBezTo>
                  <a:pt x="1947966" y="12094"/>
                  <a:pt x="1944665" y="12198"/>
                  <a:pt x="1941120" y="12407"/>
                </a:cubicBezTo>
                <a:lnTo>
                  <a:pt x="1914117" y="135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,">
            <a:extLst xmlns:a="http://schemas.openxmlformats.org/drawingml/2006/main">
              <a:ext uri="{FF2B5EF4-FFF2-40B4-BE49-F238E27FC236}">
                <a16:creationId xmlns:a16="http://schemas.microsoft.com/office/drawing/2014/main" id="{187EF26F-DB34-4D00-A953-03A57E324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096" y="2027399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Text Targettasks!">
            <a:extLst xmlns:a="http://schemas.openxmlformats.org/drawingml/2006/main">
              <a:ext uri="{FF2B5EF4-FFF2-40B4-BE49-F238E27FC236}">
                <a16:creationId xmlns:a16="http://schemas.microsoft.com/office/drawing/2014/main" id="{FB8E12D2-C99C-48C3-B22C-2DC6FF5A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576" y="2525457"/>
            <a:ext cx="1183259" cy="183496"/>
          </a:xfrm>
          <a:custGeom xmlns:a="http://schemas.openxmlformats.org/drawingml/2006/main">
            <a:pathLst>
              <a:path w="1183259" h="183496">
                <a:moveTo>
                  <a:pt x="99672" y="16317"/>
                </a:moveTo>
                <a:cubicBezTo>
                  <a:pt x="99672" y="17229"/>
                  <a:pt x="99602" y="18036"/>
                  <a:pt x="99463" y="18737"/>
                </a:cubicBezTo>
                <a:cubicBezTo>
                  <a:pt x="99324" y="19439"/>
                  <a:pt x="99116" y="20018"/>
                  <a:pt x="98838" y="20474"/>
                </a:cubicBezTo>
                <a:cubicBezTo>
                  <a:pt x="98560" y="20930"/>
                  <a:pt x="98212" y="21281"/>
                  <a:pt x="97795" y="21526"/>
                </a:cubicBezTo>
                <a:cubicBezTo>
                  <a:pt x="97378" y="21772"/>
                  <a:pt x="96926" y="21894"/>
                  <a:pt x="96440" y="21894"/>
                </a:cubicBezTo>
                <a:lnTo>
                  <a:pt x="56196" y="21894"/>
                </a:lnTo>
                <a:lnTo>
                  <a:pt x="56196" y="143255"/>
                </a:lnTo>
                <a:cubicBezTo>
                  <a:pt x="56196" y="143672"/>
                  <a:pt x="56091" y="144055"/>
                  <a:pt x="55883" y="144402"/>
                </a:cubicBezTo>
                <a:cubicBezTo>
                  <a:pt x="55674" y="144747"/>
                  <a:pt x="55327" y="145024"/>
                  <a:pt x="54840" y="145233"/>
                </a:cubicBezTo>
                <a:cubicBezTo>
                  <a:pt x="54354" y="145441"/>
                  <a:pt x="53693" y="145615"/>
                  <a:pt x="52859" y="145754"/>
                </a:cubicBezTo>
                <a:cubicBezTo>
                  <a:pt x="52025" y="145893"/>
                  <a:pt x="51017" y="145963"/>
                  <a:pt x="49836" y="145963"/>
                </a:cubicBezTo>
                <a:cubicBezTo>
                  <a:pt x="48654" y="145963"/>
                  <a:pt x="47646" y="145893"/>
                  <a:pt x="46812" y="145754"/>
                </a:cubicBezTo>
                <a:cubicBezTo>
                  <a:pt x="45978" y="145615"/>
                  <a:pt x="45318" y="145441"/>
                  <a:pt x="44831" y="145233"/>
                </a:cubicBezTo>
                <a:cubicBezTo>
                  <a:pt x="44345" y="145024"/>
                  <a:pt x="43997" y="144747"/>
                  <a:pt x="43789" y="144402"/>
                </a:cubicBezTo>
                <a:cubicBezTo>
                  <a:pt x="43580" y="144055"/>
                  <a:pt x="43476" y="143672"/>
                  <a:pt x="43476" y="143255"/>
                </a:cubicBezTo>
                <a:lnTo>
                  <a:pt x="43476" y="21894"/>
                </a:lnTo>
                <a:lnTo>
                  <a:pt x="3232" y="21894"/>
                </a:lnTo>
                <a:cubicBezTo>
                  <a:pt x="2676" y="21894"/>
                  <a:pt x="2207" y="21772"/>
                  <a:pt x="1825" y="21526"/>
                </a:cubicBezTo>
                <a:cubicBezTo>
                  <a:pt x="1442" y="21281"/>
                  <a:pt x="1112" y="20930"/>
                  <a:pt x="834" y="20474"/>
                </a:cubicBezTo>
                <a:cubicBezTo>
                  <a:pt x="556" y="20018"/>
                  <a:pt x="348" y="19439"/>
                  <a:pt x="209" y="18737"/>
                </a:cubicBezTo>
                <a:cubicBezTo>
                  <a:pt x="70" y="18036"/>
                  <a:pt x="0" y="17229"/>
                  <a:pt x="0" y="16317"/>
                </a:cubicBezTo>
                <a:cubicBezTo>
                  <a:pt x="0" y="15335"/>
                  <a:pt x="70" y="14476"/>
                  <a:pt x="209" y="13739"/>
                </a:cubicBezTo>
                <a:cubicBezTo>
                  <a:pt x="348" y="13003"/>
                  <a:pt x="556" y="12389"/>
                  <a:pt x="834" y="11899"/>
                </a:cubicBezTo>
                <a:cubicBezTo>
                  <a:pt x="1112" y="11408"/>
                  <a:pt x="1442" y="11040"/>
                  <a:pt x="1825" y="10794"/>
                </a:cubicBezTo>
                <a:cubicBezTo>
                  <a:pt x="2207" y="10549"/>
                  <a:pt x="2676" y="10426"/>
                  <a:pt x="3232" y="10426"/>
                </a:cubicBezTo>
                <a:lnTo>
                  <a:pt x="96440" y="10426"/>
                </a:lnTo>
                <a:cubicBezTo>
                  <a:pt x="96926" y="10426"/>
                  <a:pt x="97378" y="10549"/>
                  <a:pt x="97795" y="10794"/>
                </a:cubicBezTo>
                <a:cubicBezTo>
                  <a:pt x="98212" y="11040"/>
                  <a:pt x="98560" y="11408"/>
                  <a:pt x="98838" y="11899"/>
                </a:cubicBezTo>
                <a:cubicBezTo>
                  <a:pt x="99116" y="12389"/>
                  <a:pt x="99324" y="13003"/>
                  <a:pt x="99463" y="13739"/>
                </a:cubicBezTo>
                <a:cubicBezTo>
                  <a:pt x="99602" y="14476"/>
                  <a:pt x="99672" y="15335"/>
                  <a:pt x="99672" y="16317"/>
                </a:cubicBezTo>
                <a:close/>
                <a:moveTo>
                  <a:pt x="167981" y="143252"/>
                </a:moveTo>
                <a:cubicBezTo>
                  <a:pt x="167981" y="143947"/>
                  <a:pt x="167755" y="144486"/>
                  <a:pt x="167303" y="144868"/>
                </a:cubicBezTo>
                <a:cubicBezTo>
                  <a:pt x="166852" y="145250"/>
                  <a:pt x="166261" y="145528"/>
                  <a:pt x="165531" y="145702"/>
                </a:cubicBezTo>
                <a:cubicBezTo>
                  <a:pt x="164801" y="145876"/>
                  <a:pt x="163811" y="145963"/>
                  <a:pt x="162560" y="145963"/>
                </a:cubicBezTo>
                <a:cubicBezTo>
                  <a:pt x="161378" y="145963"/>
                  <a:pt x="160370" y="145876"/>
                  <a:pt x="159536" y="145702"/>
                </a:cubicBezTo>
                <a:cubicBezTo>
                  <a:pt x="158702" y="145528"/>
                  <a:pt x="158059" y="145250"/>
                  <a:pt x="157607" y="144868"/>
                </a:cubicBezTo>
                <a:cubicBezTo>
                  <a:pt x="157155" y="144486"/>
                  <a:pt x="156930" y="143947"/>
                  <a:pt x="156930" y="143252"/>
                </a:cubicBezTo>
                <a:lnTo>
                  <a:pt x="156930" y="132722"/>
                </a:lnTo>
                <a:cubicBezTo>
                  <a:pt x="152690" y="137309"/>
                  <a:pt x="148015" y="140871"/>
                  <a:pt x="142907" y="143408"/>
                </a:cubicBezTo>
                <a:cubicBezTo>
                  <a:pt x="137798" y="145945"/>
                  <a:pt x="132498" y="147214"/>
                  <a:pt x="127007" y="147214"/>
                </a:cubicBezTo>
                <a:cubicBezTo>
                  <a:pt x="122072" y="147214"/>
                  <a:pt x="117641" y="146571"/>
                  <a:pt x="113714" y="145285"/>
                </a:cubicBezTo>
                <a:cubicBezTo>
                  <a:pt x="109787" y="143999"/>
                  <a:pt x="106468" y="142157"/>
                  <a:pt x="103757" y="139759"/>
                </a:cubicBezTo>
                <a:cubicBezTo>
                  <a:pt x="101047" y="137361"/>
                  <a:pt x="98962" y="134460"/>
                  <a:pt x="97502" y="131054"/>
                </a:cubicBezTo>
                <a:cubicBezTo>
                  <a:pt x="96042" y="127648"/>
                  <a:pt x="95312" y="123825"/>
                  <a:pt x="95312" y="119585"/>
                </a:cubicBezTo>
                <a:cubicBezTo>
                  <a:pt x="95312" y="114372"/>
                  <a:pt x="96390" y="109837"/>
                  <a:pt x="98544" y="105979"/>
                </a:cubicBezTo>
                <a:cubicBezTo>
                  <a:pt x="100699" y="102122"/>
                  <a:pt x="103757" y="98907"/>
                  <a:pt x="107719" y="96335"/>
                </a:cubicBezTo>
                <a:cubicBezTo>
                  <a:pt x="111681" y="93764"/>
                  <a:pt x="116442" y="91835"/>
                  <a:pt x="122003" y="90549"/>
                </a:cubicBezTo>
                <a:cubicBezTo>
                  <a:pt x="127563" y="89263"/>
                  <a:pt x="133749" y="88620"/>
                  <a:pt x="140561" y="88620"/>
                </a:cubicBezTo>
                <a:lnTo>
                  <a:pt x="155574" y="88620"/>
                </a:lnTo>
                <a:lnTo>
                  <a:pt x="155574" y="80462"/>
                </a:lnTo>
                <a:cubicBezTo>
                  <a:pt x="155574" y="76418"/>
                  <a:pt x="155157" y="72845"/>
                  <a:pt x="154323" y="69743"/>
                </a:cubicBezTo>
                <a:cubicBezTo>
                  <a:pt x="153489" y="66639"/>
                  <a:pt x="152134" y="64041"/>
                  <a:pt x="150257" y="61949"/>
                </a:cubicBezTo>
                <a:cubicBezTo>
                  <a:pt x="148380" y="59858"/>
                  <a:pt x="145948" y="58290"/>
                  <a:pt x="142959" y="57245"/>
                </a:cubicBezTo>
                <a:cubicBezTo>
                  <a:pt x="139970" y="56198"/>
                  <a:pt x="136321" y="55674"/>
                  <a:pt x="132012" y="55674"/>
                </a:cubicBezTo>
                <a:cubicBezTo>
                  <a:pt x="127841" y="55674"/>
                  <a:pt x="124088" y="56178"/>
                  <a:pt x="120752" y="57186"/>
                </a:cubicBezTo>
                <a:cubicBezTo>
                  <a:pt x="117415" y="58194"/>
                  <a:pt x="114496" y="59323"/>
                  <a:pt x="111994" y="60575"/>
                </a:cubicBezTo>
                <a:cubicBezTo>
                  <a:pt x="109492" y="61826"/>
                  <a:pt x="107424" y="62955"/>
                  <a:pt x="105790" y="63963"/>
                </a:cubicBezTo>
                <a:cubicBezTo>
                  <a:pt x="104157" y="64971"/>
                  <a:pt x="102993" y="65475"/>
                  <a:pt x="102298" y="65475"/>
                </a:cubicBezTo>
                <a:cubicBezTo>
                  <a:pt x="101881" y="65475"/>
                  <a:pt x="101498" y="65405"/>
                  <a:pt x="101151" y="65266"/>
                </a:cubicBezTo>
                <a:cubicBezTo>
                  <a:pt x="100803" y="65125"/>
                  <a:pt x="100508" y="64862"/>
                  <a:pt x="100265" y="64478"/>
                </a:cubicBezTo>
                <a:cubicBezTo>
                  <a:pt x="100021" y="64091"/>
                  <a:pt x="99848" y="63600"/>
                  <a:pt x="99743" y="63005"/>
                </a:cubicBezTo>
                <a:cubicBezTo>
                  <a:pt x="99639" y="62408"/>
                  <a:pt x="99587" y="61689"/>
                  <a:pt x="99587" y="60848"/>
                </a:cubicBezTo>
                <a:cubicBezTo>
                  <a:pt x="99587" y="59376"/>
                  <a:pt x="99691" y="58202"/>
                  <a:pt x="99900" y="57326"/>
                </a:cubicBezTo>
                <a:cubicBezTo>
                  <a:pt x="100108" y="56449"/>
                  <a:pt x="100647" y="55572"/>
                  <a:pt x="101516" y="54697"/>
                </a:cubicBezTo>
                <a:cubicBezTo>
                  <a:pt x="102385" y="53819"/>
                  <a:pt x="103931" y="52797"/>
                  <a:pt x="106155" y="51631"/>
                </a:cubicBezTo>
                <a:cubicBezTo>
                  <a:pt x="108380" y="50463"/>
                  <a:pt x="110934" y="49381"/>
                  <a:pt x="113818" y="48386"/>
                </a:cubicBezTo>
                <a:cubicBezTo>
                  <a:pt x="116703" y="47391"/>
                  <a:pt x="119813" y="46585"/>
                  <a:pt x="123150" y="45969"/>
                </a:cubicBezTo>
                <a:cubicBezTo>
                  <a:pt x="126486" y="45349"/>
                  <a:pt x="129822" y="45040"/>
                  <a:pt x="133158" y="45040"/>
                </a:cubicBezTo>
                <a:cubicBezTo>
                  <a:pt x="139623" y="45040"/>
                  <a:pt x="145079" y="45822"/>
                  <a:pt x="149527" y="47386"/>
                </a:cubicBezTo>
                <a:cubicBezTo>
                  <a:pt x="153976" y="48950"/>
                  <a:pt x="157573" y="51191"/>
                  <a:pt x="160318" y="54110"/>
                </a:cubicBezTo>
                <a:cubicBezTo>
                  <a:pt x="163063" y="57030"/>
                  <a:pt x="165027" y="60627"/>
                  <a:pt x="166209" y="64901"/>
                </a:cubicBezTo>
                <a:cubicBezTo>
                  <a:pt x="167390" y="69176"/>
                  <a:pt x="167981" y="74024"/>
                  <a:pt x="167981" y="79445"/>
                </a:cubicBezTo>
                <a:lnTo>
                  <a:pt x="167981" y="143252"/>
                </a:lnTo>
                <a:moveTo>
                  <a:pt x="155574" y="98838"/>
                </a:moveTo>
                <a:lnTo>
                  <a:pt x="138371" y="98838"/>
                </a:lnTo>
                <a:cubicBezTo>
                  <a:pt x="133367" y="98838"/>
                  <a:pt x="128988" y="99289"/>
                  <a:pt x="125235" y="100193"/>
                </a:cubicBezTo>
                <a:cubicBezTo>
                  <a:pt x="121481" y="101097"/>
                  <a:pt x="118354" y="102417"/>
                  <a:pt x="115851" y="104155"/>
                </a:cubicBezTo>
                <a:cubicBezTo>
                  <a:pt x="113349" y="105893"/>
                  <a:pt x="111490" y="107978"/>
                  <a:pt x="110274" y="110410"/>
                </a:cubicBezTo>
                <a:cubicBezTo>
                  <a:pt x="109057" y="112843"/>
                  <a:pt x="108449" y="115623"/>
                  <a:pt x="108449" y="118751"/>
                </a:cubicBezTo>
                <a:cubicBezTo>
                  <a:pt x="108449" y="124173"/>
                  <a:pt x="110169" y="128499"/>
                  <a:pt x="113610" y="131731"/>
                </a:cubicBezTo>
                <a:cubicBezTo>
                  <a:pt x="117050" y="134963"/>
                  <a:pt x="121899" y="136579"/>
                  <a:pt x="128154" y="136579"/>
                </a:cubicBezTo>
                <a:cubicBezTo>
                  <a:pt x="133089" y="136579"/>
                  <a:pt x="137694" y="135311"/>
                  <a:pt x="141968" y="132774"/>
                </a:cubicBezTo>
                <a:cubicBezTo>
                  <a:pt x="146243" y="130237"/>
                  <a:pt x="150778" y="126327"/>
                  <a:pt x="155574" y="121045"/>
                </a:cubicBezTo>
                <a:lnTo>
                  <a:pt x="155574" y="98838"/>
                </a:lnTo>
                <a:close/>
                <a:moveTo>
                  <a:pt x="255193" y="53772"/>
                </a:moveTo>
                <a:cubicBezTo>
                  <a:pt x="255193" y="54823"/>
                  <a:pt x="255159" y="55716"/>
                  <a:pt x="255089" y="56450"/>
                </a:cubicBezTo>
                <a:cubicBezTo>
                  <a:pt x="255020" y="57184"/>
                  <a:pt x="254898" y="57777"/>
                  <a:pt x="254724" y="58229"/>
                </a:cubicBezTo>
                <a:cubicBezTo>
                  <a:pt x="254551" y="58681"/>
                  <a:pt x="254342" y="59028"/>
                  <a:pt x="254099" y="59271"/>
                </a:cubicBezTo>
                <a:cubicBezTo>
                  <a:pt x="253855" y="59515"/>
                  <a:pt x="253525" y="59636"/>
                  <a:pt x="253108" y="59636"/>
                </a:cubicBezTo>
                <a:cubicBezTo>
                  <a:pt x="252483" y="59636"/>
                  <a:pt x="251753" y="59480"/>
                  <a:pt x="250919" y="59167"/>
                </a:cubicBezTo>
                <a:cubicBezTo>
                  <a:pt x="250085" y="58854"/>
                  <a:pt x="249112" y="58524"/>
                  <a:pt x="248000" y="58177"/>
                </a:cubicBezTo>
                <a:cubicBezTo>
                  <a:pt x="246888" y="57829"/>
                  <a:pt x="245671" y="57499"/>
                  <a:pt x="244351" y="57186"/>
                </a:cubicBezTo>
                <a:cubicBezTo>
                  <a:pt x="243030" y="56873"/>
                  <a:pt x="241570" y="56717"/>
                  <a:pt x="239972" y="56717"/>
                </a:cubicBezTo>
                <a:cubicBezTo>
                  <a:pt x="238095" y="56717"/>
                  <a:pt x="236253" y="57113"/>
                  <a:pt x="234446" y="57906"/>
                </a:cubicBezTo>
                <a:cubicBezTo>
                  <a:pt x="232639" y="58699"/>
                  <a:pt x="230745" y="59975"/>
                  <a:pt x="228764" y="61734"/>
                </a:cubicBezTo>
                <a:cubicBezTo>
                  <a:pt x="226783" y="63494"/>
                  <a:pt x="224698" y="65822"/>
                  <a:pt x="222508" y="68720"/>
                </a:cubicBezTo>
                <a:cubicBezTo>
                  <a:pt x="220319" y="71617"/>
                  <a:pt x="217903" y="75170"/>
                  <a:pt x="215262" y="79377"/>
                </a:cubicBezTo>
                <a:lnTo>
                  <a:pt x="215262" y="143249"/>
                </a:lnTo>
                <a:cubicBezTo>
                  <a:pt x="215262" y="143666"/>
                  <a:pt x="215158" y="144049"/>
                  <a:pt x="214949" y="144399"/>
                </a:cubicBezTo>
                <a:cubicBezTo>
                  <a:pt x="214741" y="144746"/>
                  <a:pt x="214411" y="145024"/>
                  <a:pt x="213959" y="145233"/>
                </a:cubicBezTo>
                <a:cubicBezTo>
                  <a:pt x="213507" y="145441"/>
                  <a:pt x="212882" y="145615"/>
                  <a:pt x="212082" y="145754"/>
                </a:cubicBezTo>
                <a:cubicBezTo>
                  <a:pt x="211283" y="145893"/>
                  <a:pt x="210258" y="145963"/>
                  <a:pt x="209007" y="145963"/>
                </a:cubicBezTo>
                <a:cubicBezTo>
                  <a:pt x="207825" y="145963"/>
                  <a:pt x="206835" y="145893"/>
                  <a:pt x="206035" y="145754"/>
                </a:cubicBezTo>
                <a:cubicBezTo>
                  <a:pt x="205236" y="145615"/>
                  <a:pt x="204593" y="145441"/>
                  <a:pt x="204107" y="145233"/>
                </a:cubicBezTo>
                <a:cubicBezTo>
                  <a:pt x="203620" y="145024"/>
                  <a:pt x="203290" y="144746"/>
                  <a:pt x="203116" y="144399"/>
                </a:cubicBezTo>
                <a:cubicBezTo>
                  <a:pt x="202942" y="144049"/>
                  <a:pt x="202855" y="143666"/>
                  <a:pt x="202855" y="143249"/>
                </a:cubicBezTo>
                <a:lnTo>
                  <a:pt x="202855" y="48797"/>
                </a:lnTo>
                <a:cubicBezTo>
                  <a:pt x="202855" y="48379"/>
                  <a:pt x="202942" y="47997"/>
                  <a:pt x="203116" y="47650"/>
                </a:cubicBezTo>
                <a:cubicBezTo>
                  <a:pt x="203290" y="47300"/>
                  <a:pt x="203620" y="47003"/>
                  <a:pt x="204107" y="46760"/>
                </a:cubicBezTo>
                <a:cubicBezTo>
                  <a:pt x="204593" y="46517"/>
                  <a:pt x="205201" y="46343"/>
                  <a:pt x="205931" y="46239"/>
                </a:cubicBezTo>
                <a:cubicBezTo>
                  <a:pt x="206661" y="46135"/>
                  <a:pt x="207617" y="46083"/>
                  <a:pt x="208798" y="46083"/>
                </a:cubicBezTo>
                <a:cubicBezTo>
                  <a:pt x="209980" y="46083"/>
                  <a:pt x="210953" y="46135"/>
                  <a:pt x="211717" y="46239"/>
                </a:cubicBezTo>
                <a:cubicBezTo>
                  <a:pt x="212482" y="46343"/>
                  <a:pt x="213073" y="46517"/>
                  <a:pt x="213490" y="46760"/>
                </a:cubicBezTo>
                <a:cubicBezTo>
                  <a:pt x="213907" y="47003"/>
                  <a:pt x="214202" y="47300"/>
                  <a:pt x="214376" y="47650"/>
                </a:cubicBezTo>
                <a:cubicBezTo>
                  <a:pt x="214550" y="47997"/>
                  <a:pt x="214637" y="48379"/>
                  <a:pt x="214637" y="48797"/>
                </a:cubicBezTo>
                <a:lnTo>
                  <a:pt x="214637" y="63722"/>
                </a:lnTo>
                <a:cubicBezTo>
                  <a:pt x="217347" y="59777"/>
                  <a:pt x="219850" y="56594"/>
                  <a:pt x="222143" y="54172"/>
                </a:cubicBezTo>
                <a:cubicBezTo>
                  <a:pt x="224437" y="51751"/>
                  <a:pt x="226626" y="49865"/>
                  <a:pt x="228712" y="48516"/>
                </a:cubicBezTo>
                <a:cubicBezTo>
                  <a:pt x="230797" y="47167"/>
                  <a:pt x="232830" y="46251"/>
                  <a:pt x="234811" y="45766"/>
                </a:cubicBezTo>
                <a:cubicBezTo>
                  <a:pt x="236792" y="45282"/>
                  <a:pt x="238825" y="45040"/>
                  <a:pt x="240910" y="45040"/>
                </a:cubicBezTo>
                <a:cubicBezTo>
                  <a:pt x="241814" y="45040"/>
                  <a:pt x="242856" y="45093"/>
                  <a:pt x="244038" y="45200"/>
                </a:cubicBezTo>
                <a:cubicBezTo>
                  <a:pt x="245219" y="45304"/>
                  <a:pt x="246488" y="45496"/>
                  <a:pt x="247843" y="45776"/>
                </a:cubicBezTo>
                <a:cubicBezTo>
                  <a:pt x="249199" y="46056"/>
                  <a:pt x="250415" y="46390"/>
                  <a:pt x="251492" y="46777"/>
                </a:cubicBezTo>
                <a:cubicBezTo>
                  <a:pt x="252570" y="47161"/>
                  <a:pt x="253317" y="47512"/>
                  <a:pt x="253734" y="47829"/>
                </a:cubicBezTo>
                <a:cubicBezTo>
                  <a:pt x="254151" y="48144"/>
                  <a:pt x="254429" y="48424"/>
                  <a:pt x="254568" y="48669"/>
                </a:cubicBezTo>
                <a:cubicBezTo>
                  <a:pt x="254707" y="48915"/>
                  <a:pt x="254829" y="49231"/>
                  <a:pt x="254933" y="49618"/>
                </a:cubicBezTo>
                <a:cubicBezTo>
                  <a:pt x="255037" y="50002"/>
                  <a:pt x="255107" y="50528"/>
                  <a:pt x="255141" y="51194"/>
                </a:cubicBezTo>
                <a:cubicBezTo>
                  <a:pt x="255176" y="51861"/>
                  <a:pt x="255193" y="52720"/>
                  <a:pt x="255193" y="53772"/>
                </a:cubicBezTo>
                <a:close/>
                <a:moveTo>
                  <a:pt x="349738" y="52077"/>
                </a:moveTo>
                <a:cubicBezTo>
                  <a:pt x="349738" y="54043"/>
                  <a:pt x="349426" y="55413"/>
                  <a:pt x="348800" y="56186"/>
                </a:cubicBezTo>
                <a:cubicBezTo>
                  <a:pt x="348175" y="56957"/>
                  <a:pt x="347375" y="57343"/>
                  <a:pt x="346402" y="57343"/>
                </a:cubicBezTo>
                <a:lnTo>
                  <a:pt x="331493" y="57343"/>
                </a:lnTo>
                <a:cubicBezTo>
                  <a:pt x="334412" y="60310"/>
                  <a:pt x="336445" y="63535"/>
                  <a:pt x="337592" y="67019"/>
                </a:cubicBezTo>
                <a:cubicBezTo>
                  <a:pt x="338739" y="70501"/>
                  <a:pt x="339313" y="74174"/>
                  <a:pt x="339313" y="78038"/>
                </a:cubicBezTo>
                <a:cubicBezTo>
                  <a:pt x="339313" y="83381"/>
                  <a:pt x="338461" y="88135"/>
                  <a:pt x="336758" y="92299"/>
                </a:cubicBezTo>
                <a:cubicBezTo>
                  <a:pt x="335055" y="96462"/>
                  <a:pt x="332640" y="99984"/>
                  <a:pt x="329512" y="102865"/>
                </a:cubicBezTo>
                <a:cubicBezTo>
                  <a:pt x="326384" y="105745"/>
                  <a:pt x="322666" y="107948"/>
                  <a:pt x="318356" y="109475"/>
                </a:cubicBezTo>
                <a:cubicBezTo>
                  <a:pt x="314047" y="111002"/>
                  <a:pt x="309286" y="111766"/>
                  <a:pt x="304073" y="111766"/>
                </a:cubicBezTo>
                <a:cubicBezTo>
                  <a:pt x="299833" y="111766"/>
                  <a:pt x="295802" y="111176"/>
                  <a:pt x="291979" y="109997"/>
                </a:cubicBezTo>
                <a:cubicBezTo>
                  <a:pt x="288156" y="108817"/>
                  <a:pt x="285167" y="107360"/>
                  <a:pt x="283013" y="105624"/>
                </a:cubicBezTo>
                <a:cubicBezTo>
                  <a:pt x="281623" y="107021"/>
                  <a:pt x="280476" y="108627"/>
                  <a:pt x="279572" y="110443"/>
                </a:cubicBezTo>
                <a:cubicBezTo>
                  <a:pt x="278668" y="112259"/>
                  <a:pt x="278217" y="114354"/>
                  <a:pt x="278217" y="116728"/>
                </a:cubicBezTo>
                <a:cubicBezTo>
                  <a:pt x="278217" y="119380"/>
                  <a:pt x="279485" y="121614"/>
                  <a:pt x="282022" y="123430"/>
                </a:cubicBezTo>
                <a:cubicBezTo>
                  <a:pt x="284559" y="125246"/>
                  <a:pt x="287843" y="126223"/>
                  <a:pt x="291875" y="126362"/>
                </a:cubicBezTo>
                <a:lnTo>
                  <a:pt x="317418" y="127408"/>
                </a:lnTo>
                <a:cubicBezTo>
                  <a:pt x="321728" y="127547"/>
                  <a:pt x="325776" y="128139"/>
                  <a:pt x="329564" y="129184"/>
                </a:cubicBezTo>
                <a:cubicBezTo>
                  <a:pt x="333352" y="130226"/>
                  <a:pt x="336671" y="131775"/>
                  <a:pt x="339521" y="133830"/>
                </a:cubicBezTo>
                <a:cubicBezTo>
                  <a:pt x="342371" y="135884"/>
                  <a:pt x="344630" y="138409"/>
                  <a:pt x="346298" y="141405"/>
                </a:cubicBezTo>
                <a:cubicBezTo>
                  <a:pt x="347966" y="144398"/>
                  <a:pt x="348800" y="147913"/>
                  <a:pt x="348800" y="151951"/>
                </a:cubicBezTo>
                <a:cubicBezTo>
                  <a:pt x="348800" y="156130"/>
                  <a:pt x="347949" y="160134"/>
                  <a:pt x="346246" y="163964"/>
                </a:cubicBezTo>
                <a:cubicBezTo>
                  <a:pt x="344543" y="167793"/>
                  <a:pt x="341902" y="171152"/>
                  <a:pt x="338322" y="174041"/>
                </a:cubicBezTo>
                <a:cubicBezTo>
                  <a:pt x="334743" y="176932"/>
                  <a:pt x="330173" y="179230"/>
                  <a:pt x="324612" y="180935"/>
                </a:cubicBezTo>
                <a:cubicBezTo>
                  <a:pt x="319052" y="182642"/>
                  <a:pt x="312414" y="183496"/>
                  <a:pt x="304699" y="183496"/>
                </a:cubicBezTo>
                <a:cubicBezTo>
                  <a:pt x="297331" y="183496"/>
                  <a:pt x="291058" y="182852"/>
                  <a:pt x="285880" y="181564"/>
                </a:cubicBezTo>
                <a:cubicBezTo>
                  <a:pt x="280702" y="180278"/>
                  <a:pt x="276462" y="178505"/>
                  <a:pt x="273160" y="176244"/>
                </a:cubicBezTo>
                <a:cubicBezTo>
                  <a:pt x="269859" y="173985"/>
                  <a:pt x="267461" y="171325"/>
                  <a:pt x="265966" y="168264"/>
                </a:cubicBezTo>
                <a:cubicBezTo>
                  <a:pt x="264472" y="165204"/>
                  <a:pt x="263725" y="161899"/>
                  <a:pt x="263725" y="158350"/>
                </a:cubicBezTo>
                <a:cubicBezTo>
                  <a:pt x="263725" y="155917"/>
                  <a:pt x="264003" y="153623"/>
                  <a:pt x="264559" y="151466"/>
                </a:cubicBezTo>
                <a:cubicBezTo>
                  <a:pt x="265115" y="149309"/>
                  <a:pt x="265966" y="147257"/>
                  <a:pt x="267113" y="145311"/>
                </a:cubicBezTo>
                <a:cubicBezTo>
                  <a:pt x="268260" y="143363"/>
                  <a:pt x="269685" y="141485"/>
                  <a:pt x="271388" y="139678"/>
                </a:cubicBezTo>
                <a:cubicBezTo>
                  <a:pt x="273091" y="137869"/>
                  <a:pt x="275054" y="136024"/>
                  <a:pt x="277278" y="134146"/>
                </a:cubicBezTo>
                <a:cubicBezTo>
                  <a:pt x="273734" y="132330"/>
                  <a:pt x="271127" y="130131"/>
                  <a:pt x="269459" y="127548"/>
                </a:cubicBezTo>
                <a:cubicBezTo>
                  <a:pt x="267791" y="124965"/>
                  <a:pt x="266957" y="122208"/>
                  <a:pt x="266957" y="119276"/>
                </a:cubicBezTo>
                <a:cubicBezTo>
                  <a:pt x="266957" y="114949"/>
                  <a:pt x="267791" y="111127"/>
                  <a:pt x="269459" y="107810"/>
                </a:cubicBezTo>
                <a:cubicBezTo>
                  <a:pt x="271127" y="104494"/>
                  <a:pt x="273143" y="101509"/>
                  <a:pt x="275506" y="98857"/>
                </a:cubicBezTo>
                <a:cubicBezTo>
                  <a:pt x="273490" y="96220"/>
                  <a:pt x="271926" y="93340"/>
                  <a:pt x="270814" y="90217"/>
                </a:cubicBezTo>
                <a:cubicBezTo>
                  <a:pt x="269702" y="87093"/>
                  <a:pt x="269146" y="83346"/>
                  <a:pt x="269146" y="78976"/>
                </a:cubicBezTo>
                <a:cubicBezTo>
                  <a:pt x="269146" y="73700"/>
                  <a:pt x="270015" y="68964"/>
                  <a:pt x="271753" y="64768"/>
                </a:cubicBezTo>
                <a:cubicBezTo>
                  <a:pt x="273490" y="60569"/>
                  <a:pt x="275906" y="57012"/>
                  <a:pt x="278999" y="54097"/>
                </a:cubicBezTo>
                <a:cubicBezTo>
                  <a:pt x="282092" y="51183"/>
                  <a:pt x="285793" y="48944"/>
                  <a:pt x="290102" y="47383"/>
                </a:cubicBezTo>
                <a:cubicBezTo>
                  <a:pt x="294412" y="45821"/>
                  <a:pt x="299138" y="45040"/>
                  <a:pt x="304281" y="45040"/>
                </a:cubicBezTo>
                <a:cubicBezTo>
                  <a:pt x="306992" y="45040"/>
                  <a:pt x="309547" y="45196"/>
                  <a:pt x="311945" y="45509"/>
                </a:cubicBezTo>
                <a:cubicBezTo>
                  <a:pt x="314342" y="45822"/>
                  <a:pt x="316549" y="46222"/>
                  <a:pt x="318565" y="46708"/>
                </a:cubicBezTo>
                <a:lnTo>
                  <a:pt x="346402" y="46708"/>
                </a:lnTo>
                <a:cubicBezTo>
                  <a:pt x="347584" y="46708"/>
                  <a:pt x="348435" y="47164"/>
                  <a:pt x="348957" y="48076"/>
                </a:cubicBezTo>
                <a:cubicBezTo>
                  <a:pt x="349478" y="48989"/>
                  <a:pt x="349738" y="50322"/>
                  <a:pt x="349738" y="52077"/>
                </a:cubicBezTo>
                <a:moveTo>
                  <a:pt x="326489" y="78246"/>
                </a:moveTo>
                <a:cubicBezTo>
                  <a:pt x="326489" y="71105"/>
                  <a:pt x="324525" y="65523"/>
                  <a:pt x="320598" y="61500"/>
                </a:cubicBezTo>
                <a:cubicBezTo>
                  <a:pt x="316671" y="57477"/>
                  <a:pt x="311093" y="55466"/>
                  <a:pt x="303864" y="55466"/>
                </a:cubicBezTo>
                <a:cubicBezTo>
                  <a:pt x="300181" y="55466"/>
                  <a:pt x="296949" y="56090"/>
                  <a:pt x="294168" y="57339"/>
                </a:cubicBezTo>
                <a:cubicBezTo>
                  <a:pt x="291388" y="58586"/>
                  <a:pt x="289094" y="60285"/>
                  <a:pt x="287287" y="62435"/>
                </a:cubicBezTo>
                <a:cubicBezTo>
                  <a:pt x="285480" y="64585"/>
                  <a:pt x="284125" y="67082"/>
                  <a:pt x="283221" y="69925"/>
                </a:cubicBezTo>
                <a:cubicBezTo>
                  <a:pt x="282318" y="72769"/>
                  <a:pt x="281866" y="75786"/>
                  <a:pt x="281866" y="78976"/>
                </a:cubicBezTo>
                <a:cubicBezTo>
                  <a:pt x="281866" y="85910"/>
                  <a:pt x="283829" y="91370"/>
                  <a:pt x="287756" y="95358"/>
                </a:cubicBezTo>
                <a:cubicBezTo>
                  <a:pt x="291684" y="99346"/>
                  <a:pt x="297192" y="101340"/>
                  <a:pt x="304281" y="101340"/>
                </a:cubicBezTo>
                <a:cubicBezTo>
                  <a:pt x="308035" y="101340"/>
                  <a:pt x="311319" y="100716"/>
                  <a:pt x="314134" y="99470"/>
                </a:cubicBezTo>
                <a:cubicBezTo>
                  <a:pt x="316949" y="98221"/>
                  <a:pt x="319260" y="96539"/>
                  <a:pt x="321067" y="94423"/>
                </a:cubicBezTo>
                <a:cubicBezTo>
                  <a:pt x="322874" y="92307"/>
                  <a:pt x="324230" y="89845"/>
                  <a:pt x="325133" y="87037"/>
                </a:cubicBezTo>
                <a:cubicBezTo>
                  <a:pt x="326037" y="84228"/>
                  <a:pt x="326489" y="81298"/>
                  <a:pt x="326489" y="78246"/>
                </a:cubicBezTo>
                <a:moveTo>
                  <a:pt x="336393" y="152681"/>
                </a:moveTo>
                <a:cubicBezTo>
                  <a:pt x="336393" y="148081"/>
                  <a:pt x="334534" y="144561"/>
                  <a:pt x="330815" y="142121"/>
                </a:cubicBezTo>
                <a:cubicBezTo>
                  <a:pt x="327097" y="139680"/>
                  <a:pt x="322110" y="138355"/>
                  <a:pt x="315854" y="138147"/>
                </a:cubicBezTo>
                <a:lnTo>
                  <a:pt x="288434" y="137205"/>
                </a:lnTo>
                <a:cubicBezTo>
                  <a:pt x="285932" y="139158"/>
                  <a:pt x="283881" y="141005"/>
                  <a:pt x="282283" y="142747"/>
                </a:cubicBezTo>
                <a:cubicBezTo>
                  <a:pt x="280684" y="144489"/>
                  <a:pt x="279416" y="146179"/>
                  <a:pt x="278477" y="147817"/>
                </a:cubicBezTo>
                <a:cubicBezTo>
                  <a:pt x="277539" y="149457"/>
                  <a:pt x="276896" y="151061"/>
                  <a:pt x="276549" y="152629"/>
                </a:cubicBezTo>
                <a:cubicBezTo>
                  <a:pt x="276201" y="154197"/>
                  <a:pt x="276027" y="155783"/>
                  <a:pt x="276027" y="157386"/>
                </a:cubicBezTo>
                <a:cubicBezTo>
                  <a:pt x="276027" y="162544"/>
                  <a:pt x="278616" y="166448"/>
                  <a:pt x="283795" y="169095"/>
                </a:cubicBezTo>
                <a:cubicBezTo>
                  <a:pt x="288973" y="171745"/>
                  <a:pt x="296184" y="173070"/>
                  <a:pt x="305428" y="173070"/>
                </a:cubicBezTo>
                <a:cubicBezTo>
                  <a:pt x="311267" y="173070"/>
                  <a:pt x="316150" y="172495"/>
                  <a:pt x="320077" y="171343"/>
                </a:cubicBezTo>
                <a:cubicBezTo>
                  <a:pt x="324004" y="170194"/>
                  <a:pt x="327184" y="168678"/>
                  <a:pt x="329616" y="166795"/>
                </a:cubicBezTo>
                <a:cubicBezTo>
                  <a:pt x="332049" y="164914"/>
                  <a:pt x="333787" y="162753"/>
                  <a:pt x="334829" y="160311"/>
                </a:cubicBezTo>
                <a:cubicBezTo>
                  <a:pt x="335872" y="157872"/>
                  <a:pt x="336393" y="155329"/>
                  <a:pt x="336393" y="152681"/>
                </a:cubicBezTo>
                <a:close/>
                <a:moveTo>
                  <a:pt x="450574" y="91227"/>
                </a:moveTo>
                <a:cubicBezTo>
                  <a:pt x="450574" y="93729"/>
                  <a:pt x="449914" y="95449"/>
                  <a:pt x="448593" y="96388"/>
                </a:cubicBezTo>
                <a:cubicBezTo>
                  <a:pt x="447273" y="97326"/>
                  <a:pt x="445987" y="97795"/>
                  <a:pt x="444736" y="97795"/>
                </a:cubicBezTo>
                <a:lnTo>
                  <a:pt x="380408" y="97795"/>
                </a:lnTo>
                <a:cubicBezTo>
                  <a:pt x="380408" y="103649"/>
                  <a:pt x="380981" y="108945"/>
                  <a:pt x="382128" y="113685"/>
                </a:cubicBezTo>
                <a:cubicBezTo>
                  <a:pt x="383275" y="118424"/>
                  <a:pt x="385169" y="122484"/>
                  <a:pt x="387810" y="125864"/>
                </a:cubicBezTo>
                <a:cubicBezTo>
                  <a:pt x="390452" y="129243"/>
                  <a:pt x="393892" y="131840"/>
                  <a:pt x="398132" y="133654"/>
                </a:cubicBezTo>
                <a:cubicBezTo>
                  <a:pt x="402372" y="135465"/>
                  <a:pt x="407585" y="136371"/>
                  <a:pt x="413771" y="136371"/>
                </a:cubicBezTo>
                <a:cubicBezTo>
                  <a:pt x="418150" y="136371"/>
                  <a:pt x="422077" y="135983"/>
                  <a:pt x="425552" y="135208"/>
                </a:cubicBezTo>
                <a:cubicBezTo>
                  <a:pt x="429027" y="134432"/>
                  <a:pt x="432034" y="133569"/>
                  <a:pt x="434570" y="132618"/>
                </a:cubicBezTo>
                <a:cubicBezTo>
                  <a:pt x="437107" y="131666"/>
                  <a:pt x="439193" y="130803"/>
                  <a:pt x="440826" y="130027"/>
                </a:cubicBezTo>
                <a:cubicBezTo>
                  <a:pt x="442459" y="129252"/>
                  <a:pt x="443624" y="128864"/>
                  <a:pt x="444319" y="128864"/>
                </a:cubicBezTo>
                <a:cubicBezTo>
                  <a:pt x="444736" y="128864"/>
                  <a:pt x="445118" y="128970"/>
                  <a:pt x="445466" y="129180"/>
                </a:cubicBezTo>
                <a:cubicBezTo>
                  <a:pt x="445813" y="129391"/>
                  <a:pt x="446091" y="129724"/>
                  <a:pt x="446300" y="130181"/>
                </a:cubicBezTo>
                <a:cubicBezTo>
                  <a:pt x="446508" y="130637"/>
                  <a:pt x="446665" y="131216"/>
                  <a:pt x="446769" y="131917"/>
                </a:cubicBezTo>
                <a:cubicBezTo>
                  <a:pt x="446873" y="132619"/>
                  <a:pt x="446925" y="133495"/>
                  <a:pt x="446925" y="134546"/>
                </a:cubicBezTo>
                <a:cubicBezTo>
                  <a:pt x="446925" y="135039"/>
                  <a:pt x="446890" y="135514"/>
                  <a:pt x="446821" y="135970"/>
                </a:cubicBezTo>
                <a:cubicBezTo>
                  <a:pt x="446751" y="136426"/>
                  <a:pt x="446665" y="136848"/>
                  <a:pt x="446560" y="137234"/>
                </a:cubicBezTo>
                <a:cubicBezTo>
                  <a:pt x="446456" y="137619"/>
                  <a:pt x="446300" y="137987"/>
                  <a:pt x="446091" y="138339"/>
                </a:cubicBezTo>
                <a:cubicBezTo>
                  <a:pt x="445883" y="138689"/>
                  <a:pt x="445605" y="139039"/>
                  <a:pt x="445257" y="139391"/>
                </a:cubicBezTo>
                <a:cubicBezTo>
                  <a:pt x="444910" y="139741"/>
                  <a:pt x="443832" y="140350"/>
                  <a:pt x="442025" y="141219"/>
                </a:cubicBezTo>
                <a:cubicBezTo>
                  <a:pt x="440218" y="142088"/>
                  <a:pt x="437855" y="142957"/>
                  <a:pt x="434935" y="143825"/>
                </a:cubicBezTo>
                <a:cubicBezTo>
                  <a:pt x="432016" y="144694"/>
                  <a:pt x="428628" y="145476"/>
                  <a:pt x="424770" y="146171"/>
                </a:cubicBezTo>
                <a:cubicBezTo>
                  <a:pt x="420913" y="146866"/>
                  <a:pt x="416760" y="147214"/>
                  <a:pt x="412311" y="147214"/>
                </a:cubicBezTo>
                <a:cubicBezTo>
                  <a:pt x="405013" y="147214"/>
                  <a:pt x="398549" y="146118"/>
                  <a:pt x="392919" y="143926"/>
                </a:cubicBezTo>
                <a:cubicBezTo>
                  <a:pt x="387289" y="141735"/>
                  <a:pt x="382563" y="138500"/>
                  <a:pt x="378740" y="134221"/>
                </a:cubicBezTo>
                <a:cubicBezTo>
                  <a:pt x="374917" y="129942"/>
                  <a:pt x="372015" y="124636"/>
                  <a:pt x="370034" y="118305"/>
                </a:cubicBezTo>
                <a:cubicBezTo>
                  <a:pt x="368053" y="111973"/>
                  <a:pt x="367063" y="104633"/>
                  <a:pt x="367063" y="96283"/>
                </a:cubicBezTo>
                <a:cubicBezTo>
                  <a:pt x="367063" y="88281"/>
                  <a:pt x="368088" y="81115"/>
                  <a:pt x="370138" y="74783"/>
                </a:cubicBezTo>
                <a:cubicBezTo>
                  <a:pt x="372189" y="68452"/>
                  <a:pt x="375125" y="63077"/>
                  <a:pt x="378948" y="58659"/>
                </a:cubicBezTo>
                <a:cubicBezTo>
                  <a:pt x="382771" y="54241"/>
                  <a:pt x="387376" y="50867"/>
                  <a:pt x="392763" y="48536"/>
                </a:cubicBezTo>
                <a:cubicBezTo>
                  <a:pt x="398149" y="46205"/>
                  <a:pt x="404144" y="45040"/>
                  <a:pt x="410747" y="45040"/>
                </a:cubicBezTo>
                <a:cubicBezTo>
                  <a:pt x="417837" y="45040"/>
                  <a:pt x="423884" y="46222"/>
                  <a:pt x="428888" y="48585"/>
                </a:cubicBezTo>
                <a:cubicBezTo>
                  <a:pt x="433893" y="50948"/>
                  <a:pt x="438011" y="54128"/>
                  <a:pt x="441243" y="58124"/>
                </a:cubicBezTo>
                <a:cubicBezTo>
                  <a:pt x="444475" y="62121"/>
                  <a:pt x="446838" y="66761"/>
                  <a:pt x="448333" y="72043"/>
                </a:cubicBezTo>
                <a:cubicBezTo>
                  <a:pt x="449827" y="77326"/>
                  <a:pt x="450574" y="82886"/>
                  <a:pt x="450574" y="88725"/>
                </a:cubicBezTo>
                <a:lnTo>
                  <a:pt x="450574" y="91227"/>
                </a:lnTo>
                <a:moveTo>
                  <a:pt x="437750" y="87578"/>
                </a:moveTo>
                <a:cubicBezTo>
                  <a:pt x="437959" y="77569"/>
                  <a:pt x="435665" y="69749"/>
                  <a:pt x="430869" y="64119"/>
                </a:cubicBezTo>
                <a:cubicBezTo>
                  <a:pt x="426073" y="58489"/>
                  <a:pt x="419088" y="55674"/>
                  <a:pt x="409913" y="55674"/>
                </a:cubicBezTo>
                <a:cubicBezTo>
                  <a:pt x="405187" y="55674"/>
                  <a:pt x="401034" y="56561"/>
                  <a:pt x="397454" y="58333"/>
                </a:cubicBezTo>
                <a:cubicBezTo>
                  <a:pt x="393875" y="60105"/>
                  <a:pt x="390851" y="62451"/>
                  <a:pt x="388384" y="65370"/>
                </a:cubicBezTo>
                <a:cubicBezTo>
                  <a:pt x="385916" y="68290"/>
                  <a:pt x="384022" y="71678"/>
                  <a:pt x="382702" y="75536"/>
                </a:cubicBezTo>
                <a:cubicBezTo>
                  <a:pt x="381381" y="79393"/>
                  <a:pt x="380616" y="83407"/>
                  <a:pt x="380408" y="87578"/>
                </a:cubicBezTo>
                <a:lnTo>
                  <a:pt x="437750" y="87578"/>
                </a:lnTo>
                <a:close/>
                <a:moveTo>
                  <a:pt x="522838" y="137726"/>
                </a:moveTo>
                <a:cubicBezTo>
                  <a:pt x="522838" y="139186"/>
                  <a:pt x="522717" y="140368"/>
                  <a:pt x="522473" y="141271"/>
                </a:cubicBezTo>
                <a:cubicBezTo>
                  <a:pt x="522230" y="142175"/>
                  <a:pt x="521848" y="142887"/>
                  <a:pt x="521327" y="143408"/>
                </a:cubicBezTo>
                <a:cubicBezTo>
                  <a:pt x="520805" y="143930"/>
                  <a:pt x="520041" y="144416"/>
                  <a:pt x="519033" y="144868"/>
                </a:cubicBezTo>
                <a:cubicBezTo>
                  <a:pt x="518025" y="145320"/>
                  <a:pt x="516861" y="145702"/>
                  <a:pt x="515540" y="146015"/>
                </a:cubicBezTo>
                <a:cubicBezTo>
                  <a:pt x="514220" y="146328"/>
                  <a:pt x="512830" y="146571"/>
                  <a:pt x="511370" y="146745"/>
                </a:cubicBezTo>
                <a:cubicBezTo>
                  <a:pt x="509910" y="146918"/>
                  <a:pt x="508485" y="147005"/>
                  <a:pt x="507095" y="147005"/>
                </a:cubicBezTo>
                <a:cubicBezTo>
                  <a:pt x="502438" y="147005"/>
                  <a:pt x="498477" y="146380"/>
                  <a:pt x="495210" y="145129"/>
                </a:cubicBezTo>
                <a:cubicBezTo>
                  <a:pt x="491943" y="143878"/>
                  <a:pt x="489267" y="141984"/>
                  <a:pt x="487182" y="139447"/>
                </a:cubicBezTo>
                <a:cubicBezTo>
                  <a:pt x="485097" y="136910"/>
                  <a:pt x="483585" y="133695"/>
                  <a:pt x="482647" y="129803"/>
                </a:cubicBezTo>
                <a:cubicBezTo>
                  <a:pt x="481708" y="125910"/>
                  <a:pt x="481239" y="121323"/>
                  <a:pt x="481239" y="116040"/>
                </a:cubicBezTo>
                <a:lnTo>
                  <a:pt x="481239" y="57343"/>
                </a:lnTo>
                <a:lnTo>
                  <a:pt x="467164" y="57343"/>
                </a:lnTo>
                <a:cubicBezTo>
                  <a:pt x="466191" y="57343"/>
                  <a:pt x="465426" y="56904"/>
                  <a:pt x="464870" y="56026"/>
                </a:cubicBezTo>
                <a:cubicBezTo>
                  <a:pt x="464314" y="55149"/>
                  <a:pt x="464036" y="53832"/>
                  <a:pt x="464036" y="52077"/>
                </a:cubicBezTo>
                <a:cubicBezTo>
                  <a:pt x="464036" y="51165"/>
                  <a:pt x="464106" y="50376"/>
                  <a:pt x="464245" y="49709"/>
                </a:cubicBezTo>
                <a:cubicBezTo>
                  <a:pt x="464384" y="49042"/>
                  <a:pt x="464592" y="48480"/>
                  <a:pt x="464870" y="48024"/>
                </a:cubicBezTo>
                <a:cubicBezTo>
                  <a:pt x="465148" y="47568"/>
                  <a:pt x="465479" y="47235"/>
                  <a:pt x="465861" y="47024"/>
                </a:cubicBezTo>
                <a:cubicBezTo>
                  <a:pt x="466243" y="46813"/>
                  <a:pt x="466677" y="46708"/>
                  <a:pt x="467164" y="46708"/>
                </a:cubicBezTo>
                <a:lnTo>
                  <a:pt x="481239" y="46708"/>
                </a:lnTo>
                <a:lnTo>
                  <a:pt x="481239" y="23563"/>
                </a:lnTo>
                <a:cubicBezTo>
                  <a:pt x="481239" y="23146"/>
                  <a:pt x="481326" y="22763"/>
                  <a:pt x="481500" y="22416"/>
                </a:cubicBezTo>
                <a:cubicBezTo>
                  <a:pt x="481673" y="22068"/>
                  <a:pt x="482004" y="21773"/>
                  <a:pt x="482490" y="21530"/>
                </a:cubicBezTo>
                <a:cubicBezTo>
                  <a:pt x="482977" y="21286"/>
                  <a:pt x="483620" y="21112"/>
                  <a:pt x="484419" y="21008"/>
                </a:cubicBezTo>
                <a:cubicBezTo>
                  <a:pt x="485218" y="20904"/>
                  <a:pt x="486209" y="20852"/>
                  <a:pt x="487390" y="20852"/>
                </a:cubicBezTo>
                <a:cubicBezTo>
                  <a:pt x="488641" y="20852"/>
                  <a:pt x="489667" y="20904"/>
                  <a:pt x="490466" y="21008"/>
                </a:cubicBezTo>
                <a:cubicBezTo>
                  <a:pt x="491265" y="21112"/>
                  <a:pt x="491891" y="21286"/>
                  <a:pt x="492343" y="21530"/>
                </a:cubicBezTo>
                <a:cubicBezTo>
                  <a:pt x="492794" y="21773"/>
                  <a:pt x="493125" y="22068"/>
                  <a:pt x="493333" y="22416"/>
                </a:cubicBezTo>
                <a:cubicBezTo>
                  <a:pt x="493542" y="22763"/>
                  <a:pt x="493646" y="23146"/>
                  <a:pt x="493646" y="23563"/>
                </a:cubicBezTo>
                <a:lnTo>
                  <a:pt x="493646" y="46708"/>
                </a:lnTo>
                <a:lnTo>
                  <a:pt x="519711" y="46708"/>
                </a:lnTo>
                <a:cubicBezTo>
                  <a:pt x="520197" y="46708"/>
                  <a:pt x="520632" y="46813"/>
                  <a:pt x="521014" y="47024"/>
                </a:cubicBezTo>
                <a:cubicBezTo>
                  <a:pt x="521396" y="47235"/>
                  <a:pt x="521726" y="47568"/>
                  <a:pt x="522004" y="48024"/>
                </a:cubicBezTo>
                <a:cubicBezTo>
                  <a:pt x="522282" y="48480"/>
                  <a:pt x="522491" y="49042"/>
                  <a:pt x="522630" y="49709"/>
                </a:cubicBezTo>
                <a:cubicBezTo>
                  <a:pt x="522769" y="50376"/>
                  <a:pt x="522838" y="51165"/>
                  <a:pt x="522838" y="52077"/>
                </a:cubicBezTo>
                <a:cubicBezTo>
                  <a:pt x="522838" y="53832"/>
                  <a:pt x="522543" y="55149"/>
                  <a:pt x="521952" y="56026"/>
                </a:cubicBezTo>
                <a:cubicBezTo>
                  <a:pt x="521361" y="56904"/>
                  <a:pt x="520614" y="57343"/>
                  <a:pt x="519711" y="57343"/>
                </a:cubicBezTo>
                <a:lnTo>
                  <a:pt x="493646" y="57343"/>
                </a:lnTo>
                <a:lnTo>
                  <a:pt x="493646" y="114372"/>
                </a:lnTo>
                <a:cubicBezTo>
                  <a:pt x="493646" y="121531"/>
                  <a:pt x="494671" y="126988"/>
                  <a:pt x="496721" y="130741"/>
                </a:cubicBezTo>
                <a:cubicBezTo>
                  <a:pt x="498772" y="134494"/>
                  <a:pt x="502508" y="136371"/>
                  <a:pt x="507929" y="136371"/>
                </a:cubicBezTo>
                <a:cubicBezTo>
                  <a:pt x="509598" y="136371"/>
                  <a:pt x="511109" y="136197"/>
                  <a:pt x="512465" y="135850"/>
                </a:cubicBezTo>
                <a:cubicBezTo>
                  <a:pt x="513820" y="135502"/>
                  <a:pt x="515019" y="135120"/>
                  <a:pt x="516062" y="134703"/>
                </a:cubicBezTo>
                <a:cubicBezTo>
                  <a:pt x="517104" y="134286"/>
                  <a:pt x="517990" y="133903"/>
                  <a:pt x="518720" y="133556"/>
                </a:cubicBezTo>
                <a:cubicBezTo>
                  <a:pt x="519450" y="133208"/>
                  <a:pt x="520093" y="133035"/>
                  <a:pt x="520649" y="133035"/>
                </a:cubicBezTo>
                <a:cubicBezTo>
                  <a:pt x="520996" y="133035"/>
                  <a:pt x="521309" y="133104"/>
                  <a:pt x="521587" y="133243"/>
                </a:cubicBezTo>
                <a:cubicBezTo>
                  <a:pt x="521865" y="133382"/>
                  <a:pt x="522091" y="133643"/>
                  <a:pt x="522265" y="134025"/>
                </a:cubicBezTo>
                <a:cubicBezTo>
                  <a:pt x="522439" y="134407"/>
                  <a:pt x="522578" y="134894"/>
                  <a:pt x="522682" y="135485"/>
                </a:cubicBezTo>
                <a:cubicBezTo>
                  <a:pt x="522786" y="136076"/>
                  <a:pt x="522838" y="136823"/>
                  <a:pt x="522838" y="137726"/>
                </a:cubicBezTo>
                <a:close/>
                <a:moveTo>
                  <a:pt x="641087" y="137726"/>
                </a:moveTo>
                <a:cubicBezTo>
                  <a:pt x="641087" y="139186"/>
                  <a:pt x="640966" y="140368"/>
                  <a:pt x="640723" y="141271"/>
                </a:cubicBezTo>
                <a:cubicBezTo>
                  <a:pt x="640479" y="142175"/>
                  <a:pt x="640097" y="142887"/>
                  <a:pt x="639576" y="143408"/>
                </a:cubicBezTo>
                <a:cubicBezTo>
                  <a:pt x="639054" y="143930"/>
                  <a:pt x="638290" y="144416"/>
                  <a:pt x="637282" y="144868"/>
                </a:cubicBezTo>
                <a:cubicBezTo>
                  <a:pt x="636274" y="145320"/>
                  <a:pt x="635110" y="145702"/>
                  <a:pt x="633789" y="146015"/>
                </a:cubicBezTo>
                <a:cubicBezTo>
                  <a:pt x="632469" y="146328"/>
                  <a:pt x="631079" y="146571"/>
                  <a:pt x="629619" y="146745"/>
                </a:cubicBezTo>
                <a:cubicBezTo>
                  <a:pt x="628159" y="146918"/>
                  <a:pt x="626734" y="147005"/>
                  <a:pt x="625344" y="147005"/>
                </a:cubicBezTo>
                <a:cubicBezTo>
                  <a:pt x="620687" y="147005"/>
                  <a:pt x="616726" y="146380"/>
                  <a:pt x="613459" y="145129"/>
                </a:cubicBezTo>
                <a:cubicBezTo>
                  <a:pt x="610192" y="143878"/>
                  <a:pt x="607516" y="141984"/>
                  <a:pt x="605431" y="139447"/>
                </a:cubicBezTo>
                <a:cubicBezTo>
                  <a:pt x="603346" y="136910"/>
                  <a:pt x="601834" y="133695"/>
                  <a:pt x="600896" y="129803"/>
                </a:cubicBezTo>
                <a:cubicBezTo>
                  <a:pt x="599957" y="125910"/>
                  <a:pt x="599488" y="121323"/>
                  <a:pt x="599488" y="116040"/>
                </a:cubicBezTo>
                <a:lnTo>
                  <a:pt x="599488" y="57343"/>
                </a:lnTo>
                <a:lnTo>
                  <a:pt x="585413" y="57343"/>
                </a:lnTo>
                <a:cubicBezTo>
                  <a:pt x="584440" y="57343"/>
                  <a:pt x="583675" y="56904"/>
                  <a:pt x="583119" y="56026"/>
                </a:cubicBezTo>
                <a:cubicBezTo>
                  <a:pt x="582563" y="55149"/>
                  <a:pt x="582285" y="53832"/>
                  <a:pt x="582285" y="52077"/>
                </a:cubicBezTo>
                <a:cubicBezTo>
                  <a:pt x="582285" y="51165"/>
                  <a:pt x="582355" y="50376"/>
                  <a:pt x="582494" y="49709"/>
                </a:cubicBezTo>
                <a:cubicBezTo>
                  <a:pt x="582633" y="49042"/>
                  <a:pt x="582841" y="48480"/>
                  <a:pt x="583119" y="48024"/>
                </a:cubicBezTo>
                <a:cubicBezTo>
                  <a:pt x="583397" y="47568"/>
                  <a:pt x="583728" y="47235"/>
                  <a:pt x="584110" y="47024"/>
                </a:cubicBezTo>
                <a:cubicBezTo>
                  <a:pt x="584492" y="46813"/>
                  <a:pt x="584927" y="46708"/>
                  <a:pt x="585413" y="46708"/>
                </a:cubicBezTo>
                <a:lnTo>
                  <a:pt x="599488" y="46708"/>
                </a:lnTo>
                <a:lnTo>
                  <a:pt x="599488" y="23563"/>
                </a:lnTo>
                <a:cubicBezTo>
                  <a:pt x="599488" y="23146"/>
                  <a:pt x="599575" y="22763"/>
                  <a:pt x="599749" y="22416"/>
                </a:cubicBezTo>
                <a:cubicBezTo>
                  <a:pt x="599922" y="22068"/>
                  <a:pt x="600253" y="21773"/>
                  <a:pt x="600739" y="21530"/>
                </a:cubicBezTo>
                <a:cubicBezTo>
                  <a:pt x="601226" y="21286"/>
                  <a:pt x="601869" y="21112"/>
                  <a:pt x="602668" y="21008"/>
                </a:cubicBezTo>
                <a:cubicBezTo>
                  <a:pt x="603467" y="20904"/>
                  <a:pt x="604458" y="20852"/>
                  <a:pt x="605639" y="20852"/>
                </a:cubicBezTo>
                <a:cubicBezTo>
                  <a:pt x="606890" y="20852"/>
                  <a:pt x="607916" y="20904"/>
                  <a:pt x="608715" y="21008"/>
                </a:cubicBezTo>
                <a:cubicBezTo>
                  <a:pt x="609514" y="21112"/>
                  <a:pt x="610140" y="21286"/>
                  <a:pt x="610592" y="21530"/>
                </a:cubicBezTo>
                <a:cubicBezTo>
                  <a:pt x="611043" y="21773"/>
                  <a:pt x="611374" y="22068"/>
                  <a:pt x="611582" y="22416"/>
                </a:cubicBezTo>
                <a:cubicBezTo>
                  <a:pt x="611791" y="22763"/>
                  <a:pt x="611895" y="23146"/>
                  <a:pt x="611895" y="23563"/>
                </a:cubicBezTo>
                <a:lnTo>
                  <a:pt x="611895" y="46708"/>
                </a:lnTo>
                <a:lnTo>
                  <a:pt x="637960" y="46708"/>
                </a:lnTo>
                <a:cubicBezTo>
                  <a:pt x="638446" y="46708"/>
                  <a:pt x="638881" y="46813"/>
                  <a:pt x="639263" y="47024"/>
                </a:cubicBezTo>
                <a:cubicBezTo>
                  <a:pt x="639645" y="47235"/>
                  <a:pt x="639975" y="47568"/>
                  <a:pt x="640253" y="48024"/>
                </a:cubicBezTo>
                <a:cubicBezTo>
                  <a:pt x="640531" y="48480"/>
                  <a:pt x="640740" y="49042"/>
                  <a:pt x="640879" y="49709"/>
                </a:cubicBezTo>
                <a:cubicBezTo>
                  <a:pt x="641018" y="50376"/>
                  <a:pt x="641087" y="51165"/>
                  <a:pt x="641087" y="52077"/>
                </a:cubicBezTo>
                <a:cubicBezTo>
                  <a:pt x="641087" y="53832"/>
                  <a:pt x="640792" y="55149"/>
                  <a:pt x="640201" y="56026"/>
                </a:cubicBezTo>
                <a:cubicBezTo>
                  <a:pt x="639610" y="56904"/>
                  <a:pt x="638863" y="57343"/>
                  <a:pt x="637960" y="57343"/>
                </a:cubicBezTo>
                <a:lnTo>
                  <a:pt x="611895" y="57343"/>
                </a:lnTo>
                <a:lnTo>
                  <a:pt x="611895" y="114372"/>
                </a:lnTo>
                <a:cubicBezTo>
                  <a:pt x="611895" y="121531"/>
                  <a:pt x="612920" y="126988"/>
                  <a:pt x="614971" y="130741"/>
                </a:cubicBezTo>
                <a:cubicBezTo>
                  <a:pt x="617021" y="134494"/>
                  <a:pt x="620757" y="136371"/>
                  <a:pt x="626178" y="136371"/>
                </a:cubicBezTo>
                <a:cubicBezTo>
                  <a:pt x="627847" y="136371"/>
                  <a:pt x="629358" y="136197"/>
                  <a:pt x="630714" y="135850"/>
                </a:cubicBezTo>
                <a:cubicBezTo>
                  <a:pt x="632069" y="135502"/>
                  <a:pt x="633268" y="135120"/>
                  <a:pt x="634311" y="134703"/>
                </a:cubicBezTo>
                <a:cubicBezTo>
                  <a:pt x="635353" y="134286"/>
                  <a:pt x="636239" y="133903"/>
                  <a:pt x="636969" y="133556"/>
                </a:cubicBezTo>
                <a:cubicBezTo>
                  <a:pt x="637699" y="133208"/>
                  <a:pt x="638342" y="133035"/>
                  <a:pt x="638898" y="133035"/>
                </a:cubicBezTo>
                <a:cubicBezTo>
                  <a:pt x="639246" y="133035"/>
                  <a:pt x="639558" y="133104"/>
                  <a:pt x="639836" y="133243"/>
                </a:cubicBezTo>
                <a:cubicBezTo>
                  <a:pt x="640114" y="133382"/>
                  <a:pt x="640340" y="133643"/>
                  <a:pt x="640514" y="134025"/>
                </a:cubicBezTo>
                <a:cubicBezTo>
                  <a:pt x="640688" y="134407"/>
                  <a:pt x="640827" y="134894"/>
                  <a:pt x="640931" y="135485"/>
                </a:cubicBezTo>
                <a:cubicBezTo>
                  <a:pt x="641035" y="136076"/>
                  <a:pt x="641087" y="136823"/>
                  <a:pt x="641087" y="137726"/>
                </a:cubicBezTo>
                <a:close/>
                <a:moveTo>
                  <a:pt x="729183" y="143252"/>
                </a:moveTo>
                <a:cubicBezTo>
                  <a:pt x="729183" y="143947"/>
                  <a:pt x="728957" y="144486"/>
                  <a:pt x="728505" y="144868"/>
                </a:cubicBezTo>
                <a:cubicBezTo>
                  <a:pt x="728053" y="145250"/>
                  <a:pt x="727462" y="145528"/>
                  <a:pt x="726733" y="145702"/>
                </a:cubicBezTo>
                <a:cubicBezTo>
                  <a:pt x="726003" y="145876"/>
                  <a:pt x="725012" y="145963"/>
                  <a:pt x="723761" y="145963"/>
                </a:cubicBezTo>
                <a:cubicBezTo>
                  <a:pt x="722580" y="145963"/>
                  <a:pt x="721572" y="145876"/>
                  <a:pt x="720738" y="145702"/>
                </a:cubicBezTo>
                <a:cubicBezTo>
                  <a:pt x="719904" y="145528"/>
                  <a:pt x="719261" y="145250"/>
                  <a:pt x="718809" y="144868"/>
                </a:cubicBezTo>
                <a:cubicBezTo>
                  <a:pt x="718357" y="144486"/>
                  <a:pt x="718131" y="143947"/>
                  <a:pt x="718131" y="143252"/>
                </a:cubicBezTo>
                <a:lnTo>
                  <a:pt x="718131" y="132722"/>
                </a:lnTo>
                <a:cubicBezTo>
                  <a:pt x="713891" y="137309"/>
                  <a:pt x="709217" y="140871"/>
                  <a:pt x="704108" y="143408"/>
                </a:cubicBezTo>
                <a:cubicBezTo>
                  <a:pt x="699000" y="145945"/>
                  <a:pt x="693700" y="147214"/>
                  <a:pt x="688209" y="147214"/>
                </a:cubicBezTo>
                <a:cubicBezTo>
                  <a:pt x="683274" y="147214"/>
                  <a:pt x="678843" y="146571"/>
                  <a:pt x="674916" y="145285"/>
                </a:cubicBezTo>
                <a:cubicBezTo>
                  <a:pt x="670989" y="143999"/>
                  <a:pt x="667670" y="142157"/>
                  <a:pt x="664959" y="139759"/>
                </a:cubicBezTo>
                <a:cubicBezTo>
                  <a:pt x="662248" y="137361"/>
                  <a:pt x="660163" y="134460"/>
                  <a:pt x="658703" y="131054"/>
                </a:cubicBezTo>
                <a:cubicBezTo>
                  <a:pt x="657244" y="127648"/>
                  <a:pt x="656514" y="123825"/>
                  <a:pt x="656514" y="119585"/>
                </a:cubicBezTo>
                <a:cubicBezTo>
                  <a:pt x="656514" y="114372"/>
                  <a:pt x="657591" y="109837"/>
                  <a:pt x="659746" y="105979"/>
                </a:cubicBezTo>
                <a:cubicBezTo>
                  <a:pt x="661901" y="102122"/>
                  <a:pt x="664959" y="98907"/>
                  <a:pt x="668921" y="96335"/>
                </a:cubicBezTo>
                <a:cubicBezTo>
                  <a:pt x="672883" y="93764"/>
                  <a:pt x="677644" y="91835"/>
                  <a:pt x="683204" y="90549"/>
                </a:cubicBezTo>
                <a:cubicBezTo>
                  <a:pt x="688765" y="89263"/>
                  <a:pt x="694951" y="88620"/>
                  <a:pt x="701762" y="88620"/>
                </a:cubicBezTo>
                <a:lnTo>
                  <a:pt x="716776" y="88620"/>
                </a:lnTo>
                <a:lnTo>
                  <a:pt x="716776" y="80462"/>
                </a:lnTo>
                <a:cubicBezTo>
                  <a:pt x="716776" y="76418"/>
                  <a:pt x="716359" y="72845"/>
                  <a:pt x="715525" y="69743"/>
                </a:cubicBezTo>
                <a:cubicBezTo>
                  <a:pt x="714691" y="66639"/>
                  <a:pt x="713335" y="64041"/>
                  <a:pt x="711459" y="61949"/>
                </a:cubicBezTo>
                <a:cubicBezTo>
                  <a:pt x="709582" y="59858"/>
                  <a:pt x="707149" y="58290"/>
                  <a:pt x="704160" y="57245"/>
                </a:cubicBezTo>
                <a:cubicBezTo>
                  <a:pt x="701172" y="56198"/>
                  <a:pt x="697523" y="55674"/>
                  <a:pt x="693213" y="55674"/>
                </a:cubicBezTo>
                <a:cubicBezTo>
                  <a:pt x="689043" y="55674"/>
                  <a:pt x="685290" y="56178"/>
                  <a:pt x="681953" y="57186"/>
                </a:cubicBezTo>
                <a:cubicBezTo>
                  <a:pt x="678617" y="58194"/>
                  <a:pt x="675698" y="59323"/>
                  <a:pt x="673195" y="60575"/>
                </a:cubicBezTo>
                <a:cubicBezTo>
                  <a:pt x="670693" y="61826"/>
                  <a:pt x="668625" y="62955"/>
                  <a:pt x="666992" y="63963"/>
                </a:cubicBezTo>
                <a:cubicBezTo>
                  <a:pt x="665359" y="64971"/>
                  <a:pt x="664194" y="65475"/>
                  <a:pt x="663499" y="65475"/>
                </a:cubicBezTo>
                <a:cubicBezTo>
                  <a:pt x="663082" y="65475"/>
                  <a:pt x="662700" y="65405"/>
                  <a:pt x="662353" y="65266"/>
                </a:cubicBezTo>
                <a:cubicBezTo>
                  <a:pt x="662005" y="65125"/>
                  <a:pt x="661710" y="64862"/>
                  <a:pt x="661466" y="64478"/>
                </a:cubicBezTo>
                <a:cubicBezTo>
                  <a:pt x="661223" y="64091"/>
                  <a:pt x="661049" y="63600"/>
                  <a:pt x="660945" y="63005"/>
                </a:cubicBezTo>
                <a:cubicBezTo>
                  <a:pt x="660841" y="62408"/>
                  <a:pt x="660789" y="61689"/>
                  <a:pt x="660789" y="60848"/>
                </a:cubicBezTo>
                <a:cubicBezTo>
                  <a:pt x="660789" y="59376"/>
                  <a:pt x="660893" y="58202"/>
                  <a:pt x="661101" y="57326"/>
                </a:cubicBezTo>
                <a:cubicBezTo>
                  <a:pt x="661310" y="56449"/>
                  <a:pt x="661849" y="55572"/>
                  <a:pt x="662717" y="54697"/>
                </a:cubicBezTo>
                <a:cubicBezTo>
                  <a:pt x="663586" y="53819"/>
                  <a:pt x="665133" y="52797"/>
                  <a:pt x="667357" y="51631"/>
                </a:cubicBezTo>
                <a:cubicBezTo>
                  <a:pt x="669581" y="50463"/>
                  <a:pt x="672136" y="49381"/>
                  <a:pt x="675020" y="48386"/>
                </a:cubicBezTo>
                <a:cubicBezTo>
                  <a:pt x="677905" y="47391"/>
                  <a:pt x="681015" y="46585"/>
                  <a:pt x="684351" y="45969"/>
                </a:cubicBezTo>
                <a:cubicBezTo>
                  <a:pt x="687688" y="45349"/>
                  <a:pt x="691024" y="45040"/>
                  <a:pt x="694360" y="45040"/>
                </a:cubicBezTo>
                <a:cubicBezTo>
                  <a:pt x="700824" y="45040"/>
                  <a:pt x="706280" y="45822"/>
                  <a:pt x="710729" y="47386"/>
                </a:cubicBezTo>
                <a:cubicBezTo>
                  <a:pt x="715177" y="48950"/>
                  <a:pt x="718774" y="51191"/>
                  <a:pt x="721520" y="54110"/>
                </a:cubicBezTo>
                <a:cubicBezTo>
                  <a:pt x="724265" y="57030"/>
                  <a:pt x="726229" y="60627"/>
                  <a:pt x="727410" y="64901"/>
                </a:cubicBezTo>
                <a:cubicBezTo>
                  <a:pt x="728592" y="69176"/>
                  <a:pt x="729183" y="74024"/>
                  <a:pt x="729183" y="79445"/>
                </a:cubicBezTo>
                <a:lnTo>
                  <a:pt x="729183" y="143252"/>
                </a:lnTo>
                <a:moveTo>
                  <a:pt x="716776" y="98838"/>
                </a:moveTo>
                <a:lnTo>
                  <a:pt x="699573" y="98838"/>
                </a:lnTo>
                <a:cubicBezTo>
                  <a:pt x="694569" y="98838"/>
                  <a:pt x="690190" y="99289"/>
                  <a:pt x="686436" y="100193"/>
                </a:cubicBezTo>
                <a:cubicBezTo>
                  <a:pt x="682683" y="101097"/>
                  <a:pt x="679555" y="102417"/>
                  <a:pt x="677053" y="104155"/>
                </a:cubicBezTo>
                <a:cubicBezTo>
                  <a:pt x="674551" y="105893"/>
                  <a:pt x="672692" y="107978"/>
                  <a:pt x="671475" y="110410"/>
                </a:cubicBezTo>
                <a:cubicBezTo>
                  <a:pt x="670259" y="112843"/>
                  <a:pt x="669651" y="115623"/>
                  <a:pt x="669651" y="118751"/>
                </a:cubicBezTo>
                <a:cubicBezTo>
                  <a:pt x="669651" y="124173"/>
                  <a:pt x="671371" y="128499"/>
                  <a:pt x="674812" y="131731"/>
                </a:cubicBezTo>
                <a:cubicBezTo>
                  <a:pt x="678252" y="134963"/>
                  <a:pt x="683100" y="136579"/>
                  <a:pt x="689356" y="136579"/>
                </a:cubicBezTo>
                <a:cubicBezTo>
                  <a:pt x="694291" y="136579"/>
                  <a:pt x="698895" y="135311"/>
                  <a:pt x="703170" y="132774"/>
                </a:cubicBezTo>
                <a:cubicBezTo>
                  <a:pt x="707445" y="130237"/>
                  <a:pt x="711980" y="126327"/>
                  <a:pt x="716776" y="121045"/>
                </a:cubicBezTo>
                <a:lnTo>
                  <a:pt x="716776" y="98838"/>
                </a:lnTo>
                <a:close/>
                <a:moveTo>
                  <a:pt x="819523" y="118201"/>
                </a:moveTo>
                <a:cubicBezTo>
                  <a:pt x="819523" y="122723"/>
                  <a:pt x="818689" y="126776"/>
                  <a:pt x="817021" y="130360"/>
                </a:cubicBezTo>
                <a:cubicBezTo>
                  <a:pt x="815353" y="133941"/>
                  <a:pt x="812972" y="136986"/>
                  <a:pt x="809879" y="139492"/>
                </a:cubicBezTo>
                <a:cubicBezTo>
                  <a:pt x="806786" y="141997"/>
                  <a:pt x="803085" y="143910"/>
                  <a:pt x="798775" y="145233"/>
                </a:cubicBezTo>
                <a:cubicBezTo>
                  <a:pt x="794466" y="146554"/>
                  <a:pt x="789705" y="147214"/>
                  <a:pt x="784492" y="147214"/>
                </a:cubicBezTo>
                <a:cubicBezTo>
                  <a:pt x="781225" y="147214"/>
                  <a:pt x="778132" y="146953"/>
                  <a:pt x="775213" y="146432"/>
                </a:cubicBezTo>
                <a:cubicBezTo>
                  <a:pt x="772294" y="145911"/>
                  <a:pt x="769652" y="145250"/>
                  <a:pt x="767289" y="144451"/>
                </a:cubicBezTo>
                <a:cubicBezTo>
                  <a:pt x="764926" y="143652"/>
                  <a:pt x="762928" y="142800"/>
                  <a:pt x="761294" y="141897"/>
                </a:cubicBezTo>
                <a:cubicBezTo>
                  <a:pt x="759661" y="140993"/>
                  <a:pt x="758462" y="140194"/>
                  <a:pt x="757697" y="139499"/>
                </a:cubicBezTo>
                <a:cubicBezTo>
                  <a:pt x="756933" y="138804"/>
                  <a:pt x="756377" y="137930"/>
                  <a:pt x="756029" y="136879"/>
                </a:cubicBezTo>
                <a:cubicBezTo>
                  <a:pt x="755682" y="135826"/>
                  <a:pt x="755508" y="134423"/>
                  <a:pt x="755508" y="132670"/>
                </a:cubicBezTo>
                <a:cubicBezTo>
                  <a:pt x="755508" y="131757"/>
                  <a:pt x="755577" y="130951"/>
                  <a:pt x="755716" y="130249"/>
                </a:cubicBezTo>
                <a:cubicBezTo>
                  <a:pt x="755855" y="129547"/>
                  <a:pt x="756029" y="128951"/>
                  <a:pt x="756238" y="128460"/>
                </a:cubicBezTo>
                <a:cubicBezTo>
                  <a:pt x="756446" y="127969"/>
                  <a:pt x="756724" y="127601"/>
                  <a:pt x="757072" y="127356"/>
                </a:cubicBezTo>
                <a:cubicBezTo>
                  <a:pt x="757419" y="127110"/>
                  <a:pt x="757802" y="126988"/>
                  <a:pt x="758219" y="126988"/>
                </a:cubicBezTo>
                <a:cubicBezTo>
                  <a:pt x="758983" y="126988"/>
                  <a:pt x="760095" y="127480"/>
                  <a:pt x="761555" y="128464"/>
                </a:cubicBezTo>
                <a:cubicBezTo>
                  <a:pt x="763015" y="129447"/>
                  <a:pt x="764839" y="130519"/>
                  <a:pt x="767029" y="131679"/>
                </a:cubicBezTo>
                <a:cubicBezTo>
                  <a:pt x="769218" y="132839"/>
                  <a:pt x="771825" y="133911"/>
                  <a:pt x="774848" y="134895"/>
                </a:cubicBezTo>
                <a:cubicBezTo>
                  <a:pt x="777872" y="135879"/>
                  <a:pt x="781364" y="136371"/>
                  <a:pt x="785326" y="136371"/>
                </a:cubicBezTo>
                <a:cubicBezTo>
                  <a:pt x="788523" y="136371"/>
                  <a:pt x="791443" y="136023"/>
                  <a:pt x="794084" y="135328"/>
                </a:cubicBezTo>
                <a:cubicBezTo>
                  <a:pt x="796725" y="134631"/>
                  <a:pt x="799019" y="133586"/>
                  <a:pt x="800965" y="132194"/>
                </a:cubicBezTo>
                <a:cubicBezTo>
                  <a:pt x="802911" y="130802"/>
                  <a:pt x="804423" y="129009"/>
                  <a:pt x="805500" y="126815"/>
                </a:cubicBezTo>
                <a:cubicBezTo>
                  <a:pt x="806578" y="124621"/>
                  <a:pt x="807116" y="122062"/>
                  <a:pt x="807116" y="119139"/>
                </a:cubicBezTo>
                <a:cubicBezTo>
                  <a:pt x="807116" y="116217"/>
                  <a:pt x="806421" y="113748"/>
                  <a:pt x="805031" y="111730"/>
                </a:cubicBezTo>
                <a:cubicBezTo>
                  <a:pt x="803641" y="109712"/>
                  <a:pt x="801816" y="107955"/>
                  <a:pt x="799557" y="106458"/>
                </a:cubicBezTo>
                <a:cubicBezTo>
                  <a:pt x="797298" y="104962"/>
                  <a:pt x="794727" y="103640"/>
                  <a:pt x="791842" y="102493"/>
                </a:cubicBezTo>
                <a:cubicBezTo>
                  <a:pt x="788958" y="101344"/>
                  <a:pt x="786004" y="100162"/>
                  <a:pt x="782980" y="98945"/>
                </a:cubicBezTo>
                <a:cubicBezTo>
                  <a:pt x="779957" y="97727"/>
                  <a:pt x="777003" y="96388"/>
                  <a:pt x="774118" y="94928"/>
                </a:cubicBezTo>
                <a:cubicBezTo>
                  <a:pt x="771234" y="93466"/>
                  <a:pt x="768662" y="91692"/>
                  <a:pt x="766403" y="89604"/>
                </a:cubicBezTo>
                <a:cubicBezTo>
                  <a:pt x="764144" y="87517"/>
                  <a:pt x="762320" y="85012"/>
                  <a:pt x="760929" y="82091"/>
                </a:cubicBezTo>
                <a:cubicBezTo>
                  <a:pt x="759539" y="79167"/>
                  <a:pt x="758844" y="75653"/>
                  <a:pt x="758844" y="71548"/>
                </a:cubicBezTo>
                <a:cubicBezTo>
                  <a:pt x="758844" y="68279"/>
                  <a:pt x="759470" y="65062"/>
                  <a:pt x="760721" y="61897"/>
                </a:cubicBezTo>
                <a:cubicBezTo>
                  <a:pt x="761972" y="58730"/>
                  <a:pt x="763901" y="55895"/>
                  <a:pt x="766507" y="53390"/>
                </a:cubicBezTo>
                <a:cubicBezTo>
                  <a:pt x="769114" y="50884"/>
                  <a:pt x="772450" y="48866"/>
                  <a:pt x="776516" y="47337"/>
                </a:cubicBezTo>
                <a:cubicBezTo>
                  <a:pt x="780582" y="45806"/>
                  <a:pt x="785396" y="45040"/>
                  <a:pt x="790956" y="45040"/>
                </a:cubicBezTo>
                <a:cubicBezTo>
                  <a:pt x="793319" y="45040"/>
                  <a:pt x="795665" y="45231"/>
                  <a:pt x="797994" y="45613"/>
                </a:cubicBezTo>
                <a:cubicBezTo>
                  <a:pt x="800322" y="45996"/>
                  <a:pt x="802442" y="46500"/>
                  <a:pt x="804353" y="47125"/>
                </a:cubicBezTo>
                <a:cubicBezTo>
                  <a:pt x="806265" y="47751"/>
                  <a:pt x="807916" y="48428"/>
                  <a:pt x="809306" y="49158"/>
                </a:cubicBezTo>
                <a:cubicBezTo>
                  <a:pt x="810696" y="49888"/>
                  <a:pt x="811756" y="50531"/>
                  <a:pt x="812486" y="51087"/>
                </a:cubicBezTo>
                <a:cubicBezTo>
                  <a:pt x="813215" y="51643"/>
                  <a:pt x="813702" y="52112"/>
                  <a:pt x="813945" y="52494"/>
                </a:cubicBezTo>
                <a:cubicBezTo>
                  <a:pt x="814188" y="52877"/>
                  <a:pt x="814362" y="53276"/>
                  <a:pt x="814466" y="53693"/>
                </a:cubicBezTo>
                <a:cubicBezTo>
                  <a:pt x="814571" y="54110"/>
                  <a:pt x="814658" y="54614"/>
                  <a:pt x="814727" y="55205"/>
                </a:cubicBezTo>
                <a:cubicBezTo>
                  <a:pt x="814797" y="55796"/>
                  <a:pt x="814831" y="56508"/>
                  <a:pt x="814831" y="57343"/>
                </a:cubicBezTo>
                <a:cubicBezTo>
                  <a:pt x="814831" y="58177"/>
                  <a:pt x="814779" y="58924"/>
                  <a:pt x="814675" y="59584"/>
                </a:cubicBezTo>
                <a:cubicBezTo>
                  <a:pt x="814571" y="60244"/>
                  <a:pt x="814414" y="60818"/>
                  <a:pt x="814206" y="61304"/>
                </a:cubicBezTo>
                <a:cubicBezTo>
                  <a:pt x="813997" y="61791"/>
                  <a:pt x="813737" y="62156"/>
                  <a:pt x="813424" y="62399"/>
                </a:cubicBezTo>
                <a:cubicBezTo>
                  <a:pt x="813111" y="62642"/>
                  <a:pt x="812746" y="62764"/>
                  <a:pt x="812329" y="62764"/>
                </a:cubicBezTo>
                <a:cubicBezTo>
                  <a:pt x="811773" y="62764"/>
                  <a:pt x="810939" y="62382"/>
                  <a:pt x="809827" y="61617"/>
                </a:cubicBezTo>
                <a:cubicBezTo>
                  <a:pt x="808715" y="60853"/>
                  <a:pt x="807255" y="60019"/>
                  <a:pt x="805448" y="59115"/>
                </a:cubicBezTo>
                <a:cubicBezTo>
                  <a:pt x="803641" y="58211"/>
                  <a:pt x="801486" y="57377"/>
                  <a:pt x="798984" y="56613"/>
                </a:cubicBezTo>
                <a:cubicBezTo>
                  <a:pt x="796482" y="55848"/>
                  <a:pt x="793597" y="55466"/>
                  <a:pt x="790331" y="55466"/>
                </a:cubicBezTo>
                <a:cubicBezTo>
                  <a:pt x="787064" y="55466"/>
                  <a:pt x="784197" y="55849"/>
                  <a:pt x="781729" y="56616"/>
                </a:cubicBezTo>
                <a:cubicBezTo>
                  <a:pt x="779262" y="57381"/>
                  <a:pt x="777229" y="58459"/>
                  <a:pt x="775630" y="59851"/>
                </a:cubicBezTo>
                <a:cubicBezTo>
                  <a:pt x="774031" y="61244"/>
                  <a:pt x="772832" y="62880"/>
                  <a:pt x="772033" y="64761"/>
                </a:cubicBezTo>
                <a:cubicBezTo>
                  <a:pt x="771234" y="66640"/>
                  <a:pt x="770834" y="68694"/>
                  <a:pt x="770834" y="70922"/>
                </a:cubicBezTo>
                <a:cubicBezTo>
                  <a:pt x="770834" y="73983"/>
                  <a:pt x="771529" y="76557"/>
                  <a:pt x="772919" y="78644"/>
                </a:cubicBezTo>
                <a:cubicBezTo>
                  <a:pt x="774309" y="80731"/>
                  <a:pt x="776151" y="82541"/>
                  <a:pt x="778445" y="84072"/>
                </a:cubicBezTo>
                <a:cubicBezTo>
                  <a:pt x="780739" y="85603"/>
                  <a:pt x="783345" y="86961"/>
                  <a:pt x="786264" y="88145"/>
                </a:cubicBezTo>
                <a:cubicBezTo>
                  <a:pt x="789184" y="89326"/>
                  <a:pt x="792155" y="90509"/>
                  <a:pt x="795179" y="91693"/>
                </a:cubicBezTo>
                <a:cubicBezTo>
                  <a:pt x="798202" y="92874"/>
                  <a:pt x="801173" y="94179"/>
                  <a:pt x="804093" y="95606"/>
                </a:cubicBezTo>
                <a:cubicBezTo>
                  <a:pt x="807012" y="97030"/>
                  <a:pt x="809618" y="98752"/>
                  <a:pt x="811912" y="100770"/>
                </a:cubicBezTo>
                <a:cubicBezTo>
                  <a:pt x="814206" y="102788"/>
                  <a:pt x="816048" y="105206"/>
                  <a:pt x="817438" y="108025"/>
                </a:cubicBezTo>
                <a:cubicBezTo>
                  <a:pt x="818828" y="110843"/>
                  <a:pt x="819523" y="114234"/>
                  <a:pt x="819523" y="118201"/>
                </a:cubicBezTo>
                <a:close/>
                <a:moveTo>
                  <a:pt x="917967" y="143040"/>
                </a:moveTo>
                <a:cubicBezTo>
                  <a:pt x="917967" y="143527"/>
                  <a:pt x="917863" y="143945"/>
                  <a:pt x="917654" y="144295"/>
                </a:cubicBezTo>
                <a:cubicBezTo>
                  <a:pt x="917446" y="144642"/>
                  <a:pt x="917098" y="144938"/>
                  <a:pt x="916612" y="145181"/>
                </a:cubicBezTo>
                <a:cubicBezTo>
                  <a:pt x="916125" y="145424"/>
                  <a:pt x="915465" y="145615"/>
                  <a:pt x="914631" y="145754"/>
                </a:cubicBezTo>
                <a:cubicBezTo>
                  <a:pt x="913797" y="145893"/>
                  <a:pt x="912719" y="145963"/>
                  <a:pt x="911399" y="145963"/>
                </a:cubicBezTo>
                <a:cubicBezTo>
                  <a:pt x="910009" y="145963"/>
                  <a:pt x="908862" y="145911"/>
                  <a:pt x="907958" y="145806"/>
                </a:cubicBezTo>
                <a:cubicBezTo>
                  <a:pt x="907055" y="145702"/>
                  <a:pt x="906273" y="145546"/>
                  <a:pt x="905612" y="145337"/>
                </a:cubicBezTo>
                <a:cubicBezTo>
                  <a:pt x="904952" y="145129"/>
                  <a:pt x="904396" y="144851"/>
                  <a:pt x="903944" y="144503"/>
                </a:cubicBezTo>
                <a:cubicBezTo>
                  <a:pt x="903493" y="144153"/>
                  <a:pt x="903058" y="143735"/>
                  <a:pt x="902641" y="143249"/>
                </a:cubicBezTo>
                <a:lnTo>
                  <a:pt x="858435" y="89604"/>
                </a:lnTo>
                <a:lnTo>
                  <a:pt x="858435" y="143249"/>
                </a:lnTo>
                <a:cubicBezTo>
                  <a:pt x="858435" y="143666"/>
                  <a:pt x="858331" y="144049"/>
                  <a:pt x="858122" y="144399"/>
                </a:cubicBezTo>
                <a:cubicBezTo>
                  <a:pt x="857914" y="144746"/>
                  <a:pt x="857584" y="145024"/>
                  <a:pt x="857132" y="145233"/>
                </a:cubicBezTo>
                <a:cubicBezTo>
                  <a:pt x="856680" y="145441"/>
                  <a:pt x="856055" y="145615"/>
                  <a:pt x="855255" y="145754"/>
                </a:cubicBezTo>
                <a:cubicBezTo>
                  <a:pt x="854456" y="145893"/>
                  <a:pt x="853431" y="145963"/>
                  <a:pt x="852180" y="145963"/>
                </a:cubicBezTo>
                <a:cubicBezTo>
                  <a:pt x="850998" y="145963"/>
                  <a:pt x="850008" y="145893"/>
                  <a:pt x="849208" y="145754"/>
                </a:cubicBezTo>
                <a:cubicBezTo>
                  <a:pt x="848409" y="145615"/>
                  <a:pt x="847766" y="145441"/>
                  <a:pt x="847279" y="145233"/>
                </a:cubicBezTo>
                <a:cubicBezTo>
                  <a:pt x="846793" y="145024"/>
                  <a:pt x="846463" y="144746"/>
                  <a:pt x="846289" y="144399"/>
                </a:cubicBezTo>
                <a:cubicBezTo>
                  <a:pt x="846115" y="144051"/>
                  <a:pt x="846028" y="143669"/>
                  <a:pt x="846028" y="143252"/>
                </a:cubicBezTo>
                <a:lnTo>
                  <a:pt x="846028" y="2711"/>
                </a:lnTo>
                <a:cubicBezTo>
                  <a:pt x="846028" y="2294"/>
                  <a:pt x="846115" y="1911"/>
                  <a:pt x="846289" y="1564"/>
                </a:cubicBezTo>
                <a:cubicBezTo>
                  <a:pt x="846463" y="1216"/>
                  <a:pt x="846793" y="921"/>
                  <a:pt x="847279" y="678"/>
                </a:cubicBezTo>
                <a:cubicBezTo>
                  <a:pt x="847766" y="434"/>
                  <a:pt x="848409" y="261"/>
                  <a:pt x="849208" y="156"/>
                </a:cubicBezTo>
                <a:cubicBezTo>
                  <a:pt x="850008" y="52"/>
                  <a:pt x="850998" y="0"/>
                  <a:pt x="852180" y="0"/>
                </a:cubicBezTo>
                <a:cubicBezTo>
                  <a:pt x="853431" y="0"/>
                  <a:pt x="854456" y="52"/>
                  <a:pt x="855255" y="156"/>
                </a:cubicBezTo>
                <a:cubicBezTo>
                  <a:pt x="856055" y="261"/>
                  <a:pt x="856680" y="434"/>
                  <a:pt x="857132" y="678"/>
                </a:cubicBezTo>
                <a:cubicBezTo>
                  <a:pt x="857584" y="921"/>
                  <a:pt x="857914" y="1216"/>
                  <a:pt x="858122" y="1564"/>
                </a:cubicBezTo>
                <a:cubicBezTo>
                  <a:pt x="858331" y="1911"/>
                  <a:pt x="858435" y="2293"/>
                  <a:pt x="858435" y="2707"/>
                </a:cubicBezTo>
                <a:lnTo>
                  <a:pt x="858435" y="89396"/>
                </a:lnTo>
                <a:lnTo>
                  <a:pt x="898158" y="49214"/>
                </a:lnTo>
                <a:cubicBezTo>
                  <a:pt x="898714" y="48588"/>
                  <a:pt x="899287" y="48084"/>
                  <a:pt x="899878" y="47702"/>
                </a:cubicBezTo>
                <a:cubicBezTo>
                  <a:pt x="900469" y="47317"/>
                  <a:pt x="901112" y="47003"/>
                  <a:pt x="901807" y="46760"/>
                </a:cubicBezTo>
                <a:cubicBezTo>
                  <a:pt x="902502" y="46517"/>
                  <a:pt x="903301" y="46343"/>
                  <a:pt x="904205" y="46239"/>
                </a:cubicBezTo>
                <a:cubicBezTo>
                  <a:pt x="905109" y="46135"/>
                  <a:pt x="906151" y="46083"/>
                  <a:pt x="907333" y="46083"/>
                </a:cubicBezTo>
                <a:cubicBezTo>
                  <a:pt x="908514" y="46083"/>
                  <a:pt x="909540" y="46117"/>
                  <a:pt x="910408" y="46187"/>
                </a:cubicBezTo>
                <a:cubicBezTo>
                  <a:pt x="911277" y="46256"/>
                  <a:pt x="911990" y="46395"/>
                  <a:pt x="912546" y="46604"/>
                </a:cubicBezTo>
                <a:cubicBezTo>
                  <a:pt x="913102" y="46812"/>
                  <a:pt x="913519" y="47074"/>
                  <a:pt x="913797" y="47389"/>
                </a:cubicBezTo>
                <a:cubicBezTo>
                  <a:pt x="914075" y="47702"/>
                  <a:pt x="914214" y="48101"/>
                  <a:pt x="914214" y="48588"/>
                </a:cubicBezTo>
                <a:cubicBezTo>
                  <a:pt x="914214" y="49283"/>
                  <a:pt x="914005" y="49962"/>
                  <a:pt x="913588" y="50624"/>
                </a:cubicBezTo>
                <a:cubicBezTo>
                  <a:pt x="913171" y="51285"/>
                  <a:pt x="912441" y="52136"/>
                  <a:pt x="911399" y="53179"/>
                </a:cubicBezTo>
                <a:lnTo>
                  <a:pt x="873657" y="88874"/>
                </a:lnTo>
                <a:lnTo>
                  <a:pt x="915569" y="138971"/>
                </a:lnTo>
                <a:cubicBezTo>
                  <a:pt x="916473" y="140013"/>
                  <a:pt x="917098" y="140814"/>
                  <a:pt x="917446" y="141372"/>
                </a:cubicBezTo>
                <a:cubicBezTo>
                  <a:pt x="917793" y="141928"/>
                  <a:pt x="917967" y="142484"/>
                  <a:pt x="917967" y="143040"/>
                </a:cubicBezTo>
                <a:close/>
                <a:moveTo>
                  <a:pt x="992861" y="118201"/>
                </a:moveTo>
                <a:cubicBezTo>
                  <a:pt x="992861" y="122723"/>
                  <a:pt x="992027" y="126776"/>
                  <a:pt x="990359" y="130360"/>
                </a:cubicBezTo>
                <a:cubicBezTo>
                  <a:pt x="988690" y="133941"/>
                  <a:pt x="986310" y="136986"/>
                  <a:pt x="983217" y="139492"/>
                </a:cubicBezTo>
                <a:cubicBezTo>
                  <a:pt x="980124" y="141997"/>
                  <a:pt x="976423" y="143910"/>
                  <a:pt x="972113" y="145233"/>
                </a:cubicBezTo>
                <a:cubicBezTo>
                  <a:pt x="967804" y="146554"/>
                  <a:pt x="963043" y="147214"/>
                  <a:pt x="957830" y="147214"/>
                </a:cubicBezTo>
                <a:cubicBezTo>
                  <a:pt x="954563" y="147214"/>
                  <a:pt x="951470" y="146953"/>
                  <a:pt x="948551" y="146432"/>
                </a:cubicBezTo>
                <a:cubicBezTo>
                  <a:pt x="945631" y="145911"/>
                  <a:pt x="942990" y="145250"/>
                  <a:pt x="940627" y="144451"/>
                </a:cubicBezTo>
                <a:cubicBezTo>
                  <a:pt x="938264" y="143652"/>
                  <a:pt x="936265" y="142800"/>
                  <a:pt x="934632" y="141897"/>
                </a:cubicBezTo>
                <a:cubicBezTo>
                  <a:pt x="932999" y="140993"/>
                  <a:pt x="931800" y="140194"/>
                  <a:pt x="931035" y="139499"/>
                </a:cubicBezTo>
                <a:cubicBezTo>
                  <a:pt x="930271" y="138804"/>
                  <a:pt x="929715" y="137930"/>
                  <a:pt x="929367" y="136879"/>
                </a:cubicBezTo>
                <a:cubicBezTo>
                  <a:pt x="929019" y="135826"/>
                  <a:pt x="928846" y="134423"/>
                  <a:pt x="928846" y="132670"/>
                </a:cubicBezTo>
                <a:cubicBezTo>
                  <a:pt x="928846" y="131757"/>
                  <a:pt x="928915" y="130951"/>
                  <a:pt x="929054" y="130249"/>
                </a:cubicBezTo>
                <a:cubicBezTo>
                  <a:pt x="929193" y="129547"/>
                  <a:pt x="929367" y="128951"/>
                  <a:pt x="929575" y="128460"/>
                </a:cubicBezTo>
                <a:cubicBezTo>
                  <a:pt x="929784" y="127969"/>
                  <a:pt x="930062" y="127601"/>
                  <a:pt x="930410" y="127356"/>
                </a:cubicBezTo>
                <a:cubicBezTo>
                  <a:pt x="930757" y="127110"/>
                  <a:pt x="931139" y="126988"/>
                  <a:pt x="931556" y="126988"/>
                </a:cubicBezTo>
                <a:cubicBezTo>
                  <a:pt x="932321" y="126988"/>
                  <a:pt x="933433" y="127480"/>
                  <a:pt x="934893" y="128464"/>
                </a:cubicBezTo>
                <a:cubicBezTo>
                  <a:pt x="936352" y="129447"/>
                  <a:pt x="938177" y="130519"/>
                  <a:pt x="940366" y="131679"/>
                </a:cubicBezTo>
                <a:cubicBezTo>
                  <a:pt x="942556" y="132839"/>
                  <a:pt x="945162" y="133911"/>
                  <a:pt x="948186" y="134895"/>
                </a:cubicBezTo>
                <a:cubicBezTo>
                  <a:pt x="951209" y="135879"/>
                  <a:pt x="954702" y="136371"/>
                  <a:pt x="958664" y="136371"/>
                </a:cubicBezTo>
                <a:cubicBezTo>
                  <a:pt x="961861" y="136371"/>
                  <a:pt x="964780" y="136023"/>
                  <a:pt x="967422" y="135328"/>
                </a:cubicBezTo>
                <a:cubicBezTo>
                  <a:pt x="970063" y="134631"/>
                  <a:pt x="972356" y="133586"/>
                  <a:pt x="974303" y="132194"/>
                </a:cubicBezTo>
                <a:cubicBezTo>
                  <a:pt x="976249" y="130802"/>
                  <a:pt x="977761" y="129009"/>
                  <a:pt x="978838" y="126815"/>
                </a:cubicBezTo>
                <a:cubicBezTo>
                  <a:pt x="979915" y="124621"/>
                  <a:pt x="980454" y="122062"/>
                  <a:pt x="980454" y="119139"/>
                </a:cubicBezTo>
                <a:cubicBezTo>
                  <a:pt x="980454" y="116217"/>
                  <a:pt x="979759" y="113748"/>
                  <a:pt x="978369" y="111730"/>
                </a:cubicBezTo>
                <a:cubicBezTo>
                  <a:pt x="976979" y="109712"/>
                  <a:pt x="975154" y="107955"/>
                  <a:pt x="972895" y="106458"/>
                </a:cubicBezTo>
                <a:cubicBezTo>
                  <a:pt x="970636" y="104962"/>
                  <a:pt x="968064" y="103640"/>
                  <a:pt x="965180" y="102493"/>
                </a:cubicBezTo>
                <a:cubicBezTo>
                  <a:pt x="962295" y="101344"/>
                  <a:pt x="959341" y="100162"/>
                  <a:pt x="956318" y="98945"/>
                </a:cubicBezTo>
                <a:cubicBezTo>
                  <a:pt x="953294" y="97727"/>
                  <a:pt x="950340" y="96388"/>
                  <a:pt x="947456" y="94928"/>
                </a:cubicBezTo>
                <a:cubicBezTo>
                  <a:pt x="944571" y="93466"/>
                  <a:pt x="942000" y="91692"/>
                  <a:pt x="939741" y="89604"/>
                </a:cubicBezTo>
                <a:cubicBezTo>
                  <a:pt x="937482" y="87517"/>
                  <a:pt x="935657" y="85012"/>
                  <a:pt x="934267" y="82091"/>
                </a:cubicBezTo>
                <a:cubicBezTo>
                  <a:pt x="932877" y="79167"/>
                  <a:pt x="932182" y="75653"/>
                  <a:pt x="932182" y="71548"/>
                </a:cubicBezTo>
                <a:cubicBezTo>
                  <a:pt x="932182" y="68279"/>
                  <a:pt x="932808" y="65062"/>
                  <a:pt x="934059" y="61897"/>
                </a:cubicBezTo>
                <a:cubicBezTo>
                  <a:pt x="935310" y="58730"/>
                  <a:pt x="937239" y="55895"/>
                  <a:pt x="939845" y="53390"/>
                </a:cubicBezTo>
                <a:cubicBezTo>
                  <a:pt x="942451" y="50884"/>
                  <a:pt x="945788" y="48866"/>
                  <a:pt x="949854" y="47337"/>
                </a:cubicBezTo>
                <a:cubicBezTo>
                  <a:pt x="953920" y="45806"/>
                  <a:pt x="958733" y="45040"/>
                  <a:pt x="964294" y="45040"/>
                </a:cubicBezTo>
                <a:cubicBezTo>
                  <a:pt x="966657" y="45040"/>
                  <a:pt x="969003" y="45231"/>
                  <a:pt x="971331" y="45613"/>
                </a:cubicBezTo>
                <a:cubicBezTo>
                  <a:pt x="973660" y="45996"/>
                  <a:pt x="975780" y="46500"/>
                  <a:pt x="977691" y="47125"/>
                </a:cubicBezTo>
                <a:cubicBezTo>
                  <a:pt x="979602" y="47751"/>
                  <a:pt x="981253" y="48428"/>
                  <a:pt x="982643" y="49158"/>
                </a:cubicBezTo>
                <a:cubicBezTo>
                  <a:pt x="984034" y="49888"/>
                  <a:pt x="985093" y="50531"/>
                  <a:pt x="985823" y="51087"/>
                </a:cubicBezTo>
                <a:cubicBezTo>
                  <a:pt x="986553" y="51643"/>
                  <a:pt x="987040" y="52112"/>
                  <a:pt x="987283" y="52494"/>
                </a:cubicBezTo>
                <a:cubicBezTo>
                  <a:pt x="987526" y="52877"/>
                  <a:pt x="987700" y="53276"/>
                  <a:pt x="987804" y="53693"/>
                </a:cubicBezTo>
                <a:cubicBezTo>
                  <a:pt x="987908" y="54110"/>
                  <a:pt x="987995" y="54614"/>
                  <a:pt x="988065" y="55205"/>
                </a:cubicBezTo>
                <a:cubicBezTo>
                  <a:pt x="988134" y="55796"/>
                  <a:pt x="988169" y="56508"/>
                  <a:pt x="988169" y="57343"/>
                </a:cubicBezTo>
                <a:cubicBezTo>
                  <a:pt x="988169" y="58177"/>
                  <a:pt x="988117" y="58924"/>
                  <a:pt x="988013" y="59584"/>
                </a:cubicBezTo>
                <a:cubicBezTo>
                  <a:pt x="987908" y="60244"/>
                  <a:pt x="987752" y="60818"/>
                  <a:pt x="987544" y="61304"/>
                </a:cubicBezTo>
                <a:cubicBezTo>
                  <a:pt x="987335" y="61791"/>
                  <a:pt x="987074" y="62156"/>
                  <a:pt x="986762" y="62399"/>
                </a:cubicBezTo>
                <a:cubicBezTo>
                  <a:pt x="986449" y="62642"/>
                  <a:pt x="986084" y="62764"/>
                  <a:pt x="985667" y="62764"/>
                </a:cubicBezTo>
                <a:cubicBezTo>
                  <a:pt x="985111" y="62764"/>
                  <a:pt x="984277" y="62382"/>
                  <a:pt x="983165" y="61617"/>
                </a:cubicBezTo>
                <a:cubicBezTo>
                  <a:pt x="982053" y="60853"/>
                  <a:pt x="980593" y="60019"/>
                  <a:pt x="978786" y="59115"/>
                </a:cubicBezTo>
                <a:cubicBezTo>
                  <a:pt x="976979" y="58211"/>
                  <a:pt x="974824" y="57377"/>
                  <a:pt x="972322" y="56613"/>
                </a:cubicBezTo>
                <a:cubicBezTo>
                  <a:pt x="969820" y="55848"/>
                  <a:pt x="966935" y="55466"/>
                  <a:pt x="963668" y="55466"/>
                </a:cubicBezTo>
                <a:cubicBezTo>
                  <a:pt x="960401" y="55466"/>
                  <a:pt x="957534" y="55849"/>
                  <a:pt x="955067" y="56616"/>
                </a:cubicBezTo>
                <a:cubicBezTo>
                  <a:pt x="952599" y="57381"/>
                  <a:pt x="950566" y="58459"/>
                  <a:pt x="948968" y="59851"/>
                </a:cubicBezTo>
                <a:cubicBezTo>
                  <a:pt x="947369" y="61244"/>
                  <a:pt x="946170" y="62880"/>
                  <a:pt x="945371" y="64761"/>
                </a:cubicBezTo>
                <a:cubicBezTo>
                  <a:pt x="944571" y="66640"/>
                  <a:pt x="944172" y="68694"/>
                  <a:pt x="944172" y="70922"/>
                </a:cubicBezTo>
                <a:cubicBezTo>
                  <a:pt x="944172" y="73983"/>
                  <a:pt x="944867" y="76557"/>
                  <a:pt x="946257" y="78644"/>
                </a:cubicBezTo>
                <a:cubicBezTo>
                  <a:pt x="947647" y="80731"/>
                  <a:pt x="949489" y="82541"/>
                  <a:pt x="951783" y="84072"/>
                </a:cubicBezTo>
                <a:cubicBezTo>
                  <a:pt x="954076" y="85603"/>
                  <a:pt x="956683" y="86961"/>
                  <a:pt x="959602" y="88145"/>
                </a:cubicBezTo>
                <a:cubicBezTo>
                  <a:pt x="962521" y="89326"/>
                  <a:pt x="965493" y="90509"/>
                  <a:pt x="968516" y="91693"/>
                </a:cubicBezTo>
                <a:cubicBezTo>
                  <a:pt x="971540" y="92874"/>
                  <a:pt x="974511" y="94179"/>
                  <a:pt x="977430" y="95606"/>
                </a:cubicBezTo>
                <a:cubicBezTo>
                  <a:pt x="980350" y="97030"/>
                  <a:pt x="982956" y="98752"/>
                  <a:pt x="985250" y="100770"/>
                </a:cubicBezTo>
                <a:cubicBezTo>
                  <a:pt x="987544" y="102788"/>
                  <a:pt x="989385" y="105206"/>
                  <a:pt x="990776" y="108025"/>
                </a:cubicBezTo>
                <a:cubicBezTo>
                  <a:pt x="992166" y="110843"/>
                  <a:pt x="992861" y="114234"/>
                  <a:pt x="992861" y="118201"/>
                </a:cubicBezTo>
                <a:close/>
                <a:moveTo>
                  <a:pt x="1122371" y="3024"/>
                </a:moveTo>
                <a:cubicBezTo>
                  <a:pt x="1132867" y="3024"/>
                  <a:pt x="1141381" y="3823"/>
                  <a:pt x="1147915" y="5421"/>
                </a:cubicBezTo>
                <a:cubicBezTo>
                  <a:pt x="1154448" y="7020"/>
                  <a:pt x="1160547" y="9905"/>
                  <a:pt x="1166212" y="14075"/>
                </a:cubicBezTo>
                <a:cubicBezTo>
                  <a:pt x="1171877" y="18245"/>
                  <a:pt x="1176134" y="23788"/>
                  <a:pt x="1178984" y="30704"/>
                </a:cubicBezTo>
                <a:cubicBezTo>
                  <a:pt x="1181834" y="37620"/>
                  <a:pt x="1183259" y="45805"/>
                  <a:pt x="1183259" y="55257"/>
                </a:cubicBezTo>
                <a:cubicBezTo>
                  <a:pt x="1183259" y="64641"/>
                  <a:pt x="1182181" y="73607"/>
                  <a:pt x="1180027" y="82156"/>
                </a:cubicBezTo>
                <a:cubicBezTo>
                  <a:pt x="1177872" y="90705"/>
                  <a:pt x="1174779" y="98577"/>
                  <a:pt x="1170748" y="105771"/>
                </a:cubicBezTo>
                <a:cubicBezTo>
                  <a:pt x="1166716" y="112965"/>
                  <a:pt x="1161885" y="119220"/>
                  <a:pt x="1156256" y="124538"/>
                </a:cubicBezTo>
                <a:cubicBezTo>
                  <a:pt x="1150626" y="129855"/>
                  <a:pt x="1145169" y="133938"/>
                  <a:pt x="1139887" y="136788"/>
                </a:cubicBezTo>
                <a:cubicBezTo>
                  <a:pt x="1134604" y="139638"/>
                  <a:pt x="1128696" y="141775"/>
                  <a:pt x="1122163" y="143200"/>
                </a:cubicBezTo>
                <a:cubicBezTo>
                  <a:pt x="1115629" y="144625"/>
                  <a:pt x="1108018" y="145337"/>
                  <a:pt x="1099330" y="145337"/>
                </a:cubicBezTo>
                <a:lnTo>
                  <a:pt x="1055541" y="145337"/>
                </a:lnTo>
                <a:lnTo>
                  <a:pt x="1056688" y="140229"/>
                </a:lnTo>
                <a:cubicBezTo>
                  <a:pt x="1059329" y="139811"/>
                  <a:pt x="1061310" y="139134"/>
                  <a:pt x="1062631" y="138195"/>
                </a:cubicBezTo>
                <a:cubicBezTo>
                  <a:pt x="1063951" y="137257"/>
                  <a:pt x="1065064" y="135954"/>
                  <a:pt x="1065967" y="134286"/>
                </a:cubicBezTo>
                <a:cubicBezTo>
                  <a:pt x="1066871" y="132618"/>
                  <a:pt x="1067705" y="130585"/>
                  <a:pt x="1068469" y="128187"/>
                </a:cubicBezTo>
                <a:cubicBezTo>
                  <a:pt x="1069234" y="125789"/>
                  <a:pt x="1070381" y="121149"/>
                  <a:pt x="1071910" y="114268"/>
                </a:cubicBezTo>
                <a:lnTo>
                  <a:pt x="1089634" y="33988"/>
                </a:lnTo>
                <a:cubicBezTo>
                  <a:pt x="1091163" y="27038"/>
                  <a:pt x="1091928" y="21443"/>
                  <a:pt x="1091928" y="17203"/>
                </a:cubicBezTo>
                <a:cubicBezTo>
                  <a:pt x="1091928" y="13936"/>
                  <a:pt x="1091111" y="11660"/>
                  <a:pt x="1089478" y="10374"/>
                </a:cubicBezTo>
                <a:cubicBezTo>
                  <a:pt x="1087844" y="9088"/>
                  <a:pt x="1085255" y="8341"/>
                  <a:pt x="1081710" y="8132"/>
                </a:cubicBezTo>
                <a:lnTo>
                  <a:pt x="1082857" y="3024"/>
                </a:lnTo>
                <a:lnTo>
                  <a:pt x="1122371" y="3024"/>
                </a:lnTo>
                <a:moveTo>
                  <a:pt x="1085776" y="135745"/>
                </a:moveTo>
                <a:cubicBezTo>
                  <a:pt x="1087792" y="135954"/>
                  <a:pt x="1091650" y="136058"/>
                  <a:pt x="1097349" y="136058"/>
                </a:cubicBezTo>
                <a:cubicBezTo>
                  <a:pt x="1108609" y="136058"/>
                  <a:pt x="1118166" y="134095"/>
                  <a:pt x="1126020" y="130168"/>
                </a:cubicBezTo>
                <a:cubicBezTo>
                  <a:pt x="1133875" y="126240"/>
                  <a:pt x="1140651" y="120089"/>
                  <a:pt x="1146351" y="111714"/>
                </a:cubicBezTo>
                <a:cubicBezTo>
                  <a:pt x="1152050" y="103338"/>
                  <a:pt x="1156256" y="94511"/>
                  <a:pt x="1158966" y="85232"/>
                </a:cubicBezTo>
                <a:cubicBezTo>
                  <a:pt x="1161677" y="75953"/>
                  <a:pt x="1163032" y="66170"/>
                  <a:pt x="1163032" y="55883"/>
                </a:cubicBezTo>
                <a:cubicBezTo>
                  <a:pt x="1163032" y="41356"/>
                  <a:pt x="1159644" y="30426"/>
                  <a:pt x="1152867" y="23093"/>
                </a:cubicBezTo>
                <a:cubicBezTo>
                  <a:pt x="1146090" y="15760"/>
                  <a:pt x="1136029" y="12094"/>
                  <a:pt x="1122684" y="12094"/>
                </a:cubicBezTo>
                <a:cubicBezTo>
                  <a:pt x="1119626" y="12094"/>
                  <a:pt x="1116324" y="12198"/>
                  <a:pt x="1112779" y="12407"/>
                </a:cubicBezTo>
                <a:lnTo>
                  <a:pt x="1085776" y="135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Text -">
            <a:extLst xmlns:a="http://schemas.openxmlformats.org/drawingml/2006/main">
              <a:ext uri="{FF2B5EF4-FFF2-40B4-BE49-F238E27FC236}">
                <a16:creationId xmlns:a16="http://schemas.microsoft.com/office/drawing/2014/main" id="{AA5610DC-6055-4F49-8A6D-3B44378B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0945" y="2621333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=!−!">
            <a:extLst xmlns:a="http://schemas.openxmlformats.org/drawingml/2006/main">
              <a:ext uri="{FF2B5EF4-FFF2-40B4-BE49-F238E27FC236}">
                <a16:creationId xmlns:a16="http://schemas.microsoft.com/office/drawing/2014/main" id="{D6CA81A0-1619-42AA-BDED-4BAA5DBC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6907" y="2528480"/>
            <a:ext cx="747560" cy="142314"/>
          </a:xfrm>
          <a:custGeom xmlns:a="http://schemas.openxmlformats.org/drawingml/2006/main">
            <a:pathLst>
              <a:path w="747560" h="142314">
                <a:moveTo>
                  <a:pt x="0" y="66622"/>
                </a:moveTo>
                <a:lnTo>
                  <a:pt x="0" y="52755"/>
                </a:lnTo>
                <a:lnTo>
                  <a:pt x="128447" y="52755"/>
                </a:lnTo>
                <a:lnTo>
                  <a:pt x="128447" y="66622"/>
                </a:lnTo>
                <a:lnTo>
                  <a:pt x="0" y="66622"/>
                </a:lnTo>
                <a:moveTo>
                  <a:pt x="0" y="109889"/>
                </a:moveTo>
                <a:lnTo>
                  <a:pt x="0" y="96023"/>
                </a:lnTo>
                <a:lnTo>
                  <a:pt x="128447" y="96023"/>
                </a:lnTo>
                <a:lnTo>
                  <a:pt x="128447" y="109889"/>
                </a:lnTo>
                <a:lnTo>
                  <a:pt x="0" y="109889"/>
                </a:lnTo>
                <a:moveTo>
                  <a:pt x="132826" y="81322"/>
                </a:moveTo>
                <a:lnTo>
                  <a:pt x="132826" y="81322"/>
                </a:lnTo>
                <a:close/>
                <a:moveTo>
                  <a:pt x="276709" y="0"/>
                </a:moveTo>
                <a:cubicBezTo>
                  <a:pt x="287204" y="0"/>
                  <a:pt x="295719" y="799"/>
                  <a:pt x="302252" y="2398"/>
                </a:cubicBezTo>
                <a:cubicBezTo>
                  <a:pt x="308786" y="3997"/>
                  <a:pt x="314885" y="6881"/>
                  <a:pt x="320550" y="11051"/>
                </a:cubicBezTo>
                <a:cubicBezTo>
                  <a:pt x="326215" y="15222"/>
                  <a:pt x="330472" y="20765"/>
                  <a:pt x="333322" y="27681"/>
                </a:cubicBezTo>
                <a:cubicBezTo>
                  <a:pt x="336171" y="34597"/>
                  <a:pt x="337596" y="42781"/>
                  <a:pt x="337596" y="52234"/>
                </a:cubicBezTo>
                <a:cubicBezTo>
                  <a:pt x="337596" y="61617"/>
                  <a:pt x="336519" y="70583"/>
                  <a:pt x="334364" y="79133"/>
                </a:cubicBezTo>
                <a:cubicBezTo>
                  <a:pt x="332209" y="87682"/>
                  <a:pt x="329116" y="95553"/>
                  <a:pt x="325085" y="102747"/>
                </a:cubicBezTo>
                <a:cubicBezTo>
                  <a:pt x="321054" y="109941"/>
                  <a:pt x="316223" y="116197"/>
                  <a:pt x="310593" y="121514"/>
                </a:cubicBezTo>
                <a:cubicBezTo>
                  <a:pt x="304963" y="126831"/>
                  <a:pt x="299507" y="130915"/>
                  <a:pt x="294224" y="133764"/>
                </a:cubicBezTo>
                <a:cubicBezTo>
                  <a:pt x="288942" y="136614"/>
                  <a:pt x="283034" y="138751"/>
                  <a:pt x="276500" y="140176"/>
                </a:cubicBezTo>
                <a:cubicBezTo>
                  <a:pt x="269967" y="141601"/>
                  <a:pt x="262356" y="142314"/>
                  <a:pt x="253668" y="142314"/>
                </a:cubicBezTo>
                <a:lnTo>
                  <a:pt x="209879" y="142314"/>
                </a:lnTo>
                <a:lnTo>
                  <a:pt x="211026" y="137205"/>
                </a:lnTo>
                <a:cubicBezTo>
                  <a:pt x="213667" y="136788"/>
                  <a:pt x="215648" y="136110"/>
                  <a:pt x="216968" y="135172"/>
                </a:cubicBezTo>
                <a:cubicBezTo>
                  <a:pt x="218289" y="134234"/>
                  <a:pt x="219401" y="132930"/>
                  <a:pt x="220305" y="131262"/>
                </a:cubicBezTo>
                <a:cubicBezTo>
                  <a:pt x="221208" y="129594"/>
                  <a:pt x="222042" y="127561"/>
                  <a:pt x="222807" y="125163"/>
                </a:cubicBezTo>
                <a:cubicBezTo>
                  <a:pt x="223571" y="122765"/>
                  <a:pt x="224718" y="118126"/>
                  <a:pt x="226247" y="111244"/>
                </a:cubicBezTo>
                <a:lnTo>
                  <a:pt x="243971" y="30965"/>
                </a:lnTo>
                <a:cubicBezTo>
                  <a:pt x="245501" y="24014"/>
                  <a:pt x="246265" y="18419"/>
                  <a:pt x="246265" y="14179"/>
                </a:cubicBezTo>
                <a:cubicBezTo>
                  <a:pt x="246265" y="10912"/>
                  <a:pt x="245448" y="8636"/>
                  <a:pt x="243815" y="7350"/>
                </a:cubicBezTo>
                <a:cubicBezTo>
                  <a:pt x="242182" y="6064"/>
                  <a:pt x="239593" y="5317"/>
                  <a:pt x="236048" y="5109"/>
                </a:cubicBezTo>
                <a:lnTo>
                  <a:pt x="237195" y="0"/>
                </a:lnTo>
                <a:lnTo>
                  <a:pt x="276709" y="0"/>
                </a:lnTo>
                <a:moveTo>
                  <a:pt x="240114" y="132722"/>
                </a:moveTo>
                <a:cubicBezTo>
                  <a:pt x="242130" y="132930"/>
                  <a:pt x="245987" y="133035"/>
                  <a:pt x="251687" y="133035"/>
                </a:cubicBezTo>
                <a:cubicBezTo>
                  <a:pt x="262947" y="133035"/>
                  <a:pt x="272504" y="131071"/>
                  <a:pt x="280358" y="127144"/>
                </a:cubicBezTo>
                <a:cubicBezTo>
                  <a:pt x="288212" y="123217"/>
                  <a:pt x="294989" y="117066"/>
                  <a:pt x="300688" y="108690"/>
                </a:cubicBezTo>
                <a:cubicBezTo>
                  <a:pt x="306388" y="100315"/>
                  <a:pt x="310593" y="91487"/>
                  <a:pt x="313304" y="82208"/>
                </a:cubicBezTo>
                <a:cubicBezTo>
                  <a:pt x="316015" y="72929"/>
                  <a:pt x="317370" y="63146"/>
                  <a:pt x="317370" y="52859"/>
                </a:cubicBezTo>
                <a:cubicBezTo>
                  <a:pt x="317370" y="38333"/>
                  <a:pt x="313981" y="27403"/>
                  <a:pt x="307205" y="20070"/>
                </a:cubicBezTo>
                <a:cubicBezTo>
                  <a:pt x="300428" y="12737"/>
                  <a:pt x="290367" y="9071"/>
                  <a:pt x="277022" y="9071"/>
                </a:cubicBezTo>
                <a:cubicBezTo>
                  <a:pt x="273963" y="9071"/>
                  <a:pt x="270662" y="9175"/>
                  <a:pt x="267117" y="9383"/>
                </a:cubicBezTo>
                <a:lnTo>
                  <a:pt x="240114" y="132722"/>
                </a:lnTo>
                <a:close/>
                <a:moveTo>
                  <a:pt x="421860" y="88203"/>
                </a:moveTo>
                <a:lnTo>
                  <a:pt x="421860" y="74337"/>
                </a:lnTo>
                <a:lnTo>
                  <a:pt x="550307" y="74337"/>
                </a:lnTo>
                <a:lnTo>
                  <a:pt x="550307" y="88203"/>
                </a:lnTo>
                <a:lnTo>
                  <a:pt x="421860" y="88203"/>
                </a:lnTo>
                <a:close/>
                <a:moveTo>
                  <a:pt x="686672" y="0"/>
                </a:moveTo>
                <a:cubicBezTo>
                  <a:pt x="697168" y="0"/>
                  <a:pt x="705682" y="799"/>
                  <a:pt x="712216" y="2398"/>
                </a:cubicBezTo>
                <a:cubicBezTo>
                  <a:pt x="718749" y="3997"/>
                  <a:pt x="724849" y="6881"/>
                  <a:pt x="730513" y="11051"/>
                </a:cubicBezTo>
                <a:cubicBezTo>
                  <a:pt x="736178" y="15222"/>
                  <a:pt x="740435" y="20765"/>
                  <a:pt x="743285" y="27681"/>
                </a:cubicBezTo>
                <a:cubicBezTo>
                  <a:pt x="746135" y="34597"/>
                  <a:pt x="747560" y="42781"/>
                  <a:pt x="747560" y="52234"/>
                </a:cubicBezTo>
                <a:cubicBezTo>
                  <a:pt x="747560" y="61617"/>
                  <a:pt x="746482" y="70583"/>
                  <a:pt x="744328" y="79133"/>
                </a:cubicBezTo>
                <a:cubicBezTo>
                  <a:pt x="742173" y="87682"/>
                  <a:pt x="739080" y="95553"/>
                  <a:pt x="735049" y="102747"/>
                </a:cubicBezTo>
                <a:cubicBezTo>
                  <a:pt x="731017" y="109941"/>
                  <a:pt x="726187" y="116197"/>
                  <a:pt x="720557" y="121514"/>
                </a:cubicBezTo>
                <a:cubicBezTo>
                  <a:pt x="714927" y="126831"/>
                  <a:pt x="709470" y="130915"/>
                  <a:pt x="704188" y="133764"/>
                </a:cubicBezTo>
                <a:cubicBezTo>
                  <a:pt x="698905" y="136614"/>
                  <a:pt x="692997" y="138751"/>
                  <a:pt x="686464" y="140176"/>
                </a:cubicBezTo>
                <a:cubicBezTo>
                  <a:pt x="679930" y="141601"/>
                  <a:pt x="672319" y="142314"/>
                  <a:pt x="663631" y="142314"/>
                </a:cubicBezTo>
                <a:lnTo>
                  <a:pt x="619842" y="142314"/>
                </a:lnTo>
                <a:lnTo>
                  <a:pt x="620989" y="137205"/>
                </a:lnTo>
                <a:cubicBezTo>
                  <a:pt x="623630" y="136788"/>
                  <a:pt x="625611" y="136110"/>
                  <a:pt x="626932" y="135172"/>
                </a:cubicBezTo>
                <a:cubicBezTo>
                  <a:pt x="628252" y="134234"/>
                  <a:pt x="629365" y="132930"/>
                  <a:pt x="630268" y="131262"/>
                </a:cubicBezTo>
                <a:cubicBezTo>
                  <a:pt x="631172" y="129594"/>
                  <a:pt x="632006" y="127561"/>
                  <a:pt x="632770" y="125163"/>
                </a:cubicBezTo>
                <a:cubicBezTo>
                  <a:pt x="633535" y="122765"/>
                  <a:pt x="634682" y="118126"/>
                  <a:pt x="636211" y="111244"/>
                </a:cubicBezTo>
                <a:lnTo>
                  <a:pt x="653935" y="30965"/>
                </a:lnTo>
                <a:cubicBezTo>
                  <a:pt x="655464" y="24014"/>
                  <a:pt x="656229" y="18419"/>
                  <a:pt x="656229" y="14179"/>
                </a:cubicBezTo>
                <a:cubicBezTo>
                  <a:pt x="656229" y="10912"/>
                  <a:pt x="655412" y="8636"/>
                  <a:pt x="653779" y="7350"/>
                </a:cubicBezTo>
                <a:cubicBezTo>
                  <a:pt x="652145" y="6064"/>
                  <a:pt x="649556" y="5317"/>
                  <a:pt x="646011" y="5109"/>
                </a:cubicBezTo>
                <a:lnTo>
                  <a:pt x="647158" y="0"/>
                </a:lnTo>
                <a:lnTo>
                  <a:pt x="686672" y="0"/>
                </a:lnTo>
                <a:moveTo>
                  <a:pt x="650077" y="132722"/>
                </a:moveTo>
                <a:cubicBezTo>
                  <a:pt x="652093" y="132930"/>
                  <a:pt x="655951" y="133035"/>
                  <a:pt x="661650" y="133035"/>
                </a:cubicBezTo>
                <a:cubicBezTo>
                  <a:pt x="672910" y="133035"/>
                  <a:pt x="682467" y="131071"/>
                  <a:pt x="690321" y="127144"/>
                </a:cubicBezTo>
                <a:cubicBezTo>
                  <a:pt x="698176" y="123217"/>
                  <a:pt x="704952" y="117066"/>
                  <a:pt x="710652" y="108690"/>
                </a:cubicBezTo>
                <a:cubicBezTo>
                  <a:pt x="716351" y="100315"/>
                  <a:pt x="720557" y="91487"/>
                  <a:pt x="723267" y="82208"/>
                </a:cubicBezTo>
                <a:cubicBezTo>
                  <a:pt x="725978" y="72929"/>
                  <a:pt x="727333" y="63146"/>
                  <a:pt x="727333" y="52859"/>
                </a:cubicBezTo>
                <a:cubicBezTo>
                  <a:pt x="727333" y="38333"/>
                  <a:pt x="723945" y="27403"/>
                  <a:pt x="717168" y="20070"/>
                </a:cubicBezTo>
                <a:cubicBezTo>
                  <a:pt x="710391" y="12737"/>
                  <a:pt x="700330" y="9071"/>
                  <a:pt x="686985" y="9071"/>
                </a:cubicBezTo>
                <a:cubicBezTo>
                  <a:pt x="683927" y="9071"/>
                  <a:pt x="680625" y="9175"/>
                  <a:pt x="677081" y="9383"/>
                </a:cubicBezTo>
                <a:lnTo>
                  <a:pt x="650077" y="1327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,">
            <a:extLst xmlns:a="http://schemas.openxmlformats.org/drawingml/2006/main">
              <a:ext uri="{FF2B5EF4-FFF2-40B4-BE49-F238E27FC236}">
                <a16:creationId xmlns:a16="http://schemas.microsoft.com/office/drawing/2014/main" id="{9A58E000-0CD8-42B5-9C5C-31A403B0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536" y="2638685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Step">
            <a:extLst xmlns:a="http://schemas.openxmlformats.org/drawingml/2006/main">
              <a:ext uri="{FF2B5EF4-FFF2-40B4-BE49-F238E27FC236}">
                <a16:creationId xmlns:a16="http://schemas.microsoft.com/office/drawing/2014/main" id="{CE8297FF-78E8-4A91-AF8D-314C2101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90" y="1450223"/>
            <a:ext cx="362428" cy="171516"/>
          </a:xfrm>
          <a:custGeom xmlns:a="http://schemas.openxmlformats.org/drawingml/2006/main">
            <a:pathLst>
              <a:path w="362428" h="171516">
                <a:moveTo>
                  <a:pt x="80071" y="98385"/>
                </a:moveTo>
                <a:cubicBezTo>
                  <a:pt x="80071" y="104254"/>
                  <a:pt x="78994" y="109508"/>
                  <a:pt x="76839" y="114148"/>
                </a:cubicBezTo>
                <a:cubicBezTo>
                  <a:pt x="74684" y="118786"/>
                  <a:pt x="71661" y="122726"/>
                  <a:pt x="67768" y="125967"/>
                </a:cubicBezTo>
                <a:cubicBezTo>
                  <a:pt x="63876" y="129208"/>
                  <a:pt x="59254" y="131681"/>
                  <a:pt x="53902" y="133387"/>
                </a:cubicBezTo>
                <a:cubicBezTo>
                  <a:pt x="48550" y="135093"/>
                  <a:pt x="42711" y="135946"/>
                  <a:pt x="36386" y="135946"/>
                </a:cubicBezTo>
                <a:cubicBezTo>
                  <a:pt x="32077" y="135946"/>
                  <a:pt x="28011" y="135550"/>
                  <a:pt x="24188" y="134757"/>
                </a:cubicBezTo>
                <a:cubicBezTo>
                  <a:pt x="20365" y="133967"/>
                  <a:pt x="16959" y="133023"/>
                  <a:pt x="13971" y="131924"/>
                </a:cubicBezTo>
                <a:cubicBezTo>
                  <a:pt x="10982" y="130823"/>
                  <a:pt x="8462" y="129706"/>
                  <a:pt x="6412" y="128573"/>
                </a:cubicBezTo>
                <a:cubicBezTo>
                  <a:pt x="4362" y="127438"/>
                  <a:pt x="2954" y="126476"/>
                  <a:pt x="2189" y="125686"/>
                </a:cubicBezTo>
                <a:cubicBezTo>
                  <a:pt x="1425" y="124894"/>
                  <a:pt x="869" y="123970"/>
                  <a:pt x="521" y="122913"/>
                </a:cubicBezTo>
                <a:cubicBezTo>
                  <a:pt x="174" y="121857"/>
                  <a:pt x="0" y="120545"/>
                  <a:pt x="0" y="118978"/>
                </a:cubicBezTo>
                <a:cubicBezTo>
                  <a:pt x="0" y="117820"/>
                  <a:pt x="70" y="116866"/>
                  <a:pt x="209" y="116116"/>
                </a:cubicBezTo>
                <a:cubicBezTo>
                  <a:pt x="348" y="115366"/>
                  <a:pt x="539" y="114753"/>
                  <a:pt x="782" y="114276"/>
                </a:cubicBezTo>
                <a:cubicBezTo>
                  <a:pt x="1025" y="113799"/>
                  <a:pt x="1338" y="113475"/>
                  <a:pt x="1720" y="113305"/>
                </a:cubicBezTo>
                <a:cubicBezTo>
                  <a:pt x="2103" y="113135"/>
                  <a:pt x="2502" y="113050"/>
                  <a:pt x="2919" y="113050"/>
                </a:cubicBezTo>
                <a:cubicBezTo>
                  <a:pt x="3892" y="113050"/>
                  <a:pt x="5265" y="113651"/>
                  <a:pt x="7037" y="114854"/>
                </a:cubicBezTo>
                <a:cubicBezTo>
                  <a:pt x="8810" y="116057"/>
                  <a:pt x="11104" y="117364"/>
                  <a:pt x="13919" y="118774"/>
                </a:cubicBezTo>
                <a:cubicBezTo>
                  <a:pt x="16734" y="120183"/>
                  <a:pt x="20105" y="121490"/>
                  <a:pt x="24032" y="122693"/>
                </a:cubicBezTo>
                <a:cubicBezTo>
                  <a:pt x="27959" y="123896"/>
                  <a:pt x="32529" y="124498"/>
                  <a:pt x="37742" y="124498"/>
                </a:cubicBezTo>
                <a:cubicBezTo>
                  <a:pt x="41982" y="124498"/>
                  <a:pt x="45874" y="123934"/>
                  <a:pt x="49419" y="122808"/>
                </a:cubicBezTo>
                <a:cubicBezTo>
                  <a:pt x="52964" y="121681"/>
                  <a:pt x="56022" y="120060"/>
                  <a:pt x="58594" y="117943"/>
                </a:cubicBezTo>
                <a:cubicBezTo>
                  <a:pt x="61165" y="115824"/>
                  <a:pt x="63164" y="113211"/>
                  <a:pt x="64589" y="110105"/>
                </a:cubicBezTo>
                <a:cubicBezTo>
                  <a:pt x="66013" y="106998"/>
                  <a:pt x="66726" y="103464"/>
                  <a:pt x="66726" y="99503"/>
                </a:cubicBezTo>
                <a:cubicBezTo>
                  <a:pt x="66726" y="95408"/>
                  <a:pt x="65822" y="91893"/>
                  <a:pt x="64015" y="88959"/>
                </a:cubicBezTo>
                <a:cubicBezTo>
                  <a:pt x="62208" y="86022"/>
                  <a:pt x="59827" y="83446"/>
                  <a:pt x="56873" y="81229"/>
                </a:cubicBezTo>
                <a:cubicBezTo>
                  <a:pt x="53919" y="79010"/>
                  <a:pt x="50566" y="76997"/>
                  <a:pt x="46812" y="75189"/>
                </a:cubicBezTo>
                <a:cubicBezTo>
                  <a:pt x="43059" y="73379"/>
                  <a:pt x="39219" y="71570"/>
                  <a:pt x="35292" y="69762"/>
                </a:cubicBezTo>
                <a:cubicBezTo>
                  <a:pt x="31365" y="67952"/>
                  <a:pt x="27524" y="65989"/>
                  <a:pt x="23771" y="63875"/>
                </a:cubicBezTo>
                <a:cubicBezTo>
                  <a:pt x="20018" y="61758"/>
                  <a:pt x="16664" y="59284"/>
                  <a:pt x="13710" y="56451"/>
                </a:cubicBezTo>
                <a:cubicBezTo>
                  <a:pt x="10756" y="53617"/>
                  <a:pt x="8375" y="50289"/>
                  <a:pt x="6568" y="46466"/>
                </a:cubicBezTo>
                <a:cubicBezTo>
                  <a:pt x="4761" y="42644"/>
                  <a:pt x="3858" y="38106"/>
                  <a:pt x="3858" y="32852"/>
                </a:cubicBezTo>
                <a:cubicBezTo>
                  <a:pt x="3858" y="27735"/>
                  <a:pt x="4796" y="23147"/>
                  <a:pt x="6673" y="19089"/>
                </a:cubicBezTo>
                <a:cubicBezTo>
                  <a:pt x="8549" y="15028"/>
                  <a:pt x="11190" y="11582"/>
                  <a:pt x="14596" y="8752"/>
                </a:cubicBezTo>
                <a:cubicBezTo>
                  <a:pt x="18002" y="5920"/>
                  <a:pt x="22086" y="3753"/>
                  <a:pt x="26847" y="2252"/>
                </a:cubicBezTo>
                <a:cubicBezTo>
                  <a:pt x="31608" y="751"/>
                  <a:pt x="36838" y="0"/>
                  <a:pt x="42538" y="0"/>
                </a:cubicBezTo>
                <a:cubicBezTo>
                  <a:pt x="45387" y="0"/>
                  <a:pt x="48272" y="269"/>
                  <a:pt x="51191" y="808"/>
                </a:cubicBezTo>
                <a:cubicBezTo>
                  <a:pt x="54110" y="1347"/>
                  <a:pt x="56873" y="2038"/>
                  <a:pt x="59480" y="2881"/>
                </a:cubicBezTo>
                <a:cubicBezTo>
                  <a:pt x="62086" y="3724"/>
                  <a:pt x="64415" y="4669"/>
                  <a:pt x="66465" y="5714"/>
                </a:cubicBezTo>
                <a:cubicBezTo>
                  <a:pt x="68516" y="6758"/>
                  <a:pt x="69871" y="7600"/>
                  <a:pt x="70531" y="8241"/>
                </a:cubicBezTo>
                <a:cubicBezTo>
                  <a:pt x="71192" y="8880"/>
                  <a:pt x="71609" y="9355"/>
                  <a:pt x="71782" y="9666"/>
                </a:cubicBezTo>
                <a:cubicBezTo>
                  <a:pt x="71956" y="9974"/>
                  <a:pt x="72113" y="10369"/>
                  <a:pt x="72252" y="10851"/>
                </a:cubicBezTo>
                <a:cubicBezTo>
                  <a:pt x="72391" y="11332"/>
                  <a:pt x="72495" y="11899"/>
                  <a:pt x="72564" y="12553"/>
                </a:cubicBezTo>
                <a:cubicBezTo>
                  <a:pt x="72634" y="13205"/>
                  <a:pt x="72669" y="14012"/>
                  <a:pt x="72669" y="14974"/>
                </a:cubicBezTo>
                <a:cubicBezTo>
                  <a:pt x="72669" y="15869"/>
                  <a:pt x="72616" y="16677"/>
                  <a:pt x="72512" y="17399"/>
                </a:cubicBezTo>
                <a:cubicBezTo>
                  <a:pt x="72408" y="18119"/>
                  <a:pt x="72252" y="18737"/>
                  <a:pt x="72043" y="19255"/>
                </a:cubicBezTo>
                <a:cubicBezTo>
                  <a:pt x="71835" y="19770"/>
                  <a:pt x="71574" y="20165"/>
                  <a:pt x="71261" y="20440"/>
                </a:cubicBezTo>
                <a:cubicBezTo>
                  <a:pt x="70948" y="20714"/>
                  <a:pt x="70583" y="20852"/>
                  <a:pt x="70166" y="20852"/>
                </a:cubicBezTo>
                <a:cubicBezTo>
                  <a:pt x="69402" y="20852"/>
                  <a:pt x="68238" y="20358"/>
                  <a:pt x="66674" y="19370"/>
                </a:cubicBezTo>
                <a:cubicBezTo>
                  <a:pt x="65110" y="18382"/>
                  <a:pt x="63146" y="17274"/>
                  <a:pt x="60783" y="16048"/>
                </a:cubicBezTo>
                <a:cubicBezTo>
                  <a:pt x="58420" y="14821"/>
                  <a:pt x="55605" y="13714"/>
                  <a:pt x="52338" y="12726"/>
                </a:cubicBezTo>
                <a:cubicBezTo>
                  <a:pt x="49071" y="11738"/>
                  <a:pt x="45353" y="11244"/>
                  <a:pt x="41182" y="11244"/>
                </a:cubicBezTo>
                <a:cubicBezTo>
                  <a:pt x="37081" y="11244"/>
                  <a:pt x="33502" y="11790"/>
                  <a:pt x="30444" y="12882"/>
                </a:cubicBezTo>
                <a:cubicBezTo>
                  <a:pt x="27385" y="13975"/>
                  <a:pt x="24848" y="15460"/>
                  <a:pt x="22833" y="17338"/>
                </a:cubicBezTo>
                <a:cubicBezTo>
                  <a:pt x="20817" y="19216"/>
                  <a:pt x="19305" y="21419"/>
                  <a:pt x="18297" y="23947"/>
                </a:cubicBezTo>
                <a:cubicBezTo>
                  <a:pt x="17290" y="26475"/>
                  <a:pt x="16786" y="29139"/>
                  <a:pt x="16786" y="31939"/>
                </a:cubicBezTo>
                <a:cubicBezTo>
                  <a:pt x="16786" y="36034"/>
                  <a:pt x="17689" y="39550"/>
                  <a:pt x="19496" y="42486"/>
                </a:cubicBezTo>
                <a:cubicBezTo>
                  <a:pt x="21304" y="45421"/>
                  <a:pt x="23702" y="48014"/>
                  <a:pt x="26690" y="50267"/>
                </a:cubicBezTo>
                <a:cubicBezTo>
                  <a:pt x="29679" y="52518"/>
                  <a:pt x="33068" y="54549"/>
                  <a:pt x="36856" y="56359"/>
                </a:cubicBezTo>
                <a:cubicBezTo>
                  <a:pt x="40644" y="58167"/>
                  <a:pt x="44501" y="59976"/>
                  <a:pt x="48428" y="61786"/>
                </a:cubicBezTo>
                <a:cubicBezTo>
                  <a:pt x="52355" y="63594"/>
                  <a:pt x="56213" y="65539"/>
                  <a:pt x="60001" y="67621"/>
                </a:cubicBezTo>
                <a:cubicBezTo>
                  <a:pt x="63789" y="69704"/>
                  <a:pt x="67178" y="72162"/>
                  <a:pt x="70166" y="74994"/>
                </a:cubicBezTo>
                <a:cubicBezTo>
                  <a:pt x="73155" y="77826"/>
                  <a:pt x="75553" y="81136"/>
                  <a:pt x="77360" y="84925"/>
                </a:cubicBezTo>
                <a:cubicBezTo>
                  <a:pt x="79167" y="88713"/>
                  <a:pt x="80071" y="93200"/>
                  <a:pt x="80071" y="98385"/>
                </a:cubicBezTo>
                <a:close/>
                <a:moveTo>
                  <a:pt x="152183" y="126644"/>
                </a:moveTo>
                <a:cubicBezTo>
                  <a:pt x="152183" y="128075"/>
                  <a:pt x="152061" y="129234"/>
                  <a:pt x="151818" y="130119"/>
                </a:cubicBezTo>
                <a:cubicBezTo>
                  <a:pt x="151575" y="131005"/>
                  <a:pt x="151192" y="131704"/>
                  <a:pt x="150671" y="132215"/>
                </a:cubicBezTo>
                <a:cubicBezTo>
                  <a:pt x="150150" y="132726"/>
                  <a:pt x="149385" y="133203"/>
                  <a:pt x="148377" y="133646"/>
                </a:cubicBezTo>
                <a:cubicBezTo>
                  <a:pt x="147369" y="134089"/>
                  <a:pt x="146205" y="134464"/>
                  <a:pt x="144885" y="134770"/>
                </a:cubicBezTo>
                <a:cubicBezTo>
                  <a:pt x="143564" y="135077"/>
                  <a:pt x="142174" y="135315"/>
                  <a:pt x="140714" y="135486"/>
                </a:cubicBezTo>
                <a:cubicBezTo>
                  <a:pt x="139255" y="135656"/>
                  <a:pt x="137830" y="135741"/>
                  <a:pt x="136440" y="135741"/>
                </a:cubicBezTo>
                <a:cubicBezTo>
                  <a:pt x="131783" y="135741"/>
                  <a:pt x="127821" y="135128"/>
                  <a:pt x="124554" y="133901"/>
                </a:cubicBezTo>
                <a:cubicBezTo>
                  <a:pt x="121287" y="132675"/>
                  <a:pt x="118611" y="130818"/>
                  <a:pt x="116526" y="128331"/>
                </a:cubicBezTo>
                <a:cubicBezTo>
                  <a:pt x="114441" y="125843"/>
                  <a:pt x="112929" y="122692"/>
                  <a:pt x="111991" y="118876"/>
                </a:cubicBezTo>
                <a:cubicBezTo>
                  <a:pt x="111053" y="115060"/>
                  <a:pt x="110583" y="110562"/>
                  <a:pt x="110583" y="105383"/>
                </a:cubicBezTo>
                <a:lnTo>
                  <a:pt x="110583" y="47837"/>
                </a:lnTo>
                <a:lnTo>
                  <a:pt x="96508" y="47837"/>
                </a:lnTo>
                <a:cubicBezTo>
                  <a:pt x="95535" y="47837"/>
                  <a:pt x="94771" y="47406"/>
                  <a:pt x="94215" y="46546"/>
                </a:cubicBezTo>
                <a:cubicBezTo>
                  <a:pt x="93659" y="45686"/>
                  <a:pt x="93381" y="44395"/>
                  <a:pt x="93381" y="42675"/>
                </a:cubicBezTo>
                <a:cubicBezTo>
                  <a:pt x="93381" y="41780"/>
                  <a:pt x="93450" y="41006"/>
                  <a:pt x="93589" y="40352"/>
                </a:cubicBezTo>
                <a:cubicBezTo>
                  <a:pt x="93728" y="39699"/>
                  <a:pt x="93937" y="39148"/>
                  <a:pt x="94215" y="38701"/>
                </a:cubicBezTo>
                <a:cubicBezTo>
                  <a:pt x="94493" y="38254"/>
                  <a:pt x="94823" y="37927"/>
                  <a:pt x="95205" y="37720"/>
                </a:cubicBezTo>
                <a:cubicBezTo>
                  <a:pt x="95587" y="37514"/>
                  <a:pt x="96022" y="37411"/>
                  <a:pt x="96508" y="37411"/>
                </a:cubicBezTo>
                <a:lnTo>
                  <a:pt x="110583" y="37411"/>
                </a:lnTo>
                <a:lnTo>
                  <a:pt x="110583" y="14719"/>
                </a:lnTo>
                <a:cubicBezTo>
                  <a:pt x="110583" y="14310"/>
                  <a:pt x="110670" y="13935"/>
                  <a:pt x="110844" y="13595"/>
                </a:cubicBezTo>
                <a:cubicBezTo>
                  <a:pt x="111018" y="13254"/>
                  <a:pt x="111348" y="12964"/>
                  <a:pt x="111834" y="12726"/>
                </a:cubicBezTo>
                <a:cubicBezTo>
                  <a:pt x="112321" y="12487"/>
                  <a:pt x="112964" y="12317"/>
                  <a:pt x="113763" y="12215"/>
                </a:cubicBezTo>
                <a:cubicBezTo>
                  <a:pt x="114563" y="12112"/>
                  <a:pt x="115553" y="12061"/>
                  <a:pt x="116735" y="12061"/>
                </a:cubicBezTo>
                <a:cubicBezTo>
                  <a:pt x="117986" y="12061"/>
                  <a:pt x="119011" y="12112"/>
                  <a:pt x="119810" y="12215"/>
                </a:cubicBezTo>
                <a:cubicBezTo>
                  <a:pt x="120610" y="12317"/>
                  <a:pt x="121235" y="12487"/>
                  <a:pt x="121687" y="12726"/>
                </a:cubicBezTo>
                <a:cubicBezTo>
                  <a:pt x="122139" y="12964"/>
                  <a:pt x="122469" y="13254"/>
                  <a:pt x="122677" y="13595"/>
                </a:cubicBezTo>
                <a:cubicBezTo>
                  <a:pt x="122886" y="13935"/>
                  <a:pt x="122990" y="14310"/>
                  <a:pt x="122990" y="14719"/>
                </a:cubicBezTo>
                <a:lnTo>
                  <a:pt x="122990" y="37411"/>
                </a:lnTo>
                <a:lnTo>
                  <a:pt x="149055" y="37411"/>
                </a:lnTo>
                <a:cubicBezTo>
                  <a:pt x="149542" y="37411"/>
                  <a:pt x="149976" y="37514"/>
                  <a:pt x="150358" y="37720"/>
                </a:cubicBezTo>
                <a:cubicBezTo>
                  <a:pt x="150740" y="37927"/>
                  <a:pt x="151071" y="38254"/>
                  <a:pt x="151349" y="38701"/>
                </a:cubicBezTo>
                <a:cubicBezTo>
                  <a:pt x="151627" y="39148"/>
                  <a:pt x="151835" y="39699"/>
                  <a:pt x="151974" y="40352"/>
                </a:cubicBezTo>
                <a:cubicBezTo>
                  <a:pt x="152113" y="41006"/>
                  <a:pt x="152183" y="41780"/>
                  <a:pt x="152183" y="42675"/>
                </a:cubicBezTo>
                <a:cubicBezTo>
                  <a:pt x="152183" y="44395"/>
                  <a:pt x="151887" y="45686"/>
                  <a:pt x="151297" y="46546"/>
                </a:cubicBezTo>
                <a:cubicBezTo>
                  <a:pt x="150706" y="47406"/>
                  <a:pt x="149959" y="47837"/>
                  <a:pt x="149055" y="47837"/>
                </a:cubicBezTo>
                <a:lnTo>
                  <a:pt x="122990" y="47837"/>
                </a:lnTo>
                <a:lnTo>
                  <a:pt x="122990" y="103748"/>
                </a:lnTo>
                <a:cubicBezTo>
                  <a:pt x="122990" y="110767"/>
                  <a:pt x="124015" y="116116"/>
                  <a:pt x="126066" y="119796"/>
                </a:cubicBezTo>
                <a:cubicBezTo>
                  <a:pt x="128116" y="123476"/>
                  <a:pt x="131852" y="125315"/>
                  <a:pt x="137274" y="125315"/>
                </a:cubicBezTo>
                <a:cubicBezTo>
                  <a:pt x="138942" y="125315"/>
                  <a:pt x="140454" y="125145"/>
                  <a:pt x="141809" y="124804"/>
                </a:cubicBezTo>
                <a:cubicBezTo>
                  <a:pt x="143164" y="124464"/>
                  <a:pt x="144363" y="124089"/>
                  <a:pt x="145406" y="123680"/>
                </a:cubicBezTo>
                <a:cubicBezTo>
                  <a:pt x="146448" y="123271"/>
                  <a:pt x="147335" y="122896"/>
                  <a:pt x="148064" y="122556"/>
                </a:cubicBezTo>
                <a:cubicBezTo>
                  <a:pt x="148794" y="122215"/>
                  <a:pt x="149437" y="122044"/>
                  <a:pt x="149993" y="122044"/>
                </a:cubicBezTo>
                <a:cubicBezTo>
                  <a:pt x="150341" y="122044"/>
                  <a:pt x="150654" y="122113"/>
                  <a:pt x="150932" y="122249"/>
                </a:cubicBezTo>
                <a:cubicBezTo>
                  <a:pt x="151210" y="122385"/>
                  <a:pt x="151436" y="122641"/>
                  <a:pt x="151609" y="123016"/>
                </a:cubicBezTo>
                <a:cubicBezTo>
                  <a:pt x="151783" y="123390"/>
                  <a:pt x="151922" y="123867"/>
                  <a:pt x="152026" y="124447"/>
                </a:cubicBezTo>
                <a:cubicBezTo>
                  <a:pt x="152131" y="125026"/>
                  <a:pt x="152183" y="125758"/>
                  <a:pt x="152183" y="126644"/>
                </a:cubicBezTo>
                <a:close/>
                <a:moveTo>
                  <a:pt x="252082" y="81056"/>
                </a:moveTo>
                <a:cubicBezTo>
                  <a:pt x="252082" y="83510"/>
                  <a:pt x="251421" y="85196"/>
                  <a:pt x="250101" y="86116"/>
                </a:cubicBezTo>
                <a:cubicBezTo>
                  <a:pt x="248780" y="87036"/>
                  <a:pt x="247494" y="87496"/>
                  <a:pt x="246243" y="87496"/>
                </a:cubicBezTo>
                <a:lnTo>
                  <a:pt x="181915" y="87496"/>
                </a:lnTo>
                <a:cubicBezTo>
                  <a:pt x="181915" y="93235"/>
                  <a:pt x="182489" y="98428"/>
                  <a:pt x="183636" y="103074"/>
                </a:cubicBezTo>
                <a:cubicBezTo>
                  <a:pt x="184782" y="107721"/>
                  <a:pt x="186677" y="111701"/>
                  <a:pt x="189318" y="115014"/>
                </a:cubicBezTo>
                <a:cubicBezTo>
                  <a:pt x="191959" y="118327"/>
                  <a:pt x="195400" y="120873"/>
                  <a:pt x="199639" y="122651"/>
                </a:cubicBezTo>
                <a:cubicBezTo>
                  <a:pt x="203879" y="124427"/>
                  <a:pt x="209092" y="125315"/>
                  <a:pt x="215278" y="125315"/>
                </a:cubicBezTo>
                <a:cubicBezTo>
                  <a:pt x="219657" y="125315"/>
                  <a:pt x="223584" y="124935"/>
                  <a:pt x="227060" y="124175"/>
                </a:cubicBezTo>
                <a:cubicBezTo>
                  <a:pt x="230535" y="123415"/>
                  <a:pt x="233541" y="122568"/>
                  <a:pt x="236078" y="121636"/>
                </a:cubicBezTo>
                <a:cubicBezTo>
                  <a:pt x="238615" y="120703"/>
                  <a:pt x="240700" y="119856"/>
                  <a:pt x="242334" y="119096"/>
                </a:cubicBezTo>
                <a:cubicBezTo>
                  <a:pt x="243967" y="118336"/>
                  <a:pt x="245131" y="117956"/>
                  <a:pt x="245826" y="117956"/>
                </a:cubicBezTo>
                <a:cubicBezTo>
                  <a:pt x="246243" y="117956"/>
                  <a:pt x="246626" y="118059"/>
                  <a:pt x="246973" y="118266"/>
                </a:cubicBezTo>
                <a:cubicBezTo>
                  <a:pt x="247321" y="118472"/>
                  <a:pt x="247599" y="118799"/>
                  <a:pt x="247807" y="119246"/>
                </a:cubicBezTo>
                <a:cubicBezTo>
                  <a:pt x="248016" y="119694"/>
                  <a:pt x="248172" y="120261"/>
                  <a:pt x="248276" y="120949"/>
                </a:cubicBezTo>
                <a:cubicBezTo>
                  <a:pt x="248381" y="121637"/>
                  <a:pt x="248433" y="122496"/>
                  <a:pt x="248433" y="123527"/>
                </a:cubicBezTo>
                <a:cubicBezTo>
                  <a:pt x="248433" y="124010"/>
                  <a:pt x="248398" y="124475"/>
                  <a:pt x="248328" y="124922"/>
                </a:cubicBezTo>
                <a:cubicBezTo>
                  <a:pt x="248259" y="125370"/>
                  <a:pt x="248172" y="125783"/>
                  <a:pt x="248068" y="126162"/>
                </a:cubicBezTo>
                <a:cubicBezTo>
                  <a:pt x="247964" y="126539"/>
                  <a:pt x="247807" y="126900"/>
                  <a:pt x="247599" y="127245"/>
                </a:cubicBezTo>
                <a:cubicBezTo>
                  <a:pt x="247390" y="127588"/>
                  <a:pt x="247112" y="127931"/>
                  <a:pt x="246765" y="128276"/>
                </a:cubicBezTo>
                <a:cubicBezTo>
                  <a:pt x="246417" y="128619"/>
                  <a:pt x="245340" y="129217"/>
                  <a:pt x="243532" y="130068"/>
                </a:cubicBezTo>
                <a:cubicBezTo>
                  <a:pt x="241725" y="130920"/>
                  <a:pt x="239362" y="131772"/>
                  <a:pt x="236443" y="132624"/>
                </a:cubicBezTo>
                <a:cubicBezTo>
                  <a:pt x="233524" y="133476"/>
                  <a:pt x="230135" y="134242"/>
                  <a:pt x="226278" y="134924"/>
                </a:cubicBezTo>
                <a:cubicBezTo>
                  <a:pt x="222420" y="135605"/>
                  <a:pt x="218267" y="135946"/>
                  <a:pt x="213819" y="135946"/>
                </a:cubicBezTo>
                <a:cubicBezTo>
                  <a:pt x="206521" y="135946"/>
                  <a:pt x="200056" y="134871"/>
                  <a:pt x="194426" y="132723"/>
                </a:cubicBezTo>
                <a:cubicBezTo>
                  <a:pt x="188796" y="130574"/>
                  <a:pt x="184070" y="127402"/>
                  <a:pt x="180247" y="123207"/>
                </a:cubicBezTo>
                <a:cubicBezTo>
                  <a:pt x="176424" y="119012"/>
                  <a:pt x="173522" y="113811"/>
                  <a:pt x="171542" y="107603"/>
                </a:cubicBezTo>
                <a:cubicBezTo>
                  <a:pt x="169561" y="101396"/>
                  <a:pt x="168570" y="94199"/>
                  <a:pt x="168570" y="86014"/>
                </a:cubicBezTo>
                <a:cubicBezTo>
                  <a:pt x="168570" y="78169"/>
                  <a:pt x="169595" y="71143"/>
                  <a:pt x="171646" y="64935"/>
                </a:cubicBezTo>
                <a:cubicBezTo>
                  <a:pt x="173696" y="58728"/>
                  <a:pt x="176633" y="53458"/>
                  <a:pt x="180456" y="49127"/>
                </a:cubicBezTo>
                <a:cubicBezTo>
                  <a:pt x="184279" y="44796"/>
                  <a:pt x="188883" y="41488"/>
                  <a:pt x="194270" y="39203"/>
                </a:cubicBezTo>
                <a:cubicBezTo>
                  <a:pt x="199657" y="36918"/>
                  <a:pt x="205652" y="35775"/>
                  <a:pt x="212255" y="35775"/>
                </a:cubicBezTo>
                <a:cubicBezTo>
                  <a:pt x="219344" y="35775"/>
                  <a:pt x="225391" y="36934"/>
                  <a:pt x="230396" y="39250"/>
                </a:cubicBezTo>
                <a:cubicBezTo>
                  <a:pt x="235400" y="41567"/>
                  <a:pt x="239519" y="44685"/>
                  <a:pt x="242751" y="48603"/>
                </a:cubicBezTo>
                <a:cubicBezTo>
                  <a:pt x="245983" y="52521"/>
                  <a:pt x="248346" y="57070"/>
                  <a:pt x="249840" y="62249"/>
                </a:cubicBezTo>
                <a:cubicBezTo>
                  <a:pt x="251335" y="67428"/>
                  <a:pt x="252082" y="72879"/>
                  <a:pt x="252082" y="78603"/>
                </a:cubicBezTo>
                <a:lnTo>
                  <a:pt x="252082" y="81056"/>
                </a:lnTo>
                <a:moveTo>
                  <a:pt x="239258" y="77479"/>
                </a:moveTo>
                <a:cubicBezTo>
                  <a:pt x="239466" y="67666"/>
                  <a:pt x="237173" y="60000"/>
                  <a:pt x="232377" y="54480"/>
                </a:cubicBezTo>
                <a:cubicBezTo>
                  <a:pt x="227581" y="48961"/>
                  <a:pt x="220595" y="46201"/>
                  <a:pt x="211421" y="46201"/>
                </a:cubicBezTo>
                <a:cubicBezTo>
                  <a:pt x="206694" y="46201"/>
                  <a:pt x="202541" y="47070"/>
                  <a:pt x="198962" y="48808"/>
                </a:cubicBezTo>
                <a:cubicBezTo>
                  <a:pt x="195382" y="50545"/>
                  <a:pt x="192359" y="52845"/>
                  <a:pt x="189891" y="55707"/>
                </a:cubicBezTo>
                <a:cubicBezTo>
                  <a:pt x="187424" y="58569"/>
                  <a:pt x="185530" y="61891"/>
                  <a:pt x="184209" y="65673"/>
                </a:cubicBezTo>
                <a:cubicBezTo>
                  <a:pt x="182888" y="69455"/>
                  <a:pt x="182124" y="73390"/>
                  <a:pt x="181915" y="77479"/>
                </a:cubicBezTo>
                <a:lnTo>
                  <a:pt x="239258" y="77479"/>
                </a:lnTo>
                <a:close/>
                <a:moveTo>
                  <a:pt x="362428" y="84481"/>
                </a:moveTo>
                <a:cubicBezTo>
                  <a:pt x="362428" y="92392"/>
                  <a:pt x="361542" y="99519"/>
                  <a:pt x="359770" y="105863"/>
                </a:cubicBezTo>
                <a:cubicBezTo>
                  <a:pt x="357997" y="112206"/>
                  <a:pt x="355391" y="117596"/>
                  <a:pt x="351950" y="122032"/>
                </a:cubicBezTo>
                <a:cubicBezTo>
                  <a:pt x="348510" y="126465"/>
                  <a:pt x="344253" y="129893"/>
                  <a:pt x="339179" y="132314"/>
                </a:cubicBezTo>
                <a:cubicBezTo>
                  <a:pt x="334105" y="134735"/>
                  <a:pt x="328301" y="135946"/>
                  <a:pt x="321767" y="135946"/>
                </a:cubicBezTo>
                <a:cubicBezTo>
                  <a:pt x="318987" y="135946"/>
                  <a:pt x="316381" y="135655"/>
                  <a:pt x="313948" y="135074"/>
                </a:cubicBezTo>
                <a:cubicBezTo>
                  <a:pt x="311515" y="134494"/>
                  <a:pt x="309135" y="133592"/>
                  <a:pt x="306806" y="132365"/>
                </a:cubicBezTo>
                <a:cubicBezTo>
                  <a:pt x="304478" y="131136"/>
                  <a:pt x="302149" y="129601"/>
                  <a:pt x="299821" y="127759"/>
                </a:cubicBezTo>
                <a:cubicBezTo>
                  <a:pt x="297492" y="125917"/>
                  <a:pt x="295042" y="123700"/>
                  <a:pt x="292470" y="121109"/>
                </a:cubicBezTo>
                <a:lnTo>
                  <a:pt x="292470" y="168859"/>
                </a:lnTo>
                <a:cubicBezTo>
                  <a:pt x="292470" y="169268"/>
                  <a:pt x="292366" y="169643"/>
                  <a:pt x="292158" y="169983"/>
                </a:cubicBezTo>
                <a:cubicBezTo>
                  <a:pt x="291949" y="170324"/>
                  <a:pt x="291619" y="170614"/>
                  <a:pt x="291167" y="170852"/>
                </a:cubicBezTo>
                <a:cubicBezTo>
                  <a:pt x="290715" y="171091"/>
                  <a:pt x="290090" y="171261"/>
                  <a:pt x="289291" y="171363"/>
                </a:cubicBezTo>
                <a:cubicBezTo>
                  <a:pt x="288491" y="171465"/>
                  <a:pt x="287466" y="171516"/>
                  <a:pt x="286215" y="171516"/>
                </a:cubicBezTo>
                <a:cubicBezTo>
                  <a:pt x="285033" y="171516"/>
                  <a:pt x="284043" y="171465"/>
                  <a:pt x="283244" y="171363"/>
                </a:cubicBezTo>
                <a:cubicBezTo>
                  <a:pt x="282444" y="171261"/>
                  <a:pt x="281801" y="171091"/>
                  <a:pt x="281315" y="170852"/>
                </a:cubicBezTo>
                <a:cubicBezTo>
                  <a:pt x="280828" y="170614"/>
                  <a:pt x="280498" y="170323"/>
                  <a:pt x="280324" y="169980"/>
                </a:cubicBezTo>
                <a:cubicBezTo>
                  <a:pt x="280151" y="169639"/>
                  <a:pt x="280064" y="169265"/>
                  <a:pt x="280064" y="168856"/>
                </a:cubicBezTo>
                <a:lnTo>
                  <a:pt x="280064" y="39458"/>
                </a:lnTo>
                <a:cubicBezTo>
                  <a:pt x="280064" y="38981"/>
                  <a:pt x="280151" y="38572"/>
                  <a:pt x="280324" y="38232"/>
                </a:cubicBezTo>
                <a:cubicBezTo>
                  <a:pt x="280498" y="37889"/>
                  <a:pt x="280811" y="37615"/>
                  <a:pt x="281263" y="37411"/>
                </a:cubicBezTo>
                <a:cubicBezTo>
                  <a:pt x="281714" y="37206"/>
                  <a:pt x="282305" y="37053"/>
                  <a:pt x="283035" y="36951"/>
                </a:cubicBezTo>
                <a:cubicBezTo>
                  <a:pt x="283765" y="36848"/>
                  <a:pt x="284651" y="36797"/>
                  <a:pt x="285694" y="36797"/>
                </a:cubicBezTo>
                <a:cubicBezTo>
                  <a:pt x="286736" y="36797"/>
                  <a:pt x="287605" y="36850"/>
                  <a:pt x="288300" y="36954"/>
                </a:cubicBezTo>
                <a:cubicBezTo>
                  <a:pt x="288995" y="37056"/>
                  <a:pt x="289586" y="37210"/>
                  <a:pt x="290073" y="37417"/>
                </a:cubicBezTo>
                <a:cubicBezTo>
                  <a:pt x="290559" y="37621"/>
                  <a:pt x="290907" y="37895"/>
                  <a:pt x="291115" y="38238"/>
                </a:cubicBezTo>
                <a:cubicBezTo>
                  <a:pt x="291324" y="38581"/>
                  <a:pt x="291428" y="38993"/>
                  <a:pt x="291428" y="39474"/>
                </a:cubicBezTo>
                <a:lnTo>
                  <a:pt x="291428" y="52963"/>
                </a:lnTo>
                <a:cubicBezTo>
                  <a:pt x="294347" y="50031"/>
                  <a:pt x="297127" y="47490"/>
                  <a:pt x="299769" y="45342"/>
                </a:cubicBezTo>
                <a:cubicBezTo>
                  <a:pt x="302410" y="43193"/>
                  <a:pt x="305051" y="41403"/>
                  <a:pt x="307692" y="39972"/>
                </a:cubicBezTo>
                <a:cubicBezTo>
                  <a:pt x="310334" y="38539"/>
                  <a:pt x="313044" y="37482"/>
                  <a:pt x="315825" y="36801"/>
                </a:cubicBezTo>
                <a:cubicBezTo>
                  <a:pt x="318605" y="36117"/>
                  <a:pt x="321559" y="35775"/>
                  <a:pt x="324687" y="35775"/>
                </a:cubicBezTo>
                <a:cubicBezTo>
                  <a:pt x="331498" y="35775"/>
                  <a:pt x="337302" y="37054"/>
                  <a:pt x="342098" y="39611"/>
                </a:cubicBezTo>
                <a:cubicBezTo>
                  <a:pt x="346894" y="42169"/>
                  <a:pt x="350803" y="45666"/>
                  <a:pt x="353827" y="50101"/>
                </a:cubicBezTo>
                <a:cubicBezTo>
                  <a:pt x="356850" y="54535"/>
                  <a:pt x="359040" y="59702"/>
                  <a:pt x="360395" y="65603"/>
                </a:cubicBezTo>
                <a:cubicBezTo>
                  <a:pt x="361751" y="71501"/>
                  <a:pt x="362428" y="77794"/>
                  <a:pt x="362428" y="84481"/>
                </a:cubicBezTo>
                <a:moveTo>
                  <a:pt x="349396" y="86423"/>
                </a:moveTo>
                <a:cubicBezTo>
                  <a:pt x="349396" y="81237"/>
                  <a:pt x="348979" y="76239"/>
                  <a:pt x="348145" y="71429"/>
                </a:cubicBezTo>
                <a:cubicBezTo>
                  <a:pt x="347311" y="66619"/>
                  <a:pt x="345903" y="62337"/>
                  <a:pt x="343922" y="58585"/>
                </a:cubicBezTo>
                <a:cubicBezTo>
                  <a:pt x="341941" y="54833"/>
                  <a:pt x="339300" y="51831"/>
                  <a:pt x="335999" y="49581"/>
                </a:cubicBezTo>
                <a:cubicBezTo>
                  <a:pt x="332697" y="47328"/>
                  <a:pt x="328544" y="46201"/>
                  <a:pt x="323540" y="46201"/>
                </a:cubicBezTo>
                <a:cubicBezTo>
                  <a:pt x="321037" y="46201"/>
                  <a:pt x="318587" y="46543"/>
                  <a:pt x="316189" y="47226"/>
                </a:cubicBezTo>
                <a:cubicBezTo>
                  <a:pt x="313791" y="47908"/>
                  <a:pt x="311341" y="49033"/>
                  <a:pt x="308839" y="50603"/>
                </a:cubicBezTo>
                <a:cubicBezTo>
                  <a:pt x="306337" y="52172"/>
                  <a:pt x="303730" y="54203"/>
                  <a:pt x="301020" y="56694"/>
                </a:cubicBezTo>
                <a:cubicBezTo>
                  <a:pt x="298309" y="59186"/>
                  <a:pt x="295459" y="62274"/>
                  <a:pt x="292470" y="65961"/>
                </a:cubicBezTo>
                <a:lnTo>
                  <a:pt x="292470" y="106275"/>
                </a:lnTo>
                <a:cubicBezTo>
                  <a:pt x="297683" y="112484"/>
                  <a:pt x="302671" y="117245"/>
                  <a:pt x="307432" y="120556"/>
                </a:cubicBezTo>
                <a:cubicBezTo>
                  <a:pt x="312193" y="123865"/>
                  <a:pt x="317180" y="125520"/>
                  <a:pt x="322393" y="125520"/>
                </a:cubicBezTo>
                <a:cubicBezTo>
                  <a:pt x="327189" y="125520"/>
                  <a:pt x="331307" y="124377"/>
                  <a:pt x="334748" y="122092"/>
                </a:cubicBezTo>
                <a:cubicBezTo>
                  <a:pt x="338188" y="119805"/>
                  <a:pt x="340986" y="116803"/>
                  <a:pt x="343140" y="113085"/>
                </a:cubicBezTo>
                <a:cubicBezTo>
                  <a:pt x="345295" y="109367"/>
                  <a:pt x="346876" y="105171"/>
                  <a:pt x="347884" y="100496"/>
                </a:cubicBezTo>
                <a:cubicBezTo>
                  <a:pt x="348892" y="95822"/>
                  <a:pt x="349396" y="91131"/>
                  <a:pt x="349396" y="864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Step">
            <a:extLst xmlns:a="http://schemas.openxmlformats.org/drawingml/2006/main">
              <a:ext uri="{FF2B5EF4-FFF2-40B4-BE49-F238E27FC236}">
                <a16:creationId xmlns:a16="http://schemas.microsoft.com/office/drawing/2014/main" id="{603862E8-27D3-4534-8B18-59B8CE7E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90" y="1450223"/>
            <a:ext cx="362428" cy="171516"/>
          </a:xfrm>
          <a:custGeom xmlns:a="http://schemas.openxmlformats.org/drawingml/2006/main">
            <a:pathLst>
              <a:path w="362428" h="171516" fill="none">
                <a:moveTo>
                  <a:pt x="80071" y="98385"/>
                </a:moveTo>
                <a:cubicBezTo>
                  <a:pt x="80071" y="104254"/>
                  <a:pt x="78994" y="109508"/>
                  <a:pt x="76839" y="114148"/>
                </a:cubicBezTo>
                <a:cubicBezTo>
                  <a:pt x="74684" y="118786"/>
                  <a:pt x="71661" y="122726"/>
                  <a:pt x="67768" y="125967"/>
                </a:cubicBezTo>
                <a:cubicBezTo>
                  <a:pt x="63876" y="129208"/>
                  <a:pt x="59254" y="131681"/>
                  <a:pt x="53902" y="133387"/>
                </a:cubicBezTo>
                <a:cubicBezTo>
                  <a:pt x="48550" y="135093"/>
                  <a:pt x="42711" y="135946"/>
                  <a:pt x="36386" y="135946"/>
                </a:cubicBezTo>
                <a:cubicBezTo>
                  <a:pt x="32077" y="135946"/>
                  <a:pt x="28011" y="135550"/>
                  <a:pt x="24188" y="134757"/>
                </a:cubicBezTo>
                <a:cubicBezTo>
                  <a:pt x="20365" y="133967"/>
                  <a:pt x="16959" y="133023"/>
                  <a:pt x="13971" y="131924"/>
                </a:cubicBezTo>
                <a:cubicBezTo>
                  <a:pt x="10982" y="130823"/>
                  <a:pt x="8462" y="129706"/>
                  <a:pt x="6412" y="128573"/>
                </a:cubicBezTo>
                <a:cubicBezTo>
                  <a:pt x="4362" y="127438"/>
                  <a:pt x="2954" y="126476"/>
                  <a:pt x="2189" y="125686"/>
                </a:cubicBezTo>
                <a:cubicBezTo>
                  <a:pt x="1425" y="124894"/>
                  <a:pt x="869" y="123970"/>
                  <a:pt x="521" y="122913"/>
                </a:cubicBezTo>
                <a:cubicBezTo>
                  <a:pt x="174" y="121857"/>
                  <a:pt x="0" y="120545"/>
                  <a:pt x="0" y="118978"/>
                </a:cubicBezTo>
                <a:cubicBezTo>
                  <a:pt x="0" y="117820"/>
                  <a:pt x="70" y="116866"/>
                  <a:pt x="209" y="116116"/>
                </a:cubicBezTo>
                <a:cubicBezTo>
                  <a:pt x="348" y="115366"/>
                  <a:pt x="539" y="114753"/>
                  <a:pt x="782" y="114276"/>
                </a:cubicBezTo>
                <a:cubicBezTo>
                  <a:pt x="1025" y="113799"/>
                  <a:pt x="1338" y="113475"/>
                  <a:pt x="1720" y="113305"/>
                </a:cubicBezTo>
                <a:cubicBezTo>
                  <a:pt x="2103" y="113135"/>
                  <a:pt x="2502" y="113050"/>
                  <a:pt x="2919" y="113050"/>
                </a:cubicBezTo>
                <a:cubicBezTo>
                  <a:pt x="3892" y="113050"/>
                  <a:pt x="5265" y="113651"/>
                  <a:pt x="7037" y="114854"/>
                </a:cubicBezTo>
                <a:cubicBezTo>
                  <a:pt x="8810" y="116057"/>
                  <a:pt x="11104" y="117364"/>
                  <a:pt x="13919" y="118774"/>
                </a:cubicBezTo>
                <a:cubicBezTo>
                  <a:pt x="16734" y="120183"/>
                  <a:pt x="20105" y="121490"/>
                  <a:pt x="24032" y="122693"/>
                </a:cubicBezTo>
                <a:cubicBezTo>
                  <a:pt x="27959" y="123896"/>
                  <a:pt x="32529" y="124498"/>
                  <a:pt x="37742" y="124498"/>
                </a:cubicBezTo>
                <a:cubicBezTo>
                  <a:pt x="41982" y="124498"/>
                  <a:pt x="45874" y="123934"/>
                  <a:pt x="49419" y="122808"/>
                </a:cubicBezTo>
                <a:cubicBezTo>
                  <a:pt x="52964" y="121681"/>
                  <a:pt x="56022" y="120060"/>
                  <a:pt x="58594" y="117943"/>
                </a:cubicBezTo>
                <a:cubicBezTo>
                  <a:pt x="61165" y="115824"/>
                  <a:pt x="63164" y="113211"/>
                  <a:pt x="64589" y="110105"/>
                </a:cubicBezTo>
                <a:cubicBezTo>
                  <a:pt x="66013" y="106998"/>
                  <a:pt x="66726" y="103464"/>
                  <a:pt x="66726" y="99503"/>
                </a:cubicBezTo>
                <a:cubicBezTo>
                  <a:pt x="66726" y="95408"/>
                  <a:pt x="65822" y="91893"/>
                  <a:pt x="64015" y="88959"/>
                </a:cubicBezTo>
                <a:cubicBezTo>
                  <a:pt x="62208" y="86022"/>
                  <a:pt x="59827" y="83446"/>
                  <a:pt x="56873" y="81229"/>
                </a:cubicBezTo>
                <a:cubicBezTo>
                  <a:pt x="53919" y="79010"/>
                  <a:pt x="50566" y="76997"/>
                  <a:pt x="46812" y="75189"/>
                </a:cubicBezTo>
                <a:cubicBezTo>
                  <a:pt x="43059" y="73379"/>
                  <a:pt x="39219" y="71570"/>
                  <a:pt x="35292" y="69762"/>
                </a:cubicBezTo>
                <a:cubicBezTo>
                  <a:pt x="31365" y="67952"/>
                  <a:pt x="27524" y="65989"/>
                  <a:pt x="23771" y="63875"/>
                </a:cubicBezTo>
                <a:cubicBezTo>
                  <a:pt x="20018" y="61758"/>
                  <a:pt x="16664" y="59284"/>
                  <a:pt x="13710" y="56451"/>
                </a:cubicBezTo>
                <a:cubicBezTo>
                  <a:pt x="10756" y="53617"/>
                  <a:pt x="8375" y="50289"/>
                  <a:pt x="6568" y="46466"/>
                </a:cubicBezTo>
                <a:cubicBezTo>
                  <a:pt x="4761" y="42644"/>
                  <a:pt x="3858" y="38106"/>
                  <a:pt x="3858" y="32852"/>
                </a:cubicBezTo>
                <a:cubicBezTo>
                  <a:pt x="3858" y="27735"/>
                  <a:pt x="4796" y="23147"/>
                  <a:pt x="6673" y="19089"/>
                </a:cubicBezTo>
                <a:cubicBezTo>
                  <a:pt x="8549" y="15028"/>
                  <a:pt x="11190" y="11582"/>
                  <a:pt x="14596" y="8752"/>
                </a:cubicBezTo>
                <a:cubicBezTo>
                  <a:pt x="18002" y="5920"/>
                  <a:pt x="22086" y="3753"/>
                  <a:pt x="26847" y="2252"/>
                </a:cubicBezTo>
                <a:cubicBezTo>
                  <a:pt x="31608" y="751"/>
                  <a:pt x="36838" y="0"/>
                  <a:pt x="42538" y="0"/>
                </a:cubicBezTo>
                <a:cubicBezTo>
                  <a:pt x="45387" y="0"/>
                  <a:pt x="48272" y="269"/>
                  <a:pt x="51191" y="808"/>
                </a:cubicBezTo>
                <a:cubicBezTo>
                  <a:pt x="54110" y="1347"/>
                  <a:pt x="56873" y="2038"/>
                  <a:pt x="59480" y="2881"/>
                </a:cubicBezTo>
                <a:cubicBezTo>
                  <a:pt x="62086" y="3724"/>
                  <a:pt x="64415" y="4669"/>
                  <a:pt x="66465" y="5714"/>
                </a:cubicBezTo>
                <a:cubicBezTo>
                  <a:pt x="68516" y="6758"/>
                  <a:pt x="69871" y="7600"/>
                  <a:pt x="70531" y="8241"/>
                </a:cubicBezTo>
                <a:cubicBezTo>
                  <a:pt x="71192" y="8880"/>
                  <a:pt x="71609" y="9355"/>
                  <a:pt x="71782" y="9666"/>
                </a:cubicBezTo>
                <a:cubicBezTo>
                  <a:pt x="71956" y="9974"/>
                  <a:pt x="72113" y="10369"/>
                  <a:pt x="72252" y="10851"/>
                </a:cubicBezTo>
                <a:cubicBezTo>
                  <a:pt x="72391" y="11332"/>
                  <a:pt x="72495" y="11899"/>
                  <a:pt x="72564" y="12553"/>
                </a:cubicBezTo>
                <a:cubicBezTo>
                  <a:pt x="72634" y="13205"/>
                  <a:pt x="72669" y="14012"/>
                  <a:pt x="72669" y="14974"/>
                </a:cubicBezTo>
                <a:cubicBezTo>
                  <a:pt x="72669" y="15869"/>
                  <a:pt x="72616" y="16677"/>
                  <a:pt x="72512" y="17399"/>
                </a:cubicBezTo>
                <a:cubicBezTo>
                  <a:pt x="72408" y="18119"/>
                  <a:pt x="72252" y="18737"/>
                  <a:pt x="72043" y="19255"/>
                </a:cubicBezTo>
                <a:cubicBezTo>
                  <a:pt x="71835" y="19770"/>
                  <a:pt x="71574" y="20165"/>
                  <a:pt x="71261" y="20440"/>
                </a:cubicBezTo>
                <a:cubicBezTo>
                  <a:pt x="70948" y="20714"/>
                  <a:pt x="70583" y="20852"/>
                  <a:pt x="70166" y="20852"/>
                </a:cubicBezTo>
                <a:cubicBezTo>
                  <a:pt x="69402" y="20852"/>
                  <a:pt x="68238" y="20358"/>
                  <a:pt x="66674" y="19370"/>
                </a:cubicBezTo>
                <a:cubicBezTo>
                  <a:pt x="65110" y="18382"/>
                  <a:pt x="63146" y="17274"/>
                  <a:pt x="60783" y="16048"/>
                </a:cubicBezTo>
                <a:cubicBezTo>
                  <a:pt x="58420" y="14821"/>
                  <a:pt x="55605" y="13714"/>
                  <a:pt x="52338" y="12726"/>
                </a:cubicBezTo>
                <a:cubicBezTo>
                  <a:pt x="49071" y="11738"/>
                  <a:pt x="45353" y="11244"/>
                  <a:pt x="41182" y="11244"/>
                </a:cubicBezTo>
                <a:cubicBezTo>
                  <a:pt x="37081" y="11244"/>
                  <a:pt x="33502" y="11790"/>
                  <a:pt x="30444" y="12882"/>
                </a:cubicBezTo>
                <a:cubicBezTo>
                  <a:pt x="27385" y="13975"/>
                  <a:pt x="24848" y="15460"/>
                  <a:pt x="22833" y="17338"/>
                </a:cubicBezTo>
                <a:cubicBezTo>
                  <a:pt x="20817" y="19216"/>
                  <a:pt x="19305" y="21419"/>
                  <a:pt x="18297" y="23947"/>
                </a:cubicBezTo>
                <a:cubicBezTo>
                  <a:pt x="17290" y="26475"/>
                  <a:pt x="16786" y="29139"/>
                  <a:pt x="16786" y="31939"/>
                </a:cubicBezTo>
                <a:cubicBezTo>
                  <a:pt x="16786" y="36034"/>
                  <a:pt x="17689" y="39550"/>
                  <a:pt x="19496" y="42486"/>
                </a:cubicBezTo>
                <a:cubicBezTo>
                  <a:pt x="21304" y="45421"/>
                  <a:pt x="23702" y="48014"/>
                  <a:pt x="26690" y="50267"/>
                </a:cubicBezTo>
                <a:cubicBezTo>
                  <a:pt x="29679" y="52518"/>
                  <a:pt x="33068" y="54549"/>
                  <a:pt x="36856" y="56359"/>
                </a:cubicBezTo>
                <a:cubicBezTo>
                  <a:pt x="40644" y="58167"/>
                  <a:pt x="44501" y="59976"/>
                  <a:pt x="48428" y="61786"/>
                </a:cubicBezTo>
                <a:cubicBezTo>
                  <a:pt x="52355" y="63594"/>
                  <a:pt x="56213" y="65539"/>
                  <a:pt x="60001" y="67621"/>
                </a:cubicBezTo>
                <a:cubicBezTo>
                  <a:pt x="63789" y="69704"/>
                  <a:pt x="67178" y="72162"/>
                  <a:pt x="70166" y="74994"/>
                </a:cubicBezTo>
                <a:cubicBezTo>
                  <a:pt x="73155" y="77826"/>
                  <a:pt x="75553" y="81136"/>
                  <a:pt x="77360" y="84925"/>
                </a:cubicBezTo>
                <a:cubicBezTo>
                  <a:pt x="79167" y="88713"/>
                  <a:pt x="80071" y="93200"/>
                  <a:pt x="80071" y="98385"/>
                </a:cubicBezTo>
                <a:close/>
                <a:moveTo>
                  <a:pt x="152183" y="126644"/>
                </a:moveTo>
                <a:cubicBezTo>
                  <a:pt x="152183" y="128075"/>
                  <a:pt x="152061" y="129234"/>
                  <a:pt x="151818" y="130119"/>
                </a:cubicBezTo>
                <a:cubicBezTo>
                  <a:pt x="151575" y="131005"/>
                  <a:pt x="151192" y="131704"/>
                  <a:pt x="150671" y="132215"/>
                </a:cubicBezTo>
                <a:cubicBezTo>
                  <a:pt x="150150" y="132726"/>
                  <a:pt x="149385" y="133203"/>
                  <a:pt x="148377" y="133646"/>
                </a:cubicBezTo>
                <a:cubicBezTo>
                  <a:pt x="147369" y="134089"/>
                  <a:pt x="146205" y="134464"/>
                  <a:pt x="144885" y="134770"/>
                </a:cubicBezTo>
                <a:cubicBezTo>
                  <a:pt x="143564" y="135077"/>
                  <a:pt x="142174" y="135315"/>
                  <a:pt x="140714" y="135486"/>
                </a:cubicBezTo>
                <a:cubicBezTo>
                  <a:pt x="139255" y="135656"/>
                  <a:pt x="137830" y="135741"/>
                  <a:pt x="136440" y="135741"/>
                </a:cubicBezTo>
                <a:cubicBezTo>
                  <a:pt x="131783" y="135741"/>
                  <a:pt x="127821" y="135128"/>
                  <a:pt x="124554" y="133901"/>
                </a:cubicBezTo>
                <a:cubicBezTo>
                  <a:pt x="121287" y="132675"/>
                  <a:pt x="118611" y="130818"/>
                  <a:pt x="116526" y="128331"/>
                </a:cubicBezTo>
                <a:cubicBezTo>
                  <a:pt x="114441" y="125843"/>
                  <a:pt x="112929" y="122692"/>
                  <a:pt x="111991" y="118876"/>
                </a:cubicBezTo>
                <a:cubicBezTo>
                  <a:pt x="111053" y="115060"/>
                  <a:pt x="110583" y="110562"/>
                  <a:pt x="110583" y="105383"/>
                </a:cubicBezTo>
                <a:lnTo>
                  <a:pt x="110583" y="47837"/>
                </a:lnTo>
                <a:lnTo>
                  <a:pt x="96508" y="47837"/>
                </a:lnTo>
                <a:cubicBezTo>
                  <a:pt x="95535" y="47837"/>
                  <a:pt x="94771" y="47406"/>
                  <a:pt x="94215" y="46546"/>
                </a:cubicBezTo>
                <a:cubicBezTo>
                  <a:pt x="93659" y="45686"/>
                  <a:pt x="93381" y="44395"/>
                  <a:pt x="93381" y="42675"/>
                </a:cubicBezTo>
                <a:cubicBezTo>
                  <a:pt x="93381" y="41780"/>
                  <a:pt x="93450" y="41006"/>
                  <a:pt x="93589" y="40352"/>
                </a:cubicBezTo>
                <a:cubicBezTo>
                  <a:pt x="93728" y="39699"/>
                  <a:pt x="93937" y="39148"/>
                  <a:pt x="94215" y="38701"/>
                </a:cubicBezTo>
                <a:cubicBezTo>
                  <a:pt x="94493" y="38254"/>
                  <a:pt x="94823" y="37927"/>
                  <a:pt x="95205" y="37720"/>
                </a:cubicBezTo>
                <a:cubicBezTo>
                  <a:pt x="95587" y="37514"/>
                  <a:pt x="96022" y="37411"/>
                  <a:pt x="96508" y="37411"/>
                </a:cubicBezTo>
                <a:lnTo>
                  <a:pt x="110583" y="37411"/>
                </a:lnTo>
                <a:lnTo>
                  <a:pt x="110583" y="14719"/>
                </a:lnTo>
                <a:cubicBezTo>
                  <a:pt x="110583" y="14310"/>
                  <a:pt x="110670" y="13935"/>
                  <a:pt x="110844" y="13595"/>
                </a:cubicBezTo>
                <a:cubicBezTo>
                  <a:pt x="111018" y="13254"/>
                  <a:pt x="111348" y="12964"/>
                  <a:pt x="111834" y="12726"/>
                </a:cubicBezTo>
                <a:cubicBezTo>
                  <a:pt x="112321" y="12487"/>
                  <a:pt x="112964" y="12317"/>
                  <a:pt x="113763" y="12215"/>
                </a:cubicBezTo>
                <a:cubicBezTo>
                  <a:pt x="114563" y="12112"/>
                  <a:pt x="115553" y="12061"/>
                  <a:pt x="116735" y="12061"/>
                </a:cubicBezTo>
                <a:cubicBezTo>
                  <a:pt x="117986" y="12061"/>
                  <a:pt x="119011" y="12112"/>
                  <a:pt x="119810" y="12215"/>
                </a:cubicBezTo>
                <a:cubicBezTo>
                  <a:pt x="120610" y="12317"/>
                  <a:pt x="121235" y="12487"/>
                  <a:pt x="121687" y="12726"/>
                </a:cubicBezTo>
                <a:cubicBezTo>
                  <a:pt x="122139" y="12964"/>
                  <a:pt x="122469" y="13254"/>
                  <a:pt x="122677" y="13595"/>
                </a:cubicBezTo>
                <a:cubicBezTo>
                  <a:pt x="122886" y="13935"/>
                  <a:pt x="122990" y="14310"/>
                  <a:pt x="122990" y="14719"/>
                </a:cubicBezTo>
                <a:lnTo>
                  <a:pt x="122990" y="37411"/>
                </a:lnTo>
                <a:lnTo>
                  <a:pt x="149055" y="37411"/>
                </a:lnTo>
                <a:cubicBezTo>
                  <a:pt x="149542" y="37411"/>
                  <a:pt x="149976" y="37514"/>
                  <a:pt x="150358" y="37720"/>
                </a:cubicBezTo>
                <a:cubicBezTo>
                  <a:pt x="150740" y="37927"/>
                  <a:pt x="151071" y="38254"/>
                  <a:pt x="151349" y="38701"/>
                </a:cubicBezTo>
                <a:cubicBezTo>
                  <a:pt x="151627" y="39148"/>
                  <a:pt x="151835" y="39699"/>
                  <a:pt x="151974" y="40352"/>
                </a:cubicBezTo>
                <a:cubicBezTo>
                  <a:pt x="152113" y="41006"/>
                  <a:pt x="152183" y="41780"/>
                  <a:pt x="152183" y="42675"/>
                </a:cubicBezTo>
                <a:cubicBezTo>
                  <a:pt x="152183" y="44395"/>
                  <a:pt x="151887" y="45686"/>
                  <a:pt x="151297" y="46546"/>
                </a:cubicBezTo>
                <a:cubicBezTo>
                  <a:pt x="150706" y="47406"/>
                  <a:pt x="149959" y="47837"/>
                  <a:pt x="149055" y="47837"/>
                </a:cubicBezTo>
                <a:lnTo>
                  <a:pt x="122990" y="47837"/>
                </a:lnTo>
                <a:lnTo>
                  <a:pt x="122990" y="103748"/>
                </a:lnTo>
                <a:cubicBezTo>
                  <a:pt x="122990" y="110767"/>
                  <a:pt x="124015" y="116116"/>
                  <a:pt x="126066" y="119796"/>
                </a:cubicBezTo>
                <a:cubicBezTo>
                  <a:pt x="128116" y="123476"/>
                  <a:pt x="131852" y="125315"/>
                  <a:pt x="137274" y="125315"/>
                </a:cubicBezTo>
                <a:cubicBezTo>
                  <a:pt x="138942" y="125315"/>
                  <a:pt x="140454" y="125145"/>
                  <a:pt x="141809" y="124804"/>
                </a:cubicBezTo>
                <a:cubicBezTo>
                  <a:pt x="143164" y="124464"/>
                  <a:pt x="144363" y="124089"/>
                  <a:pt x="145406" y="123680"/>
                </a:cubicBezTo>
                <a:cubicBezTo>
                  <a:pt x="146448" y="123271"/>
                  <a:pt x="147335" y="122896"/>
                  <a:pt x="148064" y="122556"/>
                </a:cubicBezTo>
                <a:cubicBezTo>
                  <a:pt x="148794" y="122215"/>
                  <a:pt x="149437" y="122044"/>
                  <a:pt x="149993" y="122044"/>
                </a:cubicBezTo>
                <a:cubicBezTo>
                  <a:pt x="150341" y="122044"/>
                  <a:pt x="150654" y="122113"/>
                  <a:pt x="150932" y="122249"/>
                </a:cubicBezTo>
                <a:cubicBezTo>
                  <a:pt x="151210" y="122385"/>
                  <a:pt x="151436" y="122641"/>
                  <a:pt x="151609" y="123016"/>
                </a:cubicBezTo>
                <a:cubicBezTo>
                  <a:pt x="151783" y="123390"/>
                  <a:pt x="151922" y="123867"/>
                  <a:pt x="152026" y="124447"/>
                </a:cubicBezTo>
                <a:cubicBezTo>
                  <a:pt x="152131" y="125026"/>
                  <a:pt x="152183" y="125758"/>
                  <a:pt x="152183" y="126644"/>
                </a:cubicBezTo>
                <a:close/>
                <a:moveTo>
                  <a:pt x="252082" y="81056"/>
                </a:moveTo>
                <a:cubicBezTo>
                  <a:pt x="252082" y="83510"/>
                  <a:pt x="251421" y="85196"/>
                  <a:pt x="250101" y="86116"/>
                </a:cubicBezTo>
                <a:cubicBezTo>
                  <a:pt x="248780" y="87036"/>
                  <a:pt x="247494" y="87496"/>
                  <a:pt x="246243" y="87496"/>
                </a:cubicBezTo>
                <a:lnTo>
                  <a:pt x="181915" y="87496"/>
                </a:lnTo>
                <a:cubicBezTo>
                  <a:pt x="181915" y="93235"/>
                  <a:pt x="182489" y="98428"/>
                  <a:pt x="183636" y="103074"/>
                </a:cubicBezTo>
                <a:cubicBezTo>
                  <a:pt x="184782" y="107721"/>
                  <a:pt x="186677" y="111701"/>
                  <a:pt x="189318" y="115014"/>
                </a:cubicBezTo>
                <a:cubicBezTo>
                  <a:pt x="191959" y="118327"/>
                  <a:pt x="195400" y="120873"/>
                  <a:pt x="199639" y="122651"/>
                </a:cubicBezTo>
                <a:cubicBezTo>
                  <a:pt x="203879" y="124427"/>
                  <a:pt x="209092" y="125315"/>
                  <a:pt x="215278" y="125315"/>
                </a:cubicBezTo>
                <a:cubicBezTo>
                  <a:pt x="219657" y="125315"/>
                  <a:pt x="223584" y="124935"/>
                  <a:pt x="227060" y="124175"/>
                </a:cubicBezTo>
                <a:cubicBezTo>
                  <a:pt x="230535" y="123415"/>
                  <a:pt x="233541" y="122568"/>
                  <a:pt x="236078" y="121636"/>
                </a:cubicBezTo>
                <a:cubicBezTo>
                  <a:pt x="238615" y="120703"/>
                  <a:pt x="240700" y="119856"/>
                  <a:pt x="242334" y="119096"/>
                </a:cubicBezTo>
                <a:cubicBezTo>
                  <a:pt x="243967" y="118336"/>
                  <a:pt x="245131" y="117956"/>
                  <a:pt x="245826" y="117956"/>
                </a:cubicBezTo>
                <a:cubicBezTo>
                  <a:pt x="246243" y="117956"/>
                  <a:pt x="246626" y="118059"/>
                  <a:pt x="246973" y="118266"/>
                </a:cubicBezTo>
                <a:cubicBezTo>
                  <a:pt x="247321" y="118472"/>
                  <a:pt x="247599" y="118799"/>
                  <a:pt x="247807" y="119246"/>
                </a:cubicBezTo>
                <a:cubicBezTo>
                  <a:pt x="248016" y="119694"/>
                  <a:pt x="248172" y="120261"/>
                  <a:pt x="248276" y="120949"/>
                </a:cubicBezTo>
                <a:cubicBezTo>
                  <a:pt x="248381" y="121637"/>
                  <a:pt x="248433" y="122496"/>
                  <a:pt x="248433" y="123527"/>
                </a:cubicBezTo>
                <a:cubicBezTo>
                  <a:pt x="248433" y="124010"/>
                  <a:pt x="248398" y="124475"/>
                  <a:pt x="248328" y="124922"/>
                </a:cubicBezTo>
                <a:cubicBezTo>
                  <a:pt x="248259" y="125370"/>
                  <a:pt x="248172" y="125783"/>
                  <a:pt x="248068" y="126162"/>
                </a:cubicBezTo>
                <a:cubicBezTo>
                  <a:pt x="247964" y="126539"/>
                  <a:pt x="247807" y="126900"/>
                  <a:pt x="247599" y="127245"/>
                </a:cubicBezTo>
                <a:cubicBezTo>
                  <a:pt x="247390" y="127588"/>
                  <a:pt x="247112" y="127931"/>
                  <a:pt x="246765" y="128276"/>
                </a:cubicBezTo>
                <a:cubicBezTo>
                  <a:pt x="246417" y="128619"/>
                  <a:pt x="245340" y="129217"/>
                  <a:pt x="243532" y="130068"/>
                </a:cubicBezTo>
                <a:cubicBezTo>
                  <a:pt x="241725" y="130920"/>
                  <a:pt x="239362" y="131772"/>
                  <a:pt x="236443" y="132624"/>
                </a:cubicBezTo>
                <a:cubicBezTo>
                  <a:pt x="233524" y="133476"/>
                  <a:pt x="230135" y="134242"/>
                  <a:pt x="226278" y="134924"/>
                </a:cubicBezTo>
                <a:cubicBezTo>
                  <a:pt x="222420" y="135605"/>
                  <a:pt x="218267" y="135946"/>
                  <a:pt x="213819" y="135946"/>
                </a:cubicBezTo>
                <a:cubicBezTo>
                  <a:pt x="206521" y="135946"/>
                  <a:pt x="200056" y="134871"/>
                  <a:pt x="194426" y="132723"/>
                </a:cubicBezTo>
                <a:cubicBezTo>
                  <a:pt x="188796" y="130574"/>
                  <a:pt x="184070" y="127402"/>
                  <a:pt x="180247" y="123207"/>
                </a:cubicBezTo>
                <a:cubicBezTo>
                  <a:pt x="176424" y="119012"/>
                  <a:pt x="173522" y="113811"/>
                  <a:pt x="171542" y="107603"/>
                </a:cubicBezTo>
                <a:cubicBezTo>
                  <a:pt x="169561" y="101396"/>
                  <a:pt x="168570" y="94199"/>
                  <a:pt x="168570" y="86014"/>
                </a:cubicBezTo>
                <a:cubicBezTo>
                  <a:pt x="168570" y="78169"/>
                  <a:pt x="169595" y="71143"/>
                  <a:pt x="171646" y="64935"/>
                </a:cubicBezTo>
                <a:cubicBezTo>
                  <a:pt x="173696" y="58728"/>
                  <a:pt x="176633" y="53458"/>
                  <a:pt x="180456" y="49127"/>
                </a:cubicBezTo>
                <a:cubicBezTo>
                  <a:pt x="184279" y="44796"/>
                  <a:pt x="188883" y="41488"/>
                  <a:pt x="194270" y="39203"/>
                </a:cubicBezTo>
                <a:cubicBezTo>
                  <a:pt x="199657" y="36918"/>
                  <a:pt x="205652" y="35775"/>
                  <a:pt x="212255" y="35775"/>
                </a:cubicBezTo>
                <a:cubicBezTo>
                  <a:pt x="219344" y="35775"/>
                  <a:pt x="225391" y="36934"/>
                  <a:pt x="230396" y="39250"/>
                </a:cubicBezTo>
                <a:cubicBezTo>
                  <a:pt x="235400" y="41567"/>
                  <a:pt x="239519" y="44685"/>
                  <a:pt x="242751" y="48603"/>
                </a:cubicBezTo>
                <a:cubicBezTo>
                  <a:pt x="245983" y="52521"/>
                  <a:pt x="248346" y="57070"/>
                  <a:pt x="249840" y="62249"/>
                </a:cubicBezTo>
                <a:cubicBezTo>
                  <a:pt x="251335" y="67428"/>
                  <a:pt x="252082" y="72879"/>
                  <a:pt x="252082" y="78603"/>
                </a:cubicBezTo>
                <a:lnTo>
                  <a:pt x="252082" y="81056"/>
                </a:lnTo>
                <a:moveTo>
                  <a:pt x="239258" y="77479"/>
                </a:moveTo>
                <a:cubicBezTo>
                  <a:pt x="239466" y="67666"/>
                  <a:pt x="237173" y="60000"/>
                  <a:pt x="232377" y="54480"/>
                </a:cubicBezTo>
                <a:cubicBezTo>
                  <a:pt x="227581" y="48961"/>
                  <a:pt x="220595" y="46201"/>
                  <a:pt x="211421" y="46201"/>
                </a:cubicBezTo>
                <a:cubicBezTo>
                  <a:pt x="206694" y="46201"/>
                  <a:pt x="202541" y="47070"/>
                  <a:pt x="198962" y="48808"/>
                </a:cubicBezTo>
                <a:cubicBezTo>
                  <a:pt x="195382" y="50545"/>
                  <a:pt x="192359" y="52845"/>
                  <a:pt x="189891" y="55707"/>
                </a:cubicBezTo>
                <a:cubicBezTo>
                  <a:pt x="187424" y="58569"/>
                  <a:pt x="185530" y="61891"/>
                  <a:pt x="184209" y="65673"/>
                </a:cubicBezTo>
                <a:cubicBezTo>
                  <a:pt x="182888" y="69455"/>
                  <a:pt x="182124" y="73390"/>
                  <a:pt x="181915" y="77479"/>
                </a:cubicBezTo>
                <a:lnTo>
                  <a:pt x="239258" y="77479"/>
                </a:lnTo>
                <a:close/>
                <a:moveTo>
                  <a:pt x="362428" y="84481"/>
                </a:moveTo>
                <a:cubicBezTo>
                  <a:pt x="362428" y="92392"/>
                  <a:pt x="361542" y="99519"/>
                  <a:pt x="359770" y="105863"/>
                </a:cubicBezTo>
                <a:cubicBezTo>
                  <a:pt x="357997" y="112206"/>
                  <a:pt x="355391" y="117596"/>
                  <a:pt x="351950" y="122032"/>
                </a:cubicBezTo>
                <a:cubicBezTo>
                  <a:pt x="348510" y="126465"/>
                  <a:pt x="344253" y="129893"/>
                  <a:pt x="339179" y="132314"/>
                </a:cubicBezTo>
                <a:cubicBezTo>
                  <a:pt x="334105" y="134735"/>
                  <a:pt x="328301" y="135946"/>
                  <a:pt x="321767" y="135946"/>
                </a:cubicBezTo>
                <a:cubicBezTo>
                  <a:pt x="318987" y="135946"/>
                  <a:pt x="316381" y="135655"/>
                  <a:pt x="313948" y="135074"/>
                </a:cubicBezTo>
                <a:cubicBezTo>
                  <a:pt x="311515" y="134494"/>
                  <a:pt x="309135" y="133592"/>
                  <a:pt x="306806" y="132365"/>
                </a:cubicBezTo>
                <a:cubicBezTo>
                  <a:pt x="304478" y="131136"/>
                  <a:pt x="302149" y="129601"/>
                  <a:pt x="299821" y="127759"/>
                </a:cubicBezTo>
                <a:cubicBezTo>
                  <a:pt x="297492" y="125917"/>
                  <a:pt x="295042" y="123700"/>
                  <a:pt x="292470" y="121109"/>
                </a:cubicBezTo>
                <a:lnTo>
                  <a:pt x="292470" y="168859"/>
                </a:lnTo>
                <a:cubicBezTo>
                  <a:pt x="292470" y="169268"/>
                  <a:pt x="292366" y="169643"/>
                  <a:pt x="292158" y="169983"/>
                </a:cubicBezTo>
                <a:cubicBezTo>
                  <a:pt x="291949" y="170324"/>
                  <a:pt x="291619" y="170614"/>
                  <a:pt x="291167" y="170852"/>
                </a:cubicBezTo>
                <a:cubicBezTo>
                  <a:pt x="290715" y="171091"/>
                  <a:pt x="290090" y="171261"/>
                  <a:pt x="289291" y="171363"/>
                </a:cubicBezTo>
                <a:cubicBezTo>
                  <a:pt x="288491" y="171465"/>
                  <a:pt x="287466" y="171516"/>
                  <a:pt x="286215" y="171516"/>
                </a:cubicBezTo>
                <a:cubicBezTo>
                  <a:pt x="285033" y="171516"/>
                  <a:pt x="284043" y="171465"/>
                  <a:pt x="283244" y="171363"/>
                </a:cubicBezTo>
                <a:cubicBezTo>
                  <a:pt x="282444" y="171261"/>
                  <a:pt x="281801" y="171091"/>
                  <a:pt x="281315" y="170852"/>
                </a:cubicBezTo>
                <a:cubicBezTo>
                  <a:pt x="280828" y="170614"/>
                  <a:pt x="280498" y="170323"/>
                  <a:pt x="280324" y="169980"/>
                </a:cubicBezTo>
                <a:cubicBezTo>
                  <a:pt x="280151" y="169639"/>
                  <a:pt x="280064" y="169265"/>
                  <a:pt x="280064" y="168856"/>
                </a:cubicBezTo>
                <a:lnTo>
                  <a:pt x="280064" y="39458"/>
                </a:lnTo>
                <a:cubicBezTo>
                  <a:pt x="280064" y="38981"/>
                  <a:pt x="280151" y="38572"/>
                  <a:pt x="280324" y="38232"/>
                </a:cubicBezTo>
                <a:cubicBezTo>
                  <a:pt x="280498" y="37889"/>
                  <a:pt x="280811" y="37615"/>
                  <a:pt x="281263" y="37411"/>
                </a:cubicBezTo>
                <a:cubicBezTo>
                  <a:pt x="281714" y="37206"/>
                  <a:pt x="282305" y="37053"/>
                  <a:pt x="283035" y="36951"/>
                </a:cubicBezTo>
                <a:cubicBezTo>
                  <a:pt x="283765" y="36848"/>
                  <a:pt x="284651" y="36797"/>
                  <a:pt x="285694" y="36797"/>
                </a:cubicBezTo>
                <a:cubicBezTo>
                  <a:pt x="286736" y="36797"/>
                  <a:pt x="287605" y="36850"/>
                  <a:pt x="288300" y="36954"/>
                </a:cubicBezTo>
                <a:cubicBezTo>
                  <a:pt x="288995" y="37056"/>
                  <a:pt x="289586" y="37210"/>
                  <a:pt x="290073" y="37417"/>
                </a:cubicBezTo>
                <a:cubicBezTo>
                  <a:pt x="290559" y="37621"/>
                  <a:pt x="290907" y="37895"/>
                  <a:pt x="291115" y="38238"/>
                </a:cubicBezTo>
                <a:cubicBezTo>
                  <a:pt x="291324" y="38581"/>
                  <a:pt x="291428" y="38993"/>
                  <a:pt x="291428" y="39474"/>
                </a:cubicBezTo>
                <a:lnTo>
                  <a:pt x="291428" y="52963"/>
                </a:lnTo>
                <a:cubicBezTo>
                  <a:pt x="294347" y="50031"/>
                  <a:pt x="297127" y="47490"/>
                  <a:pt x="299769" y="45342"/>
                </a:cubicBezTo>
                <a:cubicBezTo>
                  <a:pt x="302410" y="43193"/>
                  <a:pt x="305051" y="41403"/>
                  <a:pt x="307692" y="39972"/>
                </a:cubicBezTo>
                <a:cubicBezTo>
                  <a:pt x="310334" y="38539"/>
                  <a:pt x="313044" y="37482"/>
                  <a:pt x="315825" y="36801"/>
                </a:cubicBezTo>
                <a:cubicBezTo>
                  <a:pt x="318605" y="36117"/>
                  <a:pt x="321559" y="35775"/>
                  <a:pt x="324687" y="35775"/>
                </a:cubicBezTo>
                <a:cubicBezTo>
                  <a:pt x="331498" y="35775"/>
                  <a:pt x="337302" y="37054"/>
                  <a:pt x="342098" y="39611"/>
                </a:cubicBezTo>
                <a:cubicBezTo>
                  <a:pt x="346894" y="42169"/>
                  <a:pt x="350803" y="45666"/>
                  <a:pt x="353827" y="50101"/>
                </a:cubicBezTo>
                <a:cubicBezTo>
                  <a:pt x="356850" y="54535"/>
                  <a:pt x="359040" y="59702"/>
                  <a:pt x="360395" y="65603"/>
                </a:cubicBezTo>
                <a:cubicBezTo>
                  <a:pt x="361751" y="71501"/>
                  <a:pt x="362428" y="77794"/>
                  <a:pt x="362428" y="84481"/>
                </a:cubicBezTo>
                <a:moveTo>
                  <a:pt x="349396" y="86423"/>
                </a:moveTo>
                <a:cubicBezTo>
                  <a:pt x="349396" y="81237"/>
                  <a:pt x="348979" y="76239"/>
                  <a:pt x="348145" y="71429"/>
                </a:cubicBezTo>
                <a:cubicBezTo>
                  <a:pt x="347311" y="66619"/>
                  <a:pt x="345903" y="62337"/>
                  <a:pt x="343922" y="58585"/>
                </a:cubicBezTo>
                <a:cubicBezTo>
                  <a:pt x="341941" y="54833"/>
                  <a:pt x="339300" y="51831"/>
                  <a:pt x="335999" y="49581"/>
                </a:cubicBezTo>
                <a:cubicBezTo>
                  <a:pt x="332697" y="47328"/>
                  <a:pt x="328544" y="46201"/>
                  <a:pt x="323540" y="46201"/>
                </a:cubicBezTo>
                <a:cubicBezTo>
                  <a:pt x="321037" y="46201"/>
                  <a:pt x="318587" y="46543"/>
                  <a:pt x="316189" y="47226"/>
                </a:cubicBezTo>
                <a:cubicBezTo>
                  <a:pt x="313791" y="47908"/>
                  <a:pt x="311341" y="49033"/>
                  <a:pt x="308839" y="50603"/>
                </a:cubicBezTo>
                <a:cubicBezTo>
                  <a:pt x="306337" y="52172"/>
                  <a:pt x="303730" y="54203"/>
                  <a:pt x="301020" y="56694"/>
                </a:cubicBezTo>
                <a:cubicBezTo>
                  <a:pt x="298309" y="59186"/>
                  <a:pt x="295459" y="62274"/>
                  <a:pt x="292470" y="65961"/>
                </a:cubicBezTo>
                <a:lnTo>
                  <a:pt x="292470" y="106275"/>
                </a:lnTo>
                <a:cubicBezTo>
                  <a:pt x="297683" y="112484"/>
                  <a:pt x="302671" y="117245"/>
                  <a:pt x="307432" y="120556"/>
                </a:cubicBezTo>
                <a:cubicBezTo>
                  <a:pt x="312193" y="123865"/>
                  <a:pt x="317180" y="125520"/>
                  <a:pt x="322393" y="125520"/>
                </a:cubicBezTo>
                <a:cubicBezTo>
                  <a:pt x="327189" y="125520"/>
                  <a:pt x="331307" y="124377"/>
                  <a:pt x="334748" y="122092"/>
                </a:cubicBezTo>
                <a:cubicBezTo>
                  <a:pt x="338188" y="119805"/>
                  <a:pt x="340986" y="116803"/>
                  <a:pt x="343140" y="113085"/>
                </a:cubicBezTo>
                <a:cubicBezTo>
                  <a:pt x="345295" y="109367"/>
                  <a:pt x="346876" y="105171"/>
                  <a:pt x="347884" y="100496"/>
                </a:cubicBezTo>
                <a:cubicBezTo>
                  <a:pt x="348892" y="95822"/>
                  <a:pt x="349396" y="91131"/>
                  <a:pt x="349396" y="864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437" cap="flat">
            <a:solidFill>
              <a:srgbClr val="000000"/>
            </a:solidFill>
            <a:miter/>
          </a:ln>
        </p:spPr>
      </p:sp>
      <p:sp>
        <p:nvSpPr>
          <p:cNvPr id="43" name="Text ①">
            <a:extLst xmlns:a="http://schemas.openxmlformats.org/drawingml/2006/main">
              <a:ext uri="{FF2B5EF4-FFF2-40B4-BE49-F238E27FC236}">
                <a16:creationId xmlns:a16="http://schemas.microsoft.com/office/drawing/2014/main" id="{3D264275-BFE7-4191-AA6B-0CF329B1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310" y="1393800"/>
            <a:ext cx="232498" cy="241431"/>
          </a:xfrm>
          <a:custGeom xmlns:a="http://schemas.openxmlformats.org/drawingml/2006/main">
            <a:pathLst>
              <a:path w="232498" h="241431">
                <a:moveTo>
                  <a:pt x="116249" y="231823"/>
                </a:moveTo>
                <a:cubicBezTo>
                  <a:pt x="135294" y="231823"/>
                  <a:pt x="151471" y="229304"/>
                  <a:pt x="164782" y="224266"/>
                </a:cubicBezTo>
                <a:cubicBezTo>
                  <a:pt x="178092" y="219227"/>
                  <a:pt x="188935" y="211959"/>
                  <a:pt x="197310" y="202462"/>
                </a:cubicBezTo>
                <a:cubicBezTo>
                  <a:pt x="205686" y="192967"/>
                  <a:pt x="211768" y="181343"/>
                  <a:pt x="215556" y="167591"/>
                </a:cubicBezTo>
                <a:cubicBezTo>
                  <a:pt x="219344" y="153837"/>
                  <a:pt x="221238" y="138211"/>
                  <a:pt x="221238" y="120716"/>
                </a:cubicBezTo>
                <a:cubicBezTo>
                  <a:pt x="221238" y="102947"/>
                  <a:pt x="219309" y="87170"/>
                  <a:pt x="215451" y="73384"/>
                </a:cubicBezTo>
                <a:cubicBezTo>
                  <a:pt x="211594" y="59598"/>
                  <a:pt x="205477" y="47990"/>
                  <a:pt x="197102" y="38561"/>
                </a:cubicBezTo>
                <a:cubicBezTo>
                  <a:pt x="188726" y="29131"/>
                  <a:pt x="177883" y="21948"/>
                  <a:pt x="164573" y="17012"/>
                </a:cubicBezTo>
                <a:cubicBezTo>
                  <a:pt x="151263" y="12076"/>
                  <a:pt x="135155" y="9608"/>
                  <a:pt x="116249" y="9608"/>
                </a:cubicBezTo>
                <a:cubicBezTo>
                  <a:pt x="97204" y="9608"/>
                  <a:pt x="81027" y="12127"/>
                  <a:pt x="67716" y="17166"/>
                </a:cubicBezTo>
                <a:cubicBezTo>
                  <a:pt x="54406" y="22204"/>
                  <a:pt x="43563" y="29472"/>
                  <a:pt x="35187" y="38969"/>
                </a:cubicBezTo>
                <a:cubicBezTo>
                  <a:pt x="26812" y="48465"/>
                  <a:pt x="20730" y="60107"/>
                  <a:pt x="16942" y="73895"/>
                </a:cubicBezTo>
                <a:cubicBezTo>
                  <a:pt x="13154" y="87681"/>
                  <a:pt x="11260" y="103288"/>
                  <a:pt x="11260" y="120716"/>
                </a:cubicBezTo>
                <a:cubicBezTo>
                  <a:pt x="11260" y="138484"/>
                  <a:pt x="13171" y="154261"/>
                  <a:pt x="16994" y="168048"/>
                </a:cubicBezTo>
                <a:cubicBezTo>
                  <a:pt x="20817" y="181834"/>
                  <a:pt x="26934" y="193442"/>
                  <a:pt x="35344" y="202871"/>
                </a:cubicBezTo>
                <a:cubicBezTo>
                  <a:pt x="43754" y="212300"/>
                  <a:pt x="54614" y="219483"/>
                  <a:pt x="67925" y="224419"/>
                </a:cubicBezTo>
                <a:cubicBezTo>
                  <a:pt x="81235" y="229355"/>
                  <a:pt x="97343" y="231823"/>
                  <a:pt x="116249" y="231823"/>
                </a:cubicBezTo>
                <a:moveTo>
                  <a:pt x="232498" y="119489"/>
                </a:moveTo>
                <a:cubicBezTo>
                  <a:pt x="232498" y="139728"/>
                  <a:pt x="230135" y="157479"/>
                  <a:pt x="225408" y="172743"/>
                </a:cubicBezTo>
                <a:cubicBezTo>
                  <a:pt x="220682" y="188007"/>
                  <a:pt x="213471" y="200716"/>
                  <a:pt x="203774" y="210869"/>
                </a:cubicBezTo>
                <a:cubicBezTo>
                  <a:pt x="194078" y="221023"/>
                  <a:pt x="181845" y="228655"/>
                  <a:pt x="167075" y="233765"/>
                </a:cubicBezTo>
                <a:cubicBezTo>
                  <a:pt x="152305" y="238876"/>
                  <a:pt x="134911" y="241431"/>
                  <a:pt x="114894" y="241431"/>
                </a:cubicBezTo>
                <a:cubicBezTo>
                  <a:pt x="95084" y="241431"/>
                  <a:pt x="77968" y="238791"/>
                  <a:pt x="63546" y="233510"/>
                </a:cubicBezTo>
                <a:cubicBezTo>
                  <a:pt x="49123" y="228229"/>
                  <a:pt x="37203" y="220511"/>
                  <a:pt x="27785" y="210358"/>
                </a:cubicBezTo>
                <a:cubicBezTo>
                  <a:pt x="18367" y="200205"/>
                  <a:pt x="11382" y="187718"/>
                  <a:pt x="6829" y="172896"/>
                </a:cubicBezTo>
                <a:cubicBezTo>
                  <a:pt x="2276" y="158075"/>
                  <a:pt x="0" y="141091"/>
                  <a:pt x="0" y="121942"/>
                </a:cubicBezTo>
                <a:cubicBezTo>
                  <a:pt x="0" y="101704"/>
                  <a:pt x="2363" y="83952"/>
                  <a:pt x="7090" y="68688"/>
                </a:cubicBezTo>
                <a:cubicBezTo>
                  <a:pt x="11816" y="53424"/>
                  <a:pt x="19027" y="40716"/>
                  <a:pt x="28723" y="30562"/>
                </a:cubicBezTo>
                <a:cubicBezTo>
                  <a:pt x="38419" y="20409"/>
                  <a:pt x="50653" y="12777"/>
                  <a:pt x="65423" y="7666"/>
                </a:cubicBezTo>
                <a:cubicBezTo>
                  <a:pt x="80193" y="2555"/>
                  <a:pt x="97587" y="0"/>
                  <a:pt x="117604" y="0"/>
                </a:cubicBezTo>
                <a:cubicBezTo>
                  <a:pt x="137414" y="0"/>
                  <a:pt x="154529" y="2641"/>
                  <a:pt x="168952" y="7922"/>
                </a:cubicBezTo>
                <a:cubicBezTo>
                  <a:pt x="183374" y="13203"/>
                  <a:pt x="195295" y="20920"/>
                  <a:pt x="204713" y="31073"/>
                </a:cubicBezTo>
                <a:cubicBezTo>
                  <a:pt x="214131" y="41227"/>
                  <a:pt x="221116" y="53731"/>
                  <a:pt x="225669" y="68586"/>
                </a:cubicBezTo>
                <a:cubicBezTo>
                  <a:pt x="230221" y="83441"/>
                  <a:pt x="232498" y="100409"/>
                  <a:pt x="232498" y="119489"/>
                </a:cubicBezTo>
                <a:moveTo>
                  <a:pt x="154303" y="180716"/>
                </a:moveTo>
                <a:cubicBezTo>
                  <a:pt x="154303" y="181670"/>
                  <a:pt x="154199" y="182470"/>
                  <a:pt x="153991" y="183118"/>
                </a:cubicBezTo>
                <a:cubicBezTo>
                  <a:pt x="153782" y="183765"/>
                  <a:pt x="153504" y="184293"/>
                  <a:pt x="153157" y="184702"/>
                </a:cubicBezTo>
                <a:cubicBezTo>
                  <a:pt x="152809" y="185111"/>
                  <a:pt x="152427" y="185401"/>
                  <a:pt x="152010" y="185571"/>
                </a:cubicBezTo>
                <a:cubicBezTo>
                  <a:pt x="151593" y="185741"/>
                  <a:pt x="151176" y="185827"/>
                  <a:pt x="150759" y="185827"/>
                </a:cubicBezTo>
                <a:lnTo>
                  <a:pt x="82365" y="185827"/>
                </a:lnTo>
                <a:cubicBezTo>
                  <a:pt x="81948" y="185827"/>
                  <a:pt x="81548" y="185741"/>
                  <a:pt x="81166" y="185571"/>
                </a:cubicBezTo>
                <a:cubicBezTo>
                  <a:pt x="80783" y="185401"/>
                  <a:pt x="80419" y="185111"/>
                  <a:pt x="80071" y="184702"/>
                </a:cubicBezTo>
                <a:cubicBezTo>
                  <a:pt x="79723" y="184293"/>
                  <a:pt x="79445" y="183765"/>
                  <a:pt x="79237" y="183118"/>
                </a:cubicBezTo>
                <a:cubicBezTo>
                  <a:pt x="79028" y="182470"/>
                  <a:pt x="78924" y="181670"/>
                  <a:pt x="78924" y="180716"/>
                </a:cubicBezTo>
                <a:cubicBezTo>
                  <a:pt x="78924" y="179898"/>
                  <a:pt x="79011" y="179149"/>
                  <a:pt x="79185" y="178467"/>
                </a:cubicBezTo>
                <a:cubicBezTo>
                  <a:pt x="79359" y="177786"/>
                  <a:pt x="79602" y="177223"/>
                  <a:pt x="79915" y="176781"/>
                </a:cubicBezTo>
                <a:cubicBezTo>
                  <a:pt x="80227" y="176338"/>
                  <a:pt x="80592" y="175997"/>
                  <a:pt x="81009" y="175758"/>
                </a:cubicBezTo>
                <a:cubicBezTo>
                  <a:pt x="81426" y="175520"/>
                  <a:pt x="81878" y="175401"/>
                  <a:pt x="82365" y="175401"/>
                </a:cubicBezTo>
                <a:lnTo>
                  <a:pt x="112287" y="175401"/>
                </a:lnTo>
                <a:lnTo>
                  <a:pt x="112287" y="66848"/>
                </a:lnTo>
                <a:lnTo>
                  <a:pt x="83720" y="84021"/>
                </a:lnTo>
                <a:cubicBezTo>
                  <a:pt x="82608" y="84702"/>
                  <a:pt x="81704" y="85094"/>
                  <a:pt x="81009" y="85196"/>
                </a:cubicBezTo>
                <a:cubicBezTo>
                  <a:pt x="80314" y="85298"/>
                  <a:pt x="79758" y="85179"/>
                  <a:pt x="79341" y="84838"/>
                </a:cubicBezTo>
                <a:cubicBezTo>
                  <a:pt x="78924" y="84498"/>
                  <a:pt x="78646" y="83934"/>
                  <a:pt x="78507" y="83149"/>
                </a:cubicBezTo>
                <a:cubicBezTo>
                  <a:pt x="78368" y="82363"/>
                  <a:pt x="78299" y="81423"/>
                  <a:pt x="78299" y="80328"/>
                </a:cubicBezTo>
                <a:cubicBezTo>
                  <a:pt x="78299" y="79440"/>
                  <a:pt x="78333" y="78671"/>
                  <a:pt x="78403" y="78022"/>
                </a:cubicBezTo>
                <a:cubicBezTo>
                  <a:pt x="78472" y="77372"/>
                  <a:pt x="78611" y="76808"/>
                  <a:pt x="78820" y="76329"/>
                </a:cubicBezTo>
                <a:cubicBezTo>
                  <a:pt x="79028" y="75850"/>
                  <a:pt x="79289" y="75440"/>
                  <a:pt x="79602" y="75099"/>
                </a:cubicBezTo>
                <a:cubicBezTo>
                  <a:pt x="79915" y="74756"/>
                  <a:pt x="80314" y="74415"/>
                  <a:pt x="80801" y="74074"/>
                </a:cubicBezTo>
                <a:lnTo>
                  <a:pt x="113121" y="53768"/>
                </a:lnTo>
                <a:cubicBezTo>
                  <a:pt x="113330" y="53632"/>
                  <a:pt x="113608" y="53496"/>
                  <a:pt x="113955" y="53359"/>
                </a:cubicBezTo>
                <a:cubicBezTo>
                  <a:pt x="114303" y="53221"/>
                  <a:pt x="114720" y="53101"/>
                  <a:pt x="115206" y="52998"/>
                </a:cubicBezTo>
                <a:cubicBezTo>
                  <a:pt x="115693" y="52896"/>
                  <a:pt x="116214" y="52828"/>
                  <a:pt x="116770" y="52794"/>
                </a:cubicBezTo>
                <a:cubicBezTo>
                  <a:pt x="117326" y="52760"/>
                  <a:pt x="117987" y="52743"/>
                  <a:pt x="118751" y="52743"/>
                </a:cubicBezTo>
                <a:cubicBezTo>
                  <a:pt x="119933" y="52743"/>
                  <a:pt x="120941" y="52811"/>
                  <a:pt x="121775" y="52947"/>
                </a:cubicBezTo>
                <a:cubicBezTo>
                  <a:pt x="122609" y="53084"/>
                  <a:pt x="123269" y="53254"/>
                  <a:pt x="123756" y="53458"/>
                </a:cubicBezTo>
                <a:cubicBezTo>
                  <a:pt x="124242" y="53663"/>
                  <a:pt x="124590" y="53935"/>
                  <a:pt x="124798" y="54276"/>
                </a:cubicBezTo>
                <a:cubicBezTo>
                  <a:pt x="125007" y="54617"/>
                  <a:pt x="125111" y="54992"/>
                  <a:pt x="125111" y="55400"/>
                </a:cubicBezTo>
                <a:lnTo>
                  <a:pt x="125111" y="175401"/>
                </a:lnTo>
                <a:lnTo>
                  <a:pt x="150759" y="175401"/>
                </a:lnTo>
                <a:cubicBezTo>
                  <a:pt x="151245" y="175401"/>
                  <a:pt x="151714" y="175520"/>
                  <a:pt x="152166" y="175758"/>
                </a:cubicBezTo>
                <a:cubicBezTo>
                  <a:pt x="152618" y="175997"/>
                  <a:pt x="153000" y="176338"/>
                  <a:pt x="153313" y="176781"/>
                </a:cubicBezTo>
                <a:cubicBezTo>
                  <a:pt x="153626" y="177223"/>
                  <a:pt x="153869" y="177786"/>
                  <a:pt x="154043" y="178467"/>
                </a:cubicBezTo>
                <a:cubicBezTo>
                  <a:pt x="154217" y="179149"/>
                  <a:pt x="154303" y="179898"/>
                  <a:pt x="154303" y="18071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①">
            <a:extLst xmlns:a="http://schemas.openxmlformats.org/drawingml/2006/main">
              <a:ext uri="{FF2B5EF4-FFF2-40B4-BE49-F238E27FC236}">
                <a16:creationId xmlns:a16="http://schemas.microsoft.com/office/drawing/2014/main" id="{CF807F53-02B9-444D-B802-6B98A955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310" y="1393800"/>
            <a:ext cx="232498" cy="241431"/>
          </a:xfrm>
          <a:custGeom xmlns:a="http://schemas.openxmlformats.org/drawingml/2006/main">
            <a:pathLst>
              <a:path w="232498" h="241431" fill="none">
                <a:moveTo>
                  <a:pt x="116249" y="231823"/>
                </a:moveTo>
                <a:cubicBezTo>
                  <a:pt x="135294" y="231823"/>
                  <a:pt x="151471" y="229304"/>
                  <a:pt x="164782" y="224266"/>
                </a:cubicBezTo>
                <a:cubicBezTo>
                  <a:pt x="178092" y="219227"/>
                  <a:pt x="188935" y="211959"/>
                  <a:pt x="197310" y="202462"/>
                </a:cubicBezTo>
                <a:cubicBezTo>
                  <a:pt x="205686" y="192967"/>
                  <a:pt x="211768" y="181343"/>
                  <a:pt x="215556" y="167591"/>
                </a:cubicBezTo>
                <a:cubicBezTo>
                  <a:pt x="219344" y="153837"/>
                  <a:pt x="221238" y="138211"/>
                  <a:pt x="221238" y="120716"/>
                </a:cubicBezTo>
                <a:cubicBezTo>
                  <a:pt x="221238" y="102947"/>
                  <a:pt x="219309" y="87170"/>
                  <a:pt x="215451" y="73384"/>
                </a:cubicBezTo>
                <a:cubicBezTo>
                  <a:pt x="211594" y="59598"/>
                  <a:pt x="205477" y="47990"/>
                  <a:pt x="197102" y="38561"/>
                </a:cubicBezTo>
                <a:cubicBezTo>
                  <a:pt x="188726" y="29131"/>
                  <a:pt x="177883" y="21948"/>
                  <a:pt x="164573" y="17012"/>
                </a:cubicBezTo>
                <a:cubicBezTo>
                  <a:pt x="151263" y="12076"/>
                  <a:pt x="135155" y="9608"/>
                  <a:pt x="116249" y="9608"/>
                </a:cubicBezTo>
                <a:cubicBezTo>
                  <a:pt x="97204" y="9608"/>
                  <a:pt x="81027" y="12127"/>
                  <a:pt x="67716" y="17166"/>
                </a:cubicBezTo>
                <a:cubicBezTo>
                  <a:pt x="54406" y="22204"/>
                  <a:pt x="43563" y="29472"/>
                  <a:pt x="35187" y="38969"/>
                </a:cubicBezTo>
                <a:cubicBezTo>
                  <a:pt x="26812" y="48465"/>
                  <a:pt x="20730" y="60107"/>
                  <a:pt x="16942" y="73895"/>
                </a:cubicBezTo>
                <a:cubicBezTo>
                  <a:pt x="13154" y="87681"/>
                  <a:pt x="11260" y="103288"/>
                  <a:pt x="11260" y="120716"/>
                </a:cubicBezTo>
                <a:cubicBezTo>
                  <a:pt x="11260" y="138484"/>
                  <a:pt x="13171" y="154261"/>
                  <a:pt x="16994" y="168048"/>
                </a:cubicBezTo>
                <a:cubicBezTo>
                  <a:pt x="20817" y="181834"/>
                  <a:pt x="26934" y="193442"/>
                  <a:pt x="35344" y="202871"/>
                </a:cubicBezTo>
                <a:cubicBezTo>
                  <a:pt x="43754" y="212300"/>
                  <a:pt x="54614" y="219483"/>
                  <a:pt x="67925" y="224419"/>
                </a:cubicBezTo>
                <a:cubicBezTo>
                  <a:pt x="81235" y="229355"/>
                  <a:pt x="97343" y="231823"/>
                  <a:pt x="116249" y="231823"/>
                </a:cubicBezTo>
                <a:moveTo>
                  <a:pt x="232498" y="119489"/>
                </a:moveTo>
                <a:cubicBezTo>
                  <a:pt x="232498" y="139728"/>
                  <a:pt x="230135" y="157479"/>
                  <a:pt x="225408" y="172743"/>
                </a:cubicBezTo>
                <a:cubicBezTo>
                  <a:pt x="220682" y="188007"/>
                  <a:pt x="213471" y="200716"/>
                  <a:pt x="203774" y="210869"/>
                </a:cubicBezTo>
                <a:cubicBezTo>
                  <a:pt x="194078" y="221023"/>
                  <a:pt x="181845" y="228655"/>
                  <a:pt x="167075" y="233765"/>
                </a:cubicBezTo>
                <a:cubicBezTo>
                  <a:pt x="152305" y="238876"/>
                  <a:pt x="134911" y="241431"/>
                  <a:pt x="114894" y="241431"/>
                </a:cubicBezTo>
                <a:cubicBezTo>
                  <a:pt x="95084" y="241431"/>
                  <a:pt x="77968" y="238791"/>
                  <a:pt x="63546" y="233510"/>
                </a:cubicBezTo>
                <a:cubicBezTo>
                  <a:pt x="49123" y="228229"/>
                  <a:pt x="37203" y="220511"/>
                  <a:pt x="27785" y="210358"/>
                </a:cubicBezTo>
                <a:cubicBezTo>
                  <a:pt x="18367" y="200205"/>
                  <a:pt x="11382" y="187718"/>
                  <a:pt x="6829" y="172896"/>
                </a:cubicBezTo>
                <a:cubicBezTo>
                  <a:pt x="2276" y="158075"/>
                  <a:pt x="0" y="141091"/>
                  <a:pt x="0" y="121942"/>
                </a:cubicBezTo>
                <a:cubicBezTo>
                  <a:pt x="0" y="101704"/>
                  <a:pt x="2363" y="83952"/>
                  <a:pt x="7090" y="68688"/>
                </a:cubicBezTo>
                <a:cubicBezTo>
                  <a:pt x="11816" y="53424"/>
                  <a:pt x="19027" y="40716"/>
                  <a:pt x="28723" y="30562"/>
                </a:cubicBezTo>
                <a:cubicBezTo>
                  <a:pt x="38419" y="20409"/>
                  <a:pt x="50653" y="12777"/>
                  <a:pt x="65423" y="7666"/>
                </a:cubicBezTo>
                <a:cubicBezTo>
                  <a:pt x="80193" y="2555"/>
                  <a:pt x="97587" y="0"/>
                  <a:pt x="117604" y="0"/>
                </a:cubicBezTo>
                <a:cubicBezTo>
                  <a:pt x="137414" y="0"/>
                  <a:pt x="154529" y="2641"/>
                  <a:pt x="168952" y="7922"/>
                </a:cubicBezTo>
                <a:cubicBezTo>
                  <a:pt x="183374" y="13203"/>
                  <a:pt x="195295" y="20920"/>
                  <a:pt x="204713" y="31073"/>
                </a:cubicBezTo>
                <a:cubicBezTo>
                  <a:pt x="214131" y="41227"/>
                  <a:pt x="221116" y="53731"/>
                  <a:pt x="225669" y="68586"/>
                </a:cubicBezTo>
                <a:cubicBezTo>
                  <a:pt x="230221" y="83441"/>
                  <a:pt x="232498" y="100409"/>
                  <a:pt x="232498" y="119489"/>
                </a:cubicBezTo>
                <a:moveTo>
                  <a:pt x="154303" y="180716"/>
                </a:moveTo>
                <a:cubicBezTo>
                  <a:pt x="154303" y="181670"/>
                  <a:pt x="154199" y="182470"/>
                  <a:pt x="153991" y="183118"/>
                </a:cubicBezTo>
                <a:cubicBezTo>
                  <a:pt x="153782" y="183765"/>
                  <a:pt x="153504" y="184293"/>
                  <a:pt x="153157" y="184702"/>
                </a:cubicBezTo>
                <a:cubicBezTo>
                  <a:pt x="152809" y="185111"/>
                  <a:pt x="152427" y="185401"/>
                  <a:pt x="152010" y="185571"/>
                </a:cubicBezTo>
                <a:cubicBezTo>
                  <a:pt x="151593" y="185741"/>
                  <a:pt x="151176" y="185827"/>
                  <a:pt x="150759" y="185827"/>
                </a:cubicBezTo>
                <a:lnTo>
                  <a:pt x="82365" y="185827"/>
                </a:lnTo>
                <a:cubicBezTo>
                  <a:pt x="81948" y="185827"/>
                  <a:pt x="81548" y="185741"/>
                  <a:pt x="81166" y="185571"/>
                </a:cubicBezTo>
                <a:cubicBezTo>
                  <a:pt x="80783" y="185401"/>
                  <a:pt x="80419" y="185111"/>
                  <a:pt x="80071" y="184702"/>
                </a:cubicBezTo>
                <a:cubicBezTo>
                  <a:pt x="79723" y="184293"/>
                  <a:pt x="79445" y="183765"/>
                  <a:pt x="79237" y="183118"/>
                </a:cubicBezTo>
                <a:cubicBezTo>
                  <a:pt x="79028" y="182470"/>
                  <a:pt x="78924" y="181670"/>
                  <a:pt x="78924" y="180716"/>
                </a:cubicBezTo>
                <a:cubicBezTo>
                  <a:pt x="78924" y="179898"/>
                  <a:pt x="79011" y="179149"/>
                  <a:pt x="79185" y="178467"/>
                </a:cubicBezTo>
                <a:cubicBezTo>
                  <a:pt x="79359" y="177786"/>
                  <a:pt x="79602" y="177223"/>
                  <a:pt x="79915" y="176781"/>
                </a:cubicBezTo>
                <a:cubicBezTo>
                  <a:pt x="80227" y="176338"/>
                  <a:pt x="80592" y="175997"/>
                  <a:pt x="81009" y="175758"/>
                </a:cubicBezTo>
                <a:cubicBezTo>
                  <a:pt x="81426" y="175520"/>
                  <a:pt x="81878" y="175401"/>
                  <a:pt x="82365" y="175401"/>
                </a:cubicBezTo>
                <a:lnTo>
                  <a:pt x="112287" y="175401"/>
                </a:lnTo>
                <a:lnTo>
                  <a:pt x="112287" y="66848"/>
                </a:lnTo>
                <a:lnTo>
                  <a:pt x="83720" y="84021"/>
                </a:lnTo>
                <a:cubicBezTo>
                  <a:pt x="82608" y="84702"/>
                  <a:pt x="81704" y="85094"/>
                  <a:pt x="81009" y="85196"/>
                </a:cubicBezTo>
                <a:cubicBezTo>
                  <a:pt x="80314" y="85298"/>
                  <a:pt x="79758" y="85179"/>
                  <a:pt x="79341" y="84838"/>
                </a:cubicBezTo>
                <a:cubicBezTo>
                  <a:pt x="78924" y="84498"/>
                  <a:pt x="78646" y="83934"/>
                  <a:pt x="78507" y="83149"/>
                </a:cubicBezTo>
                <a:cubicBezTo>
                  <a:pt x="78368" y="82363"/>
                  <a:pt x="78299" y="81423"/>
                  <a:pt x="78299" y="80328"/>
                </a:cubicBezTo>
                <a:cubicBezTo>
                  <a:pt x="78299" y="79440"/>
                  <a:pt x="78333" y="78671"/>
                  <a:pt x="78403" y="78022"/>
                </a:cubicBezTo>
                <a:cubicBezTo>
                  <a:pt x="78472" y="77372"/>
                  <a:pt x="78611" y="76808"/>
                  <a:pt x="78820" y="76329"/>
                </a:cubicBezTo>
                <a:cubicBezTo>
                  <a:pt x="79028" y="75850"/>
                  <a:pt x="79289" y="75440"/>
                  <a:pt x="79602" y="75099"/>
                </a:cubicBezTo>
                <a:cubicBezTo>
                  <a:pt x="79915" y="74756"/>
                  <a:pt x="80314" y="74415"/>
                  <a:pt x="80801" y="74074"/>
                </a:cubicBezTo>
                <a:lnTo>
                  <a:pt x="113121" y="53768"/>
                </a:lnTo>
                <a:cubicBezTo>
                  <a:pt x="113330" y="53632"/>
                  <a:pt x="113608" y="53496"/>
                  <a:pt x="113955" y="53359"/>
                </a:cubicBezTo>
                <a:cubicBezTo>
                  <a:pt x="114303" y="53221"/>
                  <a:pt x="114720" y="53101"/>
                  <a:pt x="115206" y="52998"/>
                </a:cubicBezTo>
                <a:cubicBezTo>
                  <a:pt x="115693" y="52896"/>
                  <a:pt x="116214" y="52828"/>
                  <a:pt x="116770" y="52794"/>
                </a:cubicBezTo>
                <a:cubicBezTo>
                  <a:pt x="117326" y="52760"/>
                  <a:pt x="117987" y="52743"/>
                  <a:pt x="118751" y="52743"/>
                </a:cubicBezTo>
                <a:cubicBezTo>
                  <a:pt x="119933" y="52743"/>
                  <a:pt x="120941" y="52811"/>
                  <a:pt x="121775" y="52947"/>
                </a:cubicBezTo>
                <a:cubicBezTo>
                  <a:pt x="122609" y="53084"/>
                  <a:pt x="123269" y="53254"/>
                  <a:pt x="123756" y="53458"/>
                </a:cubicBezTo>
                <a:cubicBezTo>
                  <a:pt x="124242" y="53663"/>
                  <a:pt x="124590" y="53935"/>
                  <a:pt x="124798" y="54276"/>
                </a:cubicBezTo>
                <a:cubicBezTo>
                  <a:pt x="125007" y="54617"/>
                  <a:pt x="125111" y="54992"/>
                  <a:pt x="125111" y="55400"/>
                </a:cubicBezTo>
                <a:lnTo>
                  <a:pt x="125111" y="175401"/>
                </a:lnTo>
                <a:lnTo>
                  <a:pt x="150759" y="175401"/>
                </a:lnTo>
                <a:cubicBezTo>
                  <a:pt x="151245" y="175401"/>
                  <a:pt x="151714" y="175520"/>
                  <a:pt x="152166" y="175758"/>
                </a:cubicBezTo>
                <a:cubicBezTo>
                  <a:pt x="152618" y="175997"/>
                  <a:pt x="153000" y="176338"/>
                  <a:pt x="153313" y="176781"/>
                </a:cubicBezTo>
                <a:cubicBezTo>
                  <a:pt x="153626" y="177223"/>
                  <a:pt x="153869" y="177786"/>
                  <a:pt x="154043" y="178467"/>
                </a:cubicBezTo>
                <a:cubicBezTo>
                  <a:pt x="154217" y="179149"/>
                  <a:pt x="154303" y="179898"/>
                  <a:pt x="154303" y="18071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437" cap="flat">
            <a:solidFill>
              <a:srgbClr val="000000"/>
            </a:solidFill>
            <a:miter/>
          </a:ln>
        </p:spPr>
      </p:sp>
      <p:sp>
        <p:nvSpPr>
          <p:cNvPr id="45" name="Text :Sampling">
            <a:extLst xmlns:a="http://schemas.openxmlformats.org/drawingml/2006/main">
              <a:ext uri="{FF2B5EF4-FFF2-40B4-BE49-F238E27FC236}">
                <a16:creationId xmlns:a16="http://schemas.microsoft.com/office/drawing/2014/main" id="{96FD2890-21AA-4871-8A37-571C4C56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888" y="1441841"/>
            <a:ext cx="859218" cy="179898"/>
          </a:xfrm>
          <a:custGeom xmlns:a="http://schemas.openxmlformats.org/drawingml/2006/main">
            <a:pathLst>
              <a:path w="859218" h="179898">
                <a:moveTo>
                  <a:pt x="17828" y="60000"/>
                </a:moveTo>
                <a:cubicBezTo>
                  <a:pt x="17828" y="61840"/>
                  <a:pt x="17707" y="63390"/>
                  <a:pt x="17463" y="64651"/>
                </a:cubicBezTo>
                <a:cubicBezTo>
                  <a:pt x="17220" y="65912"/>
                  <a:pt x="16751" y="66917"/>
                  <a:pt x="16056" y="67666"/>
                </a:cubicBezTo>
                <a:cubicBezTo>
                  <a:pt x="15361" y="68416"/>
                  <a:pt x="14440" y="68944"/>
                  <a:pt x="13293" y="69251"/>
                </a:cubicBezTo>
                <a:cubicBezTo>
                  <a:pt x="12146" y="69557"/>
                  <a:pt x="10669" y="69711"/>
                  <a:pt x="8862" y="69711"/>
                </a:cubicBezTo>
                <a:cubicBezTo>
                  <a:pt x="7055" y="69711"/>
                  <a:pt x="5595" y="69557"/>
                  <a:pt x="4483" y="69251"/>
                </a:cubicBezTo>
                <a:cubicBezTo>
                  <a:pt x="3371" y="68944"/>
                  <a:pt x="2467" y="68416"/>
                  <a:pt x="1772" y="67666"/>
                </a:cubicBezTo>
                <a:cubicBezTo>
                  <a:pt x="1077" y="66917"/>
                  <a:pt x="608" y="65912"/>
                  <a:pt x="365" y="64651"/>
                </a:cubicBezTo>
                <a:cubicBezTo>
                  <a:pt x="122" y="63390"/>
                  <a:pt x="0" y="61840"/>
                  <a:pt x="0" y="60000"/>
                </a:cubicBezTo>
                <a:cubicBezTo>
                  <a:pt x="0" y="58024"/>
                  <a:pt x="122" y="56406"/>
                  <a:pt x="365" y="55145"/>
                </a:cubicBezTo>
                <a:cubicBezTo>
                  <a:pt x="608" y="53884"/>
                  <a:pt x="1077" y="52879"/>
                  <a:pt x="1772" y="52130"/>
                </a:cubicBezTo>
                <a:cubicBezTo>
                  <a:pt x="2467" y="51380"/>
                  <a:pt x="3371" y="50852"/>
                  <a:pt x="4483" y="50545"/>
                </a:cubicBezTo>
                <a:cubicBezTo>
                  <a:pt x="5595" y="50239"/>
                  <a:pt x="7055" y="50085"/>
                  <a:pt x="8862" y="50085"/>
                </a:cubicBezTo>
                <a:cubicBezTo>
                  <a:pt x="10669" y="50085"/>
                  <a:pt x="12146" y="50239"/>
                  <a:pt x="13293" y="50545"/>
                </a:cubicBezTo>
                <a:cubicBezTo>
                  <a:pt x="14440" y="50852"/>
                  <a:pt x="15361" y="51380"/>
                  <a:pt x="16056" y="52130"/>
                </a:cubicBezTo>
                <a:cubicBezTo>
                  <a:pt x="16751" y="52879"/>
                  <a:pt x="17220" y="53884"/>
                  <a:pt x="17463" y="55145"/>
                </a:cubicBezTo>
                <a:cubicBezTo>
                  <a:pt x="17707" y="56406"/>
                  <a:pt x="17828" y="58024"/>
                  <a:pt x="17828" y="60000"/>
                </a:cubicBezTo>
                <a:moveTo>
                  <a:pt x="17828" y="133493"/>
                </a:moveTo>
                <a:cubicBezTo>
                  <a:pt x="17828" y="135401"/>
                  <a:pt x="17707" y="136985"/>
                  <a:pt x="17463" y="138246"/>
                </a:cubicBezTo>
                <a:cubicBezTo>
                  <a:pt x="17220" y="139506"/>
                  <a:pt x="16751" y="140511"/>
                  <a:pt x="16056" y="141261"/>
                </a:cubicBezTo>
                <a:cubicBezTo>
                  <a:pt x="15361" y="142010"/>
                  <a:pt x="14440" y="142539"/>
                  <a:pt x="13293" y="142845"/>
                </a:cubicBezTo>
                <a:cubicBezTo>
                  <a:pt x="12146" y="143152"/>
                  <a:pt x="10669" y="143305"/>
                  <a:pt x="8862" y="143305"/>
                </a:cubicBezTo>
                <a:cubicBezTo>
                  <a:pt x="7055" y="143305"/>
                  <a:pt x="5595" y="143152"/>
                  <a:pt x="4483" y="142845"/>
                </a:cubicBezTo>
                <a:cubicBezTo>
                  <a:pt x="3371" y="142539"/>
                  <a:pt x="2467" y="142010"/>
                  <a:pt x="1772" y="141261"/>
                </a:cubicBezTo>
                <a:cubicBezTo>
                  <a:pt x="1077" y="140511"/>
                  <a:pt x="608" y="139506"/>
                  <a:pt x="365" y="138246"/>
                </a:cubicBezTo>
                <a:cubicBezTo>
                  <a:pt x="122" y="136985"/>
                  <a:pt x="0" y="135401"/>
                  <a:pt x="0" y="133493"/>
                </a:cubicBezTo>
                <a:cubicBezTo>
                  <a:pt x="0" y="131585"/>
                  <a:pt x="122" y="129983"/>
                  <a:pt x="365" y="128688"/>
                </a:cubicBezTo>
                <a:cubicBezTo>
                  <a:pt x="608" y="127394"/>
                  <a:pt x="1077" y="126389"/>
                  <a:pt x="1772" y="125673"/>
                </a:cubicBezTo>
                <a:cubicBezTo>
                  <a:pt x="2467" y="124958"/>
                  <a:pt x="3371" y="124447"/>
                  <a:pt x="4483" y="124140"/>
                </a:cubicBezTo>
                <a:cubicBezTo>
                  <a:pt x="5595" y="123833"/>
                  <a:pt x="7055" y="123680"/>
                  <a:pt x="8862" y="123680"/>
                </a:cubicBezTo>
                <a:cubicBezTo>
                  <a:pt x="10669" y="123680"/>
                  <a:pt x="12146" y="123833"/>
                  <a:pt x="13293" y="124140"/>
                </a:cubicBezTo>
                <a:cubicBezTo>
                  <a:pt x="14440" y="124447"/>
                  <a:pt x="15361" y="124958"/>
                  <a:pt x="16056" y="125673"/>
                </a:cubicBezTo>
                <a:cubicBezTo>
                  <a:pt x="16751" y="126389"/>
                  <a:pt x="17220" y="127394"/>
                  <a:pt x="17463" y="128688"/>
                </a:cubicBezTo>
                <a:cubicBezTo>
                  <a:pt x="17707" y="129983"/>
                  <a:pt x="17828" y="131585"/>
                  <a:pt x="17828" y="133493"/>
                </a:cubicBezTo>
                <a:close/>
                <a:moveTo>
                  <a:pt x="169809" y="106767"/>
                </a:moveTo>
                <a:cubicBezTo>
                  <a:pt x="169809" y="112635"/>
                  <a:pt x="168732" y="117890"/>
                  <a:pt x="166577" y="122530"/>
                </a:cubicBezTo>
                <a:cubicBezTo>
                  <a:pt x="164423" y="127168"/>
                  <a:pt x="161399" y="131108"/>
                  <a:pt x="157507" y="134349"/>
                </a:cubicBezTo>
                <a:cubicBezTo>
                  <a:pt x="153615" y="137590"/>
                  <a:pt x="148992" y="140063"/>
                  <a:pt x="143640" y="141769"/>
                </a:cubicBezTo>
                <a:cubicBezTo>
                  <a:pt x="138288" y="143474"/>
                  <a:pt x="132450" y="144327"/>
                  <a:pt x="126125" y="144327"/>
                </a:cubicBezTo>
                <a:cubicBezTo>
                  <a:pt x="121816" y="144327"/>
                  <a:pt x="117749" y="143931"/>
                  <a:pt x="113927" y="143139"/>
                </a:cubicBezTo>
                <a:cubicBezTo>
                  <a:pt x="110104" y="142349"/>
                  <a:pt x="106698" y="141405"/>
                  <a:pt x="103709" y="140306"/>
                </a:cubicBezTo>
                <a:cubicBezTo>
                  <a:pt x="100720" y="139205"/>
                  <a:pt x="98201" y="138088"/>
                  <a:pt x="96150" y="136955"/>
                </a:cubicBezTo>
                <a:cubicBezTo>
                  <a:pt x="94100" y="135820"/>
                  <a:pt x="92693" y="134858"/>
                  <a:pt x="91928" y="134068"/>
                </a:cubicBezTo>
                <a:cubicBezTo>
                  <a:pt x="91163" y="133275"/>
                  <a:pt x="90607" y="132351"/>
                  <a:pt x="90260" y="131295"/>
                </a:cubicBezTo>
                <a:cubicBezTo>
                  <a:pt x="89912" y="130239"/>
                  <a:pt x="89738" y="128927"/>
                  <a:pt x="89738" y="127360"/>
                </a:cubicBezTo>
                <a:cubicBezTo>
                  <a:pt x="89738" y="126201"/>
                  <a:pt x="89808" y="125247"/>
                  <a:pt x="89947" y="124498"/>
                </a:cubicBezTo>
                <a:cubicBezTo>
                  <a:pt x="90086" y="123748"/>
                  <a:pt x="90277" y="123135"/>
                  <a:pt x="90520" y="122658"/>
                </a:cubicBezTo>
                <a:cubicBezTo>
                  <a:pt x="90764" y="122181"/>
                  <a:pt x="91076" y="121857"/>
                  <a:pt x="91459" y="121687"/>
                </a:cubicBezTo>
                <a:cubicBezTo>
                  <a:pt x="91841" y="121516"/>
                  <a:pt x="92241" y="121431"/>
                  <a:pt x="92658" y="121431"/>
                </a:cubicBezTo>
                <a:cubicBezTo>
                  <a:pt x="93631" y="121431"/>
                  <a:pt x="95004" y="122033"/>
                  <a:pt x="96776" y="123236"/>
                </a:cubicBezTo>
                <a:cubicBezTo>
                  <a:pt x="98548" y="124439"/>
                  <a:pt x="100842" y="125746"/>
                  <a:pt x="103657" y="127155"/>
                </a:cubicBezTo>
                <a:cubicBezTo>
                  <a:pt x="106472" y="128565"/>
                  <a:pt x="109843" y="129871"/>
                  <a:pt x="113770" y="131075"/>
                </a:cubicBezTo>
                <a:cubicBezTo>
                  <a:pt x="117697" y="132278"/>
                  <a:pt x="122267" y="132879"/>
                  <a:pt x="127480" y="132879"/>
                </a:cubicBezTo>
                <a:cubicBezTo>
                  <a:pt x="131720" y="132879"/>
                  <a:pt x="135613" y="132316"/>
                  <a:pt x="139157" y="131190"/>
                </a:cubicBezTo>
                <a:cubicBezTo>
                  <a:pt x="142702" y="130063"/>
                  <a:pt x="145760" y="128441"/>
                  <a:pt x="148332" y="126325"/>
                </a:cubicBezTo>
                <a:cubicBezTo>
                  <a:pt x="150904" y="124206"/>
                  <a:pt x="152902" y="121593"/>
                  <a:pt x="154327" y="118486"/>
                </a:cubicBezTo>
                <a:cubicBezTo>
                  <a:pt x="155752" y="115379"/>
                  <a:pt x="156464" y="111845"/>
                  <a:pt x="156464" y="107885"/>
                </a:cubicBezTo>
                <a:cubicBezTo>
                  <a:pt x="156464" y="103790"/>
                  <a:pt x="155561" y="100275"/>
                  <a:pt x="153754" y="97340"/>
                </a:cubicBezTo>
                <a:cubicBezTo>
                  <a:pt x="151946" y="94404"/>
                  <a:pt x="149566" y="91827"/>
                  <a:pt x="146612" y="89610"/>
                </a:cubicBezTo>
                <a:cubicBezTo>
                  <a:pt x="143658" y="87392"/>
                  <a:pt x="140304" y="85378"/>
                  <a:pt x="136551" y="83570"/>
                </a:cubicBezTo>
                <a:cubicBezTo>
                  <a:pt x="132798" y="81760"/>
                  <a:pt x="128957" y="79951"/>
                  <a:pt x="125030" y="78143"/>
                </a:cubicBezTo>
                <a:cubicBezTo>
                  <a:pt x="121103" y="76333"/>
                  <a:pt x="117263" y="74371"/>
                  <a:pt x="113510" y="72256"/>
                </a:cubicBezTo>
                <a:cubicBezTo>
                  <a:pt x="109756" y="70140"/>
                  <a:pt x="106403" y="67665"/>
                  <a:pt x="103449" y="64833"/>
                </a:cubicBezTo>
                <a:cubicBezTo>
                  <a:pt x="100495" y="61999"/>
                  <a:pt x="98114" y="58670"/>
                  <a:pt x="96307" y="54848"/>
                </a:cubicBezTo>
                <a:cubicBezTo>
                  <a:pt x="94500" y="51025"/>
                  <a:pt x="93596" y="46488"/>
                  <a:pt x="93596" y="41234"/>
                </a:cubicBezTo>
                <a:cubicBezTo>
                  <a:pt x="93596" y="36117"/>
                  <a:pt x="94534" y="31529"/>
                  <a:pt x="96411" y="27470"/>
                </a:cubicBezTo>
                <a:cubicBezTo>
                  <a:pt x="98288" y="23409"/>
                  <a:pt x="100929" y="19964"/>
                  <a:pt x="104335" y="17134"/>
                </a:cubicBezTo>
                <a:cubicBezTo>
                  <a:pt x="107741" y="14302"/>
                  <a:pt x="111824" y="12135"/>
                  <a:pt x="116585" y="10634"/>
                </a:cubicBezTo>
                <a:cubicBezTo>
                  <a:pt x="121346" y="9132"/>
                  <a:pt x="126577" y="8382"/>
                  <a:pt x="132276" y="8382"/>
                </a:cubicBezTo>
                <a:cubicBezTo>
                  <a:pt x="135126" y="8382"/>
                  <a:pt x="138010" y="8651"/>
                  <a:pt x="140930" y="9190"/>
                </a:cubicBezTo>
                <a:cubicBezTo>
                  <a:pt x="143849" y="9729"/>
                  <a:pt x="146612" y="10420"/>
                  <a:pt x="149218" y="11263"/>
                </a:cubicBezTo>
                <a:cubicBezTo>
                  <a:pt x="151825" y="12106"/>
                  <a:pt x="154153" y="13051"/>
                  <a:pt x="156204" y="14096"/>
                </a:cubicBezTo>
                <a:cubicBezTo>
                  <a:pt x="158254" y="15140"/>
                  <a:pt x="159609" y="15982"/>
                  <a:pt x="160270" y="16623"/>
                </a:cubicBezTo>
                <a:cubicBezTo>
                  <a:pt x="160930" y="17262"/>
                  <a:pt x="161347" y="17736"/>
                  <a:pt x="161521" y="18047"/>
                </a:cubicBezTo>
                <a:cubicBezTo>
                  <a:pt x="161695" y="18356"/>
                  <a:pt x="161851" y="18751"/>
                  <a:pt x="161990" y="19232"/>
                </a:cubicBezTo>
                <a:cubicBezTo>
                  <a:pt x="162129" y="19714"/>
                  <a:pt x="162233" y="20281"/>
                  <a:pt x="162303" y="20935"/>
                </a:cubicBezTo>
                <a:cubicBezTo>
                  <a:pt x="162372" y="21586"/>
                  <a:pt x="162407" y="22394"/>
                  <a:pt x="162407" y="23356"/>
                </a:cubicBezTo>
                <a:cubicBezTo>
                  <a:pt x="162407" y="24250"/>
                  <a:pt x="162355" y="25059"/>
                  <a:pt x="162251" y="25780"/>
                </a:cubicBezTo>
                <a:cubicBezTo>
                  <a:pt x="162146" y="26500"/>
                  <a:pt x="161990" y="27119"/>
                  <a:pt x="161782" y="27636"/>
                </a:cubicBezTo>
                <a:cubicBezTo>
                  <a:pt x="161573" y="28152"/>
                  <a:pt x="161312" y="28547"/>
                  <a:pt x="161000" y="28821"/>
                </a:cubicBezTo>
                <a:cubicBezTo>
                  <a:pt x="160687" y="29096"/>
                  <a:pt x="160322" y="29233"/>
                  <a:pt x="159905" y="29233"/>
                </a:cubicBezTo>
                <a:cubicBezTo>
                  <a:pt x="159140" y="29233"/>
                  <a:pt x="157976" y="28739"/>
                  <a:pt x="156412" y="27751"/>
                </a:cubicBezTo>
                <a:cubicBezTo>
                  <a:pt x="154848" y="26763"/>
                  <a:pt x="152885" y="25656"/>
                  <a:pt x="150522" y="24429"/>
                </a:cubicBezTo>
                <a:cubicBezTo>
                  <a:pt x="148158" y="23203"/>
                  <a:pt x="145343" y="22095"/>
                  <a:pt x="142077" y="21107"/>
                </a:cubicBezTo>
                <a:cubicBezTo>
                  <a:pt x="138810" y="20119"/>
                  <a:pt x="135091" y="19625"/>
                  <a:pt x="130921" y="19625"/>
                </a:cubicBezTo>
                <a:cubicBezTo>
                  <a:pt x="126820" y="19625"/>
                  <a:pt x="123240" y="20171"/>
                  <a:pt x="120182" y="21264"/>
                </a:cubicBezTo>
                <a:cubicBezTo>
                  <a:pt x="117124" y="22356"/>
                  <a:pt x="114587" y="23842"/>
                  <a:pt x="112571" y="25720"/>
                </a:cubicBezTo>
                <a:cubicBezTo>
                  <a:pt x="110556" y="27598"/>
                  <a:pt x="109044" y="29801"/>
                  <a:pt x="108036" y="32329"/>
                </a:cubicBezTo>
                <a:cubicBezTo>
                  <a:pt x="107028" y="34856"/>
                  <a:pt x="106524" y="37520"/>
                  <a:pt x="106524" y="40321"/>
                </a:cubicBezTo>
                <a:cubicBezTo>
                  <a:pt x="106524" y="44416"/>
                  <a:pt x="107428" y="47931"/>
                  <a:pt x="109235" y="50868"/>
                </a:cubicBezTo>
                <a:cubicBezTo>
                  <a:pt x="111042" y="53802"/>
                  <a:pt x="113440" y="56396"/>
                  <a:pt x="116429" y="58649"/>
                </a:cubicBezTo>
                <a:cubicBezTo>
                  <a:pt x="119418" y="60900"/>
                  <a:pt x="122806" y="62930"/>
                  <a:pt x="126594" y="64740"/>
                </a:cubicBezTo>
                <a:cubicBezTo>
                  <a:pt x="130382" y="66548"/>
                  <a:pt x="134240" y="68357"/>
                  <a:pt x="138167" y="70167"/>
                </a:cubicBezTo>
                <a:cubicBezTo>
                  <a:pt x="142094" y="71975"/>
                  <a:pt x="145952" y="73920"/>
                  <a:pt x="149740" y="76003"/>
                </a:cubicBezTo>
                <a:cubicBezTo>
                  <a:pt x="153528" y="78086"/>
                  <a:pt x="156916" y="80543"/>
                  <a:pt x="159905" y="83375"/>
                </a:cubicBezTo>
                <a:cubicBezTo>
                  <a:pt x="162894" y="86208"/>
                  <a:pt x="165292" y="89518"/>
                  <a:pt x="167099" y="93306"/>
                </a:cubicBezTo>
                <a:cubicBezTo>
                  <a:pt x="168906" y="97095"/>
                  <a:pt x="169809" y="101581"/>
                  <a:pt x="169809" y="106767"/>
                </a:cubicBezTo>
                <a:close/>
                <a:moveTo>
                  <a:pt x="262671" y="140443"/>
                </a:moveTo>
                <a:cubicBezTo>
                  <a:pt x="262671" y="141125"/>
                  <a:pt x="262445" y="141653"/>
                  <a:pt x="261994" y="142027"/>
                </a:cubicBezTo>
                <a:cubicBezTo>
                  <a:pt x="261542" y="142402"/>
                  <a:pt x="260951" y="142675"/>
                  <a:pt x="260221" y="142845"/>
                </a:cubicBezTo>
                <a:cubicBezTo>
                  <a:pt x="259491" y="143016"/>
                  <a:pt x="258501" y="143101"/>
                  <a:pt x="257250" y="143101"/>
                </a:cubicBezTo>
                <a:cubicBezTo>
                  <a:pt x="256068" y="143101"/>
                  <a:pt x="255060" y="143016"/>
                  <a:pt x="254226" y="142845"/>
                </a:cubicBezTo>
                <a:cubicBezTo>
                  <a:pt x="253392" y="142675"/>
                  <a:pt x="252749" y="142402"/>
                  <a:pt x="252298" y="142027"/>
                </a:cubicBezTo>
                <a:cubicBezTo>
                  <a:pt x="251846" y="141653"/>
                  <a:pt x="251620" y="141125"/>
                  <a:pt x="251620" y="140443"/>
                </a:cubicBezTo>
                <a:lnTo>
                  <a:pt x="251620" y="130119"/>
                </a:lnTo>
                <a:cubicBezTo>
                  <a:pt x="247380" y="134617"/>
                  <a:pt x="242706" y="138109"/>
                  <a:pt x="237597" y="140596"/>
                </a:cubicBezTo>
                <a:cubicBezTo>
                  <a:pt x="232488" y="143084"/>
                  <a:pt x="227189" y="144327"/>
                  <a:pt x="221698" y="144327"/>
                </a:cubicBezTo>
                <a:cubicBezTo>
                  <a:pt x="216763" y="144327"/>
                  <a:pt x="212332" y="143697"/>
                  <a:pt x="208405" y="142436"/>
                </a:cubicBezTo>
                <a:cubicBezTo>
                  <a:pt x="204477" y="141176"/>
                  <a:pt x="201159" y="139370"/>
                  <a:pt x="198448" y="137019"/>
                </a:cubicBezTo>
                <a:cubicBezTo>
                  <a:pt x="195737" y="134668"/>
                  <a:pt x="193652" y="131823"/>
                  <a:pt x="192192" y="128484"/>
                </a:cubicBezTo>
                <a:cubicBezTo>
                  <a:pt x="190733" y="125145"/>
                  <a:pt x="190003" y="121397"/>
                  <a:pt x="190003" y="117240"/>
                </a:cubicBezTo>
                <a:cubicBezTo>
                  <a:pt x="190003" y="112130"/>
                  <a:pt x="191080" y="107683"/>
                  <a:pt x="193235" y="103901"/>
                </a:cubicBezTo>
                <a:cubicBezTo>
                  <a:pt x="195389" y="100119"/>
                  <a:pt x="198448" y="96968"/>
                  <a:pt x="202410" y="94446"/>
                </a:cubicBezTo>
                <a:cubicBezTo>
                  <a:pt x="206371" y="91925"/>
                  <a:pt x="211133" y="90034"/>
                  <a:pt x="216693" y="88774"/>
                </a:cubicBezTo>
                <a:cubicBezTo>
                  <a:pt x="222254" y="87513"/>
                  <a:pt x="228440" y="86883"/>
                  <a:pt x="235251" y="86883"/>
                </a:cubicBezTo>
                <a:lnTo>
                  <a:pt x="250265" y="86883"/>
                </a:lnTo>
                <a:lnTo>
                  <a:pt x="250265" y="78884"/>
                </a:lnTo>
                <a:cubicBezTo>
                  <a:pt x="250265" y="74919"/>
                  <a:pt x="249848" y="71416"/>
                  <a:pt x="249013" y="68375"/>
                </a:cubicBezTo>
                <a:cubicBezTo>
                  <a:pt x="248179" y="65332"/>
                  <a:pt x="246824" y="62785"/>
                  <a:pt x="244947" y="60735"/>
                </a:cubicBezTo>
                <a:cubicBezTo>
                  <a:pt x="243071" y="58684"/>
                  <a:pt x="240638" y="57147"/>
                  <a:pt x="237649" y="56122"/>
                </a:cubicBezTo>
                <a:cubicBezTo>
                  <a:pt x="234660" y="55096"/>
                  <a:pt x="231011" y="54583"/>
                  <a:pt x="226702" y="54583"/>
                </a:cubicBezTo>
                <a:cubicBezTo>
                  <a:pt x="222532" y="54583"/>
                  <a:pt x="218778" y="55077"/>
                  <a:pt x="215442" y="56065"/>
                </a:cubicBezTo>
                <a:cubicBezTo>
                  <a:pt x="212106" y="57053"/>
                  <a:pt x="209186" y="58160"/>
                  <a:pt x="206684" y="59387"/>
                </a:cubicBezTo>
                <a:cubicBezTo>
                  <a:pt x="204182" y="60613"/>
                  <a:pt x="202114" y="61721"/>
                  <a:pt x="200481" y="62709"/>
                </a:cubicBezTo>
                <a:cubicBezTo>
                  <a:pt x="198847" y="63697"/>
                  <a:pt x="197683" y="64191"/>
                  <a:pt x="196988" y="64191"/>
                </a:cubicBezTo>
                <a:cubicBezTo>
                  <a:pt x="196571" y="64191"/>
                  <a:pt x="196189" y="64123"/>
                  <a:pt x="195841" y="63986"/>
                </a:cubicBezTo>
                <a:cubicBezTo>
                  <a:pt x="195494" y="63848"/>
                  <a:pt x="195198" y="63590"/>
                  <a:pt x="194955" y="63213"/>
                </a:cubicBezTo>
                <a:cubicBezTo>
                  <a:pt x="194712" y="62834"/>
                  <a:pt x="194538" y="62353"/>
                  <a:pt x="194434" y="61770"/>
                </a:cubicBezTo>
                <a:cubicBezTo>
                  <a:pt x="194330" y="61184"/>
                  <a:pt x="194277" y="60479"/>
                  <a:pt x="194277" y="59655"/>
                </a:cubicBezTo>
                <a:cubicBezTo>
                  <a:pt x="194277" y="58211"/>
                  <a:pt x="194382" y="57060"/>
                  <a:pt x="194590" y="56202"/>
                </a:cubicBezTo>
                <a:cubicBezTo>
                  <a:pt x="194799" y="55342"/>
                  <a:pt x="195337" y="54483"/>
                  <a:pt x="196206" y="53624"/>
                </a:cubicBezTo>
                <a:cubicBezTo>
                  <a:pt x="197075" y="52764"/>
                  <a:pt x="198622" y="51762"/>
                  <a:pt x="200846" y="50619"/>
                </a:cubicBezTo>
                <a:cubicBezTo>
                  <a:pt x="203070" y="49473"/>
                  <a:pt x="205624" y="48413"/>
                  <a:pt x="208509" y="47437"/>
                </a:cubicBezTo>
                <a:cubicBezTo>
                  <a:pt x="211393" y="46462"/>
                  <a:pt x="214504" y="45672"/>
                  <a:pt x="217840" y="45067"/>
                </a:cubicBezTo>
                <a:cubicBezTo>
                  <a:pt x="221176" y="44460"/>
                  <a:pt x="224513" y="44157"/>
                  <a:pt x="227849" y="44157"/>
                </a:cubicBezTo>
                <a:cubicBezTo>
                  <a:pt x="234313" y="44157"/>
                  <a:pt x="239769" y="44923"/>
                  <a:pt x="244218" y="46457"/>
                </a:cubicBezTo>
                <a:cubicBezTo>
                  <a:pt x="248666" y="47990"/>
                  <a:pt x="252263" y="50187"/>
                  <a:pt x="255008" y="53049"/>
                </a:cubicBezTo>
                <a:cubicBezTo>
                  <a:pt x="257754" y="55912"/>
                  <a:pt x="259717" y="59438"/>
                  <a:pt x="260899" y="63629"/>
                </a:cubicBezTo>
                <a:cubicBezTo>
                  <a:pt x="262081" y="67820"/>
                  <a:pt x="262671" y="72573"/>
                  <a:pt x="262671" y="77888"/>
                </a:cubicBezTo>
                <a:lnTo>
                  <a:pt x="262671" y="140443"/>
                </a:lnTo>
                <a:moveTo>
                  <a:pt x="250265" y="96900"/>
                </a:moveTo>
                <a:lnTo>
                  <a:pt x="233062" y="96900"/>
                </a:lnTo>
                <a:cubicBezTo>
                  <a:pt x="228057" y="96900"/>
                  <a:pt x="223678" y="97343"/>
                  <a:pt x="219925" y="98228"/>
                </a:cubicBezTo>
                <a:cubicBezTo>
                  <a:pt x="216172" y="99114"/>
                  <a:pt x="213044" y="100409"/>
                  <a:pt x="210542" y="102113"/>
                </a:cubicBezTo>
                <a:cubicBezTo>
                  <a:pt x="208040" y="103816"/>
                  <a:pt x="206180" y="105860"/>
                  <a:pt x="204964" y="108246"/>
                </a:cubicBezTo>
                <a:cubicBezTo>
                  <a:pt x="203748" y="110631"/>
                  <a:pt x="203139" y="113356"/>
                  <a:pt x="203139" y="116423"/>
                </a:cubicBezTo>
                <a:cubicBezTo>
                  <a:pt x="203139" y="121738"/>
                  <a:pt x="204860" y="125980"/>
                  <a:pt x="208300" y="129148"/>
                </a:cubicBezTo>
                <a:cubicBezTo>
                  <a:pt x="211741" y="132317"/>
                  <a:pt x="216589" y="133901"/>
                  <a:pt x="222844" y="133901"/>
                </a:cubicBezTo>
                <a:cubicBezTo>
                  <a:pt x="227779" y="133901"/>
                  <a:pt x="232384" y="132658"/>
                  <a:pt x="236659" y="130171"/>
                </a:cubicBezTo>
                <a:cubicBezTo>
                  <a:pt x="240933" y="127683"/>
                  <a:pt x="245469" y="123850"/>
                  <a:pt x="250265" y="118671"/>
                </a:cubicBezTo>
                <a:lnTo>
                  <a:pt x="250265" y="96900"/>
                </a:lnTo>
                <a:close/>
                <a:moveTo>
                  <a:pt x="432040" y="140443"/>
                </a:moveTo>
                <a:cubicBezTo>
                  <a:pt x="432040" y="140852"/>
                  <a:pt x="431936" y="141227"/>
                  <a:pt x="431727" y="141568"/>
                </a:cubicBezTo>
                <a:cubicBezTo>
                  <a:pt x="431519" y="141908"/>
                  <a:pt x="431189" y="142181"/>
                  <a:pt x="430737" y="142385"/>
                </a:cubicBezTo>
                <a:cubicBezTo>
                  <a:pt x="430285" y="142590"/>
                  <a:pt x="429660" y="142760"/>
                  <a:pt x="428860" y="142896"/>
                </a:cubicBezTo>
                <a:cubicBezTo>
                  <a:pt x="428061" y="143033"/>
                  <a:pt x="427071" y="143101"/>
                  <a:pt x="425889" y="143101"/>
                </a:cubicBezTo>
                <a:cubicBezTo>
                  <a:pt x="424638" y="143101"/>
                  <a:pt x="423613" y="143033"/>
                  <a:pt x="422813" y="142896"/>
                </a:cubicBezTo>
                <a:cubicBezTo>
                  <a:pt x="422014" y="142760"/>
                  <a:pt x="421371" y="142590"/>
                  <a:pt x="420885" y="142385"/>
                </a:cubicBezTo>
                <a:cubicBezTo>
                  <a:pt x="420398" y="142181"/>
                  <a:pt x="420068" y="141908"/>
                  <a:pt x="419894" y="141568"/>
                </a:cubicBezTo>
                <a:cubicBezTo>
                  <a:pt x="419720" y="141227"/>
                  <a:pt x="419633" y="140852"/>
                  <a:pt x="419633" y="140443"/>
                </a:cubicBezTo>
                <a:lnTo>
                  <a:pt x="419633" y="83510"/>
                </a:lnTo>
                <a:cubicBezTo>
                  <a:pt x="419633" y="79148"/>
                  <a:pt x="419234" y="75179"/>
                  <a:pt x="418434" y="71601"/>
                </a:cubicBezTo>
                <a:cubicBezTo>
                  <a:pt x="417635" y="68024"/>
                  <a:pt x="416384" y="64958"/>
                  <a:pt x="414681" y="62402"/>
                </a:cubicBezTo>
                <a:cubicBezTo>
                  <a:pt x="412978" y="59847"/>
                  <a:pt x="410824" y="57871"/>
                  <a:pt x="408217" y="56474"/>
                </a:cubicBezTo>
                <a:cubicBezTo>
                  <a:pt x="405611" y="55077"/>
                  <a:pt x="402535" y="54378"/>
                  <a:pt x="398990" y="54378"/>
                </a:cubicBezTo>
                <a:cubicBezTo>
                  <a:pt x="394611" y="54378"/>
                  <a:pt x="390180" y="56048"/>
                  <a:pt x="385697" y="59387"/>
                </a:cubicBezTo>
                <a:cubicBezTo>
                  <a:pt x="381214" y="62726"/>
                  <a:pt x="376296" y="67632"/>
                  <a:pt x="370944" y="74106"/>
                </a:cubicBezTo>
                <a:lnTo>
                  <a:pt x="370944" y="140443"/>
                </a:lnTo>
                <a:cubicBezTo>
                  <a:pt x="370944" y="140852"/>
                  <a:pt x="370840" y="141227"/>
                  <a:pt x="370632" y="141568"/>
                </a:cubicBezTo>
                <a:cubicBezTo>
                  <a:pt x="370423" y="141908"/>
                  <a:pt x="370093" y="142181"/>
                  <a:pt x="369641" y="142385"/>
                </a:cubicBezTo>
                <a:cubicBezTo>
                  <a:pt x="369189" y="142590"/>
                  <a:pt x="368564" y="142760"/>
                  <a:pt x="367765" y="142896"/>
                </a:cubicBezTo>
                <a:cubicBezTo>
                  <a:pt x="366965" y="143033"/>
                  <a:pt x="365975" y="143101"/>
                  <a:pt x="364793" y="143101"/>
                </a:cubicBezTo>
                <a:cubicBezTo>
                  <a:pt x="363612" y="143101"/>
                  <a:pt x="362621" y="143033"/>
                  <a:pt x="361822" y="142896"/>
                </a:cubicBezTo>
                <a:cubicBezTo>
                  <a:pt x="361022" y="142760"/>
                  <a:pt x="360379" y="142590"/>
                  <a:pt x="359893" y="142385"/>
                </a:cubicBezTo>
                <a:cubicBezTo>
                  <a:pt x="359406" y="142181"/>
                  <a:pt x="359076" y="141908"/>
                  <a:pt x="358902" y="141568"/>
                </a:cubicBezTo>
                <a:cubicBezTo>
                  <a:pt x="358729" y="141227"/>
                  <a:pt x="358642" y="140852"/>
                  <a:pt x="358642" y="140443"/>
                </a:cubicBezTo>
                <a:lnTo>
                  <a:pt x="358642" y="83510"/>
                </a:lnTo>
                <a:cubicBezTo>
                  <a:pt x="358642" y="79148"/>
                  <a:pt x="358225" y="75179"/>
                  <a:pt x="357391" y="71601"/>
                </a:cubicBezTo>
                <a:cubicBezTo>
                  <a:pt x="356557" y="68024"/>
                  <a:pt x="355288" y="64958"/>
                  <a:pt x="353585" y="62402"/>
                </a:cubicBezTo>
                <a:cubicBezTo>
                  <a:pt x="351882" y="59847"/>
                  <a:pt x="349728" y="57871"/>
                  <a:pt x="347121" y="56474"/>
                </a:cubicBezTo>
                <a:cubicBezTo>
                  <a:pt x="344515" y="55077"/>
                  <a:pt x="341439" y="54378"/>
                  <a:pt x="337894" y="54378"/>
                </a:cubicBezTo>
                <a:cubicBezTo>
                  <a:pt x="333515" y="54378"/>
                  <a:pt x="329084" y="56048"/>
                  <a:pt x="324601" y="59387"/>
                </a:cubicBezTo>
                <a:cubicBezTo>
                  <a:pt x="320118" y="62726"/>
                  <a:pt x="315235" y="67632"/>
                  <a:pt x="309953" y="74106"/>
                </a:cubicBezTo>
                <a:lnTo>
                  <a:pt x="309953" y="140443"/>
                </a:lnTo>
                <a:cubicBezTo>
                  <a:pt x="309953" y="140852"/>
                  <a:pt x="309849" y="141227"/>
                  <a:pt x="309640" y="141568"/>
                </a:cubicBezTo>
                <a:cubicBezTo>
                  <a:pt x="309432" y="141908"/>
                  <a:pt x="309101" y="142181"/>
                  <a:pt x="308650" y="142385"/>
                </a:cubicBezTo>
                <a:cubicBezTo>
                  <a:pt x="308198" y="142590"/>
                  <a:pt x="307572" y="142760"/>
                  <a:pt x="306773" y="142896"/>
                </a:cubicBezTo>
                <a:cubicBezTo>
                  <a:pt x="305974" y="143033"/>
                  <a:pt x="304948" y="143101"/>
                  <a:pt x="303697" y="143101"/>
                </a:cubicBezTo>
                <a:cubicBezTo>
                  <a:pt x="302516" y="143101"/>
                  <a:pt x="301525" y="143033"/>
                  <a:pt x="300726" y="142896"/>
                </a:cubicBezTo>
                <a:cubicBezTo>
                  <a:pt x="299927" y="142760"/>
                  <a:pt x="299284" y="142590"/>
                  <a:pt x="298797" y="142385"/>
                </a:cubicBezTo>
                <a:cubicBezTo>
                  <a:pt x="298311" y="142181"/>
                  <a:pt x="297980" y="141908"/>
                  <a:pt x="297807" y="141568"/>
                </a:cubicBezTo>
                <a:cubicBezTo>
                  <a:pt x="297633" y="141225"/>
                  <a:pt x="297546" y="140849"/>
                  <a:pt x="297546" y="140440"/>
                </a:cubicBezTo>
                <a:lnTo>
                  <a:pt x="297546" y="47840"/>
                </a:lnTo>
                <a:cubicBezTo>
                  <a:pt x="297546" y="47431"/>
                  <a:pt x="297633" y="47056"/>
                  <a:pt x="297807" y="46715"/>
                </a:cubicBezTo>
                <a:cubicBezTo>
                  <a:pt x="297980" y="46373"/>
                  <a:pt x="298311" y="46082"/>
                  <a:pt x="298797" y="45843"/>
                </a:cubicBezTo>
                <a:cubicBezTo>
                  <a:pt x="299284" y="45605"/>
                  <a:pt x="299892" y="45434"/>
                  <a:pt x="300622" y="45332"/>
                </a:cubicBezTo>
                <a:cubicBezTo>
                  <a:pt x="301351" y="45230"/>
                  <a:pt x="302307" y="45179"/>
                  <a:pt x="303489" y="45179"/>
                </a:cubicBezTo>
                <a:cubicBezTo>
                  <a:pt x="304670" y="45179"/>
                  <a:pt x="305643" y="45230"/>
                  <a:pt x="306408" y="45332"/>
                </a:cubicBezTo>
                <a:cubicBezTo>
                  <a:pt x="307173" y="45434"/>
                  <a:pt x="307763" y="45605"/>
                  <a:pt x="308180" y="45843"/>
                </a:cubicBezTo>
                <a:cubicBezTo>
                  <a:pt x="308597" y="46082"/>
                  <a:pt x="308893" y="46373"/>
                  <a:pt x="309067" y="46715"/>
                </a:cubicBezTo>
                <a:cubicBezTo>
                  <a:pt x="309240" y="47056"/>
                  <a:pt x="309327" y="47431"/>
                  <a:pt x="309327" y="47840"/>
                </a:cubicBezTo>
                <a:lnTo>
                  <a:pt x="309327" y="60936"/>
                </a:lnTo>
                <a:cubicBezTo>
                  <a:pt x="314749" y="55037"/>
                  <a:pt x="319892" y="50767"/>
                  <a:pt x="324758" y="48124"/>
                </a:cubicBezTo>
                <a:cubicBezTo>
                  <a:pt x="329623" y="45479"/>
                  <a:pt x="334454" y="44157"/>
                  <a:pt x="339250" y="44157"/>
                </a:cubicBezTo>
                <a:cubicBezTo>
                  <a:pt x="343211" y="44157"/>
                  <a:pt x="346739" y="44615"/>
                  <a:pt x="349832" y="45530"/>
                </a:cubicBezTo>
                <a:cubicBezTo>
                  <a:pt x="352925" y="46446"/>
                  <a:pt x="355653" y="47735"/>
                  <a:pt x="358016" y="49399"/>
                </a:cubicBezTo>
                <a:cubicBezTo>
                  <a:pt x="360379" y="51060"/>
                  <a:pt x="362395" y="53044"/>
                  <a:pt x="364063" y="55353"/>
                </a:cubicBezTo>
                <a:cubicBezTo>
                  <a:pt x="365731" y="57659"/>
                  <a:pt x="367087" y="60202"/>
                  <a:pt x="368129" y="62983"/>
                </a:cubicBezTo>
                <a:cubicBezTo>
                  <a:pt x="371396" y="59455"/>
                  <a:pt x="374472" y="56486"/>
                  <a:pt x="377356" y="54078"/>
                </a:cubicBezTo>
                <a:cubicBezTo>
                  <a:pt x="380241" y="51670"/>
                  <a:pt x="382986" y="49736"/>
                  <a:pt x="385593" y="48277"/>
                </a:cubicBezTo>
                <a:cubicBezTo>
                  <a:pt x="388199" y="46819"/>
                  <a:pt x="390719" y="45768"/>
                  <a:pt x="393152" y="45125"/>
                </a:cubicBezTo>
                <a:cubicBezTo>
                  <a:pt x="395584" y="44479"/>
                  <a:pt x="397982" y="44157"/>
                  <a:pt x="400345" y="44157"/>
                </a:cubicBezTo>
                <a:cubicBezTo>
                  <a:pt x="406254" y="44157"/>
                  <a:pt x="411241" y="45179"/>
                  <a:pt x="415307" y="47223"/>
                </a:cubicBezTo>
                <a:cubicBezTo>
                  <a:pt x="419373" y="49268"/>
                  <a:pt x="422640" y="52027"/>
                  <a:pt x="425107" y="55503"/>
                </a:cubicBezTo>
                <a:cubicBezTo>
                  <a:pt x="427574" y="58978"/>
                  <a:pt x="429347" y="63032"/>
                  <a:pt x="430424" y="67666"/>
                </a:cubicBezTo>
                <a:cubicBezTo>
                  <a:pt x="431502" y="72300"/>
                  <a:pt x="432040" y="77206"/>
                  <a:pt x="432040" y="82385"/>
                </a:cubicBezTo>
                <a:lnTo>
                  <a:pt x="432040" y="140443"/>
                </a:lnTo>
                <a:close/>
                <a:moveTo>
                  <a:pt x="549640" y="92862"/>
                </a:moveTo>
                <a:cubicBezTo>
                  <a:pt x="549640" y="100773"/>
                  <a:pt x="548754" y="107901"/>
                  <a:pt x="546981" y="114244"/>
                </a:cubicBezTo>
                <a:cubicBezTo>
                  <a:pt x="545209" y="120588"/>
                  <a:pt x="542602" y="125978"/>
                  <a:pt x="539162" y="130413"/>
                </a:cubicBezTo>
                <a:cubicBezTo>
                  <a:pt x="535721" y="134847"/>
                  <a:pt x="531464" y="138274"/>
                  <a:pt x="526390" y="140696"/>
                </a:cubicBezTo>
                <a:cubicBezTo>
                  <a:pt x="521316" y="143117"/>
                  <a:pt x="515512" y="144327"/>
                  <a:pt x="508979" y="144327"/>
                </a:cubicBezTo>
                <a:cubicBezTo>
                  <a:pt x="506199" y="144327"/>
                  <a:pt x="503592" y="144037"/>
                  <a:pt x="501159" y="143455"/>
                </a:cubicBezTo>
                <a:cubicBezTo>
                  <a:pt x="498727" y="142876"/>
                  <a:pt x="496346" y="141973"/>
                  <a:pt x="494018" y="140747"/>
                </a:cubicBezTo>
                <a:cubicBezTo>
                  <a:pt x="491689" y="139518"/>
                  <a:pt x="489361" y="137983"/>
                  <a:pt x="487032" y="136141"/>
                </a:cubicBezTo>
                <a:cubicBezTo>
                  <a:pt x="484704" y="134299"/>
                  <a:pt x="482254" y="132082"/>
                  <a:pt x="479682" y="129490"/>
                </a:cubicBezTo>
                <a:lnTo>
                  <a:pt x="479682" y="177241"/>
                </a:lnTo>
                <a:cubicBezTo>
                  <a:pt x="479682" y="177649"/>
                  <a:pt x="479578" y="178024"/>
                  <a:pt x="479369" y="178365"/>
                </a:cubicBezTo>
                <a:cubicBezTo>
                  <a:pt x="479161" y="178706"/>
                  <a:pt x="478831" y="178995"/>
                  <a:pt x="478379" y="179234"/>
                </a:cubicBezTo>
                <a:cubicBezTo>
                  <a:pt x="477927" y="179472"/>
                  <a:pt x="477301" y="179643"/>
                  <a:pt x="476502" y="179745"/>
                </a:cubicBezTo>
                <a:cubicBezTo>
                  <a:pt x="475703" y="179847"/>
                  <a:pt x="474678" y="179898"/>
                  <a:pt x="473426" y="179898"/>
                </a:cubicBezTo>
                <a:cubicBezTo>
                  <a:pt x="472245" y="179898"/>
                  <a:pt x="471254" y="179847"/>
                  <a:pt x="470455" y="179745"/>
                </a:cubicBezTo>
                <a:cubicBezTo>
                  <a:pt x="469656" y="179643"/>
                  <a:pt x="469013" y="179472"/>
                  <a:pt x="468526" y="179234"/>
                </a:cubicBezTo>
                <a:cubicBezTo>
                  <a:pt x="468040" y="178995"/>
                  <a:pt x="467710" y="178705"/>
                  <a:pt x="467536" y="178362"/>
                </a:cubicBezTo>
                <a:cubicBezTo>
                  <a:pt x="467362" y="178021"/>
                  <a:pt x="467275" y="177646"/>
                  <a:pt x="467275" y="177237"/>
                </a:cubicBezTo>
                <a:lnTo>
                  <a:pt x="467275" y="47840"/>
                </a:lnTo>
                <a:cubicBezTo>
                  <a:pt x="467275" y="47363"/>
                  <a:pt x="467362" y="46954"/>
                  <a:pt x="467536" y="46613"/>
                </a:cubicBezTo>
                <a:cubicBezTo>
                  <a:pt x="467710" y="46270"/>
                  <a:pt x="468022" y="45997"/>
                  <a:pt x="468474" y="45792"/>
                </a:cubicBezTo>
                <a:cubicBezTo>
                  <a:pt x="468926" y="45588"/>
                  <a:pt x="469517" y="45434"/>
                  <a:pt x="470247" y="45332"/>
                </a:cubicBezTo>
                <a:cubicBezTo>
                  <a:pt x="470976" y="45230"/>
                  <a:pt x="471863" y="45179"/>
                  <a:pt x="472905" y="45179"/>
                </a:cubicBezTo>
                <a:cubicBezTo>
                  <a:pt x="473948" y="45179"/>
                  <a:pt x="474817" y="45231"/>
                  <a:pt x="475512" y="45335"/>
                </a:cubicBezTo>
                <a:cubicBezTo>
                  <a:pt x="476207" y="45438"/>
                  <a:pt x="476798" y="45592"/>
                  <a:pt x="477284" y="45799"/>
                </a:cubicBezTo>
                <a:cubicBezTo>
                  <a:pt x="477771" y="46003"/>
                  <a:pt x="478118" y="46277"/>
                  <a:pt x="478327" y="46620"/>
                </a:cubicBezTo>
                <a:cubicBezTo>
                  <a:pt x="478535" y="46962"/>
                  <a:pt x="478639" y="47374"/>
                  <a:pt x="478639" y="47856"/>
                </a:cubicBezTo>
                <a:lnTo>
                  <a:pt x="478639" y="61345"/>
                </a:lnTo>
                <a:cubicBezTo>
                  <a:pt x="481559" y="58413"/>
                  <a:pt x="484339" y="55872"/>
                  <a:pt x="486980" y="53723"/>
                </a:cubicBezTo>
                <a:cubicBezTo>
                  <a:pt x="489621" y="51575"/>
                  <a:pt x="492263" y="49785"/>
                  <a:pt x="494904" y="48354"/>
                </a:cubicBezTo>
                <a:cubicBezTo>
                  <a:pt x="497545" y="46921"/>
                  <a:pt x="500256" y="45864"/>
                  <a:pt x="503036" y="45182"/>
                </a:cubicBezTo>
                <a:cubicBezTo>
                  <a:pt x="505816" y="44499"/>
                  <a:pt x="508770" y="44157"/>
                  <a:pt x="511898" y="44157"/>
                </a:cubicBezTo>
                <a:cubicBezTo>
                  <a:pt x="518710" y="44157"/>
                  <a:pt x="524513" y="45436"/>
                  <a:pt x="529309" y="47993"/>
                </a:cubicBezTo>
                <a:cubicBezTo>
                  <a:pt x="534105" y="50551"/>
                  <a:pt x="538015" y="54047"/>
                  <a:pt x="541039" y="58483"/>
                </a:cubicBezTo>
                <a:cubicBezTo>
                  <a:pt x="544062" y="62916"/>
                  <a:pt x="546251" y="68084"/>
                  <a:pt x="547607" y="73984"/>
                </a:cubicBezTo>
                <a:cubicBezTo>
                  <a:pt x="548962" y="79883"/>
                  <a:pt x="549640" y="86176"/>
                  <a:pt x="549640" y="92862"/>
                </a:cubicBezTo>
                <a:moveTo>
                  <a:pt x="536607" y="94804"/>
                </a:moveTo>
                <a:cubicBezTo>
                  <a:pt x="536607" y="89619"/>
                  <a:pt x="536190" y="84621"/>
                  <a:pt x="535356" y="79811"/>
                </a:cubicBezTo>
                <a:cubicBezTo>
                  <a:pt x="534522" y="75000"/>
                  <a:pt x="533115" y="70719"/>
                  <a:pt x="531134" y="66967"/>
                </a:cubicBezTo>
                <a:cubicBezTo>
                  <a:pt x="529153" y="63215"/>
                  <a:pt x="526512" y="60213"/>
                  <a:pt x="523210" y="57962"/>
                </a:cubicBezTo>
                <a:cubicBezTo>
                  <a:pt x="519909" y="55709"/>
                  <a:pt x="515756" y="54583"/>
                  <a:pt x="510751" y="54583"/>
                </a:cubicBezTo>
                <a:cubicBezTo>
                  <a:pt x="508249" y="54583"/>
                  <a:pt x="505799" y="54924"/>
                  <a:pt x="503401" y="55608"/>
                </a:cubicBezTo>
                <a:cubicBezTo>
                  <a:pt x="501003" y="56289"/>
                  <a:pt x="498553" y="57415"/>
                  <a:pt x="496051" y="58984"/>
                </a:cubicBezTo>
                <a:cubicBezTo>
                  <a:pt x="493548" y="60554"/>
                  <a:pt x="490942" y="62584"/>
                  <a:pt x="488231" y="65076"/>
                </a:cubicBezTo>
                <a:cubicBezTo>
                  <a:pt x="485521" y="67567"/>
                  <a:pt x="482671" y="70656"/>
                  <a:pt x="479682" y="74342"/>
                </a:cubicBezTo>
                <a:lnTo>
                  <a:pt x="479682" y="114656"/>
                </a:lnTo>
                <a:cubicBezTo>
                  <a:pt x="484895" y="120866"/>
                  <a:pt x="489882" y="125626"/>
                  <a:pt x="494643" y="128938"/>
                </a:cubicBezTo>
                <a:cubicBezTo>
                  <a:pt x="499404" y="132247"/>
                  <a:pt x="504391" y="133901"/>
                  <a:pt x="509604" y="133901"/>
                </a:cubicBezTo>
                <a:cubicBezTo>
                  <a:pt x="514400" y="133901"/>
                  <a:pt x="518519" y="132759"/>
                  <a:pt x="521959" y="130474"/>
                </a:cubicBezTo>
                <a:cubicBezTo>
                  <a:pt x="525400" y="128187"/>
                  <a:pt x="528197" y="125184"/>
                  <a:pt x="530352" y="121466"/>
                </a:cubicBezTo>
                <a:cubicBezTo>
                  <a:pt x="532507" y="117748"/>
                  <a:pt x="534088" y="113552"/>
                  <a:pt x="535096" y="108878"/>
                </a:cubicBezTo>
                <a:cubicBezTo>
                  <a:pt x="536104" y="104204"/>
                  <a:pt x="536607" y="99513"/>
                  <a:pt x="536607" y="94804"/>
                </a:cubicBezTo>
                <a:close/>
                <a:moveTo>
                  <a:pt x="590266" y="140443"/>
                </a:moveTo>
                <a:cubicBezTo>
                  <a:pt x="590266" y="140852"/>
                  <a:pt x="590161" y="141227"/>
                  <a:pt x="589953" y="141568"/>
                </a:cubicBezTo>
                <a:cubicBezTo>
                  <a:pt x="589744" y="141908"/>
                  <a:pt x="589414" y="142181"/>
                  <a:pt x="588962" y="142385"/>
                </a:cubicBezTo>
                <a:cubicBezTo>
                  <a:pt x="588511" y="142590"/>
                  <a:pt x="587885" y="142760"/>
                  <a:pt x="587086" y="142896"/>
                </a:cubicBezTo>
                <a:cubicBezTo>
                  <a:pt x="586286" y="143033"/>
                  <a:pt x="585261" y="143101"/>
                  <a:pt x="584010" y="143101"/>
                </a:cubicBezTo>
                <a:cubicBezTo>
                  <a:pt x="582828" y="143101"/>
                  <a:pt x="581838" y="143033"/>
                  <a:pt x="581039" y="142896"/>
                </a:cubicBezTo>
                <a:cubicBezTo>
                  <a:pt x="580239" y="142760"/>
                  <a:pt x="579596" y="142590"/>
                  <a:pt x="579110" y="142385"/>
                </a:cubicBezTo>
                <a:cubicBezTo>
                  <a:pt x="578623" y="142181"/>
                  <a:pt x="578293" y="141908"/>
                  <a:pt x="578119" y="141568"/>
                </a:cubicBezTo>
                <a:cubicBezTo>
                  <a:pt x="577946" y="141227"/>
                  <a:pt x="577859" y="140852"/>
                  <a:pt x="577859" y="140443"/>
                </a:cubicBezTo>
                <a:lnTo>
                  <a:pt x="577859" y="2658"/>
                </a:lnTo>
                <a:cubicBezTo>
                  <a:pt x="577859" y="2249"/>
                  <a:pt x="577946" y="1874"/>
                  <a:pt x="578119" y="1533"/>
                </a:cubicBezTo>
                <a:cubicBezTo>
                  <a:pt x="578293" y="1193"/>
                  <a:pt x="578623" y="903"/>
                  <a:pt x="579110" y="664"/>
                </a:cubicBezTo>
                <a:cubicBezTo>
                  <a:pt x="579596" y="426"/>
                  <a:pt x="580239" y="256"/>
                  <a:pt x="581039" y="153"/>
                </a:cubicBezTo>
                <a:cubicBezTo>
                  <a:pt x="581838" y="51"/>
                  <a:pt x="582828" y="0"/>
                  <a:pt x="584010" y="0"/>
                </a:cubicBezTo>
                <a:cubicBezTo>
                  <a:pt x="585261" y="0"/>
                  <a:pt x="586286" y="51"/>
                  <a:pt x="587086" y="153"/>
                </a:cubicBezTo>
                <a:cubicBezTo>
                  <a:pt x="587885" y="256"/>
                  <a:pt x="588511" y="426"/>
                  <a:pt x="588962" y="664"/>
                </a:cubicBezTo>
                <a:cubicBezTo>
                  <a:pt x="589414" y="903"/>
                  <a:pt x="589744" y="1193"/>
                  <a:pt x="589953" y="1533"/>
                </a:cubicBezTo>
                <a:cubicBezTo>
                  <a:pt x="590161" y="1874"/>
                  <a:pt x="590266" y="2249"/>
                  <a:pt x="590266" y="2658"/>
                </a:cubicBezTo>
                <a:lnTo>
                  <a:pt x="590266" y="140443"/>
                </a:lnTo>
                <a:close/>
                <a:moveTo>
                  <a:pt x="637860" y="140440"/>
                </a:moveTo>
                <a:cubicBezTo>
                  <a:pt x="637860" y="140849"/>
                  <a:pt x="637756" y="141225"/>
                  <a:pt x="637547" y="141568"/>
                </a:cubicBezTo>
                <a:cubicBezTo>
                  <a:pt x="637338" y="141908"/>
                  <a:pt x="637008" y="142181"/>
                  <a:pt x="636557" y="142385"/>
                </a:cubicBezTo>
                <a:cubicBezTo>
                  <a:pt x="636105" y="142590"/>
                  <a:pt x="635479" y="142760"/>
                  <a:pt x="634680" y="142896"/>
                </a:cubicBezTo>
                <a:cubicBezTo>
                  <a:pt x="633881" y="143033"/>
                  <a:pt x="632855" y="143101"/>
                  <a:pt x="631604" y="143101"/>
                </a:cubicBezTo>
                <a:cubicBezTo>
                  <a:pt x="630423" y="143101"/>
                  <a:pt x="629432" y="143033"/>
                  <a:pt x="628633" y="142896"/>
                </a:cubicBezTo>
                <a:cubicBezTo>
                  <a:pt x="627834" y="142760"/>
                  <a:pt x="627191" y="142590"/>
                  <a:pt x="626704" y="142385"/>
                </a:cubicBezTo>
                <a:cubicBezTo>
                  <a:pt x="626218" y="142181"/>
                  <a:pt x="625887" y="141908"/>
                  <a:pt x="625714" y="141568"/>
                </a:cubicBezTo>
                <a:cubicBezTo>
                  <a:pt x="625540" y="141225"/>
                  <a:pt x="625453" y="140849"/>
                  <a:pt x="625453" y="140440"/>
                </a:cubicBezTo>
                <a:lnTo>
                  <a:pt x="625453" y="47840"/>
                </a:lnTo>
                <a:cubicBezTo>
                  <a:pt x="625453" y="47431"/>
                  <a:pt x="625540" y="47056"/>
                  <a:pt x="625714" y="46715"/>
                </a:cubicBezTo>
                <a:cubicBezTo>
                  <a:pt x="625887" y="46373"/>
                  <a:pt x="626218" y="46082"/>
                  <a:pt x="626704" y="45843"/>
                </a:cubicBezTo>
                <a:cubicBezTo>
                  <a:pt x="627191" y="45605"/>
                  <a:pt x="627834" y="45434"/>
                  <a:pt x="628633" y="45332"/>
                </a:cubicBezTo>
                <a:cubicBezTo>
                  <a:pt x="629432" y="45230"/>
                  <a:pt x="630423" y="45179"/>
                  <a:pt x="631604" y="45179"/>
                </a:cubicBezTo>
                <a:cubicBezTo>
                  <a:pt x="632855" y="45179"/>
                  <a:pt x="633881" y="45230"/>
                  <a:pt x="634680" y="45332"/>
                </a:cubicBezTo>
                <a:cubicBezTo>
                  <a:pt x="635479" y="45434"/>
                  <a:pt x="636105" y="45605"/>
                  <a:pt x="636557" y="45843"/>
                </a:cubicBezTo>
                <a:cubicBezTo>
                  <a:pt x="637008" y="46082"/>
                  <a:pt x="637338" y="46373"/>
                  <a:pt x="637547" y="46715"/>
                </a:cubicBezTo>
                <a:cubicBezTo>
                  <a:pt x="637756" y="47056"/>
                  <a:pt x="637860" y="47431"/>
                  <a:pt x="637860" y="47840"/>
                </a:cubicBezTo>
                <a:lnTo>
                  <a:pt x="637860" y="140440"/>
                </a:lnTo>
                <a:moveTo>
                  <a:pt x="639736" y="16508"/>
                </a:moveTo>
                <a:cubicBezTo>
                  <a:pt x="639736" y="19798"/>
                  <a:pt x="639146" y="22026"/>
                  <a:pt x="637964" y="23193"/>
                </a:cubicBezTo>
                <a:cubicBezTo>
                  <a:pt x="636782" y="24358"/>
                  <a:pt x="634628" y="24940"/>
                  <a:pt x="631500" y="24940"/>
                </a:cubicBezTo>
                <a:cubicBezTo>
                  <a:pt x="628442" y="24940"/>
                  <a:pt x="626339" y="24375"/>
                  <a:pt x="625192" y="23244"/>
                </a:cubicBezTo>
                <a:cubicBezTo>
                  <a:pt x="624045" y="22114"/>
                  <a:pt x="623472" y="19902"/>
                  <a:pt x="623472" y="16610"/>
                </a:cubicBezTo>
                <a:cubicBezTo>
                  <a:pt x="623472" y="13320"/>
                  <a:pt x="624063" y="11092"/>
                  <a:pt x="625244" y="9928"/>
                </a:cubicBezTo>
                <a:cubicBezTo>
                  <a:pt x="626426" y="8761"/>
                  <a:pt x="628581" y="8177"/>
                  <a:pt x="631709" y="8177"/>
                </a:cubicBezTo>
                <a:cubicBezTo>
                  <a:pt x="634767" y="8177"/>
                  <a:pt x="636869" y="8743"/>
                  <a:pt x="638016" y="9873"/>
                </a:cubicBezTo>
                <a:cubicBezTo>
                  <a:pt x="639163" y="11004"/>
                  <a:pt x="639736" y="13216"/>
                  <a:pt x="639736" y="16508"/>
                </a:cubicBezTo>
                <a:close/>
                <a:moveTo>
                  <a:pt x="749573" y="140443"/>
                </a:moveTo>
                <a:cubicBezTo>
                  <a:pt x="749573" y="140852"/>
                  <a:pt x="749469" y="141227"/>
                  <a:pt x="749261" y="141568"/>
                </a:cubicBezTo>
                <a:cubicBezTo>
                  <a:pt x="749052" y="141908"/>
                  <a:pt x="748722" y="142181"/>
                  <a:pt x="748270" y="142385"/>
                </a:cubicBezTo>
                <a:cubicBezTo>
                  <a:pt x="747818" y="142590"/>
                  <a:pt x="747193" y="142760"/>
                  <a:pt x="746394" y="142896"/>
                </a:cubicBezTo>
                <a:cubicBezTo>
                  <a:pt x="745594" y="143033"/>
                  <a:pt x="744604" y="143101"/>
                  <a:pt x="743422" y="143101"/>
                </a:cubicBezTo>
                <a:cubicBezTo>
                  <a:pt x="742171" y="143101"/>
                  <a:pt x="741146" y="143033"/>
                  <a:pt x="740346" y="142896"/>
                </a:cubicBezTo>
                <a:cubicBezTo>
                  <a:pt x="739547" y="142760"/>
                  <a:pt x="738922" y="142590"/>
                  <a:pt x="738470" y="142385"/>
                </a:cubicBezTo>
                <a:cubicBezTo>
                  <a:pt x="738018" y="142181"/>
                  <a:pt x="737688" y="141908"/>
                  <a:pt x="737479" y="141568"/>
                </a:cubicBezTo>
                <a:cubicBezTo>
                  <a:pt x="737271" y="141227"/>
                  <a:pt x="737167" y="140852"/>
                  <a:pt x="737167" y="140443"/>
                </a:cubicBezTo>
                <a:lnTo>
                  <a:pt x="737167" y="85554"/>
                </a:lnTo>
                <a:cubicBezTo>
                  <a:pt x="737167" y="79830"/>
                  <a:pt x="736715" y="75179"/>
                  <a:pt x="735811" y="71601"/>
                </a:cubicBezTo>
                <a:cubicBezTo>
                  <a:pt x="734908" y="68024"/>
                  <a:pt x="733552" y="64958"/>
                  <a:pt x="731745" y="62402"/>
                </a:cubicBezTo>
                <a:cubicBezTo>
                  <a:pt x="729938" y="59847"/>
                  <a:pt x="727627" y="57871"/>
                  <a:pt x="724812" y="56474"/>
                </a:cubicBezTo>
                <a:cubicBezTo>
                  <a:pt x="721997" y="55077"/>
                  <a:pt x="718713" y="54378"/>
                  <a:pt x="714959" y="54378"/>
                </a:cubicBezTo>
                <a:cubicBezTo>
                  <a:pt x="710163" y="54378"/>
                  <a:pt x="705368" y="56048"/>
                  <a:pt x="700572" y="59387"/>
                </a:cubicBezTo>
                <a:cubicBezTo>
                  <a:pt x="695776" y="62726"/>
                  <a:pt x="690737" y="67632"/>
                  <a:pt x="685454" y="74106"/>
                </a:cubicBezTo>
                <a:lnTo>
                  <a:pt x="685454" y="140443"/>
                </a:lnTo>
                <a:cubicBezTo>
                  <a:pt x="685454" y="140852"/>
                  <a:pt x="685350" y="141227"/>
                  <a:pt x="685141" y="141568"/>
                </a:cubicBezTo>
                <a:cubicBezTo>
                  <a:pt x="684933" y="141908"/>
                  <a:pt x="684603" y="142181"/>
                  <a:pt x="684151" y="142385"/>
                </a:cubicBezTo>
                <a:cubicBezTo>
                  <a:pt x="683699" y="142590"/>
                  <a:pt x="683073" y="142760"/>
                  <a:pt x="682274" y="142896"/>
                </a:cubicBezTo>
                <a:cubicBezTo>
                  <a:pt x="681475" y="143033"/>
                  <a:pt x="680450" y="143101"/>
                  <a:pt x="679199" y="143101"/>
                </a:cubicBezTo>
                <a:cubicBezTo>
                  <a:pt x="678017" y="143101"/>
                  <a:pt x="677026" y="143033"/>
                  <a:pt x="676227" y="142896"/>
                </a:cubicBezTo>
                <a:cubicBezTo>
                  <a:pt x="675428" y="142760"/>
                  <a:pt x="674785" y="142590"/>
                  <a:pt x="674298" y="142385"/>
                </a:cubicBezTo>
                <a:cubicBezTo>
                  <a:pt x="673812" y="142181"/>
                  <a:pt x="673482" y="141908"/>
                  <a:pt x="673308" y="141568"/>
                </a:cubicBezTo>
                <a:cubicBezTo>
                  <a:pt x="673134" y="141225"/>
                  <a:pt x="673047" y="140849"/>
                  <a:pt x="673047" y="140440"/>
                </a:cubicBezTo>
                <a:lnTo>
                  <a:pt x="673047" y="47840"/>
                </a:lnTo>
                <a:cubicBezTo>
                  <a:pt x="673047" y="47431"/>
                  <a:pt x="673134" y="47056"/>
                  <a:pt x="673308" y="46715"/>
                </a:cubicBezTo>
                <a:cubicBezTo>
                  <a:pt x="673482" y="46373"/>
                  <a:pt x="673812" y="46082"/>
                  <a:pt x="674298" y="45843"/>
                </a:cubicBezTo>
                <a:cubicBezTo>
                  <a:pt x="674785" y="45605"/>
                  <a:pt x="675393" y="45434"/>
                  <a:pt x="676123" y="45332"/>
                </a:cubicBezTo>
                <a:cubicBezTo>
                  <a:pt x="676853" y="45230"/>
                  <a:pt x="677808" y="45179"/>
                  <a:pt x="678990" y="45179"/>
                </a:cubicBezTo>
                <a:cubicBezTo>
                  <a:pt x="680172" y="45179"/>
                  <a:pt x="681145" y="45230"/>
                  <a:pt x="681909" y="45332"/>
                </a:cubicBezTo>
                <a:cubicBezTo>
                  <a:pt x="682674" y="45434"/>
                  <a:pt x="683265" y="45605"/>
                  <a:pt x="683682" y="45843"/>
                </a:cubicBezTo>
                <a:cubicBezTo>
                  <a:pt x="684099" y="46082"/>
                  <a:pt x="684394" y="46373"/>
                  <a:pt x="684568" y="46715"/>
                </a:cubicBezTo>
                <a:cubicBezTo>
                  <a:pt x="684742" y="47056"/>
                  <a:pt x="684829" y="47431"/>
                  <a:pt x="684829" y="47840"/>
                </a:cubicBezTo>
                <a:lnTo>
                  <a:pt x="684829" y="60936"/>
                </a:lnTo>
                <a:cubicBezTo>
                  <a:pt x="690250" y="55037"/>
                  <a:pt x="695567" y="50767"/>
                  <a:pt x="700780" y="48124"/>
                </a:cubicBezTo>
                <a:cubicBezTo>
                  <a:pt x="705993" y="45479"/>
                  <a:pt x="711171" y="44157"/>
                  <a:pt x="716315" y="44157"/>
                </a:cubicBezTo>
                <a:cubicBezTo>
                  <a:pt x="722501" y="44157"/>
                  <a:pt x="727714" y="45179"/>
                  <a:pt x="731954" y="47223"/>
                </a:cubicBezTo>
                <a:cubicBezTo>
                  <a:pt x="736193" y="49268"/>
                  <a:pt x="739617" y="52027"/>
                  <a:pt x="742223" y="55503"/>
                </a:cubicBezTo>
                <a:cubicBezTo>
                  <a:pt x="744830" y="58978"/>
                  <a:pt x="746706" y="63032"/>
                  <a:pt x="747853" y="67666"/>
                </a:cubicBezTo>
                <a:cubicBezTo>
                  <a:pt x="749000" y="72300"/>
                  <a:pt x="749573" y="77888"/>
                  <a:pt x="749573" y="84429"/>
                </a:cubicBezTo>
                <a:lnTo>
                  <a:pt x="749573" y="140443"/>
                </a:lnTo>
                <a:close/>
                <a:moveTo>
                  <a:pt x="859218" y="51056"/>
                </a:moveTo>
                <a:cubicBezTo>
                  <a:pt x="859218" y="52983"/>
                  <a:pt x="858906" y="54326"/>
                  <a:pt x="858280" y="55084"/>
                </a:cubicBezTo>
                <a:cubicBezTo>
                  <a:pt x="857654" y="55840"/>
                  <a:pt x="856855" y="56218"/>
                  <a:pt x="855882" y="56218"/>
                </a:cubicBezTo>
                <a:lnTo>
                  <a:pt x="840973" y="56218"/>
                </a:lnTo>
                <a:cubicBezTo>
                  <a:pt x="843892" y="59127"/>
                  <a:pt x="845925" y="62289"/>
                  <a:pt x="847072" y="65705"/>
                </a:cubicBezTo>
                <a:cubicBezTo>
                  <a:pt x="848219" y="69119"/>
                  <a:pt x="848792" y="72719"/>
                  <a:pt x="848792" y="76508"/>
                </a:cubicBezTo>
                <a:cubicBezTo>
                  <a:pt x="848792" y="81746"/>
                  <a:pt x="847941" y="86407"/>
                  <a:pt x="846238" y="90489"/>
                </a:cubicBezTo>
                <a:cubicBezTo>
                  <a:pt x="844535" y="94571"/>
                  <a:pt x="842120" y="98024"/>
                  <a:pt x="838992" y="100848"/>
                </a:cubicBezTo>
                <a:cubicBezTo>
                  <a:pt x="835864" y="103671"/>
                  <a:pt x="832146" y="105832"/>
                  <a:pt x="827836" y="107329"/>
                </a:cubicBezTo>
                <a:cubicBezTo>
                  <a:pt x="823527" y="108826"/>
                  <a:pt x="818766" y="109574"/>
                  <a:pt x="813553" y="109574"/>
                </a:cubicBezTo>
                <a:cubicBezTo>
                  <a:pt x="809313" y="109574"/>
                  <a:pt x="805282" y="108996"/>
                  <a:pt x="801459" y="107840"/>
                </a:cubicBezTo>
                <a:cubicBezTo>
                  <a:pt x="797636" y="106684"/>
                  <a:pt x="794647" y="105255"/>
                  <a:pt x="792492" y="103553"/>
                </a:cubicBezTo>
                <a:cubicBezTo>
                  <a:pt x="791102" y="104922"/>
                  <a:pt x="789956" y="106497"/>
                  <a:pt x="789052" y="108277"/>
                </a:cubicBezTo>
                <a:cubicBezTo>
                  <a:pt x="788148" y="110058"/>
                  <a:pt x="787697" y="112112"/>
                  <a:pt x="787697" y="114439"/>
                </a:cubicBezTo>
                <a:cubicBezTo>
                  <a:pt x="787697" y="117039"/>
                  <a:pt x="788965" y="119229"/>
                  <a:pt x="791502" y="121010"/>
                </a:cubicBezTo>
                <a:cubicBezTo>
                  <a:pt x="794039" y="122790"/>
                  <a:pt x="797323" y="123748"/>
                  <a:pt x="801355" y="123884"/>
                </a:cubicBezTo>
                <a:lnTo>
                  <a:pt x="826898" y="124910"/>
                </a:lnTo>
                <a:cubicBezTo>
                  <a:pt x="831207" y="125046"/>
                  <a:pt x="835256" y="125626"/>
                  <a:pt x="839044" y="126651"/>
                </a:cubicBezTo>
                <a:cubicBezTo>
                  <a:pt x="842832" y="127673"/>
                  <a:pt x="846151" y="129191"/>
                  <a:pt x="849001" y="131206"/>
                </a:cubicBezTo>
                <a:cubicBezTo>
                  <a:pt x="851851" y="133220"/>
                  <a:pt x="854110" y="135696"/>
                  <a:pt x="855778" y="138632"/>
                </a:cubicBezTo>
                <a:cubicBezTo>
                  <a:pt x="857446" y="141566"/>
                  <a:pt x="858280" y="145013"/>
                  <a:pt x="858280" y="148972"/>
                </a:cubicBezTo>
                <a:cubicBezTo>
                  <a:pt x="858280" y="153069"/>
                  <a:pt x="857429" y="156995"/>
                  <a:pt x="855726" y="160749"/>
                </a:cubicBezTo>
                <a:cubicBezTo>
                  <a:pt x="854023" y="164503"/>
                  <a:pt x="851382" y="167796"/>
                  <a:pt x="847802" y="170628"/>
                </a:cubicBezTo>
                <a:cubicBezTo>
                  <a:pt x="844222" y="173463"/>
                  <a:pt x="839652" y="175716"/>
                  <a:pt x="834092" y="177387"/>
                </a:cubicBezTo>
                <a:cubicBezTo>
                  <a:pt x="828531" y="179061"/>
                  <a:pt x="821894" y="179898"/>
                  <a:pt x="814178" y="179898"/>
                </a:cubicBezTo>
                <a:cubicBezTo>
                  <a:pt x="806811" y="179898"/>
                  <a:pt x="800538" y="179267"/>
                  <a:pt x="795360" y="178004"/>
                </a:cubicBezTo>
                <a:cubicBezTo>
                  <a:pt x="790181" y="176743"/>
                  <a:pt x="785942" y="175005"/>
                  <a:pt x="782640" y="172788"/>
                </a:cubicBezTo>
                <a:cubicBezTo>
                  <a:pt x="779338" y="170573"/>
                  <a:pt x="776941" y="167966"/>
                  <a:pt x="775446" y="164965"/>
                </a:cubicBezTo>
                <a:cubicBezTo>
                  <a:pt x="773952" y="161965"/>
                  <a:pt x="773205" y="158725"/>
                  <a:pt x="773205" y="155245"/>
                </a:cubicBezTo>
                <a:cubicBezTo>
                  <a:pt x="773205" y="152860"/>
                  <a:pt x="773483" y="150610"/>
                  <a:pt x="774039" y="148496"/>
                </a:cubicBezTo>
                <a:cubicBezTo>
                  <a:pt x="774595" y="146381"/>
                  <a:pt x="775446" y="144370"/>
                  <a:pt x="776593" y="142462"/>
                </a:cubicBezTo>
                <a:cubicBezTo>
                  <a:pt x="777740" y="140552"/>
                  <a:pt x="779165" y="138711"/>
                  <a:pt x="780868" y="136939"/>
                </a:cubicBezTo>
                <a:cubicBezTo>
                  <a:pt x="782571" y="135165"/>
                  <a:pt x="784534" y="133357"/>
                  <a:pt x="786758" y="131515"/>
                </a:cubicBezTo>
                <a:cubicBezTo>
                  <a:pt x="783213" y="129735"/>
                  <a:pt x="780607" y="127579"/>
                  <a:pt x="778939" y="125047"/>
                </a:cubicBezTo>
                <a:cubicBezTo>
                  <a:pt x="777271" y="122515"/>
                  <a:pt x="776437" y="119812"/>
                  <a:pt x="776437" y="116937"/>
                </a:cubicBezTo>
                <a:cubicBezTo>
                  <a:pt x="776437" y="112695"/>
                  <a:pt x="777271" y="108948"/>
                  <a:pt x="778939" y="105697"/>
                </a:cubicBezTo>
                <a:cubicBezTo>
                  <a:pt x="780607" y="102445"/>
                  <a:pt x="782623" y="99519"/>
                  <a:pt x="784986" y="96919"/>
                </a:cubicBezTo>
                <a:cubicBezTo>
                  <a:pt x="782970" y="94334"/>
                  <a:pt x="781406" y="91510"/>
                  <a:pt x="780294" y="88448"/>
                </a:cubicBezTo>
                <a:cubicBezTo>
                  <a:pt x="779182" y="85386"/>
                  <a:pt x="778626" y="81712"/>
                  <a:pt x="778626" y="77428"/>
                </a:cubicBezTo>
                <a:cubicBezTo>
                  <a:pt x="778626" y="72255"/>
                  <a:pt x="779495" y="67612"/>
                  <a:pt x="781233" y="63498"/>
                </a:cubicBezTo>
                <a:cubicBezTo>
                  <a:pt x="782970" y="59381"/>
                  <a:pt x="785386" y="55894"/>
                  <a:pt x="788479" y="53037"/>
                </a:cubicBezTo>
                <a:cubicBezTo>
                  <a:pt x="791572" y="50179"/>
                  <a:pt x="795273" y="47985"/>
                  <a:pt x="799582" y="46453"/>
                </a:cubicBezTo>
                <a:cubicBezTo>
                  <a:pt x="803891" y="44922"/>
                  <a:pt x="808618" y="44157"/>
                  <a:pt x="813761" y="44157"/>
                </a:cubicBezTo>
                <a:cubicBezTo>
                  <a:pt x="816472" y="44157"/>
                  <a:pt x="819026" y="44310"/>
                  <a:pt x="821424" y="44617"/>
                </a:cubicBezTo>
                <a:cubicBezTo>
                  <a:pt x="823822" y="44923"/>
                  <a:pt x="826029" y="45315"/>
                  <a:pt x="828045" y="45792"/>
                </a:cubicBezTo>
                <a:lnTo>
                  <a:pt x="855882" y="45792"/>
                </a:lnTo>
                <a:cubicBezTo>
                  <a:pt x="857064" y="45792"/>
                  <a:pt x="857915" y="46239"/>
                  <a:pt x="858436" y="47134"/>
                </a:cubicBezTo>
                <a:cubicBezTo>
                  <a:pt x="858958" y="48028"/>
                  <a:pt x="859218" y="49336"/>
                  <a:pt x="859218" y="51056"/>
                </a:cubicBezTo>
                <a:moveTo>
                  <a:pt x="835969" y="76712"/>
                </a:moveTo>
                <a:cubicBezTo>
                  <a:pt x="835969" y="69711"/>
                  <a:pt x="834005" y="64238"/>
                  <a:pt x="830078" y="60294"/>
                </a:cubicBezTo>
                <a:cubicBezTo>
                  <a:pt x="826151" y="56350"/>
                  <a:pt x="820573" y="54378"/>
                  <a:pt x="813344" y="54378"/>
                </a:cubicBezTo>
                <a:cubicBezTo>
                  <a:pt x="809660" y="54378"/>
                  <a:pt x="806428" y="54991"/>
                  <a:pt x="803648" y="56215"/>
                </a:cubicBezTo>
                <a:cubicBezTo>
                  <a:pt x="800868" y="57437"/>
                  <a:pt x="798574" y="59103"/>
                  <a:pt x="796767" y="61211"/>
                </a:cubicBezTo>
                <a:cubicBezTo>
                  <a:pt x="794960" y="63319"/>
                  <a:pt x="793605" y="65767"/>
                  <a:pt x="792701" y="68554"/>
                </a:cubicBezTo>
                <a:cubicBezTo>
                  <a:pt x="791797" y="71342"/>
                  <a:pt x="791346" y="74300"/>
                  <a:pt x="791346" y="77428"/>
                </a:cubicBezTo>
                <a:cubicBezTo>
                  <a:pt x="791346" y="84225"/>
                  <a:pt x="793309" y="89579"/>
                  <a:pt x="797236" y="93488"/>
                </a:cubicBezTo>
                <a:cubicBezTo>
                  <a:pt x="801163" y="97398"/>
                  <a:pt x="806672" y="99353"/>
                  <a:pt x="813761" y="99353"/>
                </a:cubicBezTo>
                <a:cubicBezTo>
                  <a:pt x="817515" y="99353"/>
                  <a:pt x="820799" y="98742"/>
                  <a:pt x="823614" y="97519"/>
                </a:cubicBezTo>
                <a:cubicBezTo>
                  <a:pt x="826429" y="96295"/>
                  <a:pt x="828740" y="94646"/>
                  <a:pt x="830547" y="92571"/>
                </a:cubicBezTo>
                <a:cubicBezTo>
                  <a:pt x="832354" y="90497"/>
                  <a:pt x="833710" y="88084"/>
                  <a:pt x="834613" y="85330"/>
                </a:cubicBezTo>
                <a:cubicBezTo>
                  <a:pt x="835517" y="82577"/>
                  <a:pt x="835969" y="79704"/>
                  <a:pt x="835969" y="76712"/>
                </a:cubicBezTo>
                <a:moveTo>
                  <a:pt x="845873" y="149687"/>
                </a:moveTo>
                <a:cubicBezTo>
                  <a:pt x="845873" y="145177"/>
                  <a:pt x="844014" y="141726"/>
                  <a:pt x="840295" y="139335"/>
                </a:cubicBezTo>
                <a:cubicBezTo>
                  <a:pt x="836577" y="136941"/>
                  <a:pt x="831590" y="135642"/>
                  <a:pt x="825334" y="135438"/>
                </a:cubicBezTo>
                <a:lnTo>
                  <a:pt x="797914" y="134515"/>
                </a:lnTo>
                <a:cubicBezTo>
                  <a:pt x="795412" y="136429"/>
                  <a:pt x="793361" y="138240"/>
                  <a:pt x="791763" y="139948"/>
                </a:cubicBezTo>
                <a:cubicBezTo>
                  <a:pt x="790164" y="141656"/>
                  <a:pt x="788896" y="143313"/>
                  <a:pt x="787957" y="144918"/>
                </a:cubicBezTo>
                <a:cubicBezTo>
                  <a:pt x="787019" y="146526"/>
                  <a:pt x="786376" y="148099"/>
                  <a:pt x="786028" y="149636"/>
                </a:cubicBezTo>
                <a:cubicBezTo>
                  <a:pt x="785681" y="151174"/>
                  <a:pt x="785507" y="152728"/>
                  <a:pt x="785507" y="154300"/>
                </a:cubicBezTo>
                <a:cubicBezTo>
                  <a:pt x="785507" y="159357"/>
                  <a:pt x="788096" y="163184"/>
                  <a:pt x="793274" y="165780"/>
                </a:cubicBezTo>
                <a:cubicBezTo>
                  <a:pt x="798453" y="168378"/>
                  <a:pt x="805664" y="169677"/>
                  <a:pt x="814908" y="169677"/>
                </a:cubicBezTo>
                <a:cubicBezTo>
                  <a:pt x="820747" y="169677"/>
                  <a:pt x="825630" y="169112"/>
                  <a:pt x="829557" y="167984"/>
                </a:cubicBezTo>
                <a:cubicBezTo>
                  <a:pt x="833484" y="166857"/>
                  <a:pt x="836664" y="165371"/>
                  <a:pt x="839096" y="163525"/>
                </a:cubicBezTo>
                <a:cubicBezTo>
                  <a:pt x="841529" y="161680"/>
                  <a:pt x="843267" y="159562"/>
                  <a:pt x="844309" y="157168"/>
                </a:cubicBezTo>
                <a:cubicBezTo>
                  <a:pt x="845352" y="154777"/>
                  <a:pt x="845873" y="152283"/>
                  <a:pt x="845873" y="14968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:Sampling">
            <a:extLst xmlns:a="http://schemas.openxmlformats.org/drawingml/2006/main">
              <a:ext uri="{FF2B5EF4-FFF2-40B4-BE49-F238E27FC236}">
                <a16:creationId xmlns:a16="http://schemas.microsoft.com/office/drawing/2014/main" id="{A26898C1-7B6A-4CE9-8D4F-43747AFE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9888" y="1441841"/>
            <a:ext cx="859218" cy="179898"/>
          </a:xfrm>
          <a:custGeom xmlns:a="http://schemas.openxmlformats.org/drawingml/2006/main">
            <a:pathLst>
              <a:path w="859218" h="179898" fill="none">
                <a:moveTo>
                  <a:pt x="17828" y="60000"/>
                </a:moveTo>
                <a:cubicBezTo>
                  <a:pt x="17828" y="61840"/>
                  <a:pt x="17707" y="63390"/>
                  <a:pt x="17463" y="64651"/>
                </a:cubicBezTo>
                <a:cubicBezTo>
                  <a:pt x="17220" y="65912"/>
                  <a:pt x="16751" y="66917"/>
                  <a:pt x="16056" y="67666"/>
                </a:cubicBezTo>
                <a:cubicBezTo>
                  <a:pt x="15361" y="68416"/>
                  <a:pt x="14440" y="68944"/>
                  <a:pt x="13293" y="69251"/>
                </a:cubicBezTo>
                <a:cubicBezTo>
                  <a:pt x="12146" y="69557"/>
                  <a:pt x="10669" y="69711"/>
                  <a:pt x="8862" y="69711"/>
                </a:cubicBezTo>
                <a:cubicBezTo>
                  <a:pt x="7055" y="69711"/>
                  <a:pt x="5595" y="69557"/>
                  <a:pt x="4483" y="69251"/>
                </a:cubicBezTo>
                <a:cubicBezTo>
                  <a:pt x="3371" y="68944"/>
                  <a:pt x="2467" y="68416"/>
                  <a:pt x="1772" y="67666"/>
                </a:cubicBezTo>
                <a:cubicBezTo>
                  <a:pt x="1077" y="66917"/>
                  <a:pt x="608" y="65912"/>
                  <a:pt x="365" y="64651"/>
                </a:cubicBezTo>
                <a:cubicBezTo>
                  <a:pt x="122" y="63390"/>
                  <a:pt x="0" y="61840"/>
                  <a:pt x="0" y="60000"/>
                </a:cubicBezTo>
                <a:cubicBezTo>
                  <a:pt x="0" y="58024"/>
                  <a:pt x="122" y="56406"/>
                  <a:pt x="365" y="55145"/>
                </a:cubicBezTo>
                <a:cubicBezTo>
                  <a:pt x="608" y="53884"/>
                  <a:pt x="1077" y="52879"/>
                  <a:pt x="1772" y="52130"/>
                </a:cubicBezTo>
                <a:cubicBezTo>
                  <a:pt x="2467" y="51380"/>
                  <a:pt x="3371" y="50852"/>
                  <a:pt x="4483" y="50545"/>
                </a:cubicBezTo>
                <a:cubicBezTo>
                  <a:pt x="5595" y="50239"/>
                  <a:pt x="7055" y="50085"/>
                  <a:pt x="8862" y="50085"/>
                </a:cubicBezTo>
                <a:cubicBezTo>
                  <a:pt x="10669" y="50085"/>
                  <a:pt x="12146" y="50239"/>
                  <a:pt x="13293" y="50545"/>
                </a:cubicBezTo>
                <a:cubicBezTo>
                  <a:pt x="14440" y="50852"/>
                  <a:pt x="15361" y="51380"/>
                  <a:pt x="16056" y="52130"/>
                </a:cubicBezTo>
                <a:cubicBezTo>
                  <a:pt x="16751" y="52879"/>
                  <a:pt x="17220" y="53884"/>
                  <a:pt x="17463" y="55145"/>
                </a:cubicBezTo>
                <a:cubicBezTo>
                  <a:pt x="17707" y="56406"/>
                  <a:pt x="17828" y="58024"/>
                  <a:pt x="17828" y="60000"/>
                </a:cubicBezTo>
                <a:moveTo>
                  <a:pt x="17828" y="133493"/>
                </a:moveTo>
                <a:cubicBezTo>
                  <a:pt x="17828" y="135401"/>
                  <a:pt x="17707" y="136985"/>
                  <a:pt x="17463" y="138246"/>
                </a:cubicBezTo>
                <a:cubicBezTo>
                  <a:pt x="17220" y="139506"/>
                  <a:pt x="16751" y="140511"/>
                  <a:pt x="16056" y="141261"/>
                </a:cubicBezTo>
                <a:cubicBezTo>
                  <a:pt x="15361" y="142010"/>
                  <a:pt x="14440" y="142539"/>
                  <a:pt x="13293" y="142845"/>
                </a:cubicBezTo>
                <a:cubicBezTo>
                  <a:pt x="12146" y="143152"/>
                  <a:pt x="10669" y="143305"/>
                  <a:pt x="8862" y="143305"/>
                </a:cubicBezTo>
                <a:cubicBezTo>
                  <a:pt x="7055" y="143305"/>
                  <a:pt x="5595" y="143152"/>
                  <a:pt x="4483" y="142845"/>
                </a:cubicBezTo>
                <a:cubicBezTo>
                  <a:pt x="3371" y="142539"/>
                  <a:pt x="2467" y="142010"/>
                  <a:pt x="1772" y="141261"/>
                </a:cubicBezTo>
                <a:cubicBezTo>
                  <a:pt x="1077" y="140511"/>
                  <a:pt x="608" y="139506"/>
                  <a:pt x="365" y="138246"/>
                </a:cubicBezTo>
                <a:cubicBezTo>
                  <a:pt x="122" y="136985"/>
                  <a:pt x="0" y="135401"/>
                  <a:pt x="0" y="133493"/>
                </a:cubicBezTo>
                <a:cubicBezTo>
                  <a:pt x="0" y="131585"/>
                  <a:pt x="122" y="129983"/>
                  <a:pt x="365" y="128688"/>
                </a:cubicBezTo>
                <a:cubicBezTo>
                  <a:pt x="608" y="127394"/>
                  <a:pt x="1077" y="126389"/>
                  <a:pt x="1772" y="125673"/>
                </a:cubicBezTo>
                <a:cubicBezTo>
                  <a:pt x="2467" y="124958"/>
                  <a:pt x="3371" y="124447"/>
                  <a:pt x="4483" y="124140"/>
                </a:cubicBezTo>
                <a:cubicBezTo>
                  <a:pt x="5595" y="123833"/>
                  <a:pt x="7055" y="123680"/>
                  <a:pt x="8862" y="123680"/>
                </a:cubicBezTo>
                <a:cubicBezTo>
                  <a:pt x="10669" y="123680"/>
                  <a:pt x="12146" y="123833"/>
                  <a:pt x="13293" y="124140"/>
                </a:cubicBezTo>
                <a:cubicBezTo>
                  <a:pt x="14440" y="124447"/>
                  <a:pt x="15361" y="124958"/>
                  <a:pt x="16056" y="125673"/>
                </a:cubicBezTo>
                <a:cubicBezTo>
                  <a:pt x="16751" y="126389"/>
                  <a:pt x="17220" y="127394"/>
                  <a:pt x="17463" y="128688"/>
                </a:cubicBezTo>
                <a:cubicBezTo>
                  <a:pt x="17707" y="129983"/>
                  <a:pt x="17828" y="131585"/>
                  <a:pt x="17828" y="133493"/>
                </a:cubicBezTo>
                <a:close/>
                <a:moveTo>
                  <a:pt x="169809" y="106767"/>
                </a:moveTo>
                <a:cubicBezTo>
                  <a:pt x="169809" y="112635"/>
                  <a:pt x="168732" y="117890"/>
                  <a:pt x="166577" y="122530"/>
                </a:cubicBezTo>
                <a:cubicBezTo>
                  <a:pt x="164423" y="127168"/>
                  <a:pt x="161399" y="131108"/>
                  <a:pt x="157507" y="134349"/>
                </a:cubicBezTo>
                <a:cubicBezTo>
                  <a:pt x="153615" y="137590"/>
                  <a:pt x="148992" y="140063"/>
                  <a:pt x="143640" y="141769"/>
                </a:cubicBezTo>
                <a:cubicBezTo>
                  <a:pt x="138288" y="143474"/>
                  <a:pt x="132450" y="144327"/>
                  <a:pt x="126125" y="144327"/>
                </a:cubicBezTo>
                <a:cubicBezTo>
                  <a:pt x="121816" y="144327"/>
                  <a:pt x="117749" y="143931"/>
                  <a:pt x="113927" y="143139"/>
                </a:cubicBezTo>
                <a:cubicBezTo>
                  <a:pt x="110104" y="142349"/>
                  <a:pt x="106698" y="141405"/>
                  <a:pt x="103709" y="140306"/>
                </a:cubicBezTo>
                <a:cubicBezTo>
                  <a:pt x="100720" y="139205"/>
                  <a:pt x="98201" y="138088"/>
                  <a:pt x="96150" y="136955"/>
                </a:cubicBezTo>
                <a:cubicBezTo>
                  <a:pt x="94100" y="135820"/>
                  <a:pt x="92693" y="134858"/>
                  <a:pt x="91928" y="134068"/>
                </a:cubicBezTo>
                <a:cubicBezTo>
                  <a:pt x="91163" y="133275"/>
                  <a:pt x="90607" y="132351"/>
                  <a:pt x="90260" y="131295"/>
                </a:cubicBezTo>
                <a:cubicBezTo>
                  <a:pt x="89912" y="130239"/>
                  <a:pt x="89738" y="128927"/>
                  <a:pt x="89738" y="127360"/>
                </a:cubicBezTo>
                <a:cubicBezTo>
                  <a:pt x="89738" y="126201"/>
                  <a:pt x="89808" y="125247"/>
                  <a:pt x="89947" y="124498"/>
                </a:cubicBezTo>
                <a:cubicBezTo>
                  <a:pt x="90086" y="123748"/>
                  <a:pt x="90277" y="123135"/>
                  <a:pt x="90520" y="122658"/>
                </a:cubicBezTo>
                <a:cubicBezTo>
                  <a:pt x="90764" y="122181"/>
                  <a:pt x="91076" y="121857"/>
                  <a:pt x="91459" y="121687"/>
                </a:cubicBezTo>
                <a:cubicBezTo>
                  <a:pt x="91841" y="121516"/>
                  <a:pt x="92241" y="121431"/>
                  <a:pt x="92658" y="121431"/>
                </a:cubicBezTo>
                <a:cubicBezTo>
                  <a:pt x="93631" y="121431"/>
                  <a:pt x="95004" y="122033"/>
                  <a:pt x="96776" y="123236"/>
                </a:cubicBezTo>
                <a:cubicBezTo>
                  <a:pt x="98548" y="124439"/>
                  <a:pt x="100842" y="125746"/>
                  <a:pt x="103657" y="127155"/>
                </a:cubicBezTo>
                <a:cubicBezTo>
                  <a:pt x="106472" y="128565"/>
                  <a:pt x="109843" y="129871"/>
                  <a:pt x="113770" y="131075"/>
                </a:cubicBezTo>
                <a:cubicBezTo>
                  <a:pt x="117697" y="132278"/>
                  <a:pt x="122267" y="132879"/>
                  <a:pt x="127480" y="132879"/>
                </a:cubicBezTo>
                <a:cubicBezTo>
                  <a:pt x="131720" y="132879"/>
                  <a:pt x="135613" y="132316"/>
                  <a:pt x="139157" y="131190"/>
                </a:cubicBezTo>
                <a:cubicBezTo>
                  <a:pt x="142702" y="130063"/>
                  <a:pt x="145760" y="128441"/>
                  <a:pt x="148332" y="126325"/>
                </a:cubicBezTo>
                <a:cubicBezTo>
                  <a:pt x="150904" y="124206"/>
                  <a:pt x="152902" y="121593"/>
                  <a:pt x="154327" y="118486"/>
                </a:cubicBezTo>
                <a:cubicBezTo>
                  <a:pt x="155752" y="115379"/>
                  <a:pt x="156464" y="111845"/>
                  <a:pt x="156464" y="107885"/>
                </a:cubicBezTo>
                <a:cubicBezTo>
                  <a:pt x="156464" y="103790"/>
                  <a:pt x="155561" y="100275"/>
                  <a:pt x="153754" y="97340"/>
                </a:cubicBezTo>
                <a:cubicBezTo>
                  <a:pt x="151946" y="94404"/>
                  <a:pt x="149566" y="91827"/>
                  <a:pt x="146612" y="89610"/>
                </a:cubicBezTo>
                <a:cubicBezTo>
                  <a:pt x="143658" y="87392"/>
                  <a:pt x="140304" y="85378"/>
                  <a:pt x="136551" y="83570"/>
                </a:cubicBezTo>
                <a:cubicBezTo>
                  <a:pt x="132798" y="81760"/>
                  <a:pt x="128957" y="79951"/>
                  <a:pt x="125030" y="78143"/>
                </a:cubicBezTo>
                <a:cubicBezTo>
                  <a:pt x="121103" y="76333"/>
                  <a:pt x="117263" y="74371"/>
                  <a:pt x="113510" y="72256"/>
                </a:cubicBezTo>
                <a:cubicBezTo>
                  <a:pt x="109756" y="70140"/>
                  <a:pt x="106403" y="67665"/>
                  <a:pt x="103449" y="64833"/>
                </a:cubicBezTo>
                <a:cubicBezTo>
                  <a:pt x="100495" y="61999"/>
                  <a:pt x="98114" y="58670"/>
                  <a:pt x="96307" y="54848"/>
                </a:cubicBezTo>
                <a:cubicBezTo>
                  <a:pt x="94500" y="51025"/>
                  <a:pt x="93596" y="46488"/>
                  <a:pt x="93596" y="41234"/>
                </a:cubicBezTo>
                <a:cubicBezTo>
                  <a:pt x="93596" y="36117"/>
                  <a:pt x="94534" y="31529"/>
                  <a:pt x="96411" y="27470"/>
                </a:cubicBezTo>
                <a:cubicBezTo>
                  <a:pt x="98288" y="23409"/>
                  <a:pt x="100929" y="19964"/>
                  <a:pt x="104335" y="17134"/>
                </a:cubicBezTo>
                <a:cubicBezTo>
                  <a:pt x="107741" y="14302"/>
                  <a:pt x="111824" y="12135"/>
                  <a:pt x="116585" y="10634"/>
                </a:cubicBezTo>
                <a:cubicBezTo>
                  <a:pt x="121346" y="9132"/>
                  <a:pt x="126577" y="8382"/>
                  <a:pt x="132276" y="8382"/>
                </a:cubicBezTo>
                <a:cubicBezTo>
                  <a:pt x="135126" y="8382"/>
                  <a:pt x="138010" y="8651"/>
                  <a:pt x="140930" y="9190"/>
                </a:cubicBezTo>
                <a:cubicBezTo>
                  <a:pt x="143849" y="9729"/>
                  <a:pt x="146612" y="10420"/>
                  <a:pt x="149218" y="11263"/>
                </a:cubicBezTo>
                <a:cubicBezTo>
                  <a:pt x="151825" y="12106"/>
                  <a:pt x="154153" y="13051"/>
                  <a:pt x="156204" y="14096"/>
                </a:cubicBezTo>
                <a:cubicBezTo>
                  <a:pt x="158254" y="15140"/>
                  <a:pt x="159609" y="15982"/>
                  <a:pt x="160270" y="16623"/>
                </a:cubicBezTo>
                <a:cubicBezTo>
                  <a:pt x="160930" y="17262"/>
                  <a:pt x="161347" y="17736"/>
                  <a:pt x="161521" y="18047"/>
                </a:cubicBezTo>
                <a:cubicBezTo>
                  <a:pt x="161695" y="18356"/>
                  <a:pt x="161851" y="18751"/>
                  <a:pt x="161990" y="19232"/>
                </a:cubicBezTo>
                <a:cubicBezTo>
                  <a:pt x="162129" y="19714"/>
                  <a:pt x="162233" y="20281"/>
                  <a:pt x="162303" y="20935"/>
                </a:cubicBezTo>
                <a:cubicBezTo>
                  <a:pt x="162372" y="21586"/>
                  <a:pt x="162407" y="22394"/>
                  <a:pt x="162407" y="23356"/>
                </a:cubicBezTo>
                <a:cubicBezTo>
                  <a:pt x="162407" y="24250"/>
                  <a:pt x="162355" y="25059"/>
                  <a:pt x="162251" y="25780"/>
                </a:cubicBezTo>
                <a:cubicBezTo>
                  <a:pt x="162146" y="26500"/>
                  <a:pt x="161990" y="27119"/>
                  <a:pt x="161782" y="27636"/>
                </a:cubicBezTo>
                <a:cubicBezTo>
                  <a:pt x="161573" y="28152"/>
                  <a:pt x="161312" y="28547"/>
                  <a:pt x="161000" y="28821"/>
                </a:cubicBezTo>
                <a:cubicBezTo>
                  <a:pt x="160687" y="29096"/>
                  <a:pt x="160322" y="29233"/>
                  <a:pt x="159905" y="29233"/>
                </a:cubicBezTo>
                <a:cubicBezTo>
                  <a:pt x="159140" y="29233"/>
                  <a:pt x="157976" y="28739"/>
                  <a:pt x="156412" y="27751"/>
                </a:cubicBezTo>
                <a:cubicBezTo>
                  <a:pt x="154848" y="26763"/>
                  <a:pt x="152885" y="25656"/>
                  <a:pt x="150522" y="24429"/>
                </a:cubicBezTo>
                <a:cubicBezTo>
                  <a:pt x="148158" y="23203"/>
                  <a:pt x="145343" y="22095"/>
                  <a:pt x="142077" y="21107"/>
                </a:cubicBezTo>
                <a:cubicBezTo>
                  <a:pt x="138810" y="20119"/>
                  <a:pt x="135091" y="19625"/>
                  <a:pt x="130921" y="19625"/>
                </a:cubicBezTo>
                <a:cubicBezTo>
                  <a:pt x="126820" y="19625"/>
                  <a:pt x="123240" y="20171"/>
                  <a:pt x="120182" y="21264"/>
                </a:cubicBezTo>
                <a:cubicBezTo>
                  <a:pt x="117124" y="22356"/>
                  <a:pt x="114587" y="23842"/>
                  <a:pt x="112571" y="25720"/>
                </a:cubicBezTo>
                <a:cubicBezTo>
                  <a:pt x="110556" y="27598"/>
                  <a:pt x="109044" y="29801"/>
                  <a:pt x="108036" y="32329"/>
                </a:cubicBezTo>
                <a:cubicBezTo>
                  <a:pt x="107028" y="34856"/>
                  <a:pt x="106524" y="37520"/>
                  <a:pt x="106524" y="40321"/>
                </a:cubicBezTo>
                <a:cubicBezTo>
                  <a:pt x="106524" y="44416"/>
                  <a:pt x="107428" y="47931"/>
                  <a:pt x="109235" y="50868"/>
                </a:cubicBezTo>
                <a:cubicBezTo>
                  <a:pt x="111042" y="53802"/>
                  <a:pt x="113440" y="56396"/>
                  <a:pt x="116429" y="58649"/>
                </a:cubicBezTo>
                <a:cubicBezTo>
                  <a:pt x="119418" y="60900"/>
                  <a:pt x="122806" y="62930"/>
                  <a:pt x="126594" y="64740"/>
                </a:cubicBezTo>
                <a:cubicBezTo>
                  <a:pt x="130382" y="66548"/>
                  <a:pt x="134240" y="68357"/>
                  <a:pt x="138167" y="70167"/>
                </a:cubicBezTo>
                <a:cubicBezTo>
                  <a:pt x="142094" y="71975"/>
                  <a:pt x="145952" y="73920"/>
                  <a:pt x="149740" y="76003"/>
                </a:cubicBezTo>
                <a:cubicBezTo>
                  <a:pt x="153528" y="78086"/>
                  <a:pt x="156916" y="80543"/>
                  <a:pt x="159905" y="83375"/>
                </a:cubicBezTo>
                <a:cubicBezTo>
                  <a:pt x="162894" y="86208"/>
                  <a:pt x="165292" y="89518"/>
                  <a:pt x="167099" y="93306"/>
                </a:cubicBezTo>
                <a:cubicBezTo>
                  <a:pt x="168906" y="97095"/>
                  <a:pt x="169809" y="101581"/>
                  <a:pt x="169809" y="106767"/>
                </a:cubicBezTo>
                <a:close/>
                <a:moveTo>
                  <a:pt x="262671" y="140443"/>
                </a:moveTo>
                <a:cubicBezTo>
                  <a:pt x="262671" y="141125"/>
                  <a:pt x="262445" y="141653"/>
                  <a:pt x="261994" y="142027"/>
                </a:cubicBezTo>
                <a:cubicBezTo>
                  <a:pt x="261542" y="142402"/>
                  <a:pt x="260951" y="142675"/>
                  <a:pt x="260221" y="142845"/>
                </a:cubicBezTo>
                <a:cubicBezTo>
                  <a:pt x="259491" y="143016"/>
                  <a:pt x="258501" y="143101"/>
                  <a:pt x="257250" y="143101"/>
                </a:cubicBezTo>
                <a:cubicBezTo>
                  <a:pt x="256068" y="143101"/>
                  <a:pt x="255060" y="143016"/>
                  <a:pt x="254226" y="142845"/>
                </a:cubicBezTo>
                <a:cubicBezTo>
                  <a:pt x="253392" y="142675"/>
                  <a:pt x="252749" y="142402"/>
                  <a:pt x="252298" y="142027"/>
                </a:cubicBezTo>
                <a:cubicBezTo>
                  <a:pt x="251846" y="141653"/>
                  <a:pt x="251620" y="141125"/>
                  <a:pt x="251620" y="140443"/>
                </a:cubicBezTo>
                <a:lnTo>
                  <a:pt x="251620" y="130119"/>
                </a:lnTo>
                <a:cubicBezTo>
                  <a:pt x="247380" y="134617"/>
                  <a:pt x="242706" y="138109"/>
                  <a:pt x="237597" y="140596"/>
                </a:cubicBezTo>
                <a:cubicBezTo>
                  <a:pt x="232488" y="143084"/>
                  <a:pt x="227189" y="144327"/>
                  <a:pt x="221698" y="144327"/>
                </a:cubicBezTo>
                <a:cubicBezTo>
                  <a:pt x="216763" y="144327"/>
                  <a:pt x="212332" y="143697"/>
                  <a:pt x="208405" y="142436"/>
                </a:cubicBezTo>
                <a:cubicBezTo>
                  <a:pt x="204477" y="141176"/>
                  <a:pt x="201159" y="139370"/>
                  <a:pt x="198448" y="137019"/>
                </a:cubicBezTo>
                <a:cubicBezTo>
                  <a:pt x="195737" y="134668"/>
                  <a:pt x="193652" y="131823"/>
                  <a:pt x="192192" y="128484"/>
                </a:cubicBezTo>
                <a:cubicBezTo>
                  <a:pt x="190733" y="125145"/>
                  <a:pt x="190003" y="121397"/>
                  <a:pt x="190003" y="117240"/>
                </a:cubicBezTo>
                <a:cubicBezTo>
                  <a:pt x="190003" y="112130"/>
                  <a:pt x="191080" y="107683"/>
                  <a:pt x="193235" y="103901"/>
                </a:cubicBezTo>
                <a:cubicBezTo>
                  <a:pt x="195389" y="100119"/>
                  <a:pt x="198448" y="96968"/>
                  <a:pt x="202410" y="94446"/>
                </a:cubicBezTo>
                <a:cubicBezTo>
                  <a:pt x="206371" y="91925"/>
                  <a:pt x="211133" y="90034"/>
                  <a:pt x="216693" y="88774"/>
                </a:cubicBezTo>
                <a:cubicBezTo>
                  <a:pt x="222254" y="87513"/>
                  <a:pt x="228440" y="86883"/>
                  <a:pt x="235251" y="86883"/>
                </a:cubicBezTo>
                <a:lnTo>
                  <a:pt x="250265" y="86883"/>
                </a:lnTo>
                <a:lnTo>
                  <a:pt x="250265" y="78884"/>
                </a:lnTo>
                <a:cubicBezTo>
                  <a:pt x="250265" y="74919"/>
                  <a:pt x="249848" y="71416"/>
                  <a:pt x="249013" y="68375"/>
                </a:cubicBezTo>
                <a:cubicBezTo>
                  <a:pt x="248179" y="65332"/>
                  <a:pt x="246824" y="62785"/>
                  <a:pt x="244947" y="60735"/>
                </a:cubicBezTo>
                <a:cubicBezTo>
                  <a:pt x="243071" y="58684"/>
                  <a:pt x="240638" y="57147"/>
                  <a:pt x="237649" y="56122"/>
                </a:cubicBezTo>
                <a:cubicBezTo>
                  <a:pt x="234660" y="55096"/>
                  <a:pt x="231011" y="54583"/>
                  <a:pt x="226702" y="54583"/>
                </a:cubicBezTo>
                <a:cubicBezTo>
                  <a:pt x="222532" y="54583"/>
                  <a:pt x="218778" y="55077"/>
                  <a:pt x="215442" y="56065"/>
                </a:cubicBezTo>
                <a:cubicBezTo>
                  <a:pt x="212106" y="57053"/>
                  <a:pt x="209186" y="58160"/>
                  <a:pt x="206684" y="59387"/>
                </a:cubicBezTo>
                <a:cubicBezTo>
                  <a:pt x="204182" y="60613"/>
                  <a:pt x="202114" y="61721"/>
                  <a:pt x="200481" y="62709"/>
                </a:cubicBezTo>
                <a:cubicBezTo>
                  <a:pt x="198847" y="63697"/>
                  <a:pt x="197683" y="64191"/>
                  <a:pt x="196988" y="64191"/>
                </a:cubicBezTo>
                <a:cubicBezTo>
                  <a:pt x="196571" y="64191"/>
                  <a:pt x="196189" y="64123"/>
                  <a:pt x="195841" y="63986"/>
                </a:cubicBezTo>
                <a:cubicBezTo>
                  <a:pt x="195494" y="63848"/>
                  <a:pt x="195198" y="63590"/>
                  <a:pt x="194955" y="63213"/>
                </a:cubicBezTo>
                <a:cubicBezTo>
                  <a:pt x="194712" y="62834"/>
                  <a:pt x="194538" y="62353"/>
                  <a:pt x="194434" y="61770"/>
                </a:cubicBezTo>
                <a:cubicBezTo>
                  <a:pt x="194330" y="61184"/>
                  <a:pt x="194277" y="60479"/>
                  <a:pt x="194277" y="59655"/>
                </a:cubicBezTo>
                <a:cubicBezTo>
                  <a:pt x="194277" y="58211"/>
                  <a:pt x="194382" y="57060"/>
                  <a:pt x="194590" y="56202"/>
                </a:cubicBezTo>
                <a:cubicBezTo>
                  <a:pt x="194799" y="55342"/>
                  <a:pt x="195337" y="54483"/>
                  <a:pt x="196206" y="53624"/>
                </a:cubicBezTo>
                <a:cubicBezTo>
                  <a:pt x="197075" y="52764"/>
                  <a:pt x="198622" y="51762"/>
                  <a:pt x="200846" y="50619"/>
                </a:cubicBezTo>
                <a:cubicBezTo>
                  <a:pt x="203070" y="49473"/>
                  <a:pt x="205624" y="48413"/>
                  <a:pt x="208509" y="47437"/>
                </a:cubicBezTo>
                <a:cubicBezTo>
                  <a:pt x="211393" y="46462"/>
                  <a:pt x="214504" y="45672"/>
                  <a:pt x="217840" y="45067"/>
                </a:cubicBezTo>
                <a:cubicBezTo>
                  <a:pt x="221176" y="44460"/>
                  <a:pt x="224513" y="44157"/>
                  <a:pt x="227849" y="44157"/>
                </a:cubicBezTo>
                <a:cubicBezTo>
                  <a:pt x="234313" y="44157"/>
                  <a:pt x="239769" y="44923"/>
                  <a:pt x="244218" y="46457"/>
                </a:cubicBezTo>
                <a:cubicBezTo>
                  <a:pt x="248666" y="47990"/>
                  <a:pt x="252263" y="50187"/>
                  <a:pt x="255008" y="53049"/>
                </a:cubicBezTo>
                <a:cubicBezTo>
                  <a:pt x="257754" y="55912"/>
                  <a:pt x="259717" y="59438"/>
                  <a:pt x="260899" y="63629"/>
                </a:cubicBezTo>
                <a:cubicBezTo>
                  <a:pt x="262081" y="67820"/>
                  <a:pt x="262671" y="72573"/>
                  <a:pt x="262671" y="77888"/>
                </a:cubicBezTo>
                <a:lnTo>
                  <a:pt x="262671" y="140443"/>
                </a:lnTo>
                <a:moveTo>
                  <a:pt x="250265" y="96900"/>
                </a:moveTo>
                <a:lnTo>
                  <a:pt x="233062" y="96900"/>
                </a:lnTo>
                <a:cubicBezTo>
                  <a:pt x="228057" y="96900"/>
                  <a:pt x="223678" y="97343"/>
                  <a:pt x="219925" y="98228"/>
                </a:cubicBezTo>
                <a:cubicBezTo>
                  <a:pt x="216172" y="99114"/>
                  <a:pt x="213044" y="100409"/>
                  <a:pt x="210542" y="102113"/>
                </a:cubicBezTo>
                <a:cubicBezTo>
                  <a:pt x="208040" y="103816"/>
                  <a:pt x="206180" y="105860"/>
                  <a:pt x="204964" y="108246"/>
                </a:cubicBezTo>
                <a:cubicBezTo>
                  <a:pt x="203748" y="110631"/>
                  <a:pt x="203139" y="113356"/>
                  <a:pt x="203139" y="116423"/>
                </a:cubicBezTo>
                <a:cubicBezTo>
                  <a:pt x="203139" y="121738"/>
                  <a:pt x="204860" y="125980"/>
                  <a:pt x="208300" y="129148"/>
                </a:cubicBezTo>
                <a:cubicBezTo>
                  <a:pt x="211741" y="132317"/>
                  <a:pt x="216589" y="133901"/>
                  <a:pt x="222844" y="133901"/>
                </a:cubicBezTo>
                <a:cubicBezTo>
                  <a:pt x="227779" y="133901"/>
                  <a:pt x="232384" y="132658"/>
                  <a:pt x="236659" y="130171"/>
                </a:cubicBezTo>
                <a:cubicBezTo>
                  <a:pt x="240933" y="127683"/>
                  <a:pt x="245469" y="123850"/>
                  <a:pt x="250265" y="118671"/>
                </a:cubicBezTo>
                <a:lnTo>
                  <a:pt x="250265" y="96900"/>
                </a:lnTo>
                <a:close/>
                <a:moveTo>
                  <a:pt x="432040" y="140443"/>
                </a:moveTo>
                <a:cubicBezTo>
                  <a:pt x="432040" y="140852"/>
                  <a:pt x="431936" y="141227"/>
                  <a:pt x="431727" y="141568"/>
                </a:cubicBezTo>
                <a:cubicBezTo>
                  <a:pt x="431519" y="141908"/>
                  <a:pt x="431189" y="142181"/>
                  <a:pt x="430737" y="142385"/>
                </a:cubicBezTo>
                <a:cubicBezTo>
                  <a:pt x="430285" y="142590"/>
                  <a:pt x="429660" y="142760"/>
                  <a:pt x="428860" y="142896"/>
                </a:cubicBezTo>
                <a:cubicBezTo>
                  <a:pt x="428061" y="143033"/>
                  <a:pt x="427071" y="143101"/>
                  <a:pt x="425889" y="143101"/>
                </a:cubicBezTo>
                <a:cubicBezTo>
                  <a:pt x="424638" y="143101"/>
                  <a:pt x="423613" y="143033"/>
                  <a:pt x="422813" y="142896"/>
                </a:cubicBezTo>
                <a:cubicBezTo>
                  <a:pt x="422014" y="142760"/>
                  <a:pt x="421371" y="142590"/>
                  <a:pt x="420885" y="142385"/>
                </a:cubicBezTo>
                <a:cubicBezTo>
                  <a:pt x="420398" y="142181"/>
                  <a:pt x="420068" y="141908"/>
                  <a:pt x="419894" y="141568"/>
                </a:cubicBezTo>
                <a:cubicBezTo>
                  <a:pt x="419720" y="141227"/>
                  <a:pt x="419633" y="140852"/>
                  <a:pt x="419633" y="140443"/>
                </a:cubicBezTo>
                <a:lnTo>
                  <a:pt x="419633" y="83510"/>
                </a:lnTo>
                <a:cubicBezTo>
                  <a:pt x="419633" y="79148"/>
                  <a:pt x="419234" y="75179"/>
                  <a:pt x="418434" y="71601"/>
                </a:cubicBezTo>
                <a:cubicBezTo>
                  <a:pt x="417635" y="68024"/>
                  <a:pt x="416384" y="64958"/>
                  <a:pt x="414681" y="62402"/>
                </a:cubicBezTo>
                <a:cubicBezTo>
                  <a:pt x="412978" y="59847"/>
                  <a:pt x="410824" y="57871"/>
                  <a:pt x="408217" y="56474"/>
                </a:cubicBezTo>
                <a:cubicBezTo>
                  <a:pt x="405611" y="55077"/>
                  <a:pt x="402535" y="54378"/>
                  <a:pt x="398990" y="54378"/>
                </a:cubicBezTo>
                <a:cubicBezTo>
                  <a:pt x="394611" y="54378"/>
                  <a:pt x="390180" y="56048"/>
                  <a:pt x="385697" y="59387"/>
                </a:cubicBezTo>
                <a:cubicBezTo>
                  <a:pt x="381214" y="62726"/>
                  <a:pt x="376296" y="67632"/>
                  <a:pt x="370944" y="74106"/>
                </a:cubicBezTo>
                <a:lnTo>
                  <a:pt x="370944" y="140443"/>
                </a:lnTo>
                <a:cubicBezTo>
                  <a:pt x="370944" y="140852"/>
                  <a:pt x="370840" y="141227"/>
                  <a:pt x="370632" y="141568"/>
                </a:cubicBezTo>
                <a:cubicBezTo>
                  <a:pt x="370423" y="141908"/>
                  <a:pt x="370093" y="142181"/>
                  <a:pt x="369641" y="142385"/>
                </a:cubicBezTo>
                <a:cubicBezTo>
                  <a:pt x="369189" y="142590"/>
                  <a:pt x="368564" y="142760"/>
                  <a:pt x="367765" y="142896"/>
                </a:cubicBezTo>
                <a:cubicBezTo>
                  <a:pt x="366965" y="143033"/>
                  <a:pt x="365975" y="143101"/>
                  <a:pt x="364793" y="143101"/>
                </a:cubicBezTo>
                <a:cubicBezTo>
                  <a:pt x="363612" y="143101"/>
                  <a:pt x="362621" y="143033"/>
                  <a:pt x="361822" y="142896"/>
                </a:cubicBezTo>
                <a:cubicBezTo>
                  <a:pt x="361022" y="142760"/>
                  <a:pt x="360379" y="142590"/>
                  <a:pt x="359893" y="142385"/>
                </a:cubicBezTo>
                <a:cubicBezTo>
                  <a:pt x="359406" y="142181"/>
                  <a:pt x="359076" y="141908"/>
                  <a:pt x="358902" y="141568"/>
                </a:cubicBezTo>
                <a:cubicBezTo>
                  <a:pt x="358729" y="141227"/>
                  <a:pt x="358642" y="140852"/>
                  <a:pt x="358642" y="140443"/>
                </a:cubicBezTo>
                <a:lnTo>
                  <a:pt x="358642" y="83510"/>
                </a:lnTo>
                <a:cubicBezTo>
                  <a:pt x="358642" y="79148"/>
                  <a:pt x="358225" y="75179"/>
                  <a:pt x="357391" y="71601"/>
                </a:cubicBezTo>
                <a:cubicBezTo>
                  <a:pt x="356557" y="68024"/>
                  <a:pt x="355288" y="64958"/>
                  <a:pt x="353585" y="62402"/>
                </a:cubicBezTo>
                <a:cubicBezTo>
                  <a:pt x="351882" y="59847"/>
                  <a:pt x="349728" y="57871"/>
                  <a:pt x="347121" y="56474"/>
                </a:cubicBezTo>
                <a:cubicBezTo>
                  <a:pt x="344515" y="55077"/>
                  <a:pt x="341439" y="54378"/>
                  <a:pt x="337894" y="54378"/>
                </a:cubicBezTo>
                <a:cubicBezTo>
                  <a:pt x="333515" y="54378"/>
                  <a:pt x="329084" y="56048"/>
                  <a:pt x="324601" y="59387"/>
                </a:cubicBezTo>
                <a:cubicBezTo>
                  <a:pt x="320118" y="62726"/>
                  <a:pt x="315235" y="67632"/>
                  <a:pt x="309953" y="74106"/>
                </a:cubicBezTo>
                <a:lnTo>
                  <a:pt x="309953" y="140443"/>
                </a:lnTo>
                <a:cubicBezTo>
                  <a:pt x="309953" y="140852"/>
                  <a:pt x="309849" y="141227"/>
                  <a:pt x="309640" y="141568"/>
                </a:cubicBezTo>
                <a:cubicBezTo>
                  <a:pt x="309432" y="141908"/>
                  <a:pt x="309101" y="142181"/>
                  <a:pt x="308650" y="142385"/>
                </a:cubicBezTo>
                <a:cubicBezTo>
                  <a:pt x="308198" y="142590"/>
                  <a:pt x="307572" y="142760"/>
                  <a:pt x="306773" y="142896"/>
                </a:cubicBezTo>
                <a:cubicBezTo>
                  <a:pt x="305974" y="143033"/>
                  <a:pt x="304948" y="143101"/>
                  <a:pt x="303697" y="143101"/>
                </a:cubicBezTo>
                <a:cubicBezTo>
                  <a:pt x="302516" y="143101"/>
                  <a:pt x="301525" y="143033"/>
                  <a:pt x="300726" y="142896"/>
                </a:cubicBezTo>
                <a:cubicBezTo>
                  <a:pt x="299927" y="142760"/>
                  <a:pt x="299284" y="142590"/>
                  <a:pt x="298797" y="142385"/>
                </a:cubicBezTo>
                <a:cubicBezTo>
                  <a:pt x="298311" y="142181"/>
                  <a:pt x="297980" y="141908"/>
                  <a:pt x="297807" y="141568"/>
                </a:cubicBezTo>
                <a:cubicBezTo>
                  <a:pt x="297633" y="141225"/>
                  <a:pt x="297546" y="140849"/>
                  <a:pt x="297546" y="140440"/>
                </a:cubicBezTo>
                <a:lnTo>
                  <a:pt x="297546" y="47840"/>
                </a:lnTo>
                <a:cubicBezTo>
                  <a:pt x="297546" y="47431"/>
                  <a:pt x="297633" y="47056"/>
                  <a:pt x="297807" y="46715"/>
                </a:cubicBezTo>
                <a:cubicBezTo>
                  <a:pt x="297980" y="46373"/>
                  <a:pt x="298311" y="46082"/>
                  <a:pt x="298797" y="45843"/>
                </a:cubicBezTo>
                <a:cubicBezTo>
                  <a:pt x="299284" y="45605"/>
                  <a:pt x="299892" y="45434"/>
                  <a:pt x="300622" y="45332"/>
                </a:cubicBezTo>
                <a:cubicBezTo>
                  <a:pt x="301351" y="45230"/>
                  <a:pt x="302307" y="45179"/>
                  <a:pt x="303489" y="45179"/>
                </a:cubicBezTo>
                <a:cubicBezTo>
                  <a:pt x="304670" y="45179"/>
                  <a:pt x="305643" y="45230"/>
                  <a:pt x="306408" y="45332"/>
                </a:cubicBezTo>
                <a:cubicBezTo>
                  <a:pt x="307173" y="45434"/>
                  <a:pt x="307763" y="45605"/>
                  <a:pt x="308180" y="45843"/>
                </a:cubicBezTo>
                <a:cubicBezTo>
                  <a:pt x="308597" y="46082"/>
                  <a:pt x="308893" y="46373"/>
                  <a:pt x="309067" y="46715"/>
                </a:cubicBezTo>
                <a:cubicBezTo>
                  <a:pt x="309240" y="47056"/>
                  <a:pt x="309327" y="47431"/>
                  <a:pt x="309327" y="47840"/>
                </a:cubicBezTo>
                <a:lnTo>
                  <a:pt x="309327" y="60936"/>
                </a:lnTo>
                <a:cubicBezTo>
                  <a:pt x="314749" y="55037"/>
                  <a:pt x="319892" y="50767"/>
                  <a:pt x="324758" y="48124"/>
                </a:cubicBezTo>
                <a:cubicBezTo>
                  <a:pt x="329623" y="45479"/>
                  <a:pt x="334454" y="44157"/>
                  <a:pt x="339250" y="44157"/>
                </a:cubicBezTo>
                <a:cubicBezTo>
                  <a:pt x="343211" y="44157"/>
                  <a:pt x="346739" y="44615"/>
                  <a:pt x="349832" y="45530"/>
                </a:cubicBezTo>
                <a:cubicBezTo>
                  <a:pt x="352925" y="46446"/>
                  <a:pt x="355653" y="47735"/>
                  <a:pt x="358016" y="49399"/>
                </a:cubicBezTo>
                <a:cubicBezTo>
                  <a:pt x="360379" y="51060"/>
                  <a:pt x="362395" y="53044"/>
                  <a:pt x="364063" y="55353"/>
                </a:cubicBezTo>
                <a:cubicBezTo>
                  <a:pt x="365731" y="57659"/>
                  <a:pt x="367087" y="60202"/>
                  <a:pt x="368129" y="62983"/>
                </a:cubicBezTo>
                <a:cubicBezTo>
                  <a:pt x="371396" y="59455"/>
                  <a:pt x="374472" y="56486"/>
                  <a:pt x="377356" y="54078"/>
                </a:cubicBezTo>
                <a:cubicBezTo>
                  <a:pt x="380241" y="51670"/>
                  <a:pt x="382986" y="49736"/>
                  <a:pt x="385593" y="48277"/>
                </a:cubicBezTo>
                <a:cubicBezTo>
                  <a:pt x="388199" y="46819"/>
                  <a:pt x="390719" y="45768"/>
                  <a:pt x="393152" y="45125"/>
                </a:cubicBezTo>
                <a:cubicBezTo>
                  <a:pt x="395584" y="44479"/>
                  <a:pt x="397982" y="44157"/>
                  <a:pt x="400345" y="44157"/>
                </a:cubicBezTo>
                <a:cubicBezTo>
                  <a:pt x="406254" y="44157"/>
                  <a:pt x="411241" y="45179"/>
                  <a:pt x="415307" y="47223"/>
                </a:cubicBezTo>
                <a:cubicBezTo>
                  <a:pt x="419373" y="49268"/>
                  <a:pt x="422640" y="52027"/>
                  <a:pt x="425107" y="55503"/>
                </a:cubicBezTo>
                <a:cubicBezTo>
                  <a:pt x="427574" y="58978"/>
                  <a:pt x="429347" y="63032"/>
                  <a:pt x="430424" y="67666"/>
                </a:cubicBezTo>
                <a:cubicBezTo>
                  <a:pt x="431502" y="72300"/>
                  <a:pt x="432040" y="77206"/>
                  <a:pt x="432040" y="82385"/>
                </a:cubicBezTo>
                <a:lnTo>
                  <a:pt x="432040" y="140443"/>
                </a:lnTo>
                <a:close/>
                <a:moveTo>
                  <a:pt x="549640" y="92862"/>
                </a:moveTo>
                <a:cubicBezTo>
                  <a:pt x="549640" y="100773"/>
                  <a:pt x="548754" y="107901"/>
                  <a:pt x="546981" y="114244"/>
                </a:cubicBezTo>
                <a:cubicBezTo>
                  <a:pt x="545209" y="120588"/>
                  <a:pt x="542602" y="125978"/>
                  <a:pt x="539162" y="130413"/>
                </a:cubicBezTo>
                <a:cubicBezTo>
                  <a:pt x="535721" y="134847"/>
                  <a:pt x="531464" y="138274"/>
                  <a:pt x="526390" y="140696"/>
                </a:cubicBezTo>
                <a:cubicBezTo>
                  <a:pt x="521316" y="143117"/>
                  <a:pt x="515512" y="144327"/>
                  <a:pt x="508979" y="144327"/>
                </a:cubicBezTo>
                <a:cubicBezTo>
                  <a:pt x="506199" y="144327"/>
                  <a:pt x="503592" y="144037"/>
                  <a:pt x="501159" y="143455"/>
                </a:cubicBezTo>
                <a:cubicBezTo>
                  <a:pt x="498727" y="142876"/>
                  <a:pt x="496346" y="141973"/>
                  <a:pt x="494018" y="140747"/>
                </a:cubicBezTo>
                <a:cubicBezTo>
                  <a:pt x="491689" y="139518"/>
                  <a:pt x="489361" y="137983"/>
                  <a:pt x="487032" y="136141"/>
                </a:cubicBezTo>
                <a:cubicBezTo>
                  <a:pt x="484704" y="134299"/>
                  <a:pt x="482254" y="132082"/>
                  <a:pt x="479682" y="129490"/>
                </a:cubicBezTo>
                <a:lnTo>
                  <a:pt x="479682" y="177241"/>
                </a:lnTo>
                <a:cubicBezTo>
                  <a:pt x="479682" y="177649"/>
                  <a:pt x="479578" y="178024"/>
                  <a:pt x="479369" y="178365"/>
                </a:cubicBezTo>
                <a:cubicBezTo>
                  <a:pt x="479161" y="178706"/>
                  <a:pt x="478831" y="178995"/>
                  <a:pt x="478379" y="179234"/>
                </a:cubicBezTo>
                <a:cubicBezTo>
                  <a:pt x="477927" y="179472"/>
                  <a:pt x="477301" y="179643"/>
                  <a:pt x="476502" y="179745"/>
                </a:cubicBezTo>
                <a:cubicBezTo>
                  <a:pt x="475703" y="179847"/>
                  <a:pt x="474678" y="179898"/>
                  <a:pt x="473426" y="179898"/>
                </a:cubicBezTo>
                <a:cubicBezTo>
                  <a:pt x="472245" y="179898"/>
                  <a:pt x="471254" y="179847"/>
                  <a:pt x="470455" y="179745"/>
                </a:cubicBezTo>
                <a:cubicBezTo>
                  <a:pt x="469656" y="179643"/>
                  <a:pt x="469013" y="179472"/>
                  <a:pt x="468526" y="179234"/>
                </a:cubicBezTo>
                <a:cubicBezTo>
                  <a:pt x="468040" y="178995"/>
                  <a:pt x="467710" y="178705"/>
                  <a:pt x="467536" y="178362"/>
                </a:cubicBezTo>
                <a:cubicBezTo>
                  <a:pt x="467362" y="178021"/>
                  <a:pt x="467275" y="177646"/>
                  <a:pt x="467275" y="177237"/>
                </a:cubicBezTo>
                <a:lnTo>
                  <a:pt x="467275" y="47840"/>
                </a:lnTo>
                <a:cubicBezTo>
                  <a:pt x="467275" y="47363"/>
                  <a:pt x="467362" y="46954"/>
                  <a:pt x="467536" y="46613"/>
                </a:cubicBezTo>
                <a:cubicBezTo>
                  <a:pt x="467710" y="46270"/>
                  <a:pt x="468022" y="45997"/>
                  <a:pt x="468474" y="45792"/>
                </a:cubicBezTo>
                <a:cubicBezTo>
                  <a:pt x="468926" y="45588"/>
                  <a:pt x="469517" y="45434"/>
                  <a:pt x="470247" y="45332"/>
                </a:cubicBezTo>
                <a:cubicBezTo>
                  <a:pt x="470976" y="45230"/>
                  <a:pt x="471863" y="45179"/>
                  <a:pt x="472905" y="45179"/>
                </a:cubicBezTo>
                <a:cubicBezTo>
                  <a:pt x="473948" y="45179"/>
                  <a:pt x="474817" y="45231"/>
                  <a:pt x="475512" y="45335"/>
                </a:cubicBezTo>
                <a:cubicBezTo>
                  <a:pt x="476207" y="45438"/>
                  <a:pt x="476798" y="45592"/>
                  <a:pt x="477284" y="45799"/>
                </a:cubicBezTo>
                <a:cubicBezTo>
                  <a:pt x="477771" y="46003"/>
                  <a:pt x="478118" y="46277"/>
                  <a:pt x="478327" y="46620"/>
                </a:cubicBezTo>
                <a:cubicBezTo>
                  <a:pt x="478535" y="46962"/>
                  <a:pt x="478639" y="47374"/>
                  <a:pt x="478639" y="47856"/>
                </a:cubicBezTo>
                <a:lnTo>
                  <a:pt x="478639" y="61345"/>
                </a:lnTo>
                <a:cubicBezTo>
                  <a:pt x="481559" y="58413"/>
                  <a:pt x="484339" y="55872"/>
                  <a:pt x="486980" y="53723"/>
                </a:cubicBezTo>
                <a:cubicBezTo>
                  <a:pt x="489621" y="51575"/>
                  <a:pt x="492263" y="49785"/>
                  <a:pt x="494904" y="48354"/>
                </a:cubicBezTo>
                <a:cubicBezTo>
                  <a:pt x="497545" y="46921"/>
                  <a:pt x="500256" y="45864"/>
                  <a:pt x="503036" y="45182"/>
                </a:cubicBezTo>
                <a:cubicBezTo>
                  <a:pt x="505816" y="44499"/>
                  <a:pt x="508770" y="44157"/>
                  <a:pt x="511898" y="44157"/>
                </a:cubicBezTo>
                <a:cubicBezTo>
                  <a:pt x="518710" y="44157"/>
                  <a:pt x="524513" y="45436"/>
                  <a:pt x="529309" y="47993"/>
                </a:cubicBezTo>
                <a:cubicBezTo>
                  <a:pt x="534105" y="50551"/>
                  <a:pt x="538015" y="54047"/>
                  <a:pt x="541039" y="58483"/>
                </a:cubicBezTo>
                <a:cubicBezTo>
                  <a:pt x="544062" y="62916"/>
                  <a:pt x="546251" y="68084"/>
                  <a:pt x="547607" y="73984"/>
                </a:cubicBezTo>
                <a:cubicBezTo>
                  <a:pt x="548962" y="79883"/>
                  <a:pt x="549640" y="86176"/>
                  <a:pt x="549640" y="92862"/>
                </a:cubicBezTo>
                <a:moveTo>
                  <a:pt x="536607" y="94804"/>
                </a:moveTo>
                <a:cubicBezTo>
                  <a:pt x="536607" y="89619"/>
                  <a:pt x="536190" y="84621"/>
                  <a:pt x="535356" y="79811"/>
                </a:cubicBezTo>
                <a:cubicBezTo>
                  <a:pt x="534522" y="75000"/>
                  <a:pt x="533115" y="70719"/>
                  <a:pt x="531134" y="66967"/>
                </a:cubicBezTo>
                <a:cubicBezTo>
                  <a:pt x="529153" y="63215"/>
                  <a:pt x="526512" y="60213"/>
                  <a:pt x="523210" y="57962"/>
                </a:cubicBezTo>
                <a:cubicBezTo>
                  <a:pt x="519909" y="55709"/>
                  <a:pt x="515756" y="54583"/>
                  <a:pt x="510751" y="54583"/>
                </a:cubicBezTo>
                <a:cubicBezTo>
                  <a:pt x="508249" y="54583"/>
                  <a:pt x="505799" y="54924"/>
                  <a:pt x="503401" y="55608"/>
                </a:cubicBezTo>
                <a:cubicBezTo>
                  <a:pt x="501003" y="56289"/>
                  <a:pt x="498553" y="57415"/>
                  <a:pt x="496051" y="58984"/>
                </a:cubicBezTo>
                <a:cubicBezTo>
                  <a:pt x="493548" y="60554"/>
                  <a:pt x="490942" y="62584"/>
                  <a:pt x="488231" y="65076"/>
                </a:cubicBezTo>
                <a:cubicBezTo>
                  <a:pt x="485521" y="67567"/>
                  <a:pt x="482671" y="70656"/>
                  <a:pt x="479682" y="74342"/>
                </a:cubicBezTo>
                <a:lnTo>
                  <a:pt x="479682" y="114656"/>
                </a:lnTo>
                <a:cubicBezTo>
                  <a:pt x="484895" y="120866"/>
                  <a:pt x="489882" y="125626"/>
                  <a:pt x="494643" y="128938"/>
                </a:cubicBezTo>
                <a:cubicBezTo>
                  <a:pt x="499404" y="132247"/>
                  <a:pt x="504391" y="133901"/>
                  <a:pt x="509604" y="133901"/>
                </a:cubicBezTo>
                <a:cubicBezTo>
                  <a:pt x="514400" y="133901"/>
                  <a:pt x="518519" y="132759"/>
                  <a:pt x="521959" y="130474"/>
                </a:cubicBezTo>
                <a:cubicBezTo>
                  <a:pt x="525400" y="128187"/>
                  <a:pt x="528197" y="125184"/>
                  <a:pt x="530352" y="121466"/>
                </a:cubicBezTo>
                <a:cubicBezTo>
                  <a:pt x="532507" y="117748"/>
                  <a:pt x="534088" y="113552"/>
                  <a:pt x="535096" y="108878"/>
                </a:cubicBezTo>
                <a:cubicBezTo>
                  <a:pt x="536104" y="104204"/>
                  <a:pt x="536607" y="99513"/>
                  <a:pt x="536607" y="94804"/>
                </a:cubicBezTo>
                <a:close/>
                <a:moveTo>
                  <a:pt x="590266" y="140443"/>
                </a:moveTo>
                <a:cubicBezTo>
                  <a:pt x="590266" y="140852"/>
                  <a:pt x="590161" y="141227"/>
                  <a:pt x="589953" y="141568"/>
                </a:cubicBezTo>
                <a:cubicBezTo>
                  <a:pt x="589744" y="141908"/>
                  <a:pt x="589414" y="142181"/>
                  <a:pt x="588962" y="142385"/>
                </a:cubicBezTo>
                <a:cubicBezTo>
                  <a:pt x="588511" y="142590"/>
                  <a:pt x="587885" y="142760"/>
                  <a:pt x="587086" y="142896"/>
                </a:cubicBezTo>
                <a:cubicBezTo>
                  <a:pt x="586286" y="143033"/>
                  <a:pt x="585261" y="143101"/>
                  <a:pt x="584010" y="143101"/>
                </a:cubicBezTo>
                <a:cubicBezTo>
                  <a:pt x="582828" y="143101"/>
                  <a:pt x="581838" y="143033"/>
                  <a:pt x="581039" y="142896"/>
                </a:cubicBezTo>
                <a:cubicBezTo>
                  <a:pt x="580239" y="142760"/>
                  <a:pt x="579596" y="142590"/>
                  <a:pt x="579110" y="142385"/>
                </a:cubicBezTo>
                <a:cubicBezTo>
                  <a:pt x="578623" y="142181"/>
                  <a:pt x="578293" y="141908"/>
                  <a:pt x="578119" y="141568"/>
                </a:cubicBezTo>
                <a:cubicBezTo>
                  <a:pt x="577946" y="141227"/>
                  <a:pt x="577859" y="140852"/>
                  <a:pt x="577859" y="140443"/>
                </a:cubicBezTo>
                <a:lnTo>
                  <a:pt x="577859" y="2658"/>
                </a:lnTo>
                <a:cubicBezTo>
                  <a:pt x="577859" y="2249"/>
                  <a:pt x="577946" y="1874"/>
                  <a:pt x="578119" y="1533"/>
                </a:cubicBezTo>
                <a:cubicBezTo>
                  <a:pt x="578293" y="1193"/>
                  <a:pt x="578623" y="903"/>
                  <a:pt x="579110" y="664"/>
                </a:cubicBezTo>
                <a:cubicBezTo>
                  <a:pt x="579596" y="426"/>
                  <a:pt x="580239" y="256"/>
                  <a:pt x="581039" y="153"/>
                </a:cubicBezTo>
                <a:cubicBezTo>
                  <a:pt x="581838" y="51"/>
                  <a:pt x="582828" y="0"/>
                  <a:pt x="584010" y="0"/>
                </a:cubicBezTo>
                <a:cubicBezTo>
                  <a:pt x="585261" y="0"/>
                  <a:pt x="586286" y="51"/>
                  <a:pt x="587086" y="153"/>
                </a:cubicBezTo>
                <a:cubicBezTo>
                  <a:pt x="587885" y="256"/>
                  <a:pt x="588511" y="426"/>
                  <a:pt x="588962" y="664"/>
                </a:cubicBezTo>
                <a:cubicBezTo>
                  <a:pt x="589414" y="903"/>
                  <a:pt x="589744" y="1193"/>
                  <a:pt x="589953" y="1533"/>
                </a:cubicBezTo>
                <a:cubicBezTo>
                  <a:pt x="590161" y="1874"/>
                  <a:pt x="590266" y="2249"/>
                  <a:pt x="590266" y="2658"/>
                </a:cubicBezTo>
                <a:lnTo>
                  <a:pt x="590266" y="140443"/>
                </a:lnTo>
                <a:close/>
                <a:moveTo>
                  <a:pt x="637860" y="140440"/>
                </a:moveTo>
                <a:cubicBezTo>
                  <a:pt x="637860" y="140849"/>
                  <a:pt x="637756" y="141225"/>
                  <a:pt x="637547" y="141568"/>
                </a:cubicBezTo>
                <a:cubicBezTo>
                  <a:pt x="637338" y="141908"/>
                  <a:pt x="637008" y="142181"/>
                  <a:pt x="636557" y="142385"/>
                </a:cubicBezTo>
                <a:cubicBezTo>
                  <a:pt x="636105" y="142590"/>
                  <a:pt x="635479" y="142760"/>
                  <a:pt x="634680" y="142896"/>
                </a:cubicBezTo>
                <a:cubicBezTo>
                  <a:pt x="633881" y="143033"/>
                  <a:pt x="632855" y="143101"/>
                  <a:pt x="631604" y="143101"/>
                </a:cubicBezTo>
                <a:cubicBezTo>
                  <a:pt x="630423" y="143101"/>
                  <a:pt x="629432" y="143033"/>
                  <a:pt x="628633" y="142896"/>
                </a:cubicBezTo>
                <a:cubicBezTo>
                  <a:pt x="627834" y="142760"/>
                  <a:pt x="627191" y="142590"/>
                  <a:pt x="626704" y="142385"/>
                </a:cubicBezTo>
                <a:cubicBezTo>
                  <a:pt x="626218" y="142181"/>
                  <a:pt x="625887" y="141908"/>
                  <a:pt x="625714" y="141568"/>
                </a:cubicBezTo>
                <a:cubicBezTo>
                  <a:pt x="625540" y="141225"/>
                  <a:pt x="625453" y="140849"/>
                  <a:pt x="625453" y="140440"/>
                </a:cubicBezTo>
                <a:lnTo>
                  <a:pt x="625453" y="47840"/>
                </a:lnTo>
                <a:cubicBezTo>
                  <a:pt x="625453" y="47431"/>
                  <a:pt x="625540" y="47056"/>
                  <a:pt x="625714" y="46715"/>
                </a:cubicBezTo>
                <a:cubicBezTo>
                  <a:pt x="625887" y="46373"/>
                  <a:pt x="626218" y="46082"/>
                  <a:pt x="626704" y="45843"/>
                </a:cubicBezTo>
                <a:cubicBezTo>
                  <a:pt x="627191" y="45605"/>
                  <a:pt x="627834" y="45434"/>
                  <a:pt x="628633" y="45332"/>
                </a:cubicBezTo>
                <a:cubicBezTo>
                  <a:pt x="629432" y="45230"/>
                  <a:pt x="630423" y="45179"/>
                  <a:pt x="631604" y="45179"/>
                </a:cubicBezTo>
                <a:cubicBezTo>
                  <a:pt x="632855" y="45179"/>
                  <a:pt x="633881" y="45230"/>
                  <a:pt x="634680" y="45332"/>
                </a:cubicBezTo>
                <a:cubicBezTo>
                  <a:pt x="635479" y="45434"/>
                  <a:pt x="636105" y="45605"/>
                  <a:pt x="636557" y="45843"/>
                </a:cubicBezTo>
                <a:cubicBezTo>
                  <a:pt x="637008" y="46082"/>
                  <a:pt x="637338" y="46373"/>
                  <a:pt x="637547" y="46715"/>
                </a:cubicBezTo>
                <a:cubicBezTo>
                  <a:pt x="637756" y="47056"/>
                  <a:pt x="637860" y="47431"/>
                  <a:pt x="637860" y="47840"/>
                </a:cubicBezTo>
                <a:lnTo>
                  <a:pt x="637860" y="140440"/>
                </a:lnTo>
                <a:moveTo>
                  <a:pt x="639736" y="16508"/>
                </a:moveTo>
                <a:cubicBezTo>
                  <a:pt x="639736" y="19798"/>
                  <a:pt x="639146" y="22026"/>
                  <a:pt x="637964" y="23193"/>
                </a:cubicBezTo>
                <a:cubicBezTo>
                  <a:pt x="636782" y="24358"/>
                  <a:pt x="634628" y="24940"/>
                  <a:pt x="631500" y="24940"/>
                </a:cubicBezTo>
                <a:cubicBezTo>
                  <a:pt x="628442" y="24940"/>
                  <a:pt x="626339" y="24375"/>
                  <a:pt x="625192" y="23244"/>
                </a:cubicBezTo>
                <a:cubicBezTo>
                  <a:pt x="624045" y="22114"/>
                  <a:pt x="623472" y="19902"/>
                  <a:pt x="623472" y="16610"/>
                </a:cubicBezTo>
                <a:cubicBezTo>
                  <a:pt x="623472" y="13320"/>
                  <a:pt x="624063" y="11092"/>
                  <a:pt x="625244" y="9928"/>
                </a:cubicBezTo>
                <a:cubicBezTo>
                  <a:pt x="626426" y="8761"/>
                  <a:pt x="628581" y="8177"/>
                  <a:pt x="631709" y="8177"/>
                </a:cubicBezTo>
                <a:cubicBezTo>
                  <a:pt x="634767" y="8177"/>
                  <a:pt x="636869" y="8743"/>
                  <a:pt x="638016" y="9873"/>
                </a:cubicBezTo>
                <a:cubicBezTo>
                  <a:pt x="639163" y="11004"/>
                  <a:pt x="639736" y="13216"/>
                  <a:pt x="639736" y="16508"/>
                </a:cubicBezTo>
                <a:close/>
                <a:moveTo>
                  <a:pt x="749573" y="140443"/>
                </a:moveTo>
                <a:cubicBezTo>
                  <a:pt x="749573" y="140852"/>
                  <a:pt x="749469" y="141227"/>
                  <a:pt x="749261" y="141568"/>
                </a:cubicBezTo>
                <a:cubicBezTo>
                  <a:pt x="749052" y="141908"/>
                  <a:pt x="748722" y="142181"/>
                  <a:pt x="748270" y="142385"/>
                </a:cubicBezTo>
                <a:cubicBezTo>
                  <a:pt x="747818" y="142590"/>
                  <a:pt x="747193" y="142760"/>
                  <a:pt x="746394" y="142896"/>
                </a:cubicBezTo>
                <a:cubicBezTo>
                  <a:pt x="745594" y="143033"/>
                  <a:pt x="744604" y="143101"/>
                  <a:pt x="743422" y="143101"/>
                </a:cubicBezTo>
                <a:cubicBezTo>
                  <a:pt x="742171" y="143101"/>
                  <a:pt x="741146" y="143033"/>
                  <a:pt x="740346" y="142896"/>
                </a:cubicBezTo>
                <a:cubicBezTo>
                  <a:pt x="739547" y="142760"/>
                  <a:pt x="738922" y="142590"/>
                  <a:pt x="738470" y="142385"/>
                </a:cubicBezTo>
                <a:cubicBezTo>
                  <a:pt x="738018" y="142181"/>
                  <a:pt x="737688" y="141908"/>
                  <a:pt x="737479" y="141568"/>
                </a:cubicBezTo>
                <a:cubicBezTo>
                  <a:pt x="737271" y="141227"/>
                  <a:pt x="737167" y="140852"/>
                  <a:pt x="737167" y="140443"/>
                </a:cubicBezTo>
                <a:lnTo>
                  <a:pt x="737167" y="85554"/>
                </a:lnTo>
                <a:cubicBezTo>
                  <a:pt x="737167" y="79830"/>
                  <a:pt x="736715" y="75179"/>
                  <a:pt x="735811" y="71601"/>
                </a:cubicBezTo>
                <a:cubicBezTo>
                  <a:pt x="734908" y="68024"/>
                  <a:pt x="733552" y="64958"/>
                  <a:pt x="731745" y="62402"/>
                </a:cubicBezTo>
                <a:cubicBezTo>
                  <a:pt x="729938" y="59847"/>
                  <a:pt x="727627" y="57871"/>
                  <a:pt x="724812" y="56474"/>
                </a:cubicBezTo>
                <a:cubicBezTo>
                  <a:pt x="721997" y="55077"/>
                  <a:pt x="718713" y="54378"/>
                  <a:pt x="714959" y="54378"/>
                </a:cubicBezTo>
                <a:cubicBezTo>
                  <a:pt x="710163" y="54378"/>
                  <a:pt x="705368" y="56048"/>
                  <a:pt x="700572" y="59387"/>
                </a:cubicBezTo>
                <a:cubicBezTo>
                  <a:pt x="695776" y="62726"/>
                  <a:pt x="690737" y="67632"/>
                  <a:pt x="685454" y="74106"/>
                </a:cubicBezTo>
                <a:lnTo>
                  <a:pt x="685454" y="140443"/>
                </a:lnTo>
                <a:cubicBezTo>
                  <a:pt x="685454" y="140852"/>
                  <a:pt x="685350" y="141227"/>
                  <a:pt x="685141" y="141568"/>
                </a:cubicBezTo>
                <a:cubicBezTo>
                  <a:pt x="684933" y="141908"/>
                  <a:pt x="684603" y="142181"/>
                  <a:pt x="684151" y="142385"/>
                </a:cubicBezTo>
                <a:cubicBezTo>
                  <a:pt x="683699" y="142590"/>
                  <a:pt x="683073" y="142760"/>
                  <a:pt x="682274" y="142896"/>
                </a:cubicBezTo>
                <a:cubicBezTo>
                  <a:pt x="681475" y="143033"/>
                  <a:pt x="680450" y="143101"/>
                  <a:pt x="679199" y="143101"/>
                </a:cubicBezTo>
                <a:cubicBezTo>
                  <a:pt x="678017" y="143101"/>
                  <a:pt x="677026" y="143033"/>
                  <a:pt x="676227" y="142896"/>
                </a:cubicBezTo>
                <a:cubicBezTo>
                  <a:pt x="675428" y="142760"/>
                  <a:pt x="674785" y="142590"/>
                  <a:pt x="674298" y="142385"/>
                </a:cubicBezTo>
                <a:cubicBezTo>
                  <a:pt x="673812" y="142181"/>
                  <a:pt x="673482" y="141908"/>
                  <a:pt x="673308" y="141568"/>
                </a:cubicBezTo>
                <a:cubicBezTo>
                  <a:pt x="673134" y="141225"/>
                  <a:pt x="673047" y="140849"/>
                  <a:pt x="673047" y="140440"/>
                </a:cubicBezTo>
                <a:lnTo>
                  <a:pt x="673047" y="47840"/>
                </a:lnTo>
                <a:cubicBezTo>
                  <a:pt x="673047" y="47431"/>
                  <a:pt x="673134" y="47056"/>
                  <a:pt x="673308" y="46715"/>
                </a:cubicBezTo>
                <a:cubicBezTo>
                  <a:pt x="673482" y="46373"/>
                  <a:pt x="673812" y="46082"/>
                  <a:pt x="674298" y="45843"/>
                </a:cubicBezTo>
                <a:cubicBezTo>
                  <a:pt x="674785" y="45605"/>
                  <a:pt x="675393" y="45434"/>
                  <a:pt x="676123" y="45332"/>
                </a:cubicBezTo>
                <a:cubicBezTo>
                  <a:pt x="676853" y="45230"/>
                  <a:pt x="677808" y="45179"/>
                  <a:pt x="678990" y="45179"/>
                </a:cubicBezTo>
                <a:cubicBezTo>
                  <a:pt x="680172" y="45179"/>
                  <a:pt x="681145" y="45230"/>
                  <a:pt x="681909" y="45332"/>
                </a:cubicBezTo>
                <a:cubicBezTo>
                  <a:pt x="682674" y="45434"/>
                  <a:pt x="683265" y="45605"/>
                  <a:pt x="683682" y="45843"/>
                </a:cubicBezTo>
                <a:cubicBezTo>
                  <a:pt x="684099" y="46082"/>
                  <a:pt x="684394" y="46373"/>
                  <a:pt x="684568" y="46715"/>
                </a:cubicBezTo>
                <a:cubicBezTo>
                  <a:pt x="684742" y="47056"/>
                  <a:pt x="684829" y="47431"/>
                  <a:pt x="684829" y="47840"/>
                </a:cubicBezTo>
                <a:lnTo>
                  <a:pt x="684829" y="60936"/>
                </a:lnTo>
                <a:cubicBezTo>
                  <a:pt x="690250" y="55037"/>
                  <a:pt x="695567" y="50767"/>
                  <a:pt x="700780" y="48124"/>
                </a:cubicBezTo>
                <a:cubicBezTo>
                  <a:pt x="705993" y="45479"/>
                  <a:pt x="711171" y="44157"/>
                  <a:pt x="716315" y="44157"/>
                </a:cubicBezTo>
                <a:cubicBezTo>
                  <a:pt x="722501" y="44157"/>
                  <a:pt x="727714" y="45179"/>
                  <a:pt x="731954" y="47223"/>
                </a:cubicBezTo>
                <a:cubicBezTo>
                  <a:pt x="736193" y="49268"/>
                  <a:pt x="739617" y="52027"/>
                  <a:pt x="742223" y="55503"/>
                </a:cubicBezTo>
                <a:cubicBezTo>
                  <a:pt x="744830" y="58978"/>
                  <a:pt x="746706" y="63032"/>
                  <a:pt x="747853" y="67666"/>
                </a:cubicBezTo>
                <a:cubicBezTo>
                  <a:pt x="749000" y="72300"/>
                  <a:pt x="749573" y="77888"/>
                  <a:pt x="749573" y="84429"/>
                </a:cubicBezTo>
                <a:lnTo>
                  <a:pt x="749573" y="140443"/>
                </a:lnTo>
                <a:close/>
                <a:moveTo>
                  <a:pt x="859218" y="51056"/>
                </a:moveTo>
                <a:cubicBezTo>
                  <a:pt x="859218" y="52983"/>
                  <a:pt x="858906" y="54326"/>
                  <a:pt x="858280" y="55084"/>
                </a:cubicBezTo>
                <a:cubicBezTo>
                  <a:pt x="857654" y="55840"/>
                  <a:pt x="856855" y="56218"/>
                  <a:pt x="855882" y="56218"/>
                </a:cubicBezTo>
                <a:lnTo>
                  <a:pt x="840973" y="56218"/>
                </a:lnTo>
                <a:cubicBezTo>
                  <a:pt x="843892" y="59127"/>
                  <a:pt x="845925" y="62289"/>
                  <a:pt x="847072" y="65705"/>
                </a:cubicBezTo>
                <a:cubicBezTo>
                  <a:pt x="848219" y="69119"/>
                  <a:pt x="848792" y="72719"/>
                  <a:pt x="848792" y="76508"/>
                </a:cubicBezTo>
                <a:cubicBezTo>
                  <a:pt x="848792" y="81746"/>
                  <a:pt x="847941" y="86407"/>
                  <a:pt x="846238" y="90489"/>
                </a:cubicBezTo>
                <a:cubicBezTo>
                  <a:pt x="844535" y="94571"/>
                  <a:pt x="842120" y="98024"/>
                  <a:pt x="838992" y="100848"/>
                </a:cubicBezTo>
                <a:cubicBezTo>
                  <a:pt x="835864" y="103671"/>
                  <a:pt x="832146" y="105832"/>
                  <a:pt x="827836" y="107329"/>
                </a:cubicBezTo>
                <a:cubicBezTo>
                  <a:pt x="823527" y="108826"/>
                  <a:pt x="818766" y="109574"/>
                  <a:pt x="813553" y="109574"/>
                </a:cubicBezTo>
                <a:cubicBezTo>
                  <a:pt x="809313" y="109574"/>
                  <a:pt x="805282" y="108996"/>
                  <a:pt x="801459" y="107840"/>
                </a:cubicBezTo>
                <a:cubicBezTo>
                  <a:pt x="797636" y="106684"/>
                  <a:pt x="794647" y="105255"/>
                  <a:pt x="792492" y="103553"/>
                </a:cubicBezTo>
                <a:cubicBezTo>
                  <a:pt x="791102" y="104922"/>
                  <a:pt x="789956" y="106497"/>
                  <a:pt x="789052" y="108277"/>
                </a:cubicBezTo>
                <a:cubicBezTo>
                  <a:pt x="788148" y="110058"/>
                  <a:pt x="787697" y="112112"/>
                  <a:pt x="787697" y="114439"/>
                </a:cubicBezTo>
                <a:cubicBezTo>
                  <a:pt x="787697" y="117039"/>
                  <a:pt x="788965" y="119229"/>
                  <a:pt x="791502" y="121010"/>
                </a:cubicBezTo>
                <a:cubicBezTo>
                  <a:pt x="794039" y="122790"/>
                  <a:pt x="797323" y="123748"/>
                  <a:pt x="801355" y="123884"/>
                </a:cubicBezTo>
                <a:lnTo>
                  <a:pt x="826898" y="124910"/>
                </a:lnTo>
                <a:cubicBezTo>
                  <a:pt x="831207" y="125046"/>
                  <a:pt x="835256" y="125626"/>
                  <a:pt x="839044" y="126651"/>
                </a:cubicBezTo>
                <a:cubicBezTo>
                  <a:pt x="842832" y="127673"/>
                  <a:pt x="846151" y="129191"/>
                  <a:pt x="849001" y="131206"/>
                </a:cubicBezTo>
                <a:cubicBezTo>
                  <a:pt x="851851" y="133220"/>
                  <a:pt x="854110" y="135696"/>
                  <a:pt x="855778" y="138632"/>
                </a:cubicBezTo>
                <a:cubicBezTo>
                  <a:pt x="857446" y="141566"/>
                  <a:pt x="858280" y="145013"/>
                  <a:pt x="858280" y="148972"/>
                </a:cubicBezTo>
                <a:cubicBezTo>
                  <a:pt x="858280" y="153069"/>
                  <a:pt x="857429" y="156995"/>
                  <a:pt x="855726" y="160749"/>
                </a:cubicBezTo>
                <a:cubicBezTo>
                  <a:pt x="854023" y="164503"/>
                  <a:pt x="851382" y="167796"/>
                  <a:pt x="847802" y="170628"/>
                </a:cubicBezTo>
                <a:cubicBezTo>
                  <a:pt x="844222" y="173463"/>
                  <a:pt x="839652" y="175716"/>
                  <a:pt x="834092" y="177387"/>
                </a:cubicBezTo>
                <a:cubicBezTo>
                  <a:pt x="828531" y="179061"/>
                  <a:pt x="821894" y="179898"/>
                  <a:pt x="814178" y="179898"/>
                </a:cubicBezTo>
                <a:cubicBezTo>
                  <a:pt x="806811" y="179898"/>
                  <a:pt x="800538" y="179267"/>
                  <a:pt x="795360" y="178004"/>
                </a:cubicBezTo>
                <a:cubicBezTo>
                  <a:pt x="790181" y="176743"/>
                  <a:pt x="785942" y="175005"/>
                  <a:pt x="782640" y="172788"/>
                </a:cubicBezTo>
                <a:cubicBezTo>
                  <a:pt x="779338" y="170573"/>
                  <a:pt x="776941" y="167966"/>
                  <a:pt x="775446" y="164965"/>
                </a:cubicBezTo>
                <a:cubicBezTo>
                  <a:pt x="773952" y="161965"/>
                  <a:pt x="773205" y="158725"/>
                  <a:pt x="773205" y="155245"/>
                </a:cubicBezTo>
                <a:cubicBezTo>
                  <a:pt x="773205" y="152860"/>
                  <a:pt x="773483" y="150610"/>
                  <a:pt x="774039" y="148496"/>
                </a:cubicBezTo>
                <a:cubicBezTo>
                  <a:pt x="774595" y="146381"/>
                  <a:pt x="775446" y="144370"/>
                  <a:pt x="776593" y="142462"/>
                </a:cubicBezTo>
                <a:cubicBezTo>
                  <a:pt x="777740" y="140552"/>
                  <a:pt x="779165" y="138711"/>
                  <a:pt x="780868" y="136939"/>
                </a:cubicBezTo>
                <a:cubicBezTo>
                  <a:pt x="782571" y="135165"/>
                  <a:pt x="784534" y="133357"/>
                  <a:pt x="786758" y="131515"/>
                </a:cubicBezTo>
                <a:cubicBezTo>
                  <a:pt x="783213" y="129735"/>
                  <a:pt x="780607" y="127579"/>
                  <a:pt x="778939" y="125047"/>
                </a:cubicBezTo>
                <a:cubicBezTo>
                  <a:pt x="777271" y="122515"/>
                  <a:pt x="776437" y="119812"/>
                  <a:pt x="776437" y="116937"/>
                </a:cubicBezTo>
                <a:cubicBezTo>
                  <a:pt x="776437" y="112695"/>
                  <a:pt x="777271" y="108948"/>
                  <a:pt x="778939" y="105697"/>
                </a:cubicBezTo>
                <a:cubicBezTo>
                  <a:pt x="780607" y="102445"/>
                  <a:pt x="782623" y="99519"/>
                  <a:pt x="784986" y="96919"/>
                </a:cubicBezTo>
                <a:cubicBezTo>
                  <a:pt x="782970" y="94334"/>
                  <a:pt x="781406" y="91510"/>
                  <a:pt x="780294" y="88448"/>
                </a:cubicBezTo>
                <a:cubicBezTo>
                  <a:pt x="779182" y="85386"/>
                  <a:pt x="778626" y="81712"/>
                  <a:pt x="778626" y="77428"/>
                </a:cubicBezTo>
                <a:cubicBezTo>
                  <a:pt x="778626" y="72255"/>
                  <a:pt x="779495" y="67612"/>
                  <a:pt x="781233" y="63498"/>
                </a:cubicBezTo>
                <a:cubicBezTo>
                  <a:pt x="782970" y="59381"/>
                  <a:pt x="785386" y="55894"/>
                  <a:pt x="788479" y="53037"/>
                </a:cubicBezTo>
                <a:cubicBezTo>
                  <a:pt x="791572" y="50179"/>
                  <a:pt x="795273" y="47985"/>
                  <a:pt x="799582" y="46453"/>
                </a:cubicBezTo>
                <a:cubicBezTo>
                  <a:pt x="803891" y="44922"/>
                  <a:pt x="808618" y="44157"/>
                  <a:pt x="813761" y="44157"/>
                </a:cubicBezTo>
                <a:cubicBezTo>
                  <a:pt x="816472" y="44157"/>
                  <a:pt x="819026" y="44310"/>
                  <a:pt x="821424" y="44617"/>
                </a:cubicBezTo>
                <a:cubicBezTo>
                  <a:pt x="823822" y="44923"/>
                  <a:pt x="826029" y="45315"/>
                  <a:pt x="828045" y="45792"/>
                </a:cubicBezTo>
                <a:lnTo>
                  <a:pt x="855882" y="45792"/>
                </a:lnTo>
                <a:cubicBezTo>
                  <a:pt x="857064" y="45792"/>
                  <a:pt x="857915" y="46239"/>
                  <a:pt x="858436" y="47134"/>
                </a:cubicBezTo>
                <a:cubicBezTo>
                  <a:pt x="858958" y="48028"/>
                  <a:pt x="859218" y="49336"/>
                  <a:pt x="859218" y="51056"/>
                </a:cubicBezTo>
                <a:moveTo>
                  <a:pt x="835969" y="76712"/>
                </a:moveTo>
                <a:cubicBezTo>
                  <a:pt x="835969" y="69711"/>
                  <a:pt x="834005" y="64238"/>
                  <a:pt x="830078" y="60294"/>
                </a:cubicBezTo>
                <a:cubicBezTo>
                  <a:pt x="826151" y="56350"/>
                  <a:pt x="820573" y="54378"/>
                  <a:pt x="813344" y="54378"/>
                </a:cubicBezTo>
                <a:cubicBezTo>
                  <a:pt x="809660" y="54378"/>
                  <a:pt x="806428" y="54991"/>
                  <a:pt x="803648" y="56215"/>
                </a:cubicBezTo>
                <a:cubicBezTo>
                  <a:pt x="800868" y="57437"/>
                  <a:pt x="798574" y="59103"/>
                  <a:pt x="796767" y="61211"/>
                </a:cubicBezTo>
                <a:cubicBezTo>
                  <a:pt x="794960" y="63319"/>
                  <a:pt x="793605" y="65767"/>
                  <a:pt x="792701" y="68554"/>
                </a:cubicBezTo>
                <a:cubicBezTo>
                  <a:pt x="791797" y="71342"/>
                  <a:pt x="791346" y="74300"/>
                  <a:pt x="791346" y="77428"/>
                </a:cubicBezTo>
                <a:cubicBezTo>
                  <a:pt x="791346" y="84225"/>
                  <a:pt x="793309" y="89579"/>
                  <a:pt x="797236" y="93488"/>
                </a:cubicBezTo>
                <a:cubicBezTo>
                  <a:pt x="801163" y="97398"/>
                  <a:pt x="806672" y="99353"/>
                  <a:pt x="813761" y="99353"/>
                </a:cubicBezTo>
                <a:cubicBezTo>
                  <a:pt x="817515" y="99353"/>
                  <a:pt x="820799" y="98742"/>
                  <a:pt x="823614" y="97519"/>
                </a:cubicBezTo>
                <a:cubicBezTo>
                  <a:pt x="826429" y="96295"/>
                  <a:pt x="828740" y="94646"/>
                  <a:pt x="830547" y="92571"/>
                </a:cubicBezTo>
                <a:cubicBezTo>
                  <a:pt x="832354" y="90497"/>
                  <a:pt x="833710" y="88084"/>
                  <a:pt x="834613" y="85330"/>
                </a:cubicBezTo>
                <a:cubicBezTo>
                  <a:pt x="835517" y="82577"/>
                  <a:pt x="835969" y="79704"/>
                  <a:pt x="835969" y="76712"/>
                </a:cubicBezTo>
                <a:moveTo>
                  <a:pt x="845873" y="149687"/>
                </a:moveTo>
                <a:cubicBezTo>
                  <a:pt x="845873" y="145177"/>
                  <a:pt x="844014" y="141726"/>
                  <a:pt x="840295" y="139335"/>
                </a:cubicBezTo>
                <a:cubicBezTo>
                  <a:pt x="836577" y="136941"/>
                  <a:pt x="831590" y="135642"/>
                  <a:pt x="825334" y="135438"/>
                </a:cubicBezTo>
                <a:lnTo>
                  <a:pt x="797914" y="134515"/>
                </a:lnTo>
                <a:cubicBezTo>
                  <a:pt x="795412" y="136429"/>
                  <a:pt x="793361" y="138240"/>
                  <a:pt x="791763" y="139948"/>
                </a:cubicBezTo>
                <a:cubicBezTo>
                  <a:pt x="790164" y="141656"/>
                  <a:pt x="788896" y="143313"/>
                  <a:pt x="787957" y="144918"/>
                </a:cubicBezTo>
                <a:cubicBezTo>
                  <a:pt x="787019" y="146526"/>
                  <a:pt x="786376" y="148099"/>
                  <a:pt x="786028" y="149636"/>
                </a:cubicBezTo>
                <a:cubicBezTo>
                  <a:pt x="785681" y="151174"/>
                  <a:pt x="785507" y="152728"/>
                  <a:pt x="785507" y="154300"/>
                </a:cubicBezTo>
                <a:cubicBezTo>
                  <a:pt x="785507" y="159357"/>
                  <a:pt x="788096" y="163184"/>
                  <a:pt x="793274" y="165780"/>
                </a:cubicBezTo>
                <a:cubicBezTo>
                  <a:pt x="798453" y="168378"/>
                  <a:pt x="805664" y="169677"/>
                  <a:pt x="814908" y="169677"/>
                </a:cubicBezTo>
                <a:cubicBezTo>
                  <a:pt x="820747" y="169677"/>
                  <a:pt x="825630" y="169112"/>
                  <a:pt x="829557" y="167984"/>
                </a:cubicBezTo>
                <a:cubicBezTo>
                  <a:pt x="833484" y="166857"/>
                  <a:pt x="836664" y="165371"/>
                  <a:pt x="839096" y="163525"/>
                </a:cubicBezTo>
                <a:cubicBezTo>
                  <a:pt x="841529" y="161680"/>
                  <a:pt x="843267" y="159562"/>
                  <a:pt x="844309" y="157168"/>
                </a:cubicBezTo>
                <a:cubicBezTo>
                  <a:pt x="845352" y="154777"/>
                  <a:pt x="845873" y="152283"/>
                  <a:pt x="845873" y="14968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437" cap="flat">
            <a:solidFill>
              <a:srgbClr val="000000"/>
            </a:solidFill>
            <a:miter/>
          </a:ln>
        </p:spPr>
      </p:sp>
      <p:sp>
        <p:nvSpPr>
          <p:cNvPr id="47" name="Text !">
            <a:extLst xmlns:a="http://schemas.openxmlformats.org/drawingml/2006/main">
              <a:ext uri="{FF2B5EF4-FFF2-40B4-BE49-F238E27FC236}">
                <a16:creationId xmlns:a16="http://schemas.microsoft.com/office/drawing/2014/main" id="{D0431896-7DA0-4F0A-9FBC-BADEC8D9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839" y="1445005"/>
            <a:ext cx="127717" cy="142314"/>
          </a:xfrm>
          <a:custGeom xmlns:a="http://schemas.openxmlformats.org/drawingml/2006/main">
            <a:pathLst>
              <a:path w="127717" h="142314">
                <a:moveTo>
                  <a:pt x="66830" y="0"/>
                </a:moveTo>
                <a:cubicBezTo>
                  <a:pt x="77326" y="0"/>
                  <a:pt x="85840" y="799"/>
                  <a:pt x="92374" y="2398"/>
                </a:cubicBezTo>
                <a:cubicBezTo>
                  <a:pt x="98907" y="3997"/>
                  <a:pt x="105006" y="6881"/>
                  <a:pt x="110671" y="11051"/>
                </a:cubicBezTo>
                <a:cubicBezTo>
                  <a:pt x="116336" y="15222"/>
                  <a:pt x="120593" y="20765"/>
                  <a:pt x="123443" y="27681"/>
                </a:cubicBezTo>
                <a:cubicBezTo>
                  <a:pt x="126293" y="34597"/>
                  <a:pt x="127717" y="42781"/>
                  <a:pt x="127717" y="52234"/>
                </a:cubicBezTo>
                <a:cubicBezTo>
                  <a:pt x="127717" y="61617"/>
                  <a:pt x="126640" y="70583"/>
                  <a:pt x="124485" y="79133"/>
                </a:cubicBezTo>
                <a:cubicBezTo>
                  <a:pt x="122331" y="87682"/>
                  <a:pt x="119238" y="95553"/>
                  <a:pt x="115206" y="102747"/>
                </a:cubicBezTo>
                <a:cubicBezTo>
                  <a:pt x="111175" y="109941"/>
                  <a:pt x="106344" y="116197"/>
                  <a:pt x="100714" y="121514"/>
                </a:cubicBezTo>
                <a:cubicBezTo>
                  <a:pt x="95084" y="126831"/>
                  <a:pt x="89628" y="130915"/>
                  <a:pt x="84346" y="133764"/>
                </a:cubicBezTo>
                <a:cubicBezTo>
                  <a:pt x="79063" y="136614"/>
                  <a:pt x="73155" y="138751"/>
                  <a:pt x="66622" y="140176"/>
                </a:cubicBezTo>
                <a:cubicBezTo>
                  <a:pt x="60088" y="141601"/>
                  <a:pt x="52477" y="142314"/>
                  <a:pt x="43789" y="142314"/>
                </a:cubicBezTo>
                <a:lnTo>
                  <a:pt x="0" y="142314"/>
                </a:lnTo>
                <a:lnTo>
                  <a:pt x="1147" y="137205"/>
                </a:lnTo>
                <a:cubicBezTo>
                  <a:pt x="3788" y="136788"/>
                  <a:pt x="5769" y="136110"/>
                  <a:pt x="7090" y="135172"/>
                </a:cubicBezTo>
                <a:cubicBezTo>
                  <a:pt x="8410" y="134234"/>
                  <a:pt x="9522" y="132930"/>
                  <a:pt x="10426" y="131262"/>
                </a:cubicBezTo>
                <a:cubicBezTo>
                  <a:pt x="11329" y="129594"/>
                  <a:pt x="12164" y="127561"/>
                  <a:pt x="12928" y="125163"/>
                </a:cubicBezTo>
                <a:cubicBezTo>
                  <a:pt x="13693" y="122765"/>
                  <a:pt x="14840" y="118126"/>
                  <a:pt x="16369" y="111244"/>
                </a:cubicBezTo>
                <a:lnTo>
                  <a:pt x="34093" y="30965"/>
                </a:lnTo>
                <a:cubicBezTo>
                  <a:pt x="35622" y="24014"/>
                  <a:pt x="36386" y="18419"/>
                  <a:pt x="36386" y="14179"/>
                </a:cubicBezTo>
                <a:cubicBezTo>
                  <a:pt x="36386" y="10912"/>
                  <a:pt x="35570" y="8636"/>
                  <a:pt x="33936" y="7350"/>
                </a:cubicBezTo>
                <a:cubicBezTo>
                  <a:pt x="32303" y="6064"/>
                  <a:pt x="29714" y="5317"/>
                  <a:pt x="26169" y="5109"/>
                </a:cubicBezTo>
                <a:lnTo>
                  <a:pt x="27316" y="0"/>
                </a:lnTo>
                <a:lnTo>
                  <a:pt x="66830" y="0"/>
                </a:lnTo>
                <a:moveTo>
                  <a:pt x="30235" y="132722"/>
                </a:moveTo>
                <a:cubicBezTo>
                  <a:pt x="32251" y="132930"/>
                  <a:pt x="36108" y="133035"/>
                  <a:pt x="41808" y="133035"/>
                </a:cubicBezTo>
                <a:cubicBezTo>
                  <a:pt x="53068" y="133035"/>
                  <a:pt x="62625" y="131071"/>
                  <a:pt x="70479" y="127144"/>
                </a:cubicBezTo>
                <a:cubicBezTo>
                  <a:pt x="78333" y="123217"/>
                  <a:pt x="85110" y="117066"/>
                  <a:pt x="90810" y="108690"/>
                </a:cubicBezTo>
                <a:cubicBezTo>
                  <a:pt x="96509" y="100315"/>
                  <a:pt x="100714" y="91487"/>
                  <a:pt x="103425" y="82208"/>
                </a:cubicBezTo>
                <a:cubicBezTo>
                  <a:pt x="106136" y="72929"/>
                  <a:pt x="107491" y="63146"/>
                  <a:pt x="107491" y="52859"/>
                </a:cubicBezTo>
                <a:cubicBezTo>
                  <a:pt x="107491" y="38333"/>
                  <a:pt x="104103" y="27403"/>
                  <a:pt x="97326" y="20070"/>
                </a:cubicBezTo>
                <a:cubicBezTo>
                  <a:pt x="90549" y="12737"/>
                  <a:pt x="80488" y="9071"/>
                  <a:pt x="67143" y="9071"/>
                </a:cubicBezTo>
                <a:cubicBezTo>
                  <a:pt x="64085" y="9071"/>
                  <a:pt x="60783" y="9175"/>
                  <a:pt x="57238" y="9383"/>
                </a:cubicBezTo>
                <a:lnTo>
                  <a:pt x="30235" y="1327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,">
            <a:extLst xmlns:a="http://schemas.openxmlformats.org/drawingml/2006/main">
              <a:ext uri="{FF2B5EF4-FFF2-40B4-BE49-F238E27FC236}">
                <a16:creationId xmlns:a16="http://schemas.microsoft.com/office/drawing/2014/main" id="{BC71F89E-33E3-4A06-9D87-EACDEDC1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0625" y="1555209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and">
            <a:extLst xmlns:a="http://schemas.openxmlformats.org/drawingml/2006/main">
              <a:ext uri="{FF2B5EF4-FFF2-40B4-BE49-F238E27FC236}">
                <a16:creationId xmlns:a16="http://schemas.microsoft.com/office/drawing/2014/main" id="{E97B69DF-E677-496F-95B1-E36D1A7F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056" y="1442250"/>
            <a:ext cx="294364" cy="143918"/>
          </a:xfrm>
          <a:custGeom xmlns:a="http://schemas.openxmlformats.org/drawingml/2006/main">
            <a:pathLst>
              <a:path w="294364" h="143918">
                <a:moveTo>
                  <a:pt x="72669" y="140034"/>
                </a:moveTo>
                <a:cubicBezTo>
                  <a:pt x="72669" y="140716"/>
                  <a:pt x="72443" y="141244"/>
                  <a:pt x="71991" y="141619"/>
                </a:cubicBezTo>
                <a:cubicBezTo>
                  <a:pt x="71539" y="141993"/>
                  <a:pt x="70948" y="142266"/>
                  <a:pt x="70219" y="142436"/>
                </a:cubicBezTo>
                <a:cubicBezTo>
                  <a:pt x="69489" y="142607"/>
                  <a:pt x="68498" y="142692"/>
                  <a:pt x="67247" y="142692"/>
                </a:cubicBezTo>
                <a:cubicBezTo>
                  <a:pt x="66066" y="142692"/>
                  <a:pt x="65058" y="142607"/>
                  <a:pt x="64224" y="142436"/>
                </a:cubicBezTo>
                <a:cubicBezTo>
                  <a:pt x="63390" y="142266"/>
                  <a:pt x="62747" y="141993"/>
                  <a:pt x="62295" y="141619"/>
                </a:cubicBezTo>
                <a:cubicBezTo>
                  <a:pt x="61843" y="141244"/>
                  <a:pt x="61617" y="140716"/>
                  <a:pt x="61617" y="140034"/>
                </a:cubicBezTo>
                <a:lnTo>
                  <a:pt x="61617" y="129711"/>
                </a:lnTo>
                <a:cubicBezTo>
                  <a:pt x="57377" y="134208"/>
                  <a:pt x="52703" y="137700"/>
                  <a:pt x="47594" y="140188"/>
                </a:cubicBezTo>
                <a:cubicBezTo>
                  <a:pt x="42486" y="142675"/>
                  <a:pt x="37186" y="143918"/>
                  <a:pt x="31695" y="143918"/>
                </a:cubicBezTo>
                <a:cubicBezTo>
                  <a:pt x="26760" y="143918"/>
                  <a:pt x="22329" y="143288"/>
                  <a:pt x="18402" y="142027"/>
                </a:cubicBezTo>
                <a:cubicBezTo>
                  <a:pt x="14475" y="140767"/>
                  <a:pt x="11156" y="138961"/>
                  <a:pt x="8445" y="136610"/>
                </a:cubicBezTo>
                <a:cubicBezTo>
                  <a:pt x="5734" y="134259"/>
                  <a:pt x="3649" y="131414"/>
                  <a:pt x="2189" y="128075"/>
                </a:cubicBezTo>
                <a:cubicBezTo>
                  <a:pt x="730" y="124736"/>
                  <a:pt x="0" y="120988"/>
                  <a:pt x="0" y="116832"/>
                </a:cubicBezTo>
                <a:cubicBezTo>
                  <a:pt x="0" y="111721"/>
                  <a:pt x="1077" y="107274"/>
                  <a:pt x="3232" y="103493"/>
                </a:cubicBezTo>
                <a:cubicBezTo>
                  <a:pt x="5387" y="99711"/>
                  <a:pt x="8445" y="96559"/>
                  <a:pt x="12407" y="94038"/>
                </a:cubicBezTo>
                <a:cubicBezTo>
                  <a:pt x="16369" y="91516"/>
                  <a:pt x="21130" y="89625"/>
                  <a:pt x="26690" y="88365"/>
                </a:cubicBezTo>
                <a:cubicBezTo>
                  <a:pt x="32251" y="87104"/>
                  <a:pt x="38437" y="86474"/>
                  <a:pt x="45248" y="86474"/>
                </a:cubicBezTo>
                <a:lnTo>
                  <a:pt x="60262" y="86474"/>
                </a:lnTo>
                <a:lnTo>
                  <a:pt x="60262" y="78475"/>
                </a:lnTo>
                <a:cubicBezTo>
                  <a:pt x="60262" y="74510"/>
                  <a:pt x="59845" y="71007"/>
                  <a:pt x="59011" y="67966"/>
                </a:cubicBezTo>
                <a:cubicBezTo>
                  <a:pt x="58177" y="64923"/>
                  <a:pt x="56821" y="62377"/>
                  <a:pt x="54945" y="60326"/>
                </a:cubicBezTo>
                <a:cubicBezTo>
                  <a:pt x="53068" y="58275"/>
                  <a:pt x="50635" y="56738"/>
                  <a:pt x="47646" y="55713"/>
                </a:cubicBezTo>
                <a:cubicBezTo>
                  <a:pt x="44658" y="54687"/>
                  <a:pt x="41009" y="54174"/>
                  <a:pt x="36699" y="54174"/>
                </a:cubicBezTo>
                <a:cubicBezTo>
                  <a:pt x="32529" y="54174"/>
                  <a:pt x="28776" y="54668"/>
                  <a:pt x="25439" y="55656"/>
                </a:cubicBezTo>
                <a:cubicBezTo>
                  <a:pt x="22103" y="56644"/>
                  <a:pt x="19184" y="57751"/>
                  <a:pt x="16681" y="58978"/>
                </a:cubicBezTo>
                <a:cubicBezTo>
                  <a:pt x="14179" y="60205"/>
                  <a:pt x="12111" y="61312"/>
                  <a:pt x="10478" y="62300"/>
                </a:cubicBezTo>
                <a:cubicBezTo>
                  <a:pt x="8845" y="63288"/>
                  <a:pt x="7680" y="63782"/>
                  <a:pt x="6985" y="63782"/>
                </a:cubicBezTo>
                <a:cubicBezTo>
                  <a:pt x="6568" y="63782"/>
                  <a:pt x="6186" y="63714"/>
                  <a:pt x="5839" y="63578"/>
                </a:cubicBezTo>
                <a:cubicBezTo>
                  <a:pt x="5491" y="63439"/>
                  <a:pt x="5196" y="63182"/>
                  <a:pt x="4952" y="62805"/>
                </a:cubicBezTo>
                <a:cubicBezTo>
                  <a:pt x="4709" y="62426"/>
                  <a:pt x="4535" y="61944"/>
                  <a:pt x="4431" y="61361"/>
                </a:cubicBezTo>
                <a:cubicBezTo>
                  <a:pt x="4327" y="60775"/>
                  <a:pt x="4275" y="60070"/>
                  <a:pt x="4275" y="59246"/>
                </a:cubicBezTo>
                <a:cubicBezTo>
                  <a:pt x="4275" y="57802"/>
                  <a:pt x="4379" y="56652"/>
                  <a:pt x="4587" y="55793"/>
                </a:cubicBezTo>
                <a:cubicBezTo>
                  <a:pt x="4796" y="54933"/>
                  <a:pt x="5335" y="54074"/>
                  <a:pt x="6203" y="53216"/>
                </a:cubicBezTo>
                <a:cubicBezTo>
                  <a:pt x="7072" y="52355"/>
                  <a:pt x="8619" y="51353"/>
                  <a:pt x="10843" y="50210"/>
                </a:cubicBezTo>
                <a:cubicBezTo>
                  <a:pt x="13067" y="49064"/>
                  <a:pt x="15621" y="48004"/>
                  <a:pt x="18506" y="47028"/>
                </a:cubicBezTo>
                <a:cubicBezTo>
                  <a:pt x="21390" y="46053"/>
                  <a:pt x="24501" y="45263"/>
                  <a:pt x="27837" y="44658"/>
                </a:cubicBezTo>
                <a:cubicBezTo>
                  <a:pt x="31173" y="44051"/>
                  <a:pt x="34510" y="43748"/>
                  <a:pt x="37846" y="43748"/>
                </a:cubicBezTo>
                <a:cubicBezTo>
                  <a:pt x="44310" y="43748"/>
                  <a:pt x="49766" y="44515"/>
                  <a:pt x="54215" y="46048"/>
                </a:cubicBezTo>
                <a:cubicBezTo>
                  <a:pt x="58663" y="47581"/>
                  <a:pt x="62260" y="49779"/>
                  <a:pt x="65006" y="52641"/>
                </a:cubicBezTo>
                <a:cubicBezTo>
                  <a:pt x="67751" y="55503"/>
                  <a:pt x="69715" y="59029"/>
                  <a:pt x="70896" y="63220"/>
                </a:cubicBezTo>
                <a:cubicBezTo>
                  <a:pt x="72078" y="67411"/>
                  <a:pt x="72669" y="72164"/>
                  <a:pt x="72669" y="77479"/>
                </a:cubicBezTo>
                <a:lnTo>
                  <a:pt x="72669" y="140034"/>
                </a:lnTo>
                <a:moveTo>
                  <a:pt x="60262" y="96491"/>
                </a:moveTo>
                <a:lnTo>
                  <a:pt x="43059" y="96491"/>
                </a:lnTo>
                <a:cubicBezTo>
                  <a:pt x="38055" y="96491"/>
                  <a:pt x="33676" y="96934"/>
                  <a:pt x="29922" y="97820"/>
                </a:cubicBezTo>
                <a:cubicBezTo>
                  <a:pt x="26169" y="98705"/>
                  <a:pt x="23041" y="100000"/>
                  <a:pt x="20539" y="101704"/>
                </a:cubicBezTo>
                <a:cubicBezTo>
                  <a:pt x="18037" y="103407"/>
                  <a:pt x="16178" y="105452"/>
                  <a:pt x="14961" y="107837"/>
                </a:cubicBezTo>
                <a:cubicBezTo>
                  <a:pt x="13745" y="110222"/>
                  <a:pt x="13137" y="112947"/>
                  <a:pt x="13137" y="116014"/>
                </a:cubicBezTo>
                <a:cubicBezTo>
                  <a:pt x="13137" y="121329"/>
                  <a:pt x="14857" y="125571"/>
                  <a:pt x="18297" y="128740"/>
                </a:cubicBezTo>
                <a:cubicBezTo>
                  <a:pt x="21738" y="131908"/>
                  <a:pt x="26586" y="133493"/>
                  <a:pt x="32842" y="133493"/>
                </a:cubicBezTo>
                <a:cubicBezTo>
                  <a:pt x="37777" y="133493"/>
                  <a:pt x="42381" y="132249"/>
                  <a:pt x="46656" y="129762"/>
                </a:cubicBezTo>
                <a:cubicBezTo>
                  <a:pt x="50931" y="127274"/>
                  <a:pt x="55466" y="123441"/>
                  <a:pt x="60262" y="118263"/>
                </a:cubicBezTo>
                <a:lnTo>
                  <a:pt x="60262" y="96491"/>
                </a:lnTo>
                <a:close/>
                <a:moveTo>
                  <a:pt x="184133" y="140034"/>
                </a:moveTo>
                <a:cubicBezTo>
                  <a:pt x="184133" y="140443"/>
                  <a:pt x="184029" y="140818"/>
                  <a:pt x="183821" y="141159"/>
                </a:cubicBezTo>
                <a:cubicBezTo>
                  <a:pt x="183612" y="141499"/>
                  <a:pt x="183282" y="141772"/>
                  <a:pt x="182830" y="141976"/>
                </a:cubicBezTo>
                <a:cubicBezTo>
                  <a:pt x="182378" y="142181"/>
                  <a:pt x="181753" y="142351"/>
                  <a:pt x="180954" y="142487"/>
                </a:cubicBezTo>
                <a:cubicBezTo>
                  <a:pt x="180154" y="142624"/>
                  <a:pt x="179164" y="142692"/>
                  <a:pt x="177982" y="142692"/>
                </a:cubicBezTo>
                <a:cubicBezTo>
                  <a:pt x="176731" y="142692"/>
                  <a:pt x="175706" y="142624"/>
                  <a:pt x="174906" y="142487"/>
                </a:cubicBezTo>
                <a:cubicBezTo>
                  <a:pt x="174107" y="142351"/>
                  <a:pt x="173482" y="142181"/>
                  <a:pt x="173030" y="141976"/>
                </a:cubicBezTo>
                <a:cubicBezTo>
                  <a:pt x="172578" y="141772"/>
                  <a:pt x="172248" y="141499"/>
                  <a:pt x="172039" y="141159"/>
                </a:cubicBezTo>
                <a:cubicBezTo>
                  <a:pt x="171831" y="140818"/>
                  <a:pt x="171727" y="140443"/>
                  <a:pt x="171727" y="140034"/>
                </a:cubicBezTo>
                <a:lnTo>
                  <a:pt x="171727" y="85145"/>
                </a:lnTo>
                <a:cubicBezTo>
                  <a:pt x="171727" y="79421"/>
                  <a:pt x="171275" y="74770"/>
                  <a:pt x="170371" y="71193"/>
                </a:cubicBezTo>
                <a:cubicBezTo>
                  <a:pt x="169468" y="67615"/>
                  <a:pt x="168112" y="64549"/>
                  <a:pt x="166305" y="61993"/>
                </a:cubicBezTo>
                <a:cubicBezTo>
                  <a:pt x="164498" y="59438"/>
                  <a:pt x="162187" y="57462"/>
                  <a:pt x="159372" y="56065"/>
                </a:cubicBezTo>
                <a:cubicBezTo>
                  <a:pt x="156557" y="54668"/>
                  <a:pt x="153273" y="53969"/>
                  <a:pt x="149519" y="53969"/>
                </a:cubicBezTo>
                <a:cubicBezTo>
                  <a:pt x="144723" y="53969"/>
                  <a:pt x="139928" y="55639"/>
                  <a:pt x="135132" y="58978"/>
                </a:cubicBezTo>
                <a:cubicBezTo>
                  <a:pt x="130336" y="62317"/>
                  <a:pt x="125297" y="67223"/>
                  <a:pt x="120014" y="73697"/>
                </a:cubicBezTo>
                <a:lnTo>
                  <a:pt x="120014" y="140034"/>
                </a:lnTo>
                <a:cubicBezTo>
                  <a:pt x="120014" y="140443"/>
                  <a:pt x="119910" y="140818"/>
                  <a:pt x="119701" y="141159"/>
                </a:cubicBezTo>
                <a:cubicBezTo>
                  <a:pt x="119493" y="141499"/>
                  <a:pt x="119163" y="141772"/>
                  <a:pt x="118711" y="141976"/>
                </a:cubicBezTo>
                <a:cubicBezTo>
                  <a:pt x="118259" y="142181"/>
                  <a:pt x="117633" y="142351"/>
                  <a:pt x="116834" y="142487"/>
                </a:cubicBezTo>
                <a:cubicBezTo>
                  <a:pt x="116035" y="142624"/>
                  <a:pt x="115010" y="142692"/>
                  <a:pt x="113759" y="142692"/>
                </a:cubicBezTo>
                <a:cubicBezTo>
                  <a:pt x="112577" y="142692"/>
                  <a:pt x="111586" y="142624"/>
                  <a:pt x="110787" y="142487"/>
                </a:cubicBezTo>
                <a:cubicBezTo>
                  <a:pt x="109988" y="142351"/>
                  <a:pt x="109345" y="142181"/>
                  <a:pt x="108858" y="141976"/>
                </a:cubicBezTo>
                <a:cubicBezTo>
                  <a:pt x="108372" y="141772"/>
                  <a:pt x="108042" y="141499"/>
                  <a:pt x="107868" y="141159"/>
                </a:cubicBezTo>
                <a:cubicBezTo>
                  <a:pt x="107694" y="140816"/>
                  <a:pt x="107607" y="140440"/>
                  <a:pt x="107607" y="140031"/>
                </a:cubicBezTo>
                <a:lnTo>
                  <a:pt x="107607" y="47431"/>
                </a:lnTo>
                <a:cubicBezTo>
                  <a:pt x="107607" y="47022"/>
                  <a:pt x="107694" y="46647"/>
                  <a:pt x="107868" y="46307"/>
                </a:cubicBezTo>
                <a:cubicBezTo>
                  <a:pt x="108042" y="45964"/>
                  <a:pt x="108372" y="45673"/>
                  <a:pt x="108858" y="45434"/>
                </a:cubicBezTo>
                <a:cubicBezTo>
                  <a:pt x="109345" y="45196"/>
                  <a:pt x="109953" y="45026"/>
                  <a:pt x="110683" y="44923"/>
                </a:cubicBezTo>
                <a:cubicBezTo>
                  <a:pt x="111413" y="44821"/>
                  <a:pt x="112368" y="44770"/>
                  <a:pt x="113550" y="44770"/>
                </a:cubicBezTo>
                <a:cubicBezTo>
                  <a:pt x="114732" y="44770"/>
                  <a:pt x="115705" y="44821"/>
                  <a:pt x="116469" y="44923"/>
                </a:cubicBezTo>
                <a:cubicBezTo>
                  <a:pt x="117234" y="45026"/>
                  <a:pt x="117825" y="45196"/>
                  <a:pt x="118242" y="45434"/>
                </a:cubicBezTo>
                <a:cubicBezTo>
                  <a:pt x="118659" y="45673"/>
                  <a:pt x="118954" y="45964"/>
                  <a:pt x="119128" y="46307"/>
                </a:cubicBezTo>
                <a:cubicBezTo>
                  <a:pt x="119302" y="46647"/>
                  <a:pt x="119389" y="47022"/>
                  <a:pt x="119389" y="47431"/>
                </a:cubicBezTo>
                <a:lnTo>
                  <a:pt x="119389" y="60527"/>
                </a:lnTo>
                <a:cubicBezTo>
                  <a:pt x="124810" y="54629"/>
                  <a:pt x="130127" y="50358"/>
                  <a:pt x="135340" y="47715"/>
                </a:cubicBezTo>
                <a:cubicBezTo>
                  <a:pt x="140553" y="45070"/>
                  <a:pt x="145731" y="43748"/>
                  <a:pt x="150875" y="43748"/>
                </a:cubicBezTo>
                <a:cubicBezTo>
                  <a:pt x="157061" y="43748"/>
                  <a:pt x="162274" y="44770"/>
                  <a:pt x="166514" y="46814"/>
                </a:cubicBezTo>
                <a:cubicBezTo>
                  <a:pt x="170754" y="48859"/>
                  <a:pt x="174177" y="51618"/>
                  <a:pt x="176783" y="55094"/>
                </a:cubicBezTo>
                <a:cubicBezTo>
                  <a:pt x="179390" y="58569"/>
                  <a:pt x="181266" y="62624"/>
                  <a:pt x="182413" y="67257"/>
                </a:cubicBezTo>
                <a:cubicBezTo>
                  <a:pt x="183560" y="71891"/>
                  <a:pt x="184133" y="77479"/>
                  <a:pt x="184133" y="84021"/>
                </a:cubicBezTo>
                <a:lnTo>
                  <a:pt x="184133" y="140034"/>
                </a:lnTo>
                <a:close/>
                <a:moveTo>
                  <a:pt x="294364" y="140031"/>
                </a:moveTo>
                <a:cubicBezTo>
                  <a:pt x="294364" y="140510"/>
                  <a:pt x="294277" y="140920"/>
                  <a:pt x="294103" y="141261"/>
                </a:cubicBezTo>
                <a:cubicBezTo>
                  <a:pt x="293930" y="141602"/>
                  <a:pt x="293617" y="141874"/>
                  <a:pt x="293165" y="142079"/>
                </a:cubicBezTo>
                <a:cubicBezTo>
                  <a:pt x="292713" y="142283"/>
                  <a:pt x="292140" y="142436"/>
                  <a:pt x="291445" y="142539"/>
                </a:cubicBezTo>
                <a:cubicBezTo>
                  <a:pt x="290750" y="142641"/>
                  <a:pt x="289881" y="142692"/>
                  <a:pt x="288838" y="142692"/>
                </a:cubicBezTo>
                <a:cubicBezTo>
                  <a:pt x="287726" y="142692"/>
                  <a:pt x="286805" y="142641"/>
                  <a:pt x="286075" y="142539"/>
                </a:cubicBezTo>
                <a:cubicBezTo>
                  <a:pt x="285346" y="142438"/>
                  <a:pt x="284755" y="142286"/>
                  <a:pt x="284303" y="142082"/>
                </a:cubicBezTo>
                <a:cubicBezTo>
                  <a:pt x="283851" y="141879"/>
                  <a:pt x="283504" y="141609"/>
                  <a:pt x="283260" y="141270"/>
                </a:cubicBezTo>
                <a:cubicBezTo>
                  <a:pt x="283017" y="140930"/>
                  <a:pt x="282895" y="140523"/>
                  <a:pt x="282895" y="140050"/>
                </a:cubicBezTo>
                <a:lnTo>
                  <a:pt x="282895" y="126833"/>
                </a:lnTo>
                <a:cubicBezTo>
                  <a:pt x="277891" y="132152"/>
                  <a:pt x="272713" y="136330"/>
                  <a:pt x="267361" y="139367"/>
                </a:cubicBezTo>
                <a:cubicBezTo>
                  <a:pt x="262009" y="142401"/>
                  <a:pt x="256170" y="143918"/>
                  <a:pt x="249845" y="143918"/>
                </a:cubicBezTo>
                <a:cubicBezTo>
                  <a:pt x="243034" y="143918"/>
                  <a:pt x="237230" y="142623"/>
                  <a:pt x="232434" y="140031"/>
                </a:cubicBezTo>
                <a:cubicBezTo>
                  <a:pt x="227638" y="137440"/>
                  <a:pt x="223728" y="133927"/>
                  <a:pt x="220705" y="129493"/>
                </a:cubicBezTo>
                <a:cubicBezTo>
                  <a:pt x="217681" y="125058"/>
                  <a:pt x="215475" y="119856"/>
                  <a:pt x="214084" y="113890"/>
                </a:cubicBezTo>
                <a:cubicBezTo>
                  <a:pt x="212694" y="107921"/>
                  <a:pt x="211999" y="101593"/>
                  <a:pt x="211999" y="94906"/>
                </a:cubicBezTo>
                <a:cubicBezTo>
                  <a:pt x="211999" y="87064"/>
                  <a:pt x="212868" y="79987"/>
                  <a:pt x="214606" y="73678"/>
                </a:cubicBezTo>
                <a:cubicBezTo>
                  <a:pt x="216343" y="67368"/>
                  <a:pt x="218915" y="61996"/>
                  <a:pt x="222321" y="57563"/>
                </a:cubicBezTo>
                <a:cubicBezTo>
                  <a:pt x="225727" y="53127"/>
                  <a:pt x="229932" y="49716"/>
                  <a:pt x="234936" y="47329"/>
                </a:cubicBezTo>
                <a:cubicBezTo>
                  <a:pt x="239941" y="44942"/>
                  <a:pt x="245744" y="43748"/>
                  <a:pt x="252348" y="43748"/>
                </a:cubicBezTo>
                <a:cubicBezTo>
                  <a:pt x="258047" y="43748"/>
                  <a:pt x="263260" y="44994"/>
                  <a:pt x="267986" y="47485"/>
                </a:cubicBezTo>
                <a:cubicBezTo>
                  <a:pt x="272713" y="49975"/>
                  <a:pt x="277370" y="53640"/>
                  <a:pt x="281957" y="58483"/>
                </a:cubicBezTo>
                <a:lnTo>
                  <a:pt x="281957" y="2664"/>
                </a:lnTo>
                <a:cubicBezTo>
                  <a:pt x="281957" y="2253"/>
                  <a:pt x="282044" y="1877"/>
                  <a:pt x="282218" y="1536"/>
                </a:cubicBezTo>
                <a:cubicBezTo>
                  <a:pt x="282392" y="1196"/>
                  <a:pt x="282722" y="923"/>
                  <a:pt x="283208" y="719"/>
                </a:cubicBezTo>
                <a:cubicBezTo>
                  <a:pt x="283695" y="512"/>
                  <a:pt x="284338" y="341"/>
                  <a:pt x="285137" y="204"/>
                </a:cubicBezTo>
                <a:cubicBezTo>
                  <a:pt x="285936" y="68"/>
                  <a:pt x="286927" y="0"/>
                  <a:pt x="288108" y="0"/>
                </a:cubicBezTo>
                <a:cubicBezTo>
                  <a:pt x="289359" y="0"/>
                  <a:pt x="290385" y="68"/>
                  <a:pt x="291184" y="204"/>
                </a:cubicBezTo>
                <a:cubicBezTo>
                  <a:pt x="291983" y="341"/>
                  <a:pt x="292609" y="511"/>
                  <a:pt x="293061" y="716"/>
                </a:cubicBezTo>
                <a:cubicBezTo>
                  <a:pt x="293512" y="920"/>
                  <a:pt x="293843" y="1193"/>
                  <a:pt x="294051" y="1533"/>
                </a:cubicBezTo>
                <a:cubicBezTo>
                  <a:pt x="294260" y="1874"/>
                  <a:pt x="294364" y="2250"/>
                  <a:pt x="294364" y="2661"/>
                </a:cubicBezTo>
                <a:lnTo>
                  <a:pt x="294364" y="140031"/>
                </a:lnTo>
                <a:moveTo>
                  <a:pt x="281957" y="73317"/>
                </a:moveTo>
                <a:cubicBezTo>
                  <a:pt x="276744" y="67107"/>
                  <a:pt x="271722" y="62365"/>
                  <a:pt x="266892" y="59090"/>
                </a:cubicBezTo>
                <a:cubicBezTo>
                  <a:pt x="262061" y="55812"/>
                  <a:pt x="257004" y="54174"/>
                  <a:pt x="251722" y="54174"/>
                </a:cubicBezTo>
                <a:cubicBezTo>
                  <a:pt x="246926" y="54174"/>
                  <a:pt x="242825" y="55300"/>
                  <a:pt x="239419" y="57553"/>
                </a:cubicBezTo>
                <a:cubicBezTo>
                  <a:pt x="236014" y="59804"/>
                  <a:pt x="233233" y="62772"/>
                  <a:pt x="231079" y="66456"/>
                </a:cubicBezTo>
                <a:cubicBezTo>
                  <a:pt x="228924" y="70140"/>
                  <a:pt x="227360" y="74302"/>
                  <a:pt x="226387" y="78942"/>
                </a:cubicBezTo>
                <a:cubicBezTo>
                  <a:pt x="225414" y="83582"/>
                  <a:pt x="224927" y="88290"/>
                  <a:pt x="224927" y="93067"/>
                </a:cubicBezTo>
                <a:cubicBezTo>
                  <a:pt x="224927" y="98184"/>
                  <a:pt x="225344" y="103165"/>
                  <a:pt x="226178" y="108009"/>
                </a:cubicBezTo>
                <a:cubicBezTo>
                  <a:pt x="227013" y="112854"/>
                  <a:pt x="228437" y="117169"/>
                  <a:pt x="230453" y="120955"/>
                </a:cubicBezTo>
                <a:cubicBezTo>
                  <a:pt x="232469" y="124741"/>
                  <a:pt x="235145" y="127778"/>
                  <a:pt x="238481" y="130065"/>
                </a:cubicBezTo>
                <a:cubicBezTo>
                  <a:pt x="241817" y="132350"/>
                  <a:pt x="245988" y="133493"/>
                  <a:pt x="250992" y="133493"/>
                </a:cubicBezTo>
                <a:cubicBezTo>
                  <a:pt x="253494" y="133493"/>
                  <a:pt x="255927" y="133152"/>
                  <a:pt x="258290" y="132470"/>
                </a:cubicBezTo>
                <a:cubicBezTo>
                  <a:pt x="260653" y="131787"/>
                  <a:pt x="263086" y="130660"/>
                  <a:pt x="265588" y="129091"/>
                </a:cubicBezTo>
                <a:cubicBezTo>
                  <a:pt x="268091" y="127522"/>
                  <a:pt x="270680" y="125491"/>
                  <a:pt x="273356" y="123000"/>
                </a:cubicBezTo>
                <a:cubicBezTo>
                  <a:pt x="276032" y="120508"/>
                  <a:pt x="278899" y="117419"/>
                  <a:pt x="281957" y="113733"/>
                </a:cubicBezTo>
                <a:lnTo>
                  <a:pt x="281957" y="7331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and">
            <a:extLst xmlns:a="http://schemas.openxmlformats.org/drawingml/2006/main">
              <a:ext uri="{FF2B5EF4-FFF2-40B4-BE49-F238E27FC236}">
                <a16:creationId xmlns:a16="http://schemas.microsoft.com/office/drawing/2014/main" id="{F9033E6D-538C-4BA5-8A1A-76696E1F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056" y="1442250"/>
            <a:ext cx="294364" cy="143918"/>
          </a:xfrm>
          <a:custGeom xmlns:a="http://schemas.openxmlformats.org/drawingml/2006/main">
            <a:pathLst>
              <a:path w="294364" h="143918" fill="none">
                <a:moveTo>
                  <a:pt x="72669" y="140034"/>
                </a:moveTo>
                <a:cubicBezTo>
                  <a:pt x="72669" y="140716"/>
                  <a:pt x="72443" y="141244"/>
                  <a:pt x="71991" y="141619"/>
                </a:cubicBezTo>
                <a:cubicBezTo>
                  <a:pt x="71539" y="141993"/>
                  <a:pt x="70948" y="142266"/>
                  <a:pt x="70219" y="142436"/>
                </a:cubicBezTo>
                <a:cubicBezTo>
                  <a:pt x="69489" y="142607"/>
                  <a:pt x="68498" y="142692"/>
                  <a:pt x="67247" y="142692"/>
                </a:cubicBezTo>
                <a:cubicBezTo>
                  <a:pt x="66066" y="142692"/>
                  <a:pt x="65058" y="142607"/>
                  <a:pt x="64224" y="142436"/>
                </a:cubicBezTo>
                <a:cubicBezTo>
                  <a:pt x="63390" y="142266"/>
                  <a:pt x="62747" y="141993"/>
                  <a:pt x="62295" y="141619"/>
                </a:cubicBezTo>
                <a:cubicBezTo>
                  <a:pt x="61843" y="141244"/>
                  <a:pt x="61617" y="140716"/>
                  <a:pt x="61617" y="140034"/>
                </a:cubicBezTo>
                <a:lnTo>
                  <a:pt x="61617" y="129711"/>
                </a:lnTo>
                <a:cubicBezTo>
                  <a:pt x="57377" y="134208"/>
                  <a:pt x="52703" y="137700"/>
                  <a:pt x="47594" y="140188"/>
                </a:cubicBezTo>
                <a:cubicBezTo>
                  <a:pt x="42486" y="142675"/>
                  <a:pt x="37186" y="143918"/>
                  <a:pt x="31695" y="143918"/>
                </a:cubicBezTo>
                <a:cubicBezTo>
                  <a:pt x="26760" y="143918"/>
                  <a:pt x="22329" y="143288"/>
                  <a:pt x="18402" y="142027"/>
                </a:cubicBezTo>
                <a:cubicBezTo>
                  <a:pt x="14475" y="140767"/>
                  <a:pt x="11156" y="138961"/>
                  <a:pt x="8445" y="136610"/>
                </a:cubicBezTo>
                <a:cubicBezTo>
                  <a:pt x="5734" y="134259"/>
                  <a:pt x="3649" y="131414"/>
                  <a:pt x="2189" y="128075"/>
                </a:cubicBezTo>
                <a:cubicBezTo>
                  <a:pt x="730" y="124736"/>
                  <a:pt x="0" y="120988"/>
                  <a:pt x="0" y="116832"/>
                </a:cubicBezTo>
                <a:cubicBezTo>
                  <a:pt x="0" y="111721"/>
                  <a:pt x="1077" y="107274"/>
                  <a:pt x="3232" y="103493"/>
                </a:cubicBezTo>
                <a:cubicBezTo>
                  <a:pt x="5387" y="99711"/>
                  <a:pt x="8445" y="96559"/>
                  <a:pt x="12407" y="94038"/>
                </a:cubicBezTo>
                <a:cubicBezTo>
                  <a:pt x="16369" y="91516"/>
                  <a:pt x="21130" y="89625"/>
                  <a:pt x="26690" y="88365"/>
                </a:cubicBezTo>
                <a:cubicBezTo>
                  <a:pt x="32251" y="87104"/>
                  <a:pt x="38437" y="86474"/>
                  <a:pt x="45248" y="86474"/>
                </a:cubicBezTo>
                <a:lnTo>
                  <a:pt x="60262" y="86474"/>
                </a:lnTo>
                <a:lnTo>
                  <a:pt x="60262" y="78475"/>
                </a:lnTo>
                <a:cubicBezTo>
                  <a:pt x="60262" y="74510"/>
                  <a:pt x="59845" y="71007"/>
                  <a:pt x="59011" y="67966"/>
                </a:cubicBezTo>
                <a:cubicBezTo>
                  <a:pt x="58177" y="64923"/>
                  <a:pt x="56821" y="62377"/>
                  <a:pt x="54945" y="60326"/>
                </a:cubicBezTo>
                <a:cubicBezTo>
                  <a:pt x="53068" y="58275"/>
                  <a:pt x="50635" y="56738"/>
                  <a:pt x="47646" y="55713"/>
                </a:cubicBezTo>
                <a:cubicBezTo>
                  <a:pt x="44658" y="54687"/>
                  <a:pt x="41009" y="54174"/>
                  <a:pt x="36699" y="54174"/>
                </a:cubicBezTo>
                <a:cubicBezTo>
                  <a:pt x="32529" y="54174"/>
                  <a:pt x="28776" y="54668"/>
                  <a:pt x="25439" y="55656"/>
                </a:cubicBezTo>
                <a:cubicBezTo>
                  <a:pt x="22103" y="56644"/>
                  <a:pt x="19184" y="57751"/>
                  <a:pt x="16681" y="58978"/>
                </a:cubicBezTo>
                <a:cubicBezTo>
                  <a:pt x="14179" y="60205"/>
                  <a:pt x="12111" y="61312"/>
                  <a:pt x="10478" y="62300"/>
                </a:cubicBezTo>
                <a:cubicBezTo>
                  <a:pt x="8845" y="63288"/>
                  <a:pt x="7680" y="63782"/>
                  <a:pt x="6985" y="63782"/>
                </a:cubicBezTo>
                <a:cubicBezTo>
                  <a:pt x="6568" y="63782"/>
                  <a:pt x="6186" y="63714"/>
                  <a:pt x="5839" y="63578"/>
                </a:cubicBezTo>
                <a:cubicBezTo>
                  <a:pt x="5491" y="63439"/>
                  <a:pt x="5196" y="63182"/>
                  <a:pt x="4952" y="62805"/>
                </a:cubicBezTo>
                <a:cubicBezTo>
                  <a:pt x="4709" y="62426"/>
                  <a:pt x="4535" y="61944"/>
                  <a:pt x="4431" y="61361"/>
                </a:cubicBezTo>
                <a:cubicBezTo>
                  <a:pt x="4327" y="60775"/>
                  <a:pt x="4275" y="60070"/>
                  <a:pt x="4275" y="59246"/>
                </a:cubicBezTo>
                <a:cubicBezTo>
                  <a:pt x="4275" y="57802"/>
                  <a:pt x="4379" y="56652"/>
                  <a:pt x="4587" y="55793"/>
                </a:cubicBezTo>
                <a:cubicBezTo>
                  <a:pt x="4796" y="54933"/>
                  <a:pt x="5335" y="54074"/>
                  <a:pt x="6203" y="53216"/>
                </a:cubicBezTo>
                <a:cubicBezTo>
                  <a:pt x="7072" y="52355"/>
                  <a:pt x="8619" y="51353"/>
                  <a:pt x="10843" y="50210"/>
                </a:cubicBezTo>
                <a:cubicBezTo>
                  <a:pt x="13067" y="49064"/>
                  <a:pt x="15621" y="48004"/>
                  <a:pt x="18506" y="47028"/>
                </a:cubicBezTo>
                <a:cubicBezTo>
                  <a:pt x="21390" y="46053"/>
                  <a:pt x="24501" y="45263"/>
                  <a:pt x="27837" y="44658"/>
                </a:cubicBezTo>
                <a:cubicBezTo>
                  <a:pt x="31173" y="44051"/>
                  <a:pt x="34510" y="43748"/>
                  <a:pt x="37846" y="43748"/>
                </a:cubicBezTo>
                <a:cubicBezTo>
                  <a:pt x="44310" y="43748"/>
                  <a:pt x="49766" y="44515"/>
                  <a:pt x="54215" y="46048"/>
                </a:cubicBezTo>
                <a:cubicBezTo>
                  <a:pt x="58663" y="47581"/>
                  <a:pt x="62260" y="49779"/>
                  <a:pt x="65006" y="52641"/>
                </a:cubicBezTo>
                <a:cubicBezTo>
                  <a:pt x="67751" y="55503"/>
                  <a:pt x="69715" y="59029"/>
                  <a:pt x="70896" y="63220"/>
                </a:cubicBezTo>
                <a:cubicBezTo>
                  <a:pt x="72078" y="67411"/>
                  <a:pt x="72669" y="72164"/>
                  <a:pt x="72669" y="77479"/>
                </a:cubicBezTo>
                <a:lnTo>
                  <a:pt x="72669" y="140034"/>
                </a:lnTo>
                <a:moveTo>
                  <a:pt x="60262" y="96491"/>
                </a:moveTo>
                <a:lnTo>
                  <a:pt x="43059" y="96491"/>
                </a:lnTo>
                <a:cubicBezTo>
                  <a:pt x="38055" y="96491"/>
                  <a:pt x="33676" y="96934"/>
                  <a:pt x="29922" y="97820"/>
                </a:cubicBezTo>
                <a:cubicBezTo>
                  <a:pt x="26169" y="98705"/>
                  <a:pt x="23041" y="100000"/>
                  <a:pt x="20539" y="101704"/>
                </a:cubicBezTo>
                <a:cubicBezTo>
                  <a:pt x="18037" y="103407"/>
                  <a:pt x="16178" y="105452"/>
                  <a:pt x="14961" y="107837"/>
                </a:cubicBezTo>
                <a:cubicBezTo>
                  <a:pt x="13745" y="110222"/>
                  <a:pt x="13137" y="112947"/>
                  <a:pt x="13137" y="116014"/>
                </a:cubicBezTo>
                <a:cubicBezTo>
                  <a:pt x="13137" y="121329"/>
                  <a:pt x="14857" y="125571"/>
                  <a:pt x="18297" y="128740"/>
                </a:cubicBezTo>
                <a:cubicBezTo>
                  <a:pt x="21738" y="131908"/>
                  <a:pt x="26586" y="133493"/>
                  <a:pt x="32842" y="133493"/>
                </a:cubicBezTo>
                <a:cubicBezTo>
                  <a:pt x="37777" y="133493"/>
                  <a:pt x="42381" y="132249"/>
                  <a:pt x="46656" y="129762"/>
                </a:cubicBezTo>
                <a:cubicBezTo>
                  <a:pt x="50931" y="127274"/>
                  <a:pt x="55466" y="123441"/>
                  <a:pt x="60262" y="118263"/>
                </a:cubicBezTo>
                <a:lnTo>
                  <a:pt x="60262" y="96491"/>
                </a:lnTo>
                <a:close/>
                <a:moveTo>
                  <a:pt x="184133" y="140034"/>
                </a:moveTo>
                <a:cubicBezTo>
                  <a:pt x="184133" y="140443"/>
                  <a:pt x="184029" y="140818"/>
                  <a:pt x="183821" y="141159"/>
                </a:cubicBezTo>
                <a:cubicBezTo>
                  <a:pt x="183612" y="141499"/>
                  <a:pt x="183282" y="141772"/>
                  <a:pt x="182830" y="141976"/>
                </a:cubicBezTo>
                <a:cubicBezTo>
                  <a:pt x="182378" y="142181"/>
                  <a:pt x="181753" y="142351"/>
                  <a:pt x="180954" y="142487"/>
                </a:cubicBezTo>
                <a:cubicBezTo>
                  <a:pt x="180154" y="142624"/>
                  <a:pt x="179164" y="142692"/>
                  <a:pt x="177982" y="142692"/>
                </a:cubicBezTo>
                <a:cubicBezTo>
                  <a:pt x="176731" y="142692"/>
                  <a:pt x="175706" y="142624"/>
                  <a:pt x="174906" y="142487"/>
                </a:cubicBezTo>
                <a:cubicBezTo>
                  <a:pt x="174107" y="142351"/>
                  <a:pt x="173482" y="142181"/>
                  <a:pt x="173030" y="141976"/>
                </a:cubicBezTo>
                <a:cubicBezTo>
                  <a:pt x="172578" y="141772"/>
                  <a:pt x="172248" y="141499"/>
                  <a:pt x="172039" y="141159"/>
                </a:cubicBezTo>
                <a:cubicBezTo>
                  <a:pt x="171831" y="140818"/>
                  <a:pt x="171727" y="140443"/>
                  <a:pt x="171727" y="140034"/>
                </a:cubicBezTo>
                <a:lnTo>
                  <a:pt x="171727" y="85145"/>
                </a:lnTo>
                <a:cubicBezTo>
                  <a:pt x="171727" y="79421"/>
                  <a:pt x="171275" y="74770"/>
                  <a:pt x="170371" y="71193"/>
                </a:cubicBezTo>
                <a:cubicBezTo>
                  <a:pt x="169468" y="67615"/>
                  <a:pt x="168112" y="64549"/>
                  <a:pt x="166305" y="61993"/>
                </a:cubicBezTo>
                <a:cubicBezTo>
                  <a:pt x="164498" y="59438"/>
                  <a:pt x="162187" y="57462"/>
                  <a:pt x="159372" y="56065"/>
                </a:cubicBezTo>
                <a:cubicBezTo>
                  <a:pt x="156557" y="54668"/>
                  <a:pt x="153273" y="53969"/>
                  <a:pt x="149519" y="53969"/>
                </a:cubicBezTo>
                <a:cubicBezTo>
                  <a:pt x="144723" y="53969"/>
                  <a:pt x="139928" y="55639"/>
                  <a:pt x="135132" y="58978"/>
                </a:cubicBezTo>
                <a:cubicBezTo>
                  <a:pt x="130336" y="62317"/>
                  <a:pt x="125297" y="67223"/>
                  <a:pt x="120014" y="73697"/>
                </a:cubicBezTo>
                <a:lnTo>
                  <a:pt x="120014" y="140034"/>
                </a:lnTo>
                <a:cubicBezTo>
                  <a:pt x="120014" y="140443"/>
                  <a:pt x="119910" y="140818"/>
                  <a:pt x="119701" y="141159"/>
                </a:cubicBezTo>
                <a:cubicBezTo>
                  <a:pt x="119493" y="141499"/>
                  <a:pt x="119163" y="141772"/>
                  <a:pt x="118711" y="141976"/>
                </a:cubicBezTo>
                <a:cubicBezTo>
                  <a:pt x="118259" y="142181"/>
                  <a:pt x="117633" y="142351"/>
                  <a:pt x="116834" y="142487"/>
                </a:cubicBezTo>
                <a:cubicBezTo>
                  <a:pt x="116035" y="142624"/>
                  <a:pt x="115010" y="142692"/>
                  <a:pt x="113759" y="142692"/>
                </a:cubicBezTo>
                <a:cubicBezTo>
                  <a:pt x="112577" y="142692"/>
                  <a:pt x="111586" y="142624"/>
                  <a:pt x="110787" y="142487"/>
                </a:cubicBezTo>
                <a:cubicBezTo>
                  <a:pt x="109988" y="142351"/>
                  <a:pt x="109345" y="142181"/>
                  <a:pt x="108858" y="141976"/>
                </a:cubicBezTo>
                <a:cubicBezTo>
                  <a:pt x="108372" y="141772"/>
                  <a:pt x="108042" y="141499"/>
                  <a:pt x="107868" y="141159"/>
                </a:cubicBezTo>
                <a:cubicBezTo>
                  <a:pt x="107694" y="140816"/>
                  <a:pt x="107607" y="140440"/>
                  <a:pt x="107607" y="140031"/>
                </a:cubicBezTo>
                <a:lnTo>
                  <a:pt x="107607" y="47431"/>
                </a:lnTo>
                <a:cubicBezTo>
                  <a:pt x="107607" y="47022"/>
                  <a:pt x="107694" y="46647"/>
                  <a:pt x="107868" y="46307"/>
                </a:cubicBezTo>
                <a:cubicBezTo>
                  <a:pt x="108042" y="45964"/>
                  <a:pt x="108372" y="45673"/>
                  <a:pt x="108858" y="45434"/>
                </a:cubicBezTo>
                <a:cubicBezTo>
                  <a:pt x="109345" y="45196"/>
                  <a:pt x="109953" y="45026"/>
                  <a:pt x="110683" y="44923"/>
                </a:cubicBezTo>
                <a:cubicBezTo>
                  <a:pt x="111413" y="44821"/>
                  <a:pt x="112368" y="44770"/>
                  <a:pt x="113550" y="44770"/>
                </a:cubicBezTo>
                <a:cubicBezTo>
                  <a:pt x="114732" y="44770"/>
                  <a:pt x="115705" y="44821"/>
                  <a:pt x="116469" y="44923"/>
                </a:cubicBezTo>
                <a:cubicBezTo>
                  <a:pt x="117234" y="45026"/>
                  <a:pt x="117825" y="45196"/>
                  <a:pt x="118242" y="45434"/>
                </a:cubicBezTo>
                <a:cubicBezTo>
                  <a:pt x="118659" y="45673"/>
                  <a:pt x="118954" y="45964"/>
                  <a:pt x="119128" y="46307"/>
                </a:cubicBezTo>
                <a:cubicBezTo>
                  <a:pt x="119302" y="46647"/>
                  <a:pt x="119389" y="47022"/>
                  <a:pt x="119389" y="47431"/>
                </a:cubicBezTo>
                <a:lnTo>
                  <a:pt x="119389" y="60527"/>
                </a:lnTo>
                <a:cubicBezTo>
                  <a:pt x="124810" y="54629"/>
                  <a:pt x="130127" y="50358"/>
                  <a:pt x="135340" y="47715"/>
                </a:cubicBezTo>
                <a:cubicBezTo>
                  <a:pt x="140553" y="45070"/>
                  <a:pt x="145731" y="43748"/>
                  <a:pt x="150875" y="43748"/>
                </a:cubicBezTo>
                <a:cubicBezTo>
                  <a:pt x="157061" y="43748"/>
                  <a:pt x="162274" y="44770"/>
                  <a:pt x="166514" y="46814"/>
                </a:cubicBezTo>
                <a:cubicBezTo>
                  <a:pt x="170754" y="48859"/>
                  <a:pt x="174177" y="51618"/>
                  <a:pt x="176783" y="55094"/>
                </a:cubicBezTo>
                <a:cubicBezTo>
                  <a:pt x="179390" y="58569"/>
                  <a:pt x="181266" y="62624"/>
                  <a:pt x="182413" y="67257"/>
                </a:cubicBezTo>
                <a:cubicBezTo>
                  <a:pt x="183560" y="71891"/>
                  <a:pt x="184133" y="77479"/>
                  <a:pt x="184133" y="84021"/>
                </a:cubicBezTo>
                <a:lnTo>
                  <a:pt x="184133" y="140034"/>
                </a:lnTo>
                <a:close/>
                <a:moveTo>
                  <a:pt x="294364" y="140031"/>
                </a:moveTo>
                <a:cubicBezTo>
                  <a:pt x="294364" y="140510"/>
                  <a:pt x="294277" y="140920"/>
                  <a:pt x="294103" y="141261"/>
                </a:cubicBezTo>
                <a:cubicBezTo>
                  <a:pt x="293930" y="141602"/>
                  <a:pt x="293617" y="141874"/>
                  <a:pt x="293165" y="142079"/>
                </a:cubicBezTo>
                <a:cubicBezTo>
                  <a:pt x="292713" y="142283"/>
                  <a:pt x="292140" y="142436"/>
                  <a:pt x="291445" y="142539"/>
                </a:cubicBezTo>
                <a:cubicBezTo>
                  <a:pt x="290750" y="142641"/>
                  <a:pt x="289881" y="142692"/>
                  <a:pt x="288838" y="142692"/>
                </a:cubicBezTo>
                <a:cubicBezTo>
                  <a:pt x="287726" y="142692"/>
                  <a:pt x="286805" y="142641"/>
                  <a:pt x="286075" y="142539"/>
                </a:cubicBezTo>
                <a:cubicBezTo>
                  <a:pt x="285346" y="142438"/>
                  <a:pt x="284755" y="142286"/>
                  <a:pt x="284303" y="142082"/>
                </a:cubicBezTo>
                <a:cubicBezTo>
                  <a:pt x="283851" y="141879"/>
                  <a:pt x="283504" y="141609"/>
                  <a:pt x="283260" y="141270"/>
                </a:cubicBezTo>
                <a:cubicBezTo>
                  <a:pt x="283017" y="140930"/>
                  <a:pt x="282895" y="140523"/>
                  <a:pt x="282895" y="140050"/>
                </a:cubicBezTo>
                <a:lnTo>
                  <a:pt x="282895" y="126833"/>
                </a:lnTo>
                <a:cubicBezTo>
                  <a:pt x="277891" y="132152"/>
                  <a:pt x="272713" y="136330"/>
                  <a:pt x="267361" y="139367"/>
                </a:cubicBezTo>
                <a:cubicBezTo>
                  <a:pt x="262009" y="142401"/>
                  <a:pt x="256170" y="143918"/>
                  <a:pt x="249845" y="143918"/>
                </a:cubicBezTo>
                <a:cubicBezTo>
                  <a:pt x="243034" y="143918"/>
                  <a:pt x="237230" y="142623"/>
                  <a:pt x="232434" y="140031"/>
                </a:cubicBezTo>
                <a:cubicBezTo>
                  <a:pt x="227638" y="137440"/>
                  <a:pt x="223728" y="133927"/>
                  <a:pt x="220705" y="129493"/>
                </a:cubicBezTo>
                <a:cubicBezTo>
                  <a:pt x="217681" y="125058"/>
                  <a:pt x="215475" y="119856"/>
                  <a:pt x="214084" y="113890"/>
                </a:cubicBezTo>
                <a:cubicBezTo>
                  <a:pt x="212694" y="107921"/>
                  <a:pt x="211999" y="101593"/>
                  <a:pt x="211999" y="94906"/>
                </a:cubicBezTo>
                <a:cubicBezTo>
                  <a:pt x="211999" y="87064"/>
                  <a:pt x="212868" y="79987"/>
                  <a:pt x="214606" y="73678"/>
                </a:cubicBezTo>
                <a:cubicBezTo>
                  <a:pt x="216343" y="67368"/>
                  <a:pt x="218915" y="61996"/>
                  <a:pt x="222321" y="57563"/>
                </a:cubicBezTo>
                <a:cubicBezTo>
                  <a:pt x="225727" y="53127"/>
                  <a:pt x="229932" y="49716"/>
                  <a:pt x="234936" y="47329"/>
                </a:cubicBezTo>
                <a:cubicBezTo>
                  <a:pt x="239941" y="44942"/>
                  <a:pt x="245744" y="43748"/>
                  <a:pt x="252348" y="43748"/>
                </a:cubicBezTo>
                <a:cubicBezTo>
                  <a:pt x="258047" y="43748"/>
                  <a:pt x="263260" y="44994"/>
                  <a:pt x="267986" y="47485"/>
                </a:cubicBezTo>
                <a:cubicBezTo>
                  <a:pt x="272713" y="49975"/>
                  <a:pt x="277370" y="53640"/>
                  <a:pt x="281957" y="58483"/>
                </a:cubicBezTo>
                <a:lnTo>
                  <a:pt x="281957" y="2664"/>
                </a:lnTo>
                <a:cubicBezTo>
                  <a:pt x="281957" y="2253"/>
                  <a:pt x="282044" y="1877"/>
                  <a:pt x="282218" y="1536"/>
                </a:cubicBezTo>
                <a:cubicBezTo>
                  <a:pt x="282392" y="1196"/>
                  <a:pt x="282722" y="923"/>
                  <a:pt x="283208" y="719"/>
                </a:cubicBezTo>
                <a:cubicBezTo>
                  <a:pt x="283695" y="512"/>
                  <a:pt x="284338" y="341"/>
                  <a:pt x="285137" y="204"/>
                </a:cubicBezTo>
                <a:cubicBezTo>
                  <a:pt x="285936" y="68"/>
                  <a:pt x="286927" y="0"/>
                  <a:pt x="288108" y="0"/>
                </a:cubicBezTo>
                <a:cubicBezTo>
                  <a:pt x="289359" y="0"/>
                  <a:pt x="290385" y="68"/>
                  <a:pt x="291184" y="204"/>
                </a:cubicBezTo>
                <a:cubicBezTo>
                  <a:pt x="291983" y="341"/>
                  <a:pt x="292609" y="511"/>
                  <a:pt x="293061" y="716"/>
                </a:cubicBezTo>
                <a:cubicBezTo>
                  <a:pt x="293512" y="920"/>
                  <a:pt x="293843" y="1193"/>
                  <a:pt x="294051" y="1533"/>
                </a:cubicBezTo>
                <a:cubicBezTo>
                  <a:pt x="294260" y="1874"/>
                  <a:pt x="294364" y="2250"/>
                  <a:pt x="294364" y="2661"/>
                </a:cubicBezTo>
                <a:lnTo>
                  <a:pt x="294364" y="140031"/>
                </a:lnTo>
                <a:moveTo>
                  <a:pt x="281957" y="73317"/>
                </a:moveTo>
                <a:cubicBezTo>
                  <a:pt x="276744" y="67107"/>
                  <a:pt x="271722" y="62365"/>
                  <a:pt x="266892" y="59090"/>
                </a:cubicBezTo>
                <a:cubicBezTo>
                  <a:pt x="262061" y="55812"/>
                  <a:pt x="257004" y="54174"/>
                  <a:pt x="251722" y="54174"/>
                </a:cubicBezTo>
                <a:cubicBezTo>
                  <a:pt x="246926" y="54174"/>
                  <a:pt x="242825" y="55300"/>
                  <a:pt x="239419" y="57553"/>
                </a:cubicBezTo>
                <a:cubicBezTo>
                  <a:pt x="236014" y="59804"/>
                  <a:pt x="233233" y="62772"/>
                  <a:pt x="231079" y="66456"/>
                </a:cubicBezTo>
                <a:cubicBezTo>
                  <a:pt x="228924" y="70140"/>
                  <a:pt x="227360" y="74302"/>
                  <a:pt x="226387" y="78942"/>
                </a:cubicBezTo>
                <a:cubicBezTo>
                  <a:pt x="225414" y="83582"/>
                  <a:pt x="224927" y="88290"/>
                  <a:pt x="224927" y="93067"/>
                </a:cubicBezTo>
                <a:cubicBezTo>
                  <a:pt x="224927" y="98184"/>
                  <a:pt x="225344" y="103165"/>
                  <a:pt x="226178" y="108009"/>
                </a:cubicBezTo>
                <a:cubicBezTo>
                  <a:pt x="227013" y="112854"/>
                  <a:pt x="228437" y="117169"/>
                  <a:pt x="230453" y="120955"/>
                </a:cubicBezTo>
                <a:cubicBezTo>
                  <a:pt x="232469" y="124741"/>
                  <a:pt x="235145" y="127778"/>
                  <a:pt x="238481" y="130065"/>
                </a:cubicBezTo>
                <a:cubicBezTo>
                  <a:pt x="241817" y="132350"/>
                  <a:pt x="245988" y="133493"/>
                  <a:pt x="250992" y="133493"/>
                </a:cubicBezTo>
                <a:cubicBezTo>
                  <a:pt x="253494" y="133493"/>
                  <a:pt x="255927" y="133152"/>
                  <a:pt x="258290" y="132470"/>
                </a:cubicBezTo>
                <a:cubicBezTo>
                  <a:pt x="260653" y="131787"/>
                  <a:pt x="263086" y="130660"/>
                  <a:pt x="265588" y="129091"/>
                </a:cubicBezTo>
                <a:cubicBezTo>
                  <a:pt x="268091" y="127522"/>
                  <a:pt x="270680" y="125491"/>
                  <a:pt x="273356" y="123000"/>
                </a:cubicBezTo>
                <a:cubicBezTo>
                  <a:pt x="276032" y="120508"/>
                  <a:pt x="278899" y="117419"/>
                  <a:pt x="281957" y="113733"/>
                </a:cubicBezTo>
                <a:lnTo>
                  <a:pt x="281957" y="733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37" cap="flat">
            <a:solidFill>
              <a:srgbClr val="000000"/>
            </a:solidFill>
            <a:miter/>
          </a:ln>
        </p:spPr>
      </p:sp>
      <p:sp>
        <p:nvSpPr>
          <p:cNvPr id="51" name="Text !">
            <a:extLst xmlns:a="http://schemas.openxmlformats.org/drawingml/2006/main">
              <a:ext uri="{FF2B5EF4-FFF2-40B4-BE49-F238E27FC236}">
                <a16:creationId xmlns:a16="http://schemas.microsoft.com/office/drawing/2014/main" id="{2A3C0A36-6BB5-4A71-A377-39E6C2692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006" y="1445005"/>
            <a:ext cx="127717" cy="142314"/>
          </a:xfrm>
          <a:custGeom xmlns:a="http://schemas.openxmlformats.org/drawingml/2006/main">
            <a:pathLst>
              <a:path w="127717" h="142314">
                <a:moveTo>
                  <a:pt x="66830" y="0"/>
                </a:moveTo>
                <a:cubicBezTo>
                  <a:pt x="77326" y="0"/>
                  <a:pt x="85840" y="799"/>
                  <a:pt x="92374" y="2398"/>
                </a:cubicBezTo>
                <a:cubicBezTo>
                  <a:pt x="98907" y="3997"/>
                  <a:pt x="105006" y="6881"/>
                  <a:pt x="110671" y="11051"/>
                </a:cubicBezTo>
                <a:cubicBezTo>
                  <a:pt x="116336" y="15222"/>
                  <a:pt x="120593" y="20765"/>
                  <a:pt x="123443" y="27681"/>
                </a:cubicBezTo>
                <a:cubicBezTo>
                  <a:pt x="126293" y="34597"/>
                  <a:pt x="127717" y="42781"/>
                  <a:pt x="127717" y="52234"/>
                </a:cubicBezTo>
                <a:cubicBezTo>
                  <a:pt x="127717" y="61617"/>
                  <a:pt x="126640" y="70583"/>
                  <a:pt x="124485" y="79133"/>
                </a:cubicBezTo>
                <a:cubicBezTo>
                  <a:pt x="122331" y="87682"/>
                  <a:pt x="119238" y="95553"/>
                  <a:pt x="115206" y="102747"/>
                </a:cubicBezTo>
                <a:cubicBezTo>
                  <a:pt x="111175" y="109941"/>
                  <a:pt x="106344" y="116197"/>
                  <a:pt x="100714" y="121514"/>
                </a:cubicBezTo>
                <a:cubicBezTo>
                  <a:pt x="95084" y="126831"/>
                  <a:pt x="89628" y="130915"/>
                  <a:pt x="84346" y="133764"/>
                </a:cubicBezTo>
                <a:cubicBezTo>
                  <a:pt x="79063" y="136614"/>
                  <a:pt x="73155" y="138751"/>
                  <a:pt x="66622" y="140176"/>
                </a:cubicBezTo>
                <a:cubicBezTo>
                  <a:pt x="60088" y="141601"/>
                  <a:pt x="52477" y="142314"/>
                  <a:pt x="43789" y="142314"/>
                </a:cubicBezTo>
                <a:lnTo>
                  <a:pt x="0" y="142314"/>
                </a:lnTo>
                <a:lnTo>
                  <a:pt x="1147" y="137205"/>
                </a:lnTo>
                <a:cubicBezTo>
                  <a:pt x="3788" y="136788"/>
                  <a:pt x="5769" y="136110"/>
                  <a:pt x="7090" y="135172"/>
                </a:cubicBezTo>
                <a:cubicBezTo>
                  <a:pt x="8410" y="134234"/>
                  <a:pt x="9522" y="132930"/>
                  <a:pt x="10426" y="131262"/>
                </a:cubicBezTo>
                <a:cubicBezTo>
                  <a:pt x="11329" y="129594"/>
                  <a:pt x="12164" y="127561"/>
                  <a:pt x="12928" y="125163"/>
                </a:cubicBezTo>
                <a:cubicBezTo>
                  <a:pt x="13693" y="122765"/>
                  <a:pt x="14840" y="118126"/>
                  <a:pt x="16369" y="111244"/>
                </a:cubicBezTo>
                <a:lnTo>
                  <a:pt x="34093" y="30965"/>
                </a:lnTo>
                <a:cubicBezTo>
                  <a:pt x="35622" y="24014"/>
                  <a:pt x="36386" y="18419"/>
                  <a:pt x="36386" y="14179"/>
                </a:cubicBezTo>
                <a:cubicBezTo>
                  <a:pt x="36386" y="10912"/>
                  <a:pt x="35570" y="8636"/>
                  <a:pt x="33936" y="7350"/>
                </a:cubicBezTo>
                <a:cubicBezTo>
                  <a:pt x="32303" y="6064"/>
                  <a:pt x="29714" y="5317"/>
                  <a:pt x="26169" y="5109"/>
                </a:cubicBezTo>
                <a:lnTo>
                  <a:pt x="27316" y="0"/>
                </a:lnTo>
                <a:lnTo>
                  <a:pt x="66830" y="0"/>
                </a:lnTo>
                <a:moveTo>
                  <a:pt x="30235" y="132722"/>
                </a:moveTo>
                <a:cubicBezTo>
                  <a:pt x="32251" y="132930"/>
                  <a:pt x="36108" y="133035"/>
                  <a:pt x="41808" y="133035"/>
                </a:cubicBezTo>
                <a:cubicBezTo>
                  <a:pt x="53068" y="133035"/>
                  <a:pt x="62625" y="131071"/>
                  <a:pt x="70479" y="127144"/>
                </a:cubicBezTo>
                <a:cubicBezTo>
                  <a:pt x="78333" y="123217"/>
                  <a:pt x="85110" y="117066"/>
                  <a:pt x="90810" y="108690"/>
                </a:cubicBezTo>
                <a:cubicBezTo>
                  <a:pt x="96509" y="100315"/>
                  <a:pt x="100714" y="91487"/>
                  <a:pt x="103425" y="82208"/>
                </a:cubicBezTo>
                <a:cubicBezTo>
                  <a:pt x="106136" y="72929"/>
                  <a:pt x="107491" y="63146"/>
                  <a:pt x="107491" y="52859"/>
                </a:cubicBezTo>
                <a:cubicBezTo>
                  <a:pt x="107491" y="38333"/>
                  <a:pt x="104103" y="27403"/>
                  <a:pt x="97326" y="20070"/>
                </a:cubicBezTo>
                <a:cubicBezTo>
                  <a:pt x="90549" y="12737"/>
                  <a:pt x="80488" y="9071"/>
                  <a:pt x="67143" y="9071"/>
                </a:cubicBezTo>
                <a:cubicBezTo>
                  <a:pt x="64085" y="9071"/>
                  <a:pt x="60783" y="9175"/>
                  <a:pt x="57238" y="9383"/>
                </a:cubicBezTo>
                <a:lnTo>
                  <a:pt x="30235" y="1327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-">
            <a:extLst xmlns:a="http://schemas.openxmlformats.org/drawingml/2006/main">
              <a:ext uri="{FF2B5EF4-FFF2-40B4-BE49-F238E27FC236}">
                <a16:creationId xmlns:a16="http://schemas.microsoft.com/office/drawing/2014/main" id="{D3EDB444-6FE7-4BD2-89AA-23971D1D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837" y="1537857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24A81-0C67-4391-85E5-C31B6E25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738" y="1915167"/>
            <a:ext cx="54904" cy="118327"/>
          </a:xfrm>
          <a:custGeom xmlns:a="http://schemas.openxmlformats.org/drawingml/2006/main">
            <a:pathLst>
              <a:path w="54904" h="118327">
                <a:moveTo>
                  <a:pt x="0" y="0"/>
                </a:moveTo>
                <a:lnTo>
                  <a:pt x="54904" y="0"/>
                </a:lnTo>
                <a:lnTo>
                  <a:pt x="54904" y="118327"/>
                </a:lnTo>
                <a:lnTo>
                  <a:pt x="0" y="1183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CC3E13-345D-45A3-955E-0297A4E0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229" y="2538881"/>
            <a:ext cx="353684" cy="172525"/>
          </a:xfrm>
          <a:custGeom xmlns:a="http://schemas.openxmlformats.org/drawingml/2006/main">
            <a:pathLst>
              <a:path w="353684" h="172525">
                <a:moveTo>
                  <a:pt x="0" y="60219"/>
                </a:moveTo>
                <a:lnTo>
                  <a:pt x="267422" y="60219"/>
                </a:lnTo>
                <a:lnTo>
                  <a:pt x="267422" y="0"/>
                </a:lnTo>
                <a:lnTo>
                  <a:pt x="353684" y="86263"/>
                </a:lnTo>
                <a:lnTo>
                  <a:pt x="267422" y="172525"/>
                </a:lnTo>
                <a:lnTo>
                  <a:pt x="267422" y="112307"/>
                </a:lnTo>
                <a:lnTo>
                  <a:pt x="0" y="112307"/>
                </a:lnTo>
                <a:lnTo>
                  <a:pt x="0" y="60219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9D383-8C20-4979-B0D1-531BE159B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229" y="2538881"/>
            <a:ext cx="353684" cy="172525"/>
          </a:xfrm>
          <a:custGeom xmlns:a="http://schemas.openxmlformats.org/drawingml/2006/main">
            <a:pathLst>
              <a:path w="353684" h="172525" fill="none">
                <a:moveTo>
                  <a:pt x="0" y="60219"/>
                </a:moveTo>
                <a:lnTo>
                  <a:pt x="267422" y="60219"/>
                </a:lnTo>
                <a:lnTo>
                  <a:pt x="267422" y="0"/>
                </a:lnTo>
                <a:lnTo>
                  <a:pt x="353684" y="86262"/>
                </a:lnTo>
                <a:lnTo>
                  <a:pt x="267422" y="172525"/>
                </a:lnTo>
                <a:lnTo>
                  <a:pt x="267422" y="112306"/>
                </a:lnTo>
                <a:lnTo>
                  <a:pt x="0" y="112306"/>
                </a:lnTo>
                <a:lnTo>
                  <a:pt x="0" y="6021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56" name="Text Step">
            <a:extLst xmlns:a="http://schemas.openxmlformats.org/drawingml/2006/main">
              <a:ext uri="{FF2B5EF4-FFF2-40B4-BE49-F238E27FC236}">
                <a16:creationId xmlns:a16="http://schemas.microsoft.com/office/drawing/2014/main" id="{6F11583F-3941-4406-982B-38031A56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381" y="165427"/>
            <a:ext cx="362428" cy="171516"/>
          </a:xfrm>
          <a:custGeom xmlns:a="http://schemas.openxmlformats.org/drawingml/2006/main">
            <a:pathLst>
              <a:path w="362428" h="171516">
                <a:moveTo>
                  <a:pt x="80071" y="98385"/>
                </a:moveTo>
                <a:cubicBezTo>
                  <a:pt x="80071" y="104254"/>
                  <a:pt x="78994" y="109508"/>
                  <a:pt x="76839" y="114148"/>
                </a:cubicBezTo>
                <a:cubicBezTo>
                  <a:pt x="74684" y="118786"/>
                  <a:pt x="71661" y="122726"/>
                  <a:pt x="67768" y="125967"/>
                </a:cubicBezTo>
                <a:cubicBezTo>
                  <a:pt x="63876" y="129208"/>
                  <a:pt x="59254" y="131681"/>
                  <a:pt x="53902" y="133387"/>
                </a:cubicBezTo>
                <a:cubicBezTo>
                  <a:pt x="48550" y="135093"/>
                  <a:pt x="42711" y="135946"/>
                  <a:pt x="36386" y="135946"/>
                </a:cubicBezTo>
                <a:cubicBezTo>
                  <a:pt x="32077" y="135946"/>
                  <a:pt x="28011" y="135550"/>
                  <a:pt x="24188" y="134757"/>
                </a:cubicBezTo>
                <a:cubicBezTo>
                  <a:pt x="20365" y="133967"/>
                  <a:pt x="16959" y="133023"/>
                  <a:pt x="13971" y="131924"/>
                </a:cubicBezTo>
                <a:cubicBezTo>
                  <a:pt x="10982" y="130823"/>
                  <a:pt x="8462" y="129706"/>
                  <a:pt x="6412" y="128573"/>
                </a:cubicBezTo>
                <a:cubicBezTo>
                  <a:pt x="4362" y="127438"/>
                  <a:pt x="2954" y="126476"/>
                  <a:pt x="2189" y="125686"/>
                </a:cubicBezTo>
                <a:cubicBezTo>
                  <a:pt x="1425" y="124894"/>
                  <a:pt x="869" y="123970"/>
                  <a:pt x="521" y="122913"/>
                </a:cubicBezTo>
                <a:cubicBezTo>
                  <a:pt x="174" y="121857"/>
                  <a:pt x="0" y="120545"/>
                  <a:pt x="0" y="118978"/>
                </a:cubicBezTo>
                <a:cubicBezTo>
                  <a:pt x="0" y="117820"/>
                  <a:pt x="70" y="116866"/>
                  <a:pt x="209" y="116116"/>
                </a:cubicBezTo>
                <a:cubicBezTo>
                  <a:pt x="348" y="115366"/>
                  <a:pt x="539" y="114753"/>
                  <a:pt x="782" y="114276"/>
                </a:cubicBezTo>
                <a:cubicBezTo>
                  <a:pt x="1025" y="113799"/>
                  <a:pt x="1338" y="113475"/>
                  <a:pt x="1720" y="113305"/>
                </a:cubicBezTo>
                <a:cubicBezTo>
                  <a:pt x="2103" y="113135"/>
                  <a:pt x="2502" y="113050"/>
                  <a:pt x="2919" y="113050"/>
                </a:cubicBezTo>
                <a:cubicBezTo>
                  <a:pt x="3892" y="113050"/>
                  <a:pt x="5265" y="113651"/>
                  <a:pt x="7037" y="114854"/>
                </a:cubicBezTo>
                <a:cubicBezTo>
                  <a:pt x="8810" y="116057"/>
                  <a:pt x="11104" y="117364"/>
                  <a:pt x="13919" y="118774"/>
                </a:cubicBezTo>
                <a:cubicBezTo>
                  <a:pt x="16734" y="120183"/>
                  <a:pt x="20105" y="121490"/>
                  <a:pt x="24032" y="122693"/>
                </a:cubicBezTo>
                <a:cubicBezTo>
                  <a:pt x="27959" y="123896"/>
                  <a:pt x="32529" y="124498"/>
                  <a:pt x="37742" y="124498"/>
                </a:cubicBezTo>
                <a:cubicBezTo>
                  <a:pt x="41982" y="124498"/>
                  <a:pt x="45874" y="123934"/>
                  <a:pt x="49419" y="122808"/>
                </a:cubicBezTo>
                <a:cubicBezTo>
                  <a:pt x="52964" y="121681"/>
                  <a:pt x="56022" y="120060"/>
                  <a:pt x="58594" y="117943"/>
                </a:cubicBezTo>
                <a:cubicBezTo>
                  <a:pt x="61165" y="115824"/>
                  <a:pt x="63164" y="113211"/>
                  <a:pt x="64589" y="110105"/>
                </a:cubicBezTo>
                <a:cubicBezTo>
                  <a:pt x="66013" y="106998"/>
                  <a:pt x="66726" y="103464"/>
                  <a:pt x="66726" y="99503"/>
                </a:cubicBezTo>
                <a:cubicBezTo>
                  <a:pt x="66726" y="95408"/>
                  <a:pt x="65822" y="91893"/>
                  <a:pt x="64015" y="88959"/>
                </a:cubicBezTo>
                <a:cubicBezTo>
                  <a:pt x="62208" y="86022"/>
                  <a:pt x="59827" y="83446"/>
                  <a:pt x="56873" y="81229"/>
                </a:cubicBezTo>
                <a:cubicBezTo>
                  <a:pt x="53919" y="79010"/>
                  <a:pt x="50566" y="76997"/>
                  <a:pt x="46812" y="75189"/>
                </a:cubicBezTo>
                <a:cubicBezTo>
                  <a:pt x="43059" y="73379"/>
                  <a:pt x="39219" y="71570"/>
                  <a:pt x="35292" y="69762"/>
                </a:cubicBezTo>
                <a:cubicBezTo>
                  <a:pt x="31365" y="67952"/>
                  <a:pt x="27524" y="65989"/>
                  <a:pt x="23771" y="63875"/>
                </a:cubicBezTo>
                <a:cubicBezTo>
                  <a:pt x="20018" y="61758"/>
                  <a:pt x="16664" y="59284"/>
                  <a:pt x="13710" y="56451"/>
                </a:cubicBezTo>
                <a:cubicBezTo>
                  <a:pt x="10756" y="53617"/>
                  <a:pt x="8375" y="50289"/>
                  <a:pt x="6568" y="46466"/>
                </a:cubicBezTo>
                <a:cubicBezTo>
                  <a:pt x="4761" y="42644"/>
                  <a:pt x="3858" y="38106"/>
                  <a:pt x="3858" y="32852"/>
                </a:cubicBezTo>
                <a:cubicBezTo>
                  <a:pt x="3858" y="27735"/>
                  <a:pt x="4796" y="23147"/>
                  <a:pt x="6673" y="19089"/>
                </a:cubicBezTo>
                <a:cubicBezTo>
                  <a:pt x="8549" y="15028"/>
                  <a:pt x="11190" y="11582"/>
                  <a:pt x="14596" y="8752"/>
                </a:cubicBezTo>
                <a:cubicBezTo>
                  <a:pt x="18002" y="5920"/>
                  <a:pt x="22086" y="3753"/>
                  <a:pt x="26847" y="2252"/>
                </a:cubicBezTo>
                <a:cubicBezTo>
                  <a:pt x="31608" y="751"/>
                  <a:pt x="36838" y="0"/>
                  <a:pt x="42538" y="0"/>
                </a:cubicBezTo>
                <a:cubicBezTo>
                  <a:pt x="45387" y="0"/>
                  <a:pt x="48272" y="269"/>
                  <a:pt x="51191" y="808"/>
                </a:cubicBezTo>
                <a:cubicBezTo>
                  <a:pt x="54110" y="1347"/>
                  <a:pt x="56873" y="2038"/>
                  <a:pt x="59480" y="2881"/>
                </a:cubicBezTo>
                <a:cubicBezTo>
                  <a:pt x="62086" y="3724"/>
                  <a:pt x="64415" y="4669"/>
                  <a:pt x="66465" y="5714"/>
                </a:cubicBezTo>
                <a:cubicBezTo>
                  <a:pt x="68516" y="6758"/>
                  <a:pt x="69871" y="7600"/>
                  <a:pt x="70531" y="8241"/>
                </a:cubicBezTo>
                <a:cubicBezTo>
                  <a:pt x="71192" y="8880"/>
                  <a:pt x="71609" y="9355"/>
                  <a:pt x="71782" y="9666"/>
                </a:cubicBezTo>
                <a:cubicBezTo>
                  <a:pt x="71956" y="9974"/>
                  <a:pt x="72113" y="10369"/>
                  <a:pt x="72252" y="10851"/>
                </a:cubicBezTo>
                <a:cubicBezTo>
                  <a:pt x="72391" y="11332"/>
                  <a:pt x="72495" y="11899"/>
                  <a:pt x="72564" y="12553"/>
                </a:cubicBezTo>
                <a:cubicBezTo>
                  <a:pt x="72634" y="13205"/>
                  <a:pt x="72669" y="14012"/>
                  <a:pt x="72669" y="14974"/>
                </a:cubicBezTo>
                <a:cubicBezTo>
                  <a:pt x="72669" y="15869"/>
                  <a:pt x="72616" y="16677"/>
                  <a:pt x="72512" y="17399"/>
                </a:cubicBezTo>
                <a:cubicBezTo>
                  <a:pt x="72408" y="18119"/>
                  <a:pt x="72252" y="18737"/>
                  <a:pt x="72043" y="19255"/>
                </a:cubicBezTo>
                <a:cubicBezTo>
                  <a:pt x="71835" y="19770"/>
                  <a:pt x="71574" y="20165"/>
                  <a:pt x="71261" y="20440"/>
                </a:cubicBezTo>
                <a:cubicBezTo>
                  <a:pt x="70948" y="20714"/>
                  <a:pt x="70583" y="20852"/>
                  <a:pt x="70166" y="20852"/>
                </a:cubicBezTo>
                <a:cubicBezTo>
                  <a:pt x="69402" y="20852"/>
                  <a:pt x="68238" y="20358"/>
                  <a:pt x="66674" y="19370"/>
                </a:cubicBezTo>
                <a:cubicBezTo>
                  <a:pt x="65110" y="18382"/>
                  <a:pt x="63146" y="17274"/>
                  <a:pt x="60783" y="16048"/>
                </a:cubicBezTo>
                <a:cubicBezTo>
                  <a:pt x="58420" y="14821"/>
                  <a:pt x="55605" y="13714"/>
                  <a:pt x="52338" y="12726"/>
                </a:cubicBezTo>
                <a:cubicBezTo>
                  <a:pt x="49071" y="11738"/>
                  <a:pt x="45353" y="11244"/>
                  <a:pt x="41182" y="11244"/>
                </a:cubicBezTo>
                <a:cubicBezTo>
                  <a:pt x="37081" y="11244"/>
                  <a:pt x="33502" y="11790"/>
                  <a:pt x="30444" y="12882"/>
                </a:cubicBezTo>
                <a:cubicBezTo>
                  <a:pt x="27385" y="13975"/>
                  <a:pt x="24848" y="15460"/>
                  <a:pt x="22833" y="17338"/>
                </a:cubicBezTo>
                <a:cubicBezTo>
                  <a:pt x="20817" y="19216"/>
                  <a:pt x="19305" y="21419"/>
                  <a:pt x="18297" y="23947"/>
                </a:cubicBezTo>
                <a:cubicBezTo>
                  <a:pt x="17290" y="26475"/>
                  <a:pt x="16786" y="29139"/>
                  <a:pt x="16786" y="31939"/>
                </a:cubicBezTo>
                <a:cubicBezTo>
                  <a:pt x="16786" y="36034"/>
                  <a:pt x="17689" y="39550"/>
                  <a:pt x="19496" y="42486"/>
                </a:cubicBezTo>
                <a:cubicBezTo>
                  <a:pt x="21304" y="45421"/>
                  <a:pt x="23702" y="48014"/>
                  <a:pt x="26690" y="50267"/>
                </a:cubicBezTo>
                <a:cubicBezTo>
                  <a:pt x="29679" y="52518"/>
                  <a:pt x="33068" y="54549"/>
                  <a:pt x="36856" y="56359"/>
                </a:cubicBezTo>
                <a:cubicBezTo>
                  <a:pt x="40644" y="58167"/>
                  <a:pt x="44501" y="59976"/>
                  <a:pt x="48428" y="61786"/>
                </a:cubicBezTo>
                <a:cubicBezTo>
                  <a:pt x="52355" y="63594"/>
                  <a:pt x="56213" y="65539"/>
                  <a:pt x="60001" y="67621"/>
                </a:cubicBezTo>
                <a:cubicBezTo>
                  <a:pt x="63789" y="69704"/>
                  <a:pt x="67178" y="72162"/>
                  <a:pt x="70166" y="74994"/>
                </a:cubicBezTo>
                <a:cubicBezTo>
                  <a:pt x="73155" y="77826"/>
                  <a:pt x="75553" y="81136"/>
                  <a:pt x="77360" y="84925"/>
                </a:cubicBezTo>
                <a:cubicBezTo>
                  <a:pt x="79167" y="88713"/>
                  <a:pt x="80071" y="93200"/>
                  <a:pt x="80071" y="98385"/>
                </a:cubicBezTo>
                <a:close/>
                <a:moveTo>
                  <a:pt x="152183" y="126644"/>
                </a:moveTo>
                <a:cubicBezTo>
                  <a:pt x="152183" y="128075"/>
                  <a:pt x="152061" y="129234"/>
                  <a:pt x="151818" y="130119"/>
                </a:cubicBezTo>
                <a:cubicBezTo>
                  <a:pt x="151575" y="131005"/>
                  <a:pt x="151192" y="131704"/>
                  <a:pt x="150671" y="132215"/>
                </a:cubicBezTo>
                <a:cubicBezTo>
                  <a:pt x="150150" y="132726"/>
                  <a:pt x="149385" y="133203"/>
                  <a:pt x="148377" y="133646"/>
                </a:cubicBezTo>
                <a:cubicBezTo>
                  <a:pt x="147369" y="134089"/>
                  <a:pt x="146205" y="134464"/>
                  <a:pt x="144885" y="134770"/>
                </a:cubicBezTo>
                <a:cubicBezTo>
                  <a:pt x="143564" y="135077"/>
                  <a:pt x="142174" y="135315"/>
                  <a:pt x="140714" y="135486"/>
                </a:cubicBezTo>
                <a:cubicBezTo>
                  <a:pt x="139255" y="135656"/>
                  <a:pt x="137830" y="135741"/>
                  <a:pt x="136440" y="135741"/>
                </a:cubicBezTo>
                <a:cubicBezTo>
                  <a:pt x="131783" y="135741"/>
                  <a:pt x="127821" y="135128"/>
                  <a:pt x="124554" y="133901"/>
                </a:cubicBezTo>
                <a:cubicBezTo>
                  <a:pt x="121287" y="132675"/>
                  <a:pt x="118611" y="130818"/>
                  <a:pt x="116526" y="128331"/>
                </a:cubicBezTo>
                <a:cubicBezTo>
                  <a:pt x="114441" y="125843"/>
                  <a:pt x="112929" y="122692"/>
                  <a:pt x="111991" y="118876"/>
                </a:cubicBezTo>
                <a:cubicBezTo>
                  <a:pt x="111052" y="115060"/>
                  <a:pt x="110583" y="110562"/>
                  <a:pt x="110583" y="105383"/>
                </a:cubicBezTo>
                <a:lnTo>
                  <a:pt x="110583" y="47837"/>
                </a:lnTo>
                <a:lnTo>
                  <a:pt x="96508" y="47837"/>
                </a:lnTo>
                <a:cubicBezTo>
                  <a:pt x="95535" y="47837"/>
                  <a:pt x="94771" y="47406"/>
                  <a:pt x="94215" y="46546"/>
                </a:cubicBezTo>
                <a:cubicBezTo>
                  <a:pt x="93659" y="45686"/>
                  <a:pt x="93381" y="44395"/>
                  <a:pt x="93381" y="42675"/>
                </a:cubicBezTo>
                <a:cubicBezTo>
                  <a:pt x="93381" y="41780"/>
                  <a:pt x="93450" y="41006"/>
                  <a:pt x="93589" y="40352"/>
                </a:cubicBezTo>
                <a:cubicBezTo>
                  <a:pt x="93728" y="39699"/>
                  <a:pt x="93937" y="39148"/>
                  <a:pt x="94215" y="38701"/>
                </a:cubicBezTo>
                <a:cubicBezTo>
                  <a:pt x="94493" y="38254"/>
                  <a:pt x="94823" y="37927"/>
                  <a:pt x="95205" y="37720"/>
                </a:cubicBezTo>
                <a:cubicBezTo>
                  <a:pt x="95587" y="37514"/>
                  <a:pt x="96022" y="37411"/>
                  <a:pt x="96508" y="37411"/>
                </a:cubicBezTo>
                <a:lnTo>
                  <a:pt x="110583" y="37411"/>
                </a:lnTo>
                <a:lnTo>
                  <a:pt x="110583" y="14719"/>
                </a:lnTo>
                <a:cubicBezTo>
                  <a:pt x="110583" y="14310"/>
                  <a:pt x="110670" y="13935"/>
                  <a:pt x="110844" y="13595"/>
                </a:cubicBezTo>
                <a:cubicBezTo>
                  <a:pt x="111018" y="13254"/>
                  <a:pt x="111348" y="12964"/>
                  <a:pt x="111834" y="12726"/>
                </a:cubicBezTo>
                <a:cubicBezTo>
                  <a:pt x="112321" y="12487"/>
                  <a:pt x="112964" y="12317"/>
                  <a:pt x="113763" y="12215"/>
                </a:cubicBezTo>
                <a:cubicBezTo>
                  <a:pt x="114563" y="12112"/>
                  <a:pt x="115553" y="12061"/>
                  <a:pt x="116735" y="12061"/>
                </a:cubicBezTo>
                <a:cubicBezTo>
                  <a:pt x="117986" y="12061"/>
                  <a:pt x="119011" y="12112"/>
                  <a:pt x="119810" y="12215"/>
                </a:cubicBezTo>
                <a:cubicBezTo>
                  <a:pt x="120610" y="12317"/>
                  <a:pt x="121235" y="12487"/>
                  <a:pt x="121687" y="12726"/>
                </a:cubicBezTo>
                <a:cubicBezTo>
                  <a:pt x="122139" y="12964"/>
                  <a:pt x="122469" y="13254"/>
                  <a:pt x="122677" y="13595"/>
                </a:cubicBezTo>
                <a:cubicBezTo>
                  <a:pt x="122886" y="13935"/>
                  <a:pt x="122990" y="14310"/>
                  <a:pt x="122990" y="14719"/>
                </a:cubicBezTo>
                <a:lnTo>
                  <a:pt x="122990" y="37411"/>
                </a:lnTo>
                <a:lnTo>
                  <a:pt x="149055" y="37411"/>
                </a:lnTo>
                <a:cubicBezTo>
                  <a:pt x="149541" y="37411"/>
                  <a:pt x="149976" y="37514"/>
                  <a:pt x="150358" y="37720"/>
                </a:cubicBezTo>
                <a:cubicBezTo>
                  <a:pt x="150740" y="37927"/>
                  <a:pt x="151071" y="38254"/>
                  <a:pt x="151349" y="38701"/>
                </a:cubicBezTo>
                <a:cubicBezTo>
                  <a:pt x="151627" y="39148"/>
                  <a:pt x="151835" y="39699"/>
                  <a:pt x="151974" y="40352"/>
                </a:cubicBezTo>
                <a:cubicBezTo>
                  <a:pt x="152113" y="41006"/>
                  <a:pt x="152183" y="41780"/>
                  <a:pt x="152183" y="42675"/>
                </a:cubicBezTo>
                <a:cubicBezTo>
                  <a:pt x="152183" y="44395"/>
                  <a:pt x="151887" y="45686"/>
                  <a:pt x="151297" y="46546"/>
                </a:cubicBezTo>
                <a:cubicBezTo>
                  <a:pt x="150706" y="47406"/>
                  <a:pt x="149959" y="47837"/>
                  <a:pt x="149055" y="47837"/>
                </a:cubicBezTo>
                <a:lnTo>
                  <a:pt x="122990" y="47837"/>
                </a:lnTo>
                <a:lnTo>
                  <a:pt x="122990" y="103748"/>
                </a:lnTo>
                <a:cubicBezTo>
                  <a:pt x="122990" y="110767"/>
                  <a:pt x="124015" y="116116"/>
                  <a:pt x="126066" y="119796"/>
                </a:cubicBezTo>
                <a:cubicBezTo>
                  <a:pt x="128116" y="123476"/>
                  <a:pt x="131852" y="125315"/>
                  <a:pt x="137274" y="125315"/>
                </a:cubicBezTo>
                <a:cubicBezTo>
                  <a:pt x="138942" y="125315"/>
                  <a:pt x="140454" y="125145"/>
                  <a:pt x="141809" y="124804"/>
                </a:cubicBezTo>
                <a:cubicBezTo>
                  <a:pt x="143164" y="124464"/>
                  <a:pt x="144363" y="124089"/>
                  <a:pt x="145406" y="123680"/>
                </a:cubicBezTo>
                <a:cubicBezTo>
                  <a:pt x="146448" y="123271"/>
                  <a:pt x="147335" y="122896"/>
                  <a:pt x="148064" y="122556"/>
                </a:cubicBezTo>
                <a:cubicBezTo>
                  <a:pt x="148794" y="122215"/>
                  <a:pt x="149437" y="122044"/>
                  <a:pt x="149993" y="122044"/>
                </a:cubicBezTo>
                <a:cubicBezTo>
                  <a:pt x="150341" y="122044"/>
                  <a:pt x="150654" y="122113"/>
                  <a:pt x="150932" y="122249"/>
                </a:cubicBezTo>
                <a:cubicBezTo>
                  <a:pt x="151210" y="122385"/>
                  <a:pt x="151436" y="122641"/>
                  <a:pt x="151609" y="123016"/>
                </a:cubicBezTo>
                <a:cubicBezTo>
                  <a:pt x="151783" y="123390"/>
                  <a:pt x="151922" y="123867"/>
                  <a:pt x="152026" y="124447"/>
                </a:cubicBezTo>
                <a:cubicBezTo>
                  <a:pt x="152131" y="125026"/>
                  <a:pt x="152183" y="125758"/>
                  <a:pt x="152183" y="126644"/>
                </a:cubicBezTo>
                <a:close/>
                <a:moveTo>
                  <a:pt x="252082" y="81056"/>
                </a:moveTo>
                <a:cubicBezTo>
                  <a:pt x="252082" y="83510"/>
                  <a:pt x="251421" y="85196"/>
                  <a:pt x="250101" y="86116"/>
                </a:cubicBezTo>
                <a:cubicBezTo>
                  <a:pt x="248780" y="87036"/>
                  <a:pt x="247494" y="87496"/>
                  <a:pt x="246243" y="87496"/>
                </a:cubicBezTo>
                <a:lnTo>
                  <a:pt x="181915" y="87496"/>
                </a:lnTo>
                <a:cubicBezTo>
                  <a:pt x="181915" y="93235"/>
                  <a:pt x="182489" y="98428"/>
                  <a:pt x="183636" y="103074"/>
                </a:cubicBezTo>
                <a:cubicBezTo>
                  <a:pt x="184783" y="107721"/>
                  <a:pt x="186677" y="111701"/>
                  <a:pt x="189318" y="115014"/>
                </a:cubicBezTo>
                <a:cubicBezTo>
                  <a:pt x="191959" y="118327"/>
                  <a:pt x="195400" y="120873"/>
                  <a:pt x="199639" y="122651"/>
                </a:cubicBezTo>
                <a:cubicBezTo>
                  <a:pt x="203879" y="124427"/>
                  <a:pt x="209092" y="125315"/>
                  <a:pt x="215278" y="125315"/>
                </a:cubicBezTo>
                <a:cubicBezTo>
                  <a:pt x="219657" y="125315"/>
                  <a:pt x="223584" y="124935"/>
                  <a:pt x="227060" y="124175"/>
                </a:cubicBezTo>
                <a:cubicBezTo>
                  <a:pt x="230535" y="123415"/>
                  <a:pt x="233541" y="122568"/>
                  <a:pt x="236078" y="121636"/>
                </a:cubicBezTo>
                <a:cubicBezTo>
                  <a:pt x="238615" y="120703"/>
                  <a:pt x="240700" y="119856"/>
                  <a:pt x="242334" y="119096"/>
                </a:cubicBezTo>
                <a:cubicBezTo>
                  <a:pt x="243967" y="118336"/>
                  <a:pt x="245131" y="117956"/>
                  <a:pt x="245826" y="117956"/>
                </a:cubicBezTo>
                <a:cubicBezTo>
                  <a:pt x="246243" y="117956"/>
                  <a:pt x="246626" y="118059"/>
                  <a:pt x="246973" y="118266"/>
                </a:cubicBezTo>
                <a:cubicBezTo>
                  <a:pt x="247321" y="118472"/>
                  <a:pt x="247599" y="118799"/>
                  <a:pt x="247807" y="119246"/>
                </a:cubicBezTo>
                <a:cubicBezTo>
                  <a:pt x="248016" y="119694"/>
                  <a:pt x="248172" y="120261"/>
                  <a:pt x="248276" y="120949"/>
                </a:cubicBezTo>
                <a:cubicBezTo>
                  <a:pt x="248381" y="121637"/>
                  <a:pt x="248433" y="122496"/>
                  <a:pt x="248433" y="123527"/>
                </a:cubicBezTo>
                <a:cubicBezTo>
                  <a:pt x="248433" y="124010"/>
                  <a:pt x="248398" y="124475"/>
                  <a:pt x="248328" y="124922"/>
                </a:cubicBezTo>
                <a:cubicBezTo>
                  <a:pt x="248259" y="125370"/>
                  <a:pt x="248172" y="125783"/>
                  <a:pt x="248068" y="126162"/>
                </a:cubicBezTo>
                <a:cubicBezTo>
                  <a:pt x="247964" y="126539"/>
                  <a:pt x="247807" y="126900"/>
                  <a:pt x="247599" y="127245"/>
                </a:cubicBezTo>
                <a:cubicBezTo>
                  <a:pt x="247390" y="127588"/>
                  <a:pt x="247112" y="127931"/>
                  <a:pt x="246765" y="128276"/>
                </a:cubicBezTo>
                <a:cubicBezTo>
                  <a:pt x="246417" y="128619"/>
                  <a:pt x="245340" y="129217"/>
                  <a:pt x="243533" y="130068"/>
                </a:cubicBezTo>
                <a:cubicBezTo>
                  <a:pt x="241725" y="130920"/>
                  <a:pt x="239362" y="131772"/>
                  <a:pt x="236443" y="132624"/>
                </a:cubicBezTo>
                <a:cubicBezTo>
                  <a:pt x="233524" y="133476"/>
                  <a:pt x="230135" y="134242"/>
                  <a:pt x="226278" y="134924"/>
                </a:cubicBezTo>
                <a:cubicBezTo>
                  <a:pt x="222420" y="135605"/>
                  <a:pt x="218267" y="135946"/>
                  <a:pt x="213819" y="135946"/>
                </a:cubicBezTo>
                <a:cubicBezTo>
                  <a:pt x="206521" y="135946"/>
                  <a:pt x="200056" y="134871"/>
                  <a:pt x="194427" y="132723"/>
                </a:cubicBezTo>
                <a:cubicBezTo>
                  <a:pt x="188797" y="130574"/>
                  <a:pt x="184070" y="127402"/>
                  <a:pt x="180247" y="123207"/>
                </a:cubicBezTo>
                <a:cubicBezTo>
                  <a:pt x="176424" y="119012"/>
                  <a:pt x="173523" y="113811"/>
                  <a:pt x="171542" y="107603"/>
                </a:cubicBezTo>
                <a:cubicBezTo>
                  <a:pt x="169561" y="101396"/>
                  <a:pt x="168570" y="94199"/>
                  <a:pt x="168570" y="86014"/>
                </a:cubicBezTo>
                <a:cubicBezTo>
                  <a:pt x="168570" y="78169"/>
                  <a:pt x="169595" y="71143"/>
                  <a:pt x="171646" y="64935"/>
                </a:cubicBezTo>
                <a:cubicBezTo>
                  <a:pt x="173696" y="58728"/>
                  <a:pt x="176633" y="53458"/>
                  <a:pt x="180456" y="49127"/>
                </a:cubicBezTo>
                <a:cubicBezTo>
                  <a:pt x="184279" y="44796"/>
                  <a:pt x="188883" y="41488"/>
                  <a:pt x="194270" y="39203"/>
                </a:cubicBezTo>
                <a:cubicBezTo>
                  <a:pt x="199657" y="36918"/>
                  <a:pt x="205652" y="35775"/>
                  <a:pt x="212255" y="35775"/>
                </a:cubicBezTo>
                <a:cubicBezTo>
                  <a:pt x="219344" y="35775"/>
                  <a:pt x="225391" y="36934"/>
                  <a:pt x="230396" y="39250"/>
                </a:cubicBezTo>
                <a:cubicBezTo>
                  <a:pt x="235400" y="41567"/>
                  <a:pt x="239519" y="44685"/>
                  <a:pt x="242751" y="48603"/>
                </a:cubicBezTo>
                <a:cubicBezTo>
                  <a:pt x="245983" y="52521"/>
                  <a:pt x="248346" y="57070"/>
                  <a:pt x="249840" y="62249"/>
                </a:cubicBezTo>
                <a:cubicBezTo>
                  <a:pt x="251335" y="67428"/>
                  <a:pt x="252082" y="72879"/>
                  <a:pt x="252082" y="78603"/>
                </a:cubicBezTo>
                <a:lnTo>
                  <a:pt x="252082" y="81056"/>
                </a:lnTo>
                <a:moveTo>
                  <a:pt x="239258" y="77479"/>
                </a:moveTo>
                <a:cubicBezTo>
                  <a:pt x="239466" y="67666"/>
                  <a:pt x="237173" y="60000"/>
                  <a:pt x="232377" y="54480"/>
                </a:cubicBezTo>
                <a:cubicBezTo>
                  <a:pt x="227581" y="48961"/>
                  <a:pt x="220596" y="46201"/>
                  <a:pt x="211421" y="46201"/>
                </a:cubicBezTo>
                <a:cubicBezTo>
                  <a:pt x="206694" y="46201"/>
                  <a:pt x="202541" y="47070"/>
                  <a:pt x="198962" y="48808"/>
                </a:cubicBezTo>
                <a:cubicBezTo>
                  <a:pt x="195382" y="50545"/>
                  <a:pt x="192359" y="52845"/>
                  <a:pt x="189891" y="55707"/>
                </a:cubicBezTo>
                <a:cubicBezTo>
                  <a:pt x="187424" y="58569"/>
                  <a:pt x="185530" y="61891"/>
                  <a:pt x="184209" y="65673"/>
                </a:cubicBezTo>
                <a:cubicBezTo>
                  <a:pt x="182888" y="69455"/>
                  <a:pt x="182124" y="73390"/>
                  <a:pt x="181915" y="77479"/>
                </a:cubicBezTo>
                <a:lnTo>
                  <a:pt x="239258" y="77479"/>
                </a:lnTo>
                <a:close/>
                <a:moveTo>
                  <a:pt x="362428" y="84481"/>
                </a:moveTo>
                <a:cubicBezTo>
                  <a:pt x="362428" y="92392"/>
                  <a:pt x="361542" y="99519"/>
                  <a:pt x="359770" y="105863"/>
                </a:cubicBezTo>
                <a:cubicBezTo>
                  <a:pt x="357997" y="112206"/>
                  <a:pt x="355391" y="117596"/>
                  <a:pt x="351950" y="122032"/>
                </a:cubicBezTo>
                <a:cubicBezTo>
                  <a:pt x="348510" y="126465"/>
                  <a:pt x="344253" y="129893"/>
                  <a:pt x="339179" y="132314"/>
                </a:cubicBezTo>
                <a:cubicBezTo>
                  <a:pt x="334105" y="134735"/>
                  <a:pt x="328301" y="135946"/>
                  <a:pt x="321767" y="135946"/>
                </a:cubicBezTo>
                <a:cubicBezTo>
                  <a:pt x="318987" y="135946"/>
                  <a:pt x="316381" y="135655"/>
                  <a:pt x="313948" y="135074"/>
                </a:cubicBezTo>
                <a:cubicBezTo>
                  <a:pt x="311515" y="134494"/>
                  <a:pt x="309135" y="133592"/>
                  <a:pt x="306806" y="132365"/>
                </a:cubicBezTo>
                <a:cubicBezTo>
                  <a:pt x="304478" y="131136"/>
                  <a:pt x="302149" y="129601"/>
                  <a:pt x="299821" y="127759"/>
                </a:cubicBezTo>
                <a:cubicBezTo>
                  <a:pt x="297492" y="125917"/>
                  <a:pt x="295042" y="123700"/>
                  <a:pt x="292471" y="121109"/>
                </a:cubicBezTo>
                <a:lnTo>
                  <a:pt x="292471" y="168859"/>
                </a:lnTo>
                <a:cubicBezTo>
                  <a:pt x="292471" y="169268"/>
                  <a:pt x="292366" y="169643"/>
                  <a:pt x="292158" y="169983"/>
                </a:cubicBezTo>
                <a:cubicBezTo>
                  <a:pt x="291949" y="170324"/>
                  <a:pt x="291619" y="170614"/>
                  <a:pt x="291167" y="170852"/>
                </a:cubicBezTo>
                <a:cubicBezTo>
                  <a:pt x="290715" y="171091"/>
                  <a:pt x="290090" y="171261"/>
                  <a:pt x="289291" y="171363"/>
                </a:cubicBezTo>
                <a:cubicBezTo>
                  <a:pt x="288491" y="171465"/>
                  <a:pt x="287466" y="171516"/>
                  <a:pt x="286215" y="171516"/>
                </a:cubicBezTo>
                <a:cubicBezTo>
                  <a:pt x="285033" y="171516"/>
                  <a:pt x="284043" y="171465"/>
                  <a:pt x="283244" y="171363"/>
                </a:cubicBezTo>
                <a:cubicBezTo>
                  <a:pt x="282444" y="171261"/>
                  <a:pt x="281801" y="171091"/>
                  <a:pt x="281315" y="170852"/>
                </a:cubicBezTo>
                <a:cubicBezTo>
                  <a:pt x="280828" y="170614"/>
                  <a:pt x="280498" y="170323"/>
                  <a:pt x="280324" y="169980"/>
                </a:cubicBezTo>
                <a:cubicBezTo>
                  <a:pt x="280151" y="169639"/>
                  <a:pt x="280064" y="169265"/>
                  <a:pt x="280064" y="168856"/>
                </a:cubicBezTo>
                <a:lnTo>
                  <a:pt x="280064" y="39458"/>
                </a:lnTo>
                <a:cubicBezTo>
                  <a:pt x="280064" y="38981"/>
                  <a:pt x="280151" y="38572"/>
                  <a:pt x="280324" y="38232"/>
                </a:cubicBezTo>
                <a:cubicBezTo>
                  <a:pt x="280498" y="37889"/>
                  <a:pt x="280811" y="37615"/>
                  <a:pt x="281263" y="37411"/>
                </a:cubicBezTo>
                <a:cubicBezTo>
                  <a:pt x="281714" y="37206"/>
                  <a:pt x="282305" y="37053"/>
                  <a:pt x="283035" y="36951"/>
                </a:cubicBezTo>
                <a:cubicBezTo>
                  <a:pt x="283765" y="36848"/>
                  <a:pt x="284651" y="36797"/>
                  <a:pt x="285694" y="36797"/>
                </a:cubicBezTo>
                <a:cubicBezTo>
                  <a:pt x="286736" y="36797"/>
                  <a:pt x="287605" y="36850"/>
                  <a:pt x="288300" y="36954"/>
                </a:cubicBezTo>
                <a:cubicBezTo>
                  <a:pt x="288995" y="37056"/>
                  <a:pt x="289586" y="37210"/>
                  <a:pt x="290073" y="37417"/>
                </a:cubicBezTo>
                <a:cubicBezTo>
                  <a:pt x="290559" y="37621"/>
                  <a:pt x="290907" y="37895"/>
                  <a:pt x="291115" y="38238"/>
                </a:cubicBezTo>
                <a:cubicBezTo>
                  <a:pt x="291324" y="38581"/>
                  <a:pt x="291428" y="38993"/>
                  <a:pt x="291428" y="39474"/>
                </a:cubicBezTo>
                <a:lnTo>
                  <a:pt x="291428" y="52963"/>
                </a:lnTo>
                <a:cubicBezTo>
                  <a:pt x="294347" y="50031"/>
                  <a:pt x="297127" y="47490"/>
                  <a:pt x="299769" y="45342"/>
                </a:cubicBezTo>
                <a:cubicBezTo>
                  <a:pt x="302410" y="43193"/>
                  <a:pt x="305051" y="41403"/>
                  <a:pt x="307692" y="39972"/>
                </a:cubicBezTo>
                <a:cubicBezTo>
                  <a:pt x="310334" y="38539"/>
                  <a:pt x="313044" y="37482"/>
                  <a:pt x="315825" y="36801"/>
                </a:cubicBezTo>
                <a:cubicBezTo>
                  <a:pt x="318605" y="36117"/>
                  <a:pt x="321559" y="35775"/>
                  <a:pt x="324687" y="35775"/>
                </a:cubicBezTo>
                <a:cubicBezTo>
                  <a:pt x="331498" y="35775"/>
                  <a:pt x="337302" y="37054"/>
                  <a:pt x="342098" y="39611"/>
                </a:cubicBezTo>
                <a:cubicBezTo>
                  <a:pt x="346894" y="42169"/>
                  <a:pt x="350803" y="45666"/>
                  <a:pt x="353827" y="50101"/>
                </a:cubicBezTo>
                <a:cubicBezTo>
                  <a:pt x="356851" y="54535"/>
                  <a:pt x="359040" y="59702"/>
                  <a:pt x="360395" y="65603"/>
                </a:cubicBezTo>
                <a:cubicBezTo>
                  <a:pt x="361751" y="71501"/>
                  <a:pt x="362428" y="77794"/>
                  <a:pt x="362428" y="84481"/>
                </a:cubicBezTo>
                <a:moveTo>
                  <a:pt x="349396" y="86423"/>
                </a:moveTo>
                <a:cubicBezTo>
                  <a:pt x="349396" y="81237"/>
                  <a:pt x="348979" y="76239"/>
                  <a:pt x="348145" y="71429"/>
                </a:cubicBezTo>
                <a:cubicBezTo>
                  <a:pt x="347311" y="66619"/>
                  <a:pt x="345903" y="62337"/>
                  <a:pt x="343922" y="58585"/>
                </a:cubicBezTo>
                <a:cubicBezTo>
                  <a:pt x="341941" y="54833"/>
                  <a:pt x="339300" y="51831"/>
                  <a:pt x="335999" y="49581"/>
                </a:cubicBezTo>
                <a:cubicBezTo>
                  <a:pt x="332697" y="47328"/>
                  <a:pt x="328544" y="46201"/>
                  <a:pt x="323540" y="46201"/>
                </a:cubicBezTo>
                <a:cubicBezTo>
                  <a:pt x="321038" y="46201"/>
                  <a:pt x="318587" y="46543"/>
                  <a:pt x="316189" y="47226"/>
                </a:cubicBezTo>
                <a:cubicBezTo>
                  <a:pt x="313792" y="47908"/>
                  <a:pt x="311341" y="49033"/>
                  <a:pt x="308839" y="50603"/>
                </a:cubicBezTo>
                <a:cubicBezTo>
                  <a:pt x="306337" y="52172"/>
                  <a:pt x="303730" y="54203"/>
                  <a:pt x="301020" y="56694"/>
                </a:cubicBezTo>
                <a:cubicBezTo>
                  <a:pt x="298309" y="59186"/>
                  <a:pt x="295459" y="62274"/>
                  <a:pt x="292471" y="65961"/>
                </a:cubicBezTo>
                <a:lnTo>
                  <a:pt x="292471" y="106275"/>
                </a:lnTo>
                <a:cubicBezTo>
                  <a:pt x="297683" y="112484"/>
                  <a:pt x="302671" y="117245"/>
                  <a:pt x="307432" y="120556"/>
                </a:cubicBezTo>
                <a:cubicBezTo>
                  <a:pt x="312193" y="123865"/>
                  <a:pt x="317180" y="125520"/>
                  <a:pt x="322393" y="125520"/>
                </a:cubicBezTo>
                <a:cubicBezTo>
                  <a:pt x="327189" y="125520"/>
                  <a:pt x="331307" y="124377"/>
                  <a:pt x="334748" y="122092"/>
                </a:cubicBezTo>
                <a:cubicBezTo>
                  <a:pt x="338188" y="119805"/>
                  <a:pt x="340986" y="116803"/>
                  <a:pt x="343140" y="113085"/>
                </a:cubicBezTo>
                <a:cubicBezTo>
                  <a:pt x="345295" y="109367"/>
                  <a:pt x="346876" y="105171"/>
                  <a:pt x="347884" y="100496"/>
                </a:cubicBezTo>
                <a:cubicBezTo>
                  <a:pt x="348892" y="95822"/>
                  <a:pt x="349396" y="91131"/>
                  <a:pt x="349396" y="864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Step">
            <a:extLst xmlns:a="http://schemas.openxmlformats.org/drawingml/2006/main">
              <a:ext uri="{FF2B5EF4-FFF2-40B4-BE49-F238E27FC236}">
                <a16:creationId xmlns:a16="http://schemas.microsoft.com/office/drawing/2014/main" id="{1B1A79D2-165C-4000-8ACF-B088FBED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381" y="165427"/>
            <a:ext cx="362428" cy="171516"/>
          </a:xfrm>
          <a:custGeom xmlns:a="http://schemas.openxmlformats.org/drawingml/2006/main">
            <a:pathLst>
              <a:path w="362428" h="171516" fill="none">
                <a:moveTo>
                  <a:pt x="80071" y="98385"/>
                </a:moveTo>
                <a:cubicBezTo>
                  <a:pt x="80071" y="104254"/>
                  <a:pt x="78994" y="109508"/>
                  <a:pt x="76839" y="114148"/>
                </a:cubicBezTo>
                <a:cubicBezTo>
                  <a:pt x="74684" y="118786"/>
                  <a:pt x="71661" y="122726"/>
                  <a:pt x="67768" y="125967"/>
                </a:cubicBezTo>
                <a:cubicBezTo>
                  <a:pt x="63876" y="129208"/>
                  <a:pt x="59254" y="131681"/>
                  <a:pt x="53902" y="133387"/>
                </a:cubicBezTo>
                <a:cubicBezTo>
                  <a:pt x="48550" y="135093"/>
                  <a:pt x="42711" y="135946"/>
                  <a:pt x="36386" y="135946"/>
                </a:cubicBezTo>
                <a:cubicBezTo>
                  <a:pt x="32077" y="135946"/>
                  <a:pt x="28011" y="135550"/>
                  <a:pt x="24188" y="134757"/>
                </a:cubicBezTo>
                <a:cubicBezTo>
                  <a:pt x="20365" y="133967"/>
                  <a:pt x="16959" y="133023"/>
                  <a:pt x="13971" y="131924"/>
                </a:cubicBezTo>
                <a:cubicBezTo>
                  <a:pt x="10982" y="130823"/>
                  <a:pt x="8462" y="129706"/>
                  <a:pt x="6412" y="128573"/>
                </a:cubicBezTo>
                <a:cubicBezTo>
                  <a:pt x="4362" y="127438"/>
                  <a:pt x="2954" y="126476"/>
                  <a:pt x="2189" y="125686"/>
                </a:cubicBezTo>
                <a:cubicBezTo>
                  <a:pt x="1425" y="124894"/>
                  <a:pt x="869" y="123970"/>
                  <a:pt x="521" y="122913"/>
                </a:cubicBezTo>
                <a:cubicBezTo>
                  <a:pt x="174" y="121857"/>
                  <a:pt x="0" y="120545"/>
                  <a:pt x="0" y="118978"/>
                </a:cubicBezTo>
                <a:cubicBezTo>
                  <a:pt x="0" y="117820"/>
                  <a:pt x="70" y="116866"/>
                  <a:pt x="209" y="116116"/>
                </a:cubicBezTo>
                <a:cubicBezTo>
                  <a:pt x="348" y="115366"/>
                  <a:pt x="539" y="114753"/>
                  <a:pt x="782" y="114276"/>
                </a:cubicBezTo>
                <a:cubicBezTo>
                  <a:pt x="1025" y="113799"/>
                  <a:pt x="1338" y="113475"/>
                  <a:pt x="1720" y="113305"/>
                </a:cubicBezTo>
                <a:cubicBezTo>
                  <a:pt x="2103" y="113135"/>
                  <a:pt x="2502" y="113050"/>
                  <a:pt x="2919" y="113050"/>
                </a:cubicBezTo>
                <a:cubicBezTo>
                  <a:pt x="3892" y="113050"/>
                  <a:pt x="5265" y="113651"/>
                  <a:pt x="7037" y="114854"/>
                </a:cubicBezTo>
                <a:cubicBezTo>
                  <a:pt x="8810" y="116057"/>
                  <a:pt x="11104" y="117364"/>
                  <a:pt x="13919" y="118774"/>
                </a:cubicBezTo>
                <a:cubicBezTo>
                  <a:pt x="16734" y="120183"/>
                  <a:pt x="20105" y="121490"/>
                  <a:pt x="24032" y="122693"/>
                </a:cubicBezTo>
                <a:cubicBezTo>
                  <a:pt x="27959" y="123896"/>
                  <a:pt x="32529" y="124498"/>
                  <a:pt x="37742" y="124498"/>
                </a:cubicBezTo>
                <a:cubicBezTo>
                  <a:pt x="41982" y="124498"/>
                  <a:pt x="45874" y="123934"/>
                  <a:pt x="49419" y="122808"/>
                </a:cubicBezTo>
                <a:cubicBezTo>
                  <a:pt x="52964" y="121681"/>
                  <a:pt x="56022" y="120060"/>
                  <a:pt x="58594" y="117943"/>
                </a:cubicBezTo>
                <a:cubicBezTo>
                  <a:pt x="61165" y="115824"/>
                  <a:pt x="63164" y="113211"/>
                  <a:pt x="64589" y="110105"/>
                </a:cubicBezTo>
                <a:cubicBezTo>
                  <a:pt x="66013" y="106998"/>
                  <a:pt x="66726" y="103464"/>
                  <a:pt x="66726" y="99503"/>
                </a:cubicBezTo>
                <a:cubicBezTo>
                  <a:pt x="66726" y="95408"/>
                  <a:pt x="65822" y="91893"/>
                  <a:pt x="64015" y="88959"/>
                </a:cubicBezTo>
                <a:cubicBezTo>
                  <a:pt x="62208" y="86022"/>
                  <a:pt x="59827" y="83446"/>
                  <a:pt x="56873" y="81229"/>
                </a:cubicBezTo>
                <a:cubicBezTo>
                  <a:pt x="53919" y="79010"/>
                  <a:pt x="50566" y="76997"/>
                  <a:pt x="46812" y="75189"/>
                </a:cubicBezTo>
                <a:cubicBezTo>
                  <a:pt x="43059" y="73379"/>
                  <a:pt x="39219" y="71570"/>
                  <a:pt x="35292" y="69762"/>
                </a:cubicBezTo>
                <a:cubicBezTo>
                  <a:pt x="31365" y="67952"/>
                  <a:pt x="27524" y="65989"/>
                  <a:pt x="23771" y="63875"/>
                </a:cubicBezTo>
                <a:cubicBezTo>
                  <a:pt x="20018" y="61758"/>
                  <a:pt x="16664" y="59284"/>
                  <a:pt x="13710" y="56451"/>
                </a:cubicBezTo>
                <a:cubicBezTo>
                  <a:pt x="10756" y="53617"/>
                  <a:pt x="8375" y="50289"/>
                  <a:pt x="6568" y="46466"/>
                </a:cubicBezTo>
                <a:cubicBezTo>
                  <a:pt x="4761" y="42644"/>
                  <a:pt x="3858" y="38106"/>
                  <a:pt x="3858" y="32852"/>
                </a:cubicBezTo>
                <a:cubicBezTo>
                  <a:pt x="3858" y="27735"/>
                  <a:pt x="4796" y="23147"/>
                  <a:pt x="6673" y="19089"/>
                </a:cubicBezTo>
                <a:cubicBezTo>
                  <a:pt x="8549" y="15028"/>
                  <a:pt x="11190" y="11582"/>
                  <a:pt x="14596" y="8752"/>
                </a:cubicBezTo>
                <a:cubicBezTo>
                  <a:pt x="18002" y="5920"/>
                  <a:pt x="22086" y="3753"/>
                  <a:pt x="26847" y="2252"/>
                </a:cubicBezTo>
                <a:cubicBezTo>
                  <a:pt x="31608" y="751"/>
                  <a:pt x="36838" y="0"/>
                  <a:pt x="42538" y="0"/>
                </a:cubicBezTo>
                <a:cubicBezTo>
                  <a:pt x="45387" y="0"/>
                  <a:pt x="48272" y="269"/>
                  <a:pt x="51191" y="808"/>
                </a:cubicBezTo>
                <a:cubicBezTo>
                  <a:pt x="54110" y="1347"/>
                  <a:pt x="56873" y="2038"/>
                  <a:pt x="59480" y="2881"/>
                </a:cubicBezTo>
                <a:cubicBezTo>
                  <a:pt x="62086" y="3724"/>
                  <a:pt x="64415" y="4669"/>
                  <a:pt x="66465" y="5714"/>
                </a:cubicBezTo>
                <a:cubicBezTo>
                  <a:pt x="68516" y="6758"/>
                  <a:pt x="69871" y="7600"/>
                  <a:pt x="70531" y="8241"/>
                </a:cubicBezTo>
                <a:cubicBezTo>
                  <a:pt x="71192" y="8880"/>
                  <a:pt x="71609" y="9355"/>
                  <a:pt x="71782" y="9666"/>
                </a:cubicBezTo>
                <a:cubicBezTo>
                  <a:pt x="71956" y="9974"/>
                  <a:pt x="72113" y="10369"/>
                  <a:pt x="72252" y="10851"/>
                </a:cubicBezTo>
                <a:cubicBezTo>
                  <a:pt x="72391" y="11332"/>
                  <a:pt x="72495" y="11899"/>
                  <a:pt x="72564" y="12553"/>
                </a:cubicBezTo>
                <a:cubicBezTo>
                  <a:pt x="72634" y="13205"/>
                  <a:pt x="72669" y="14012"/>
                  <a:pt x="72669" y="14974"/>
                </a:cubicBezTo>
                <a:cubicBezTo>
                  <a:pt x="72669" y="15869"/>
                  <a:pt x="72616" y="16677"/>
                  <a:pt x="72512" y="17399"/>
                </a:cubicBezTo>
                <a:cubicBezTo>
                  <a:pt x="72408" y="18119"/>
                  <a:pt x="72252" y="18737"/>
                  <a:pt x="72043" y="19255"/>
                </a:cubicBezTo>
                <a:cubicBezTo>
                  <a:pt x="71835" y="19770"/>
                  <a:pt x="71574" y="20165"/>
                  <a:pt x="71261" y="20440"/>
                </a:cubicBezTo>
                <a:cubicBezTo>
                  <a:pt x="70948" y="20714"/>
                  <a:pt x="70583" y="20852"/>
                  <a:pt x="70166" y="20852"/>
                </a:cubicBezTo>
                <a:cubicBezTo>
                  <a:pt x="69402" y="20852"/>
                  <a:pt x="68238" y="20358"/>
                  <a:pt x="66674" y="19370"/>
                </a:cubicBezTo>
                <a:cubicBezTo>
                  <a:pt x="65110" y="18382"/>
                  <a:pt x="63146" y="17274"/>
                  <a:pt x="60783" y="16048"/>
                </a:cubicBezTo>
                <a:cubicBezTo>
                  <a:pt x="58420" y="14821"/>
                  <a:pt x="55605" y="13714"/>
                  <a:pt x="52338" y="12726"/>
                </a:cubicBezTo>
                <a:cubicBezTo>
                  <a:pt x="49071" y="11738"/>
                  <a:pt x="45353" y="11244"/>
                  <a:pt x="41182" y="11244"/>
                </a:cubicBezTo>
                <a:cubicBezTo>
                  <a:pt x="37081" y="11244"/>
                  <a:pt x="33502" y="11790"/>
                  <a:pt x="30444" y="12882"/>
                </a:cubicBezTo>
                <a:cubicBezTo>
                  <a:pt x="27385" y="13975"/>
                  <a:pt x="24848" y="15460"/>
                  <a:pt x="22833" y="17338"/>
                </a:cubicBezTo>
                <a:cubicBezTo>
                  <a:pt x="20817" y="19216"/>
                  <a:pt x="19305" y="21419"/>
                  <a:pt x="18297" y="23947"/>
                </a:cubicBezTo>
                <a:cubicBezTo>
                  <a:pt x="17290" y="26475"/>
                  <a:pt x="16786" y="29139"/>
                  <a:pt x="16786" y="31939"/>
                </a:cubicBezTo>
                <a:cubicBezTo>
                  <a:pt x="16786" y="36034"/>
                  <a:pt x="17689" y="39550"/>
                  <a:pt x="19496" y="42486"/>
                </a:cubicBezTo>
                <a:cubicBezTo>
                  <a:pt x="21304" y="45421"/>
                  <a:pt x="23702" y="48014"/>
                  <a:pt x="26690" y="50267"/>
                </a:cubicBezTo>
                <a:cubicBezTo>
                  <a:pt x="29679" y="52518"/>
                  <a:pt x="33068" y="54549"/>
                  <a:pt x="36856" y="56359"/>
                </a:cubicBezTo>
                <a:cubicBezTo>
                  <a:pt x="40644" y="58167"/>
                  <a:pt x="44501" y="59976"/>
                  <a:pt x="48428" y="61786"/>
                </a:cubicBezTo>
                <a:cubicBezTo>
                  <a:pt x="52355" y="63594"/>
                  <a:pt x="56213" y="65539"/>
                  <a:pt x="60001" y="67621"/>
                </a:cubicBezTo>
                <a:cubicBezTo>
                  <a:pt x="63789" y="69704"/>
                  <a:pt x="67178" y="72162"/>
                  <a:pt x="70166" y="74994"/>
                </a:cubicBezTo>
                <a:cubicBezTo>
                  <a:pt x="73155" y="77826"/>
                  <a:pt x="75553" y="81136"/>
                  <a:pt x="77360" y="84925"/>
                </a:cubicBezTo>
                <a:cubicBezTo>
                  <a:pt x="79167" y="88713"/>
                  <a:pt x="80071" y="93200"/>
                  <a:pt x="80071" y="98385"/>
                </a:cubicBezTo>
                <a:close/>
                <a:moveTo>
                  <a:pt x="152183" y="126644"/>
                </a:moveTo>
                <a:cubicBezTo>
                  <a:pt x="152183" y="128075"/>
                  <a:pt x="152061" y="129234"/>
                  <a:pt x="151818" y="130119"/>
                </a:cubicBezTo>
                <a:cubicBezTo>
                  <a:pt x="151575" y="131005"/>
                  <a:pt x="151192" y="131704"/>
                  <a:pt x="150671" y="132215"/>
                </a:cubicBezTo>
                <a:cubicBezTo>
                  <a:pt x="150150" y="132726"/>
                  <a:pt x="149385" y="133203"/>
                  <a:pt x="148377" y="133646"/>
                </a:cubicBezTo>
                <a:cubicBezTo>
                  <a:pt x="147369" y="134089"/>
                  <a:pt x="146205" y="134464"/>
                  <a:pt x="144885" y="134770"/>
                </a:cubicBezTo>
                <a:cubicBezTo>
                  <a:pt x="143564" y="135077"/>
                  <a:pt x="142174" y="135315"/>
                  <a:pt x="140714" y="135486"/>
                </a:cubicBezTo>
                <a:cubicBezTo>
                  <a:pt x="139255" y="135656"/>
                  <a:pt x="137830" y="135741"/>
                  <a:pt x="136440" y="135741"/>
                </a:cubicBezTo>
                <a:cubicBezTo>
                  <a:pt x="131783" y="135741"/>
                  <a:pt x="127821" y="135128"/>
                  <a:pt x="124554" y="133901"/>
                </a:cubicBezTo>
                <a:cubicBezTo>
                  <a:pt x="121287" y="132675"/>
                  <a:pt x="118611" y="130818"/>
                  <a:pt x="116526" y="128331"/>
                </a:cubicBezTo>
                <a:cubicBezTo>
                  <a:pt x="114441" y="125843"/>
                  <a:pt x="112929" y="122692"/>
                  <a:pt x="111991" y="118876"/>
                </a:cubicBezTo>
                <a:cubicBezTo>
                  <a:pt x="111052" y="115060"/>
                  <a:pt x="110583" y="110562"/>
                  <a:pt x="110583" y="105383"/>
                </a:cubicBezTo>
                <a:lnTo>
                  <a:pt x="110583" y="47837"/>
                </a:lnTo>
                <a:lnTo>
                  <a:pt x="96508" y="47837"/>
                </a:lnTo>
                <a:cubicBezTo>
                  <a:pt x="95535" y="47837"/>
                  <a:pt x="94771" y="47406"/>
                  <a:pt x="94215" y="46546"/>
                </a:cubicBezTo>
                <a:cubicBezTo>
                  <a:pt x="93659" y="45686"/>
                  <a:pt x="93381" y="44395"/>
                  <a:pt x="93381" y="42675"/>
                </a:cubicBezTo>
                <a:cubicBezTo>
                  <a:pt x="93381" y="41780"/>
                  <a:pt x="93450" y="41006"/>
                  <a:pt x="93589" y="40352"/>
                </a:cubicBezTo>
                <a:cubicBezTo>
                  <a:pt x="93728" y="39699"/>
                  <a:pt x="93937" y="39148"/>
                  <a:pt x="94215" y="38701"/>
                </a:cubicBezTo>
                <a:cubicBezTo>
                  <a:pt x="94493" y="38254"/>
                  <a:pt x="94823" y="37927"/>
                  <a:pt x="95205" y="37720"/>
                </a:cubicBezTo>
                <a:cubicBezTo>
                  <a:pt x="95587" y="37514"/>
                  <a:pt x="96022" y="37411"/>
                  <a:pt x="96508" y="37411"/>
                </a:cubicBezTo>
                <a:lnTo>
                  <a:pt x="110583" y="37411"/>
                </a:lnTo>
                <a:lnTo>
                  <a:pt x="110583" y="14719"/>
                </a:lnTo>
                <a:cubicBezTo>
                  <a:pt x="110583" y="14310"/>
                  <a:pt x="110670" y="13935"/>
                  <a:pt x="110844" y="13595"/>
                </a:cubicBezTo>
                <a:cubicBezTo>
                  <a:pt x="111018" y="13254"/>
                  <a:pt x="111348" y="12964"/>
                  <a:pt x="111834" y="12726"/>
                </a:cubicBezTo>
                <a:cubicBezTo>
                  <a:pt x="112321" y="12487"/>
                  <a:pt x="112964" y="12317"/>
                  <a:pt x="113763" y="12215"/>
                </a:cubicBezTo>
                <a:cubicBezTo>
                  <a:pt x="114563" y="12112"/>
                  <a:pt x="115553" y="12061"/>
                  <a:pt x="116735" y="12061"/>
                </a:cubicBezTo>
                <a:cubicBezTo>
                  <a:pt x="117986" y="12061"/>
                  <a:pt x="119011" y="12112"/>
                  <a:pt x="119810" y="12215"/>
                </a:cubicBezTo>
                <a:cubicBezTo>
                  <a:pt x="120610" y="12317"/>
                  <a:pt x="121235" y="12487"/>
                  <a:pt x="121687" y="12726"/>
                </a:cubicBezTo>
                <a:cubicBezTo>
                  <a:pt x="122139" y="12964"/>
                  <a:pt x="122469" y="13254"/>
                  <a:pt x="122677" y="13595"/>
                </a:cubicBezTo>
                <a:cubicBezTo>
                  <a:pt x="122886" y="13935"/>
                  <a:pt x="122990" y="14310"/>
                  <a:pt x="122990" y="14719"/>
                </a:cubicBezTo>
                <a:lnTo>
                  <a:pt x="122990" y="37411"/>
                </a:lnTo>
                <a:lnTo>
                  <a:pt x="149055" y="37411"/>
                </a:lnTo>
                <a:cubicBezTo>
                  <a:pt x="149541" y="37411"/>
                  <a:pt x="149976" y="37514"/>
                  <a:pt x="150358" y="37720"/>
                </a:cubicBezTo>
                <a:cubicBezTo>
                  <a:pt x="150740" y="37927"/>
                  <a:pt x="151071" y="38254"/>
                  <a:pt x="151349" y="38701"/>
                </a:cubicBezTo>
                <a:cubicBezTo>
                  <a:pt x="151627" y="39148"/>
                  <a:pt x="151835" y="39699"/>
                  <a:pt x="151974" y="40352"/>
                </a:cubicBezTo>
                <a:cubicBezTo>
                  <a:pt x="152113" y="41006"/>
                  <a:pt x="152183" y="41780"/>
                  <a:pt x="152183" y="42675"/>
                </a:cubicBezTo>
                <a:cubicBezTo>
                  <a:pt x="152183" y="44395"/>
                  <a:pt x="151887" y="45686"/>
                  <a:pt x="151297" y="46546"/>
                </a:cubicBezTo>
                <a:cubicBezTo>
                  <a:pt x="150706" y="47406"/>
                  <a:pt x="149959" y="47837"/>
                  <a:pt x="149055" y="47837"/>
                </a:cubicBezTo>
                <a:lnTo>
                  <a:pt x="122990" y="47837"/>
                </a:lnTo>
                <a:lnTo>
                  <a:pt x="122990" y="103748"/>
                </a:lnTo>
                <a:cubicBezTo>
                  <a:pt x="122990" y="110767"/>
                  <a:pt x="124015" y="116116"/>
                  <a:pt x="126066" y="119796"/>
                </a:cubicBezTo>
                <a:cubicBezTo>
                  <a:pt x="128116" y="123476"/>
                  <a:pt x="131852" y="125315"/>
                  <a:pt x="137274" y="125315"/>
                </a:cubicBezTo>
                <a:cubicBezTo>
                  <a:pt x="138942" y="125315"/>
                  <a:pt x="140454" y="125145"/>
                  <a:pt x="141809" y="124804"/>
                </a:cubicBezTo>
                <a:cubicBezTo>
                  <a:pt x="143164" y="124464"/>
                  <a:pt x="144363" y="124089"/>
                  <a:pt x="145406" y="123680"/>
                </a:cubicBezTo>
                <a:cubicBezTo>
                  <a:pt x="146448" y="123271"/>
                  <a:pt x="147335" y="122896"/>
                  <a:pt x="148064" y="122556"/>
                </a:cubicBezTo>
                <a:cubicBezTo>
                  <a:pt x="148794" y="122215"/>
                  <a:pt x="149437" y="122044"/>
                  <a:pt x="149993" y="122044"/>
                </a:cubicBezTo>
                <a:cubicBezTo>
                  <a:pt x="150341" y="122044"/>
                  <a:pt x="150654" y="122113"/>
                  <a:pt x="150932" y="122249"/>
                </a:cubicBezTo>
                <a:cubicBezTo>
                  <a:pt x="151210" y="122385"/>
                  <a:pt x="151436" y="122641"/>
                  <a:pt x="151609" y="123016"/>
                </a:cubicBezTo>
                <a:cubicBezTo>
                  <a:pt x="151783" y="123390"/>
                  <a:pt x="151922" y="123867"/>
                  <a:pt x="152026" y="124447"/>
                </a:cubicBezTo>
                <a:cubicBezTo>
                  <a:pt x="152131" y="125026"/>
                  <a:pt x="152183" y="125758"/>
                  <a:pt x="152183" y="126644"/>
                </a:cubicBezTo>
                <a:close/>
                <a:moveTo>
                  <a:pt x="252082" y="81056"/>
                </a:moveTo>
                <a:cubicBezTo>
                  <a:pt x="252082" y="83510"/>
                  <a:pt x="251421" y="85196"/>
                  <a:pt x="250101" y="86116"/>
                </a:cubicBezTo>
                <a:cubicBezTo>
                  <a:pt x="248780" y="87036"/>
                  <a:pt x="247494" y="87496"/>
                  <a:pt x="246243" y="87496"/>
                </a:cubicBezTo>
                <a:lnTo>
                  <a:pt x="181915" y="87496"/>
                </a:lnTo>
                <a:cubicBezTo>
                  <a:pt x="181915" y="93235"/>
                  <a:pt x="182489" y="98428"/>
                  <a:pt x="183636" y="103074"/>
                </a:cubicBezTo>
                <a:cubicBezTo>
                  <a:pt x="184783" y="107721"/>
                  <a:pt x="186677" y="111701"/>
                  <a:pt x="189318" y="115014"/>
                </a:cubicBezTo>
                <a:cubicBezTo>
                  <a:pt x="191959" y="118327"/>
                  <a:pt x="195400" y="120873"/>
                  <a:pt x="199639" y="122651"/>
                </a:cubicBezTo>
                <a:cubicBezTo>
                  <a:pt x="203879" y="124427"/>
                  <a:pt x="209092" y="125315"/>
                  <a:pt x="215278" y="125315"/>
                </a:cubicBezTo>
                <a:cubicBezTo>
                  <a:pt x="219657" y="125315"/>
                  <a:pt x="223584" y="124935"/>
                  <a:pt x="227060" y="124175"/>
                </a:cubicBezTo>
                <a:cubicBezTo>
                  <a:pt x="230535" y="123415"/>
                  <a:pt x="233541" y="122568"/>
                  <a:pt x="236078" y="121636"/>
                </a:cubicBezTo>
                <a:cubicBezTo>
                  <a:pt x="238615" y="120703"/>
                  <a:pt x="240700" y="119856"/>
                  <a:pt x="242334" y="119096"/>
                </a:cubicBezTo>
                <a:cubicBezTo>
                  <a:pt x="243967" y="118336"/>
                  <a:pt x="245131" y="117956"/>
                  <a:pt x="245826" y="117956"/>
                </a:cubicBezTo>
                <a:cubicBezTo>
                  <a:pt x="246243" y="117956"/>
                  <a:pt x="246626" y="118059"/>
                  <a:pt x="246973" y="118266"/>
                </a:cubicBezTo>
                <a:cubicBezTo>
                  <a:pt x="247321" y="118472"/>
                  <a:pt x="247599" y="118799"/>
                  <a:pt x="247807" y="119246"/>
                </a:cubicBezTo>
                <a:cubicBezTo>
                  <a:pt x="248016" y="119694"/>
                  <a:pt x="248172" y="120261"/>
                  <a:pt x="248276" y="120949"/>
                </a:cubicBezTo>
                <a:cubicBezTo>
                  <a:pt x="248381" y="121637"/>
                  <a:pt x="248433" y="122496"/>
                  <a:pt x="248433" y="123527"/>
                </a:cubicBezTo>
                <a:cubicBezTo>
                  <a:pt x="248433" y="124010"/>
                  <a:pt x="248398" y="124475"/>
                  <a:pt x="248328" y="124922"/>
                </a:cubicBezTo>
                <a:cubicBezTo>
                  <a:pt x="248259" y="125370"/>
                  <a:pt x="248172" y="125783"/>
                  <a:pt x="248068" y="126162"/>
                </a:cubicBezTo>
                <a:cubicBezTo>
                  <a:pt x="247964" y="126539"/>
                  <a:pt x="247807" y="126900"/>
                  <a:pt x="247599" y="127245"/>
                </a:cubicBezTo>
                <a:cubicBezTo>
                  <a:pt x="247390" y="127588"/>
                  <a:pt x="247112" y="127931"/>
                  <a:pt x="246765" y="128276"/>
                </a:cubicBezTo>
                <a:cubicBezTo>
                  <a:pt x="246417" y="128619"/>
                  <a:pt x="245340" y="129217"/>
                  <a:pt x="243533" y="130068"/>
                </a:cubicBezTo>
                <a:cubicBezTo>
                  <a:pt x="241725" y="130920"/>
                  <a:pt x="239362" y="131772"/>
                  <a:pt x="236443" y="132624"/>
                </a:cubicBezTo>
                <a:cubicBezTo>
                  <a:pt x="233524" y="133476"/>
                  <a:pt x="230135" y="134242"/>
                  <a:pt x="226278" y="134924"/>
                </a:cubicBezTo>
                <a:cubicBezTo>
                  <a:pt x="222420" y="135605"/>
                  <a:pt x="218267" y="135946"/>
                  <a:pt x="213819" y="135946"/>
                </a:cubicBezTo>
                <a:cubicBezTo>
                  <a:pt x="206521" y="135946"/>
                  <a:pt x="200056" y="134871"/>
                  <a:pt x="194427" y="132723"/>
                </a:cubicBezTo>
                <a:cubicBezTo>
                  <a:pt x="188797" y="130574"/>
                  <a:pt x="184070" y="127402"/>
                  <a:pt x="180247" y="123207"/>
                </a:cubicBezTo>
                <a:cubicBezTo>
                  <a:pt x="176424" y="119012"/>
                  <a:pt x="173523" y="113811"/>
                  <a:pt x="171542" y="107603"/>
                </a:cubicBezTo>
                <a:cubicBezTo>
                  <a:pt x="169561" y="101396"/>
                  <a:pt x="168570" y="94199"/>
                  <a:pt x="168570" y="86014"/>
                </a:cubicBezTo>
                <a:cubicBezTo>
                  <a:pt x="168570" y="78169"/>
                  <a:pt x="169595" y="71143"/>
                  <a:pt x="171646" y="64935"/>
                </a:cubicBezTo>
                <a:cubicBezTo>
                  <a:pt x="173696" y="58728"/>
                  <a:pt x="176633" y="53458"/>
                  <a:pt x="180456" y="49127"/>
                </a:cubicBezTo>
                <a:cubicBezTo>
                  <a:pt x="184279" y="44796"/>
                  <a:pt x="188883" y="41488"/>
                  <a:pt x="194270" y="39203"/>
                </a:cubicBezTo>
                <a:cubicBezTo>
                  <a:pt x="199657" y="36918"/>
                  <a:pt x="205652" y="35775"/>
                  <a:pt x="212255" y="35775"/>
                </a:cubicBezTo>
                <a:cubicBezTo>
                  <a:pt x="219344" y="35775"/>
                  <a:pt x="225391" y="36934"/>
                  <a:pt x="230396" y="39250"/>
                </a:cubicBezTo>
                <a:cubicBezTo>
                  <a:pt x="235400" y="41567"/>
                  <a:pt x="239519" y="44685"/>
                  <a:pt x="242751" y="48603"/>
                </a:cubicBezTo>
                <a:cubicBezTo>
                  <a:pt x="245983" y="52521"/>
                  <a:pt x="248346" y="57070"/>
                  <a:pt x="249840" y="62249"/>
                </a:cubicBezTo>
                <a:cubicBezTo>
                  <a:pt x="251335" y="67428"/>
                  <a:pt x="252082" y="72879"/>
                  <a:pt x="252082" y="78603"/>
                </a:cubicBezTo>
                <a:lnTo>
                  <a:pt x="252082" y="81056"/>
                </a:lnTo>
                <a:moveTo>
                  <a:pt x="239258" y="77479"/>
                </a:moveTo>
                <a:cubicBezTo>
                  <a:pt x="239466" y="67666"/>
                  <a:pt x="237173" y="60000"/>
                  <a:pt x="232377" y="54480"/>
                </a:cubicBezTo>
                <a:cubicBezTo>
                  <a:pt x="227581" y="48961"/>
                  <a:pt x="220596" y="46201"/>
                  <a:pt x="211421" y="46201"/>
                </a:cubicBezTo>
                <a:cubicBezTo>
                  <a:pt x="206694" y="46201"/>
                  <a:pt x="202541" y="47070"/>
                  <a:pt x="198962" y="48808"/>
                </a:cubicBezTo>
                <a:cubicBezTo>
                  <a:pt x="195382" y="50545"/>
                  <a:pt x="192359" y="52845"/>
                  <a:pt x="189891" y="55707"/>
                </a:cubicBezTo>
                <a:cubicBezTo>
                  <a:pt x="187424" y="58569"/>
                  <a:pt x="185530" y="61891"/>
                  <a:pt x="184209" y="65673"/>
                </a:cubicBezTo>
                <a:cubicBezTo>
                  <a:pt x="182888" y="69455"/>
                  <a:pt x="182124" y="73390"/>
                  <a:pt x="181915" y="77479"/>
                </a:cubicBezTo>
                <a:lnTo>
                  <a:pt x="239258" y="77479"/>
                </a:lnTo>
                <a:close/>
                <a:moveTo>
                  <a:pt x="362428" y="84481"/>
                </a:moveTo>
                <a:cubicBezTo>
                  <a:pt x="362428" y="92392"/>
                  <a:pt x="361542" y="99519"/>
                  <a:pt x="359770" y="105863"/>
                </a:cubicBezTo>
                <a:cubicBezTo>
                  <a:pt x="357997" y="112206"/>
                  <a:pt x="355391" y="117596"/>
                  <a:pt x="351950" y="122032"/>
                </a:cubicBezTo>
                <a:cubicBezTo>
                  <a:pt x="348510" y="126465"/>
                  <a:pt x="344253" y="129893"/>
                  <a:pt x="339179" y="132314"/>
                </a:cubicBezTo>
                <a:cubicBezTo>
                  <a:pt x="334105" y="134735"/>
                  <a:pt x="328301" y="135946"/>
                  <a:pt x="321767" y="135946"/>
                </a:cubicBezTo>
                <a:cubicBezTo>
                  <a:pt x="318987" y="135946"/>
                  <a:pt x="316381" y="135655"/>
                  <a:pt x="313948" y="135074"/>
                </a:cubicBezTo>
                <a:cubicBezTo>
                  <a:pt x="311515" y="134494"/>
                  <a:pt x="309135" y="133592"/>
                  <a:pt x="306806" y="132365"/>
                </a:cubicBezTo>
                <a:cubicBezTo>
                  <a:pt x="304478" y="131136"/>
                  <a:pt x="302149" y="129601"/>
                  <a:pt x="299821" y="127759"/>
                </a:cubicBezTo>
                <a:cubicBezTo>
                  <a:pt x="297492" y="125917"/>
                  <a:pt x="295042" y="123700"/>
                  <a:pt x="292471" y="121109"/>
                </a:cubicBezTo>
                <a:lnTo>
                  <a:pt x="292471" y="168859"/>
                </a:lnTo>
                <a:cubicBezTo>
                  <a:pt x="292471" y="169268"/>
                  <a:pt x="292366" y="169643"/>
                  <a:pt x="292158" y="169983"/>
                </a:cubicBezTo>
                <a:cubicBezTo>
                  <a:pt x="291949" y="170324"/>
                  <a:pt x="291619" y="170614"/>
                  <a:pt x="291167" y="170852"/>
                </a:cubicBezTo>
                <a:cubicBezTo>
                  <a:pt x="290715" y="171091"/>
                  <a:pt x="290090" y="171261"/>
                  <a:pt x="289291" y="171363"/>
                </a:cubicBezTo>
                <a:cubicBezTo>
                  <a:pt x="288491" y="171465"/>
                  <a:pt x="287466" y="171516"/>
                  <a:pt x="286215" y="171516"/>
                </a:cubicBezTo>
                <a:cubicBezTo>
                  <a:pt x="285033" y="171516"/>
                  <a:pt x="284043" y="171465"/>
                  <a:pt x="283244" y="171363"/>
                </a:cubicBezTo>
                <a:cubicBezTo>
                  <a:pt x="282444" y="171261"/>
                  <a:pt x="281801" y="171091"/>
                  <a:pt x="281315" y="170852"/>
                </a:cubicBezTo>
                <a:cubicBezTo>
                  <a:pt x="280828" y="170614"/>
                  <a:pt x="280498" y="170323"/>
                  <a:pt x="280324" y="169980"/>
                </a:cubicBezTo>
                <a:cubicBezTo>
                  <a:pt x="280151" y="169639"/>
                  <a:pt x="280064" y="169265"/>
                  <a:pt x="280064" y="168856"/>
                </a:cubicBezTo>
                <a:lnTo>
                  <a:pt x="280064" y="39458"/>
                </a:lnTo>
                <a:cubicBezTo>
                  <a:pt x="280064" y="38981"/>
                  <a:pt x="280151" y="38572"/>
                  <a:pt x="280324" y="38232"/>
                </a:cubicBezTo>
                <a:cubicBezTo>
                  <a:pt x="280498" y="37889"/>
                  <a:pt x="280811" y="37615"/>
                  <a:pt x="281263" y="37411"/>
                </a:cubicBezTo>
                <a:cubicBezTo>
                  <a:pt x="281714" y="37206"/>
                  <a:pt x="282305" y="37053"/>
                  <a:pt x="283035" y="36951"/>
                </a:cubicBezTo>
                <a:cubicBezTo>
                  <a:pt x="283765" y="36848"/>
                  <a:pt x="284651" y="36797"/>
                  <a:pt x="285694" y="36797"/>
                </a:cubicBezTo>
                <a:cubicBezTo>
                  <a:pt x="286736" y="36797"/>
                  <a:pt x="287605" y="36850"/>
                  <a:pt x="288300" y="36954"/>
                </a:cubicBezTo>
                <a:cubicBezTo>
                  <a:pt x="288995" y="37056"/>
                  <a:pt x="289586" y="37210"/>
                  <a:pt x="290073" y="37417"/>
                </a:cubicBezTo>
                <a:cubicBezTo>
                  <a:pt x="290559" y="37621"/>
                  <a:pt x="290907" y="37895"/>
                  <a:pt x="291115" y="38238"/>
                </a:cubicBezTo>
                <a:cubicBezTo>
                  <a:pt x="291324" y="38581"/>
                  <a:pt x="291428" y="38993"/>
                  <a:pt x="291428" y="39474"/>
                </a:cubicBezTo>
                <a:lnTo>
                  <a:pt x="291428" y="52963"/>
                </a:lnTo>
                <a:cubicBezTo>
                  <a:pt x="294347" y="50031"/>
                  <a:pt x="297127" y="47490"/>
                  <a:pt x="299769" y="45342"/>
                </a:cubicBezTo>
                <a:cubicBezTo>
                  <a:pt x="302410" y="43193"/>
                  <a:pt x="305051" y="41403"/>
                  <a:pt x="307692" y="39972"/>
                </a:cubicBezTo>
                <a:cubicBezTo>
                  <a:pt x="310334" y="38539"/>
                  <a:pt x="313044" y="37482"/>
                  <a:pt x="315825" y="36801"/>
                </a:cubicBezTo>
                <a:cubicBezTo>
                  <a:pt x="318605" y="36117"/>
                  <a:pt x="321559" y="35775"/>
                  <a:pt x="324687" y="35775"/>
                </a:cubicBezTo>
                <a:cubicBezTo>
                  <a:pt x="331498" y="35775"/>
                  <a:pt x="337302" y="37054"/>
                  <a:pt x="342098" y="39611"/>
                </a:cubicBezTo>
                <a:cubicBezTo>
                  <a:pt x="346894" y="42169"/>
                  <a:pt x="350803" y="45666"/>
                  <a:pt x="353827" y="50101"/>
                </a:cubicBezTo>
                <a:cubicBezTo>
                  <a:pt x="356851" y="54535"/>
                  <a:pt x="359040" y="59702"/>
                  <a:pt x="360395" y="65603"/>
                </a:cubicBezTo>
                <a:cubicBezTo>
                  <a:pt x="361751" y="71501"/>
                  <a:pt x="362428" y="77794"/>
                  <a:pt x="362428" y="84481"/>
                </a:cubicBezTo>
                <a:moveTo>
                  <a:pt x="349396" y="86423"/>
                </a:moveTo>
                <a:cubicBezTo>
                  <a:pt x="349396" y="81237"/>
                  <a:pt x="348979" y="76239"/>
                  <a:pt x="348145" y="71429"/>
                </a:cubicBezTo>
                <a:cubicBezTo>
                  <a:pt x="347311" y="66619"/>
                  <a:pt x="345903" y="62337"/>
                  <a:pt x="343922" y="58585"/>
                </a:cubicBezTo>
                <a:cubicBezTo>
                  <a:pt x="341941" y="54833"/>
                  <a:pt x="339300" y="51831"/>
                  <a:pt x="335999" y="49581"/>
                </a:cubicBezTo>
                <a:cubicBezTo>
                  <a:pt x="332697" y="47328"/>
                  <a:pt x="328544" y="46201"/>
                  <a:pt x="323540" y="46201"/>
                </a:cubicBezTo>
                <a:cubicBezTo>
                  <a:pt x="321038" y="46201"/>
                  <a:pt x="318587" y="46543"/>
                  <a:pt x="316189" y="47226"/>
                </a:cubicBezTo>
                <a:cubicBezTo>
                  <a:pt x="313792" y="47908"/>
                  <a:pt x="311341" y="49033"/>
                  <a:pt x="308839" y="50603"/>
                </a:cubicBezTo>
                <a:cubicBezTo>
                  <a:pt x="306337" y="52172"/>
                  <a:pt x="303730" y="54203"/>
                  <a:pt x="301020" y="56694"/>
                </a:cubicBezTo>
                <a:cubicBezTo>
                  <a:pt x="298309" y="59186"/>
                  <a:pt x="295459" y="62274"/>
                  <a:pt x="292471" y="65961"/>
                </a:cubicBezTo>
                <a:lnTo>
                  <a:pt x="292471" y="106275"/>
                </a:lnTo>
                <a:cubicBezTo>
                  <a:pt x="297683" y="112484"/>
                  <a:pt x="302671" y="117245"/>
                  <a:pt x="307432" y="120556"/>
                </a:cubicBezTo>
                <a:cubicBezTo>
                  <a:pt x="312193" y="123865"/>
                  <a:pt x="317180" y="125520"/>
                  <a:pt x="322393" y="125520"/>
                </a:cubicBezTo>
                <a:cubicBezTo>
                  <a:pt x="327189" y="125520"/>
                  <a:pt x="331307" y="124377"/>
                  <a:pt x="334748" y="122092"/>
                </a:cubicBezTo>
                <a:cubicBezTo>
                  <a:pt x="338188" y="119805"/>
                  <a:pt x="340986" y="116803"/>
                  <a:pt x="343140" y="113085"/>
                </a:cubicBezTo>
                <a:cubicBezTo>
                  <a:pt x="345295" y="109367"/>
                  <a:pt x="346876" y="105171"/>
                  <a:pt x="347884" y="100496"/>
                </a:cubicBezTo>
                <a:cubicBezTo>
                  <a:pt x="348892" y="95822"/>
                  <a:pt x="349396" y="91131"/>
                  <a:pt x="349396" y="864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437" cap="flat">
            <a:solidFill>
              <a:srgbClr val="000000"/>
            </a:solidFill>
            <a:miter/>
          </a:ln>
        </p:spPr>
      </p:sp>
      <p:sp>
        <p:nvSpPr>
          <p:cNvPr id="58" name="Text ②">
            <a:extLst xmlns:a="http://schemas.openxmlformats.org/drawingml/2006/main">
              <a:ext uri="{FF2B5EF4-FFF2-40B4-BE49-F238E27FC236}">
                <a16:creationId xmlns:a16="http://schemas.microsoft.com/office/drawing/2014/main" id="{19F67609-4F04-4736-A318-48E7983A8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800" y="109004"/>
            <a:ext cx="232498" cy="241431"/>
          </a:xfrm>
          <a:custGeom xmlns:a="http://schemas.openxmlformats.org/drawingml/2006/main">
            <a:pathLst>
              <a:path w="232498" h="241431">
                <a:moveTo>
                  <a:pt x="116249" y="231823"/>
                </a:moveTo>
                <a:cubicBezTo>
                  <a:pt x="135294" y="231823"/>
                  <a:pt x="151471" y="229304"/>
                  <a:pt x="164782" y="224266"/>
                </a:cubicBezTo>
                <a:cubicBezTo>
                  <a:pt x="178092" y="219227"/>
                  <a:pt x="188935" y="211959"/>
                  <a:pt x="197310" y="202462"/>
                </a:cubicBezTo>
                <a:cubicBezTo>
                  <a:pt x="205686" y="192967"/>
                  <a:pt x="211768" y="181343"/>
                  <a:pt x="215556" y="167591"/>
                </a:cubicBezTo>
                <a:cubicBezTo>
                  <a:pt x="219344" y="153837"/>
                  <a:pt x="221238" y="138211"/>
                  <a:pt x="221238" y="120716"/>
                </a:cubicBezTo>
                <a:cubicBezTo>
                  <a:pt x="221238" y="102947"/>
                  <a:pt x="219309" y="87170"/>
                  <a:pt x="215451" y="73384"/>
                </a:cubicBezTo>
                <a:cubicBezTo>
                  <a:pt x="211594" y="59598"/>
                  <a:pt x="205477" y="47990"/>
                  <a:pt x="197102" y="38561"/>
                </a:cubicBezTo>
                <a:cubicBezTo>
                  <a:pt x="188726" y="29131"/>
                  <a:pt x="177883" y="21948"/>
                  <a:pt x="164573" y="17012"/>
                </a:cubicBezTo>
                <a:cubicBezTo>
                  <a:pt x="151263" y="12076"/>
                  <a:pt x="135155" y="9608"/>
                  <a:pt x="116249" y="9608"/>
                </a:cubicBezTo>
                <a:cubicBezTo>
                  <a:pt x="97204" y="9608"/>
                  <a:pt x="81027" y="12127"/>
                  <a:pt x="67716" y="17166"/>
                </a:cubicBezTo>
                <a:cubicBezTo>
                  <a:pt x="54406" y="22204"/>
                  <a:pt x="43563" y="29472"/>
                  <a:pt x="35187" y="38969"/>
                </a:cubicBezTo>
                <a:cubicBezTo>
                  <a:pt x="26812" y="48465"/>
                  <a:pt x="20730" y="60107"/>
                  <a:pt x="16942" y="73895"/>
                </a:cubicBezTo>
                <a:cubicBezTo>
                  <a:pt x="13154" y="87681"/>
                  <a:pt x="11260" y="103288"/>
                  <a:pt x="11260" y="120716"/>
                </a:cubicBezTo>
                <a:cubicBezTo>
                  <a:pt x="11260" y="138484"/>
                  <a:pt x="13171" y="154261"/>
                  <a:pt x="16994" y="168048"/>
                </a:cubicBezTo>
                <a:cubicBezTo>
                  <a:pt x="20817" y="181834"/>
                  <a:pt x="26934" y="193442"/>
                  <a:pt x="35344" y="202871"/>
                </a:cubicBezTo>
                <a:cubicBezTo>
                  <a:pt x="43754" y="212300"/>
                  <a:pt x="54614" y="219483"/>
                  <a:pt x="67925" y="224419"/>
                </a:cubicBezTo>
                <a:cubicBezTo>
                  <a:pt x="81235" y="229355"/>
                  <a:pt x="97343" y="231823"/>
                  <a:pt x="116249" y="231823"/>
                </a:cubicBezTo>
                <a:moveTo>
                  <a:pt x="232498" y="119489"/>
                </a:moveTo>
                <a:cubicBezTo>
                  <a:pt x="232498" y="139728"/>
                  <a:pt x="230135" y="157479"/>
                  <a:pt x="225408" y="172743"/>
                </a:cubicBezTo>
                <a:cubicBezTo>
                  <a:pt x="220682" y="188007"/>
                  <a:pt x="213471" y="200716"/>
                  <a:pt x="203774" y="210869"/>
                </a:cubicBezTo>
                <a:cubicBezTo>
                  <a:pt x="194078" y="221023"/>
                  <a:pt x="181845" y="228655"/>
                  <a:pt x="167075" y="233765"/>
                </a:cubicBezTo>
                <a:cubicBezTo>
                  <a:pt x="152305" y="238876"/>
                  <a:pt x="134911" y="241431"/>
                  <a:pt x="114894" y="241431"/>
                </a:cubicBezTo>
                <a:cubicBezTo>
                  <a:pt x="95084" y="241431"/>
                  <a:pt x="77968" y="238791"/>
                  <a:pt x="63546" y="233510"/>
                </a:cubicBezTo>
                <a:cubicBezTo>
                  <a:pt x="49123" y="228229"/>
                  <a:pt x="37203" y="220511"/>
                  <a:pt x="27785" y="210358"/>
                </a:cubicBezTo>
                <a:cubicBezTo>
                  <a:pt x="18367" y="200205"/>
                  <a:pt x="11382" y="187718"/>
                  <a:pt x="6829" y="172896"/>
                </a:cubicBezTo>
                <a:cubicBezTo>
                  <a:pt x="2276" y="158075"/>
                  <a:pt x="0" y="141091"/>
                  <a:pt x="0" y="121942"/>
                </a:cubicBezTo>
                <a:cubicBezTo>
                  <a:pt x="0" y="101704"/>
                  <a:pt x="2363" y="83952"/>
                  <a:pt x="7090" y="68688"/>
                </a:cubicBezTo>
                <a:cubicBezTo>
                  <a:pt x="11816" y="53424"/>
                  <a:pt x="19027" y="40716"/>
                  <a:pt x="28723" y="30562"/>
                </a:cubicBezTo>
                <a:cubicBezTo>
                  <a:pt x="38419" y="20409"/>
                  <a:pt x="50653" y="12777"/>
                  <a:pt x="65423" y="7666"/>
                </a:cubicBezTo>
                <a:cubicBezTo>
                  <a:pt x="80193" y="2555"/>
                  <a:pt x="97587" y="0"/>
                  <a:pt x="117604" y="0"/>
                </a:cubicBezTo>
                <a:cubicBezTo>
                  <a:pt x="137414" y="0"/>
                  <a:pt x="154529" y="2641"/>
                  <a:pt x="168952" y="7922"/>
                </a:cubicBezTo>
                <a:cubicBezTo>
                  <a:pt x="183374" y="13203"/>
                  <a:pt x="195295" y="20920"/>
                  <a:pt x="204713" y="31073"/>
                </a:cubicBezTo>
                <a:cubicBezTo>
                  <a:pt x="214131" y="41227"/>
                  <a:pt x="221116" y="53731"/>
                  <a:pt x="225669" y="68586"/>
                </a:cubicBezTo>
                <a:cubicBezTo>
                  <a:pt x="230221" y="83441"/>
                  <a:pt x="232498" y="100409"/>
                  <a:pt x="232498" y="119489"/>
                </a:cubicBezTo>
                <a:moveTo>
                  <a:pt x="156910" y="180051"/>
                </a:moveTo>
                <a:cubicBezTo>
                  <a:pt x="156910" y="180876"/>
                  <a:pt x="156823" y="181649"/>
                  <a:pt x="156649" y="182370"/>
                </a:cubicBezTo>
                <a:cubicBezTo>
                  <a:pt x="156476" y="183092"/>
                  <a:pt x="156232" y="183712"/>
                  <a:pt x="155919" y="184229"/>
                </a:cubicBezTo>
                <a:cubicBezTo>
                  <a:pt x="155607" y="184745"/>
                  <a:pt x="155207" y="185140"/>
                  <a:pt x="154721" y="185414"/>
                </a:cubicBezTo>
                <a:cubicBezTo>
                  <a:pt x="154234" y="185689"/>
                  <a:pt x="153678" y="185827"/>
                  <a:pt x="153052" y="185827"/>
                </a:cubicBezTo>
                <a:lnTo>
                  <a:pt x="80175" y="185827"/>
                </a:lnTo>
                <a:cubicBezTo>
                  <a:pt x="79550" y="185827"/>
                  <a:pt x="78959" y="185724"/>
                  <a:pt x="78403" y="185520"/>
                </a:cubicBezTo>
                <a:cubicBezTo>
                  <a:pt x="77847" y="185313"/>
                  <a:pt x="77360" y="184986"/>
                  <a:pt x="76943" y="184539"/>
                </a:cubicBezTo>
                <a:cubicBezTo>
                  <a:pt x="76526" y="184092"/>
                  <a:pt x="76213" y="183492"/>
                  <a:pt x="76005" y="182738"/>
                </a:cubicBezTo>
                <a:cubicBezTo>
                  <a:pt x="75796" y="181982"/>
                  <a:pt x="75692" y="181088"/>
                  <a:pt x="75692" y="180058"/>
                </a:cubicBezTo>
                <a:cubicBezTo>
                  <a:pt x="75692" y="179166"/>
                  <a:pt x="75727" y="178377"/>
                  <a:pt x="75796" y="177691"/>
                </a:cubicBezTo>
                <a:cubicBezTo>
                  <a:pt x="75866" y="177003"/>
                  <a:pt x="76005" y="176384"/>
                  <a:pt x="76213" y="175835"/>
                </a:cubicBezTo>
                <a:cubicBezTo>
                  <a:pt x="76422" y="175286"/>
                  <a:pt x="76700" y="174736"/>
                  <a:pt x="77047" y="174187"/>
                </a:cubicBezTo>
                <a:cubicBezTo>
                  <a:pt x="77395" y="173637"/>
                  <a:pt x="77847" y="173054"/>
                  <a:pt x="78403" y="172436"/>
                </a:cubicBezTo>
                <a:lnTo>
                  <a:pt x="106032" y="143784"/>
                </a:lnTo>
                <a:cubicBezTo>
                  <a:pt x="112913" y="136704"/>
                  <a:pt x="118386" y="130373"/>
                  <a:pt x="122452" y="124792"/>
                </a:cubicBezTo>
                <a:cubicBezTo>
                  <a:pt x="126518" y="119210"/>
                  <a:pt x="129629" y="114173"/>
                  <a:pt x="131784" y="109680"/>
                </a:cubicBezTo>
                <a:cubicBezTo>
                  <a:pt x="133938" y="105187"/>
                  <a:pt x="135346" y="101102"/>
                  <a:pt x="136006" y="97427"/>
                </a:cubicBezTo>
                <a:cubicBezTo>
                  <a:pt x="136666" y="93749"/>
                  <a:pt x="136996" y="90277"/>
                  <a:pt x="136996" y="87010"/>
                </a:cubicBezTo>
                <a:cubicBezTo>
                  <a:pt x="136996" y="83735"/>
                  <a:pt x="136458" y="80614"/>
                  <a:pt x="135380" y="77648"/>
                </a:cubicBezTo>
                <a:cubicBezTo>
                  <a:pt x="134303" y="74680"/>
                  <a:pt x="132722" y="72087"/>
                  <a:pt x="130637" y="69870"/>
                </a:cubicBezTo>
                <a:cubicBezTo>
                  <a:pt x="128551" y="67653"/>
                  <a:pt x="125962" y="65881"/>
                  <a:pt x="122869" y="64552"/>
                </a:cubicBezTo>
                <a:cubicBezTo>
                  <a:pt x="119776" y="63221"/>
                  <a:pt x="116214" y="62555"/>
                  <a:pt x="112183" y="62555"/>
                </a:cubicBezTo>
                <a:cubicBezTo>
                  <a:pt x="107804" y="62555"/>
                  <a:pt x="103877" y="63146"/>
                  <a:pt x="100402" y="64328"/>
                </a:cubicBezTo>
                <a:cubicBezTo>
                  <a:pt x="96926" y="65510"/>
                  <a:pt x="93885" y="66827"/>
                  <a:pt x="91279" y="68279"/>
                </a:cubicBezTo>
                <a:cubicBezTo>
                  <a:pt x="88672" y="69732"/>
                  <a:pt x="86500" y="71049"/>
                  <a:pt x="84763" y="72231"/>
                </a:cubicBezTo>
                <a:cubicBezTo>
                  <a:pt x="83025" y="73413"/>
                  <a:pt x="81739" y="74004"/>
                  <a:pt x="80905" y="74004"/>
                </a:cubicBezTo>
                <a:cubicBezTo>
                  <a:pt x="80488" y="74004"/>
                  <a:pt x="80106" y="73902"/>
                  <a:pt x="79758" y="73700"/>
                </a:cubicBezTo>
                <a:cubicBezTo>
                  <a:pt x="79411" y="73496"/>
                  <a:pt x="79115" y="73173"/>
                  <a:pt x="78872" y="72732"/>
                </a:cubicBezTo>
                <a:cubicBezTo>
                  <a:pt x="78629" y="72291"/>
                  <a:pt x="78455" y="71732"/>
                  <a:pt x="78351" y="71055"/>
                </a:cubicBezTo>
                <a:cubicBezTo>
                  <a:pt x="78246" y="70376"/>
                  <a:pt x="78194" y="69596"/>
                  <a:pt x="78194" y="68714"/>
                </a:cubicBezTo>
                <a:cubicBezTo>
                  <a:pt x="78194" y="67898"/>
                  <a:pt x="78229" y="67220"/>
                  <a:pt x="78299" y="66679"/>
                </a:cubicBezTo>
                <a:cubicBezTo>
                  <a:pt x="78368" y="66136"/>
                  <a:pt x="78472" y="65644"/>
                  <a:pt x="78611" y="65203"/>
                </a:cubicBezTo>
                <a:cubicBezTo>
                  <a:pt x="78750" y="64763"/>
                  <a:pt x="78942" y="64339"/>
                  <a:pt x="79185" y="63932"/>
                </a:cubicBezTo>
                <a:cubicBezTo>
                  <a:pt x="79428" y="63523"/>
                  <a:pt x="79949" y="62980"/>
                  <a:pt x="80749" y="62303"/>
                </a:cubicBezTo>
                <a:cubicBezTo>
                  <a:pt x="81548" y="61624"/>
                  <a:pt x="82903" y="60708"/>
                  <a:pt x="84815" y="59556"/>
                </a:cubicBezTo>
                <a:cubicBezTo>
                  <a:pt x="86726" y="58402"/>
                  <a:pt x="89142" y="57232"/>
                  <a:pt x="92061" y="56046"/>
                </a:cubicBezTo>
                <a:cubicBezTo>
                  <a:pt x="94980" y="54857"/>
                  <a:pt x="98212" y="53840"/>
                  <a:pt x="101757" y="52992"/>
                </a:cubicBezTo>
                <a:cubicBezTo>
                  <a:pt x="105302" y="52144"/>
                  <a:pt x="108986" y="51721"/>
                  <a:pt x="112808" y="51721"/>
                </a:cubicBezTo>
                <a:cubicBezTo>
                  <a:pt x="119133" y="51721"/>
                  <a:pt x="124642" y="52642"/>
                  <a:pt x="129333" y="54484"/>
                </a:cubicBezTo>
                <a:cubicBezTo>
                  <a:pt x="134025" y="56324"/>
                  <a:pt x="137935" y="58812"/>
                  <a:pt x="141063" y="61949"/>
                </a:cubicBezTo>
                <a:cubicBezTo>
                  <a:pt x="144190" y="65085"/>
                  <a:pt x="146519" y="68717"/>
                  <a:pt x="148048" y="72844"/>
                </a:cubicBezTo>
                <a:cubicBezTo>
                  <a:pt x="149577" y="76969"/>
                  <a:pt x="150342" y="81316"/>
                  <a:pt x="150342" y="85886"/>
                </a:cubicBezTo>
                <a:cubicBezTo>
                  <a:pt x="150342" y="90107"/>
                  <a:pt x="149977" y="94311"/>
                  <a:pt x="149247" y="98500"/>
                </a:cubicBezTo>
                <a:cubicBezTo>
                  <a:pt x="148517" y="102687"/>
                  <a:pt x="146953" y="107248"/>
                  <a:pt x="144555" y="112184"/>
                </a:cubicBezTo>
                <a:cubicBezTo>
                  <a:pt x="142157" y="117120"/>
                  <a:pt x="138682" y="122584"/>
                  <a:pt x="134129" y="128577"/>
                </a:cubicBezTo>
                <a:cubicBezTo>
                  <a:pt x="129577" y="134569"/>
                  <a:pt x="123512" y="141480"/>
                  <a:pt x="115936" y="149310"/>
                </a:cubicBezTo>
                <a:lnTo>
                  <a:pt x="91331" y="174583"/>
                </a:lnTo>
                <a:lnTo>
                  <a:pt x="153052" y="174583"/>
                </a:lnTo>
                <a:cubicBezTo>
                  <a:pt x="153608" y="174583"/>
                  <a:pt x="154130" y="174703"/>
                  <a:pt x="154616" y="174944"/>
                </a:cubicBezTo>
                <a:cubicBezTo>
                  <a:pt x="155103" y="175184"/>
                  <a:pt x="155520" y="175545"/>
                  <a:pt x="155867" y="176027"/>
                </a:cubicBezTo>
                <a:cubicBezTo>
                  <a:pt x="156215" y="176508"/>
                  <a:pt x="156476" y="177093"/>
                  <a:pt x="156649" y="177780"/>
                </a:cubicBezTo>
                <a:cubicBezTo>
                  <a:pt x="156823" y="178468"/>
                  <a:pt x="156910" y="179225"/>
                  <a:pt x="156910" y="1800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②">
            <a:extLst xmlns:a="http://schemas.openxmlformats.org/drawingml/2006/main">
              <a:ext uri="{FF2B5EF4-FFF2-40B4-BE49-F238E27FC236}">
                <a16:creationId xmlns:a16="http://schemas.microsoft.com/office/drawing/2014/main" id="{A67B8B24-1CFE-446F-A03C-69C7C3BE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800" y="109004"/>
            <a:ext cx="232498" cy="241431"/>
          </a:xfrm>
          <a:custGeom xmlns:a="http://schemas.openxmlformats.org/drawingml/2006/main">
            <a:pathLst>
              <a:path w="232498" h="241431" fill="none">
                <a:moveTo>
                  <a:pt x="116249" y="231823"/>
                </a:moveTo>
                <a:cubicBezTo>
                  <a:pt x="135294" y="231823"/>
                  <a:pt x="151471" y="229304"/>
                  <a:pt x="164782" y="224266"/>
                </a:cubicBezTo>
                <a:cubicBezTo>
                  <a:pt x="178092" y="219227"/>
                  <a:pt x="188935" y="211959"/>
                  <a:pt x="197310" y="202462"/>
                </a:cubicBezTo>
                <a:cubicBezTo>
                  <a:pt x="205686" y="192967"/>
                  <a:pt x="211768" y="181343"/>
                  <a:pt x="215556" y="167591"/>
                </a:cubicBezTo>
                <a:cubicBezTo>
                  <a:pt x="219344" y="153837"/>
                  <a:pt x="221238" y="138211"/>
                  <a:pt x="221238" y="120716"/>
                </a:cubicBezTo>
                <a:cubicBezTo>
                  <a:pt x="221238" y="102947"/>
                  <a:pt x="219309" y="87170"/>
                  <a:pt x="215451" y="73384"/>
                </a:cubicBezTo>
                <a:cubicBezTo>
                  <a:pt x="211594" y="59598"/>
                  <a:pt x="205477" y="47990"/>
                  <a:pt x="197102" y="38561"/>
                </a:cubicBezTo>
                <a:cubicBezTo>
                  <a:pt x="188726" y="29131"/>
                  <a:pt x="177883" y="21948"/>
                  <a:pt x="164573" y="17012"/>
                </a:cubicBezTo>
                <a:cubicBezTo>
                  <a:pt x="151263" y="12076"/>
                  <a:pt x="135155" y="9608"/>
                  <a:pt x="116249" y="9608"/>
                </a:cubicBezTo>
                <a:cubicBezTo>
                  <a:pt x="97204" y="9608"/>
                  <a:pt x="81027" y="12127"/>
                  <a:pt x="67716" y="17166"/>
                </a:cubicBezTo>
                <a:cubicBezTo>
                  <a:pt x="54406" y="22204"/>
                  <a:pt x="43563" y="29472"/>
                  <a:pt x="35187" y="38969"/>
                </a:cubicBezTo>
                <a:cubicBezTo>
                  <a:pt x="26812" y="48465"/>
                  <a:pt x="20730" y="60107"/>
                  <a:pt x="16942" y="73895"/>
                </a:cubicBezTo>
                <a:cubicBezTo>
                  <a:pt x="13154" y="87681"/>
                  <a:pt x="11260" y="103288"/>
                  <a:pt x="11260" y="120716"/>
                </a:cubicBezTo>
                <a:cubicBezTo>
                  <a:pt x="11260" y="138484"/>
                  <a:pt x="13171" y="154261"/>
                  <a:pt x="16994" y="168048"/>
                </a:cubicBezTo>
                <a:cubicBezTo>
                  <a:pt x="20817" y="181834"/>
                  <a:pt x="26934" y="193442"/>
                  <a:pt x="35344" y="202871"/>
                </a:cubicBezTo>
                <a:cubicBezTo>
                  <a:pt x="43754" y="212300"/>
                  <a:pt x="54614" y="219483"/>
                  <a:pt x="67925" y="224419"/>
                </a:cubicBezTo>
                <a:cubicBezTo>
                  <a:pt x="81235" y="229355"/>
                  <a:pt x="97343" y="231823"/>
                  <a:pt x="116249" y="231823"/>
                </a:cubicBezTo>
                <a:moveTo>
                  <a:pt x="232498" y="119489"/>
                </a:moveTo>
                <a:cubicBezTo>
                  <a:pt x="232498" y="139728"/>
                  <a:pt x="230135" y="157479"/>
                  <a:pt x="225408" y="172743"/>
                </a:cubicBezTo>
                <a:cubicBezTo>
                  <a:pt x="220682" y="188007"/>
                  <a:pt x="213471" y="200716"/>
                  <a:pt x="203774" y="210869"/>
                </a:cubicBezTo>
                <a:cubicBezTo>
                  <a:pt x="194078" y="221023"/>
                  <a:pt x="181845" y="228655"/>
                  <a:pt x="167075" y="233765"/>
                </a:cubicBezTo>
                <a:cubicBezTo>
                  <a:pt x="152305" y="238876"/>
                  <a:pt x="134911" y="241431"/>
                  <a:pt x="114894" y="241431"/>
                </a:cubicBezTo>
                <a:cubicBezTo>
                  <a:pt x="95084" y="241431"/>
                  <a:pt x="77968" y="238791"/>
                  <a:pt x="63546" y="233510"/>
                </a:cubicBezTo>
                <a:cubicBezTo>
                  <a:pt x="49123" y="228229"/>
                  <a:pt x="37203" y="220511"/>
                  <a:pt x="27785" y="210358"/>
                </a:cubicBezTo>
                <a:cubicBezTo>
                  <a:pt x="18367" y="200205"/>
                  <a:pt x="11382" y="187718"/>
                  <a:pt x="6829" y="172896"/>
                </a:cubicBezTo>
                <a:cubicBezTo>
                  <a:pt x="2276" y="158075"/>
                  <a:pt x="0" y="141091"/>
                  <a:pt x="0" y="121942"/>
                </a:cubicBezTo>
                <a:cubicBezTo>
                  <a:pt x="0" y="101704"/>
                  <a:pt x="2363" y="83952"/>
                  <a:pt x="7090" y="68688"/>
                </a:cubicBezTo>
                <a:cubicBezTo>
                  <a:pt x="11816" y="53424"/>
                  <a:pt x="19027" y="40716"/>
                  <a:pt x="28723" y="30562"/>
                </a:cubicBezTo>
                <a:cubicBezTo>
                  <a:pt x="38419" y="20409"/>
                  <a:pt x="50653" y="12777"/>
                  <a:pt x="65423" y="7666"/>
                </a:cubicBezTo>
                <a:cubicBezTo>
                  <a:pt x="80193" y="2555"/>
                  <a:pt x="97587" y="0"/>
                  <a:pt x="117604" y="0"/>
                </a:cubicBezTo>
                <a:cubicBezTo>
                  <a:pt x="137414" y="0"/>
                  <a:pt x="154529" y="2641"/>
                  <a:pt x="168952" y="7922"/>
                </a:cubicBezTo>
                <a:cubicBezTo>
                  <a:pt x="183374" y="13203"/>
                  <a:pt x="195295" y="20920"/>
                  <a:pt x="204713" y="31073"/>
                </a:cubicBezTo>
                <a:cubicBezTo>
                  <a:pt x="214131" y="41227"/>
                  <a:pt x="221116" y="53731"/>
                  <a:pt x="225669" y="68586"/>
                </a:cubicBezTo>
                <a:cubicBezTo>
                  <a:pt x="230221" y="83441"/>
                  <a:pt x="232498" y="100409"/>
                  <a:pt x="232498" y="119489"/>
                </a:cubicBezTo>
                <a:moveTo>
                  <a:pt x="156910" y="180051"/>
                </a:moveTo>
                <a:cubicBezTo>
                  <a:pt x="156910" y="180876"/>
                  <a:pt x="156823" y="181649"/>
                  <a:pt x="156649" y="182370"/>
                </a:cubicBezTo>
                <a:cubicBezTo>
                  <a:pt x="156476" y="183092"/>
                  <a:pt x="156232" y="183712"/>
                  <a:pt x="155919" y="184229"/>
                </a:cubicBezTo>
                <a:cubicBezTo>
                  <a:pt x="155607" y="184745"/>
                  <a:pt x="155207" y="185140"/>
                  <a:pt x="154721" y="185414"/>
                </a:cubicBezTo>
                <a:cubicBezTo>
                  <a:pt x="154234" y="185689"/>
                  <a:pt x="153678" y="185827"/>
                  <a:pt x="153052" y="185827"/>
                </a:cubicBezTo>
                <a:lnTo>
                  <a:pt x="80175" y="185827"/>
                </a:lnTo>
                <a:cubicBezTo>
                  <a:pt x="79550" y="185827"/>
                  <a:pt x="78959" y="185724"/>
                  <a:pt x="78403" y="185520"/>
                </a:cubicBezTo>
                <a:cubicBezTo>
                  <a:pt x="77847" y="185313"/>
                  <a:pt x="77360" y="184986"/>
                  <a:pt x="76943" y="184539"/>
                </a:cubicBezTo>
                <a:cubicBezTo>
                  <a:pt x="76526" y="184092"/>
                  <a:pt x="76213" y="183492"/>
                  <a:pt x="76005" y="182738"/>
                </a:cubicBezTo>
                <a:cubicBezTo>
                  <a:pt x="75796" y="181982"/>
                  <a:pt x="75692" y="181088"/>
                  <a:pt x="75692" y="180058"/>
                </a:cubicBezTo>
                <a:cubicBezTo>
                  <a:pt x="75692" y="179166"/>
                  <a:pt x="75727" y="178377"/>
                  <a:pt x="75796" y="177691"/>
                </a:cubicBezTo>
                <a:cubicBezTo>
                  <a:pt x="75866" y="177003"/>
                  <a:pt x="76005" y="176384"/>
                  <a:pt x="76213" y="175835"/>
                </a:cubicBezTo>
                <a:cubicBezTo>
                  <a:pt x="76422" y="175286"/>
                  <a:pt x="76700" y="174736"/>
                  <a:pt x="77047" y="174187"/>
                </a:cubicBezTo>
                <a:cubicBezTo>
                  <a:pt x="77395" y="173637"/>
                  <a:pt x="77847" y="173054"/>
                  <a:pt x="78403" y="172436"/>
                </a:cubicBezTo>
                <a:lnTo>
                  <a:pt x="106032" y="143784"/>
                </a:lnTo>
                <a:cubicBezTo>
                  <a:pt x="112913" y="136704"/>
                  <a:pt x="118386" y="130373"/>
                  <a:pt x="122452" y="124792"/>
                </a:cubicBezTo>
                <a:cubicBezTo>
                  <a:pt x="126518" y="119210"/>
                  <a:pt x="129629" y="114173"/>
                  <a:pt x="131784" y="109680"/>
                </a:cubicBezTo>
                <a:cubicBezTo>
                  <a:pt x="133938" y="105187"/>
                  <a:pt x="135346" y="101102"/>
                  <a:pt x="136006" y="97427"/>
                </a:cubicBezTo>
                <a:cubicBezTo>
                  <a:pt x="136666" y="93749"/>
                  <a:pt x="136996" y="90277"/>
                  <a:pt x="136996" y="87010"/>
                </a:cubicBezTo>
                <a:cubicBezTo>
                  <a:pt x="136996" y="83735"/>
                  <a:pt x="136458" y="80614"/>
                  <a:pt x="135380" y="77648"/>
                </a:cubicBezTo>
                <a:cubicBezTo>
                  <a:pt x="134303" y="74680"/>
                  <a:pt x="132722" y="72087"/>
                  <a:pt x="130637" y="69870"/>
                </a:cubicBezTo>
                <a:cubicBezTo>
                  <a:pt x="128551" y="67653"/>
                  <a:pt x="125962" y="65881"/>
                  <a:pt x="122869" y="64552"/>
                </a:cubicBezTo>
                <a:cubicBezTo>
                  <a:pt x="119776" y="63221"/>
                  <a:pt x="116214" y="62555"/>
                  <a:pt x="112183" y="62555"/>
                </a:cubicBezTo>
                <a:cubicBezTo>
                  <a:pt x="107804" y="62555"/>
                  <a:pt x="103877" y="63146"/>
                  <a:pt x="100402" y="64328"/>
                </a:cubicBezTo>
                <a:cubicBezTo>
                  <a:pt x="96926" y="65510"/>
                  <a:pt x="93885" y="66827"/>
                  <a:pt x="91279" y="68279"/>
                </a:cubicBezTo>
                <a:cubicBezTo>
                  <a:pt x="88672" y="69732"/>
                  <a:pt x="86500" y="71049"/>
                  <a:pt x="84763" y="72231"/>
                </a:cubicBezTo>
                <a:cubicBezTo>
                  <a:pt x="83025" y="73413"/>
                  <a:pt x="81739" y="74004"/>
                  <a:pt x="80905" y="74004"/>
                </a:cubicBezTo>
                <a:cubicBezTo>
                  <a:pt x="80488" y="74004"/>
                  <a:pt x="80106" y="73902"/>
                  <a:pt x="79758" y="73700"/>
                </a:cubicBezTo>
                <a:cubicBezTo>
                  <a:pt x="79411" y="73496"/>
                  <a:pt x="79115" y="73173"/>
                  <a:pt x="78872" y="72732"/>
                </a:cubicBezTo>
                <a:cubicBezTo>
                  <a:pt x="78629" y="72291"/>
                  <a:pt x="78455" y="71732"/>
                  <a:pt x="78351" y="71055"/>
                </a:cubicBezTo>
                <a:cubicBezTo>
                  <a:pt x="78246" y="70376"/>
                  <a:pt x="78194" y="69596"/>
                  <a:pt x="78194" y="68714"/>
                </a:cubicBezTo>
                <a:cubicBezTo>
                  <a:pt x="78194" y="67898"/>
                  <a:pt x="78229" y="67220"/>
                  <a:pt x="78299" y="66679"/>
                </a:cubicBezTo>
                <a:cubicBezTo>
                  <a:pt x="78368" y="66136"/>
                  <a:pt x="78472" y="65644"/>
                  <a:pt x="78611" y="65203"/>
                </a:cubicBezTo>
                <a:cubicBezTo>
                  <a:pt x="78750" y="64763"/>
                  <a:pt x="78942" y="64339"/>
                  <a:pt x="79185" y="63932"/>
                </a:cubicBezTo>
                <a:cubicBezTo>
                  <a:pt x="79428" y="63523"/>
                  <a:pt x="79949" y="62980"/>
                  <a:pt x="80749" y="62303"/>
                </a:cubicBezTo>
                <a:cubicBezTo>
                  <a:pt x="81548" y="61624"/>
                  <a:pt x="82903" y="60708"/>
                  <a:pt x="84815" y="59556"/>
                </a:cubicBezTo>
                <a:cubicBezTo>
                  <a:pt x="86726" y="58402"/>
                  <a:pt x="89142" y="57232"/>
                  <a:pt x="92061" y="56046"/>
                </a:cubicBezTo>
                <a:cubicBezTo>
                  <a:pt x="94980" y="54857"/>
                  <a:pt x="98212" y="53840"/>
                  <a:pt x="101757" y="52992"/>
                </a:cubicBezTo>
                <a:cubicBezTo>
                  <a:pt x="105302" y="52144"/>
                  <a:pt x="108986" y="51721"/>
                  <a:pt x="112808" y="51721"/>
                </a:cubicBezTo>
                <a:cubicBezTo>
                  <a:pt x="119133" y="51721"/>
                  <a:pt x="124642" y="52642"/>
                  <a:pt x="129333" y="54484"/>
                </a:cubicBezTo>
                <a:cubicBezTo>
                  <a:pt x="134025" y="56324"/>
                  <a:pt x="137935" y="58812"/>
                  <a:pt x="141063" y="61949"/>
                </a:cubicBezTo>
                <a:cubicBezTo>
                  <a:pt x="144190" y="65085"/>
                  <a:pt x="146519" y="68717"/>
                  <a:pt x="148048" y="72844"/>
                </a:cubicBezTo>
                <a:cubicBezTo>
                  <a:pt x="149577" y="76969"/>
                  <a:pt x="150342" y="81316"/>
                  <a:pt x="150342" y="85886"/>
                </a:cubicBezTo>
                <a:cubicBezTo>
                  <a:pt x="150342" y="90107"/>
                  <a:pt x="149977" y="94311"/>
                  <a:pt x="149247" y="98500"/>
                </a:cubicBezTo>
                <a:cubicBezTo>
                  <a:pt x="148517" y="102687"/>
                  <a:pt x="146953" y="107248"/>
                  <a:pt x="144555" y="112184"/>
                </a:cubicBezTo>
                <a:cubicBezTo>
                  <a:pt x="142157" y="117120"/>
                  <a:pt x="138682" y="122584"/>
                  <a:pt x="134129" y="128577"/>
                </a:cubicBezTo>
                <a:cubicBezTo>
                  <a:pt x="129577" y="134569"/>
                  <a:pt x="123512" y="141480"/>
                  <a:pt x="115936" y="149310"/>
                </a:cubicBezTo>
                <a:lnTo>
                  <a:pt x="91331" y="174583"/>
                </a:lnTo>
                <a:lnTo>
                  <a:pt x="153052" y="174583"/>
                </a:lnTo>
                <a:cubicBezTo>
                  <a:pt x="153608" y="174583"/>
                  <a:pt x="154130" y="174703"/>
                  <a:pt x="154616" y="174944"/>
                </a:cubicBezTo>
                <a:cubicBezTo>
                  <a:pt x="155103" y="175184"/>
                  <a:pt x="155520" y="175545"/>
                  <a:pt x="155867" y="176027"/>
                </a:cubicBezTo>
                <a:cubicBezTo>
                  <a:pt x="156215" y="176508"/>
                  <a:pt x="156476" y="177093"/>
                  <a:pt x="156649" y="177780"/>
                </a:cubicBezTo>
                <a:cubicBezTo>
                  <a:pt x="156823" y="178468"/>
                  <a:pt x="156910" y="179225"/>
                  <a:pt x="156910" y="18005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437" cap="flat">
            <a:solidFill>
              <a:srgbClr val="000000"/>
            </a:solidFill>
            <a:miter/>
          </a:ln>
        </p:spPr>
      </p:sp>
      <p:sp>
        <p:nvSpPr>
          <p:cNvPr id="60" name="Text :Solvinginnermaxtooptimizeadaptiveattack">
            <a:extLst xmlns:a="http://schemas.openxmlformats.org/drawingml/2006/main">
              <a:ext uri="{FF2B5EF4-FFF2-40B4-BE49-F238E27FC236}">
                <a16:creationId xmlns:a16="http://schemas.microsoft.com/office/drawing/2014/main" id="{C3D33A64-380B-4B2B-877E-6A9009DB7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379" y="157045"/>
            <a:ext cx="3952566" cy="179898"/>
          </a:xfrm>
          <a:custGeom xmlns:a="http://schemas.openxmlformats.org/drawingml/2006/main">
            <a:pathLst>
              <a:path w="3952566" h="179898">
                <a:moveTo>
                  <a:pt x="17828" y="60000"/>
                </a:moveTo>
                <a:cubicBezTo>
                  <a:pt x="17828" y="61840"/>
                  <a:pt x="17707" y="63390"/>
                  <a:pt x="17463" y="64651"/>
                </a:cubicBezTo>
                <a:cubicBezTo>
                  <a:pt x="17220" y="65912"/>
                  <a:pt x="16751" y="66917"/>
                  <a:pt x="16056" y="67666"/>
                </a:cubicBezTo>
                <a:cubicBezTo>
                  <a:pt x="15361" y="68416"/>
                  <a:pt x="14440" y="68944"/>
                  <a:pt x="13293" y="69251"/>
                </a:cubicBezTo>
                <a:cubicBezTo>
                  <a:pt x="12146" y="69557"/>
                  <a:pt x="10669" y="69711"/>
                  <a:pt x="8862" y="69711"/>
                </a:cubicBezTo>
                <a:cubicBezTo>
                  <a:pt x="7055" y="69711"/>
                  <a:pt x="5595" y="69557"/>
                  <a:pt x="4483" y="69251"/>
                </a:cubicBezTo>
                <a:cubicBezTo>
                  <a:pt x="3371" y="68944"/>
                  <a:pt x="2467" y="68416"/>
                  <a:pt x="1772" y="67666"/>
                </a:cubicBezTo>
                <a:cubicBezTo>
                  <a:pt x="1077" y="66917"/>
                  <a:pt x="608" y="65912"/>
                  <a:pt x="365" y="64651"/>
                </a:cubicBezTo>
                <a:cubicBezTo>
                  <a:pt x="122" y="63390"/>
                  <a:pt x="0" y="61840"/>
                  <a:pt x="0" y="60000"/>
                </a:cubicBezTo>
                <a:cubicBezTo>
                  <a:pt x="0" y="58024"/>
                  <a:pt x="122" y="56406"/>
                  <a:pt x="365" y="55145"/>
                </a:cubicBezTo>
                <a:cubicBezTo>
                  <a:pt x="608" y="53884"/>
                  <a:pt x="1077" y="52879"/>
                  <a:pt x="1772" y="52130"/>
                </a:cubicBezTo>
                <a:cubicBezTo>
                  <a:pt x="2467" y="51380"/>
                  <a:pt x="3371" y="50852"/>
                  <a:pt x="4483" y="50545"/>
                </a:cubicBezTo>
                <a:cubicBezTo>
                  <a:pt x="5595" y="50239"/>
                  <a:pt x="7055" y="50085"/>
                  <a:pt x="8862" y="50085"/>
                </a:cubicBezTo>
                <a:cubicBezTo>
                  <a:pt x="10669" y="50085"/>
                  <a:pt x="12146" y="50239"/>
                  <a:pt x="13293" y="50545"/>
                </a:cubicBezTo>
                <a:cubicBezTo>
                  <a:pt x="14440" y="50852"/>
                  <a:pt x="15361" y="51380"/>
                  <a:pt x="16056" y="52130"/>
                </a:cubicBezTo>
                <a:cubicBezTo>
                  <a:pt x="16751" y="52879"/>
                  <a:pt x="17220" y="53884"/>
                  <a:pt x="17463" y="55145"/>
                </a:cubicBezTo>
                <a:cubicBezTo>
                  <a:pt x="17707" y="56406"/>
                  <a:pt x="17828" y="58024"/>
                  <a:pt x="17828" y="60000"/>
                </a:cubicBezTo>
                <a:moveTo>
                  <a:pt x="17828" y="133493"/>
                </a:moveTo>
                <a:cubicBezTo>
                  <a:pt x="17828" y="135401"/>
                  <a:pt x="17707" y="136985"/>
                  <a:pt x="17463" y="138246"/>
                </a:cubicBezTo>
                <a:cubicBezTo>
                  <a:pt x="17220" y="139506"/>
                  <a:pt x="16751" y="140511"/>
                  <a:pt x="16056" y="141261"/>
                </a:cubicBezTo>
                <a:cubicBezTo>
                  <a:pt x="15361" y="142010"/>
                  <a:pt x="14440" y="142539"/>
                  <a:pt x="13293" y="142845"/>
                </a:cubicBezTo>
                <a:cubicBezTo>
                  <a:pt x="12146" y="143152"/>
                  <a:pt x="10669" y="143305"/>
                  <a:pt x="8862" y="143305"/>
                </a:cubicBezTo>
                <a:cubicBezTo>
                  <a:pt x="7055" y="143305"/>
                  <a:pt x="5595" y="143152"/>
                  <a:pt x="4483" y="142845"/>
                </a:cubicBezTo>
                <a:cubicBezTo>
                  <a:pt x="3371" y="142539"/>
                  <a:pt x="2467" y="142010"/>
                  <a:pt x="1772" y="141261"/>
                </a:cubicBezTo>
                <a:cubicBezTo>
                  <a:pt x="1077" y="140511"/>
                  <a:pt x="608" y="139506"/>
                  <a:pt x="365" y="138246"/>
                </a:cubicBezTo>
                <a:cubicBezTo>
                  <a:pt x="122" y="136985"/>
                  <a:pt x="0" y="135401"/>
                  <a:pt x="0" y="133493"/>
                </a:cubicBezTo>
                <a:cubicBezTo>
                  <a:pt x="0" y="131585"/>
                  <a:pt x="122" y="129983"/>
                  <a:pt x="365" y="128688"/>
                </a:cubicBezTo>
                <a:cubicBezTo>
                  <a:pt x="608" y="127394"/>
                  <a:pt x="1077" y="126389"/>
                  <a:pt x="1772" y="125673"/>
                </a:cubicBezTo>
                <a:cubicBezTo>
                  <a:pt x="2467" y="124958"/>
                  <a:pt x="3371" y="124447"/>
                  <a:pt x="4483" y="124140"/>
                </a:cubicBezTo>
                <a:cubicBezTo>
                  <a:pt x="5595" y="123833"/>
                  <a:pt x="7055" y="123680"/>
                  <a:pt x="8862" y="123680"/>
                </a:cubicBezTo>
                <a:cubicBezTo>
                  <a:pt x="10669" y="123680"/>
                  <a:pt x="12146" y="123833"/>
                  <a:pt x="13293" y="124140"/>
                </a:cubicBezTo>
                <a:cubicBezTo>
                  <a:pt x="14440" y="124447"/>
                  <a:pt x="15361" y="124958"/>
                  <a:pt x="16056" y="125673"/>
                </a:cubicBezTo>
                <a:cubicBezTo>
                  <a:pt x="16751" y="126389"/>
                  <a:pt x="17220" y="127394"/>
                  <a:pt x="17463" y="128688"/>
                </a:cubicBezTo>
                <a:cubicBezTo>
                  <a:pt x="17707" y="129983"/>
                  <a:pt x="17828" y="131585"/>
                  <a:pt x="17828" y="133493"/>
                </a:cubicBezTo>
                <a:close/>
                <a:moveTo>
                  <a:pt x="169810" y="106767"/>
                </a:moveTo>
                <a:cubicBezTo>
                  <a:pt x="169810" y="112635"/>
                  <a:pt x="168732" y="117890"/>
                  <a:pt x="166578" y="122530"/>
                </a:cubicBezTo>
                <a:cubicBezTo>
                  <a:pt x="164423" y="127168"/>
                  <a:pt x="161400" y="131108"/>
                  <a:pt x="157507" y="134349"/>
                </a:cubicBezTo>
                <a:cubicBezTo>
                  <a:pt x="153615" y="137590"/>
                  <a:pt x="148993" y="140063"/>
                  <a:pt x="143641" y="141769"/>
                </a:cubicBezTo>
                <a:cubicBezTo>
                  <a:pt x="138289" y="143474"/>
                  <a:pt x="132450" y="144327"/>
                  <a:pt x="126125" y="144327"/>
                </a:cubicBezTo>
                <a:cubicBezTo>
                  <a:pt x="121816" y="144327"/>
                  <a:pt x="117750" y="143931"/>
                  <a:pt x="113927" y="143139"/>
                </a:cubicBezTo>
                <a:cubicBezTo>
                  <a:pt x="110104" y="142349"/>
                  <a:pt x="106698" y="141405"/>
                  <a:pt x="103710" y="140306"/>
                </a:cubicBezTo>
                <a:cubicBezTo>
                  <a:pt x="100721" y="139205"/>
                  <a:pt x="98201" y="138088"/>
                  <a:pt x="96151" y="136955"/>
                </a:cubicBezTo>
                <a:cubicBezTo>
                  <a:pt x="94100" y="135820"/>
                  <a:pt x="92693" y="134858"/>
                  <a:pt x="91928" y="134068"/>
                </a:cubicBezTo>
                <a:cubicBezTo>
                  <a:pt x="91164" y="133275"/>
                  <a:pt x="90608" y="132351"/>
                  <a:pt x="90260" y="131295"/>
                </a:cubicBezTo>
                <a:cubicBezTo>
                  <a:pt x="89913" y="130239"/>
                  <a:pt x="89739" y="128927"/>
                  <a:pt x="89739" y="127360"/>
                </a:cubicBezTo>
                <a:cubicBezTo>
                  <a:pt x="89739" y="126201"/>
                  <a:pt x="89808" y="125247"/>
                  <a:pt x="89947" y="124498"/>
                </a:cubicBezTo>
                <a:cubicBezTo>
                  <a:pt x="90086" y="123748"/>
                  <a:pt x="90277" y="123135"/>
                  <a:pt x="90521" y="122658"/>
                </a:cubicBezTo>
                <a:cubicBezTo>
                  <a:pt x="90764" y="122181"/>
                  <a:pt x="91077" y="121857"/>
                  <a:pt x="91459" y="121687"/>
                </a:cubicBezTo>
                <a:cubicBezTo>
                  <a:pt x="91841" y="121516"/>
                  <a:pt x="92241" y="121431"/>
                  <a:pt x="92658" y="121431"/>
                </a:cubicBezTo>
                <a:cubicBezTo>
                  <a:pt x="93631" y="121431"/>
                  <a:pt x="95004" y="122033"/>
                  <a:pt x="96776" y="123236"/>
                </a:cubicBezTo>
                <a:cubicBezTo>
                  <a:pt x="98549" y="124439"/>
                  <a:pt x="100842" y="125746"/>
                  <a:pt x="103657" y="127155"/>
                </a:cubicBezTo>
                <a:cubicBezTo>
                  <a:pt x="106472" y="128565"/>
                  <a:pt x="109843" y="129871"/>
                  <a:pt x="113771" y="131075"/>
                </a:cubicBezTo>
                <a:cubicBezTo>
                  <a:pt x="117698" y="132278"/>
                  <a:pt x="122268" y="132879"/>
                  <a:pt x="127481" y="132879"/>
                </a:cubicBezTo>
                <a:cubicBezTo>
                  <a:pt x="131720" y="132879"/>
                  <a:pt x="135613" y="132316"/>
                  <a:pt x="139158" y="131190"/>
                </a:cubicBezTo>
                <a:cubicBezTo>
                  <a:pt x="142702" y="130063"/>
                  <a:pt x="145761" y="128441"/>
                  <a:pt x="148332" y="126325"/>
                </a:cubicBezTo>
                <a:cubicBezTo>
                  <a:pt x="150904" y="124206"/>
                  <a:pt x="152902" y="121593"/>
                  <a:pt x="154327" y="118486"/>
                </a:cubicBezTo>
                <a:cubicBezTo>
                  <a:pt x="155752" y="115379"/>
                  <a:pt x="156465" y="111845"/>
                  <a:pt x="156465" y="107885"/>
                </a:cubicBezTo>
                <a:cubicBezTo>
                  <a:pt x="156465" y="103790"/>
                  <a:pt x="155561" y="100275"/>
                  <a:pt x="153754" y="97340"/>
                </a:cubicBezTo>
                <a:cubicBezTo>
                  <a:pt x="151947" y="94404"/>
                  <a:pt x="149566" y="91827"/>
                  <a:pt x="146612" y="89610"/>
                </a:cubicBezTo>
                <a:cubicBezTo>
                  <a:pt x="143658" y="87392"/>
                  <a:pt x="140304" y="85378"/>
                  <a:pt x="136551" y="83570"/>
                </a:cubicBezTo>
                <a:cubicBezTo>
                  <a:pt x="132798" y="81760"/>
                  <a:pt x="128958" y="79951"/>
                  <a:pt x="125030" y="78143"/>
                </a:cubicBezTo>
                <a:cubicBezTo>
                  <a:pt x="121103" y="76333"/>
                  <a:pt x="117263" y="74371"/>
                  <a:pt x="113510" y="72256"/>
                </a:cubicBezTo>
                <a:cubicBezTo>
                  <a:pt x="109757" y="70140"/>
                  <a:pt x="106403" y="67665"/>
                  <a:pt x="103449" y="64833"/>
                </a:cubicBezTo>
                <a:cubicBezTo>
                  <a:pt x="100495" y="61999"/>
                  <a:pt x="98114" y="58670"/>
                  <a:pt x="96307" y="54848"/>
                </a:cubicBezTo>
                <a:cubicBezTo>
                  <a:pt x="94500" y="51025"/>
                  <a:pt x="93596" y="46488"/>
                  <a:pt x="93596" y="41234"/>
                </a:cubicBezTo>
                <a:cubicBezTo>
                  <a:pt x="93596" y="36117"/>
                  <a:pt x="94535" y="31529"/>
                  <a:pt x="96411" y="27470"/>
                </a:cubicBezTo>
                <a:cubicBezTo>
                  <a:pt x="98288" y="23409"/>
                  <a:pt x="100929" y="19964"/>
                  <a:pt x="104335" y="17134"/>
                </a:cubicBezTo>
                <a:cubicBezTo>
                  <a:pt x="107741" y="14302"/>
                  <a:pt x="111824" y="12135"/>
                  <a:pt x="116586" y="10634"/>
                </a:cubicBezTo>
                <a:cubicBezTo>
                  <a:pt x="121347" y="9132"/>
                  <a:pt x="126577" y="8382"/>
                  <a:pt x="132277" y="8382"/>
                </a:cubicBezTo>
                <a:cubicBezTo>
                  <a:pt x="135126" y="8382"/>
                  <a:pt x="138011" y="8651"/>
                  <a:pt x="140930" y="9190"/>
                </a:cubicBezTo>
                <a:cubicBezTo>
                  <a:pt x="143849" y="9729"/>
                  <a:pt x="146612" y="10420"/>
                  <a:pt x="149219" y="11263"/>
                </a:cubicBezTo>
                <a:cubicBezTo>
                  <a:pt x="151825" y="12106"/>
                  <a:pt x="154154" y="13051"/>
                  <a:pt x="156204" y="14096"/>
                </a:cubicBezTo>
                <a:cubicBezTo>
                  <a:pt x="158254" y="15140"/>
                  <a:pt x="159610" y="15982"/>
                  <a:pt x="160270" y="16623"/>
                </a:cubicBezTo>
                <a:cubicBezTo>
                  <a:pt x="160930" y="17262"/>
                  <a:pt x="161347" y="17736"/>
                  <a:pt x="161521" y="18047"/>
                </a:cubicBezTo>
                <a:cubicBezTo>
                  <a:pt x="161695" y="18356"/>
                  <a:pt x="161851" y="18751"/>
                  <a:pt x="161990" y="19232"/>
                </a:cubicBezTo>
                <a:cubicBezTo>
                  <a:pt x="162129" y="19714"/>
                  <a:pt x="162234" y="20281"/>
                  <a:pt x="162303" y="20935"/>
                </a:cubicBezTo>
                <a:cubicBezTo>
                  <a:pt x="162373" y="21586"/>
                  <a:pt x="162407" y="22394"/>
                  <a:pt x="162407" y="23356"/>
                </a:cubicBezTo>
                <a:cubicBezTo>
                  <a:pt x="162407" y="24250"/>
                  <a:pt x="162355" y="25059"/>
                  <a:pt x="162251" y="25780"/>
                </a:cubicBezTo>
                <a:cubicBezTo>
                  <a:pt x="162147" y="26500"/>
                  <a:pt x="161990" y="27119"/>
                  <a:pt x="161782" y="27636"/>
                </a:cubicBezTo>
                <a:cubicBezTo>
                  <a:pt x="161573" y="28152"/>
                  <a:pt x="161313" y="28547"/>
                  <a:pt x="161000" y="28821"/>
                </a:cubicBezTo>
                <a:cubicBezTo>
                  <a:pt x="160687" y="29096"/>
                  <a:pt x="160322" y="29233"/>
                  <a:pt x="159905" y="29233"/>
                </a:cubicBezTo>
                <a:cubicBezTo>
                  <a:pt x="159141" y="29233"/>
                  <a:pt x="157976" y="28739"/>
                  <a:pt x="156412" y="27751"/>
                </a:cubicBezTo>
                <a:cubicBezTo>
                  <a:pt x="154849" y="26763"/>
                  <a:pt x="152885" y="25656"/>
                  <a:pt x="150522" y="24429"/>
                </a:cubicBezTo>
                <a:cubicBezTo>
                  <a:pt x="148159" y="23203"/>
                  <a:pt x="145344" y="22095"/>
                  <a:pt x="142077" y="21107"/>
                </a:cubicBezTo>
                <a:cubicBezTo>
                  <a:pt x="138810" y="20119"/>
                  <a:pt x="135091" y="19625"/>
                  <a:pt x="130921" y="19625"/>
                </a:cubicBezTo>
                <a:cubicBezTo>
                  <a:pt x="126820" y="19625"/>
                  <a:pt x="123241" y="20171"/>
                  <a:pt x="120182" y="21264"/>
                </a:cubicBezTo>
                <a:cubicBezTo>
                  <a:pt x="117124" y="22356"/>
                  <a:pt x="114587" y="23842"/>
                  <a:pt x="112572" y="25720"/>
                </a:cubicBezTo>
                <a:cubicBezTo>
                  <a:pt x="110556" y="27598"/>
                  <a:pt x="109044" y="29801"/>
                  <a:pt x="108036" y="32329"/>
                </a:cubicBezTo>
                <a:cubicBezTo>
                  <a:pt x="107028" y="34856"/>
                  <a:pt x="106524" y="37520"/>
                  <a:pt x="106524" y="40321"/>
                </a:cubicBezTo>
                <a:cubicBezTo>
                  <a:pt x="106524" y="44416"/>
                  <a:pt x="107428" y="47931"/>
                  <a:pt x="109235" y="50868"/>
                </a:cubicBezTo>
                <a:cubicBezTo>
                  <a:pt x="111042" y="53802"/>
                  <a:pt x="113440" y="56396"/>
                  <a:pt x="116429" y="58649"/>
                </a:cubicBezTo>
                <a:cubicBezTo>
                  <a:pt x="119418" y="60900"/>
                  <a:pt x="122806" y="62930"/>
                  <a:pt x="126594" y="64740"/>
                </a:cubicBezTo>
                <a:cubicBezTo>
                  <a:pt x="130382" y="66548"/>
                  <a:pt x="134240" y="68357"/>
                  <a:pt x="138167" y="70167"/>
                </a:cubicBezTo>
                <a:cubicBezTo>
                  <a:pt x="142094" y="71975"/>
                  <a:pt x="145952" y="73920"/>
                  <a:pt x="149740" y="76003"/>
                </a:cubicBezTo>
                <a:cubicBezTo>
                  <a:pt x="153528" y="78086"/>
                  <a:pt x="156916" y="80543"/>
                  <a:pt x="159905" y="83375"/>
                </a:cubicBezTo>
                <a:cubicBezTo>
                  <a:pt x="162894" y="86208"/>
                  <a:pt x="165292" y="89518"/>
                  <a:pt x="167099" y="93306"/>
                </a:cubicBezTo>
                <a:cubicBezTo>
                  <a:pt x="168906" y="97095"/>
                  <a:pt x="169810" y="101581"/>
                  <a:pt x="169810" y="106767"/>
                </a:cubicBezTo>
                <a:close/>
                <a:moveTo>
                  <a:pt x="280083" y="93271"/>
                </a:moveTo>
                <a:cubicBezTo>
                  <a:pt x="280083" y="100637"/>
                  <a:pt x="279110" y="107424"/>
                  <a:pt x="277163" y="113631"/>
                </a:cubicBezTo>
                <a:cubicBezTo>
                  <a:pt x="275217" y="119838"/>
                  <a:pt x="272315" y="125228"/>
                  <a:pt x="268458" y="129800"/>
                </a:cubicBezTo>
                <a:cubicBezTo>
                  <a:pt x="264600" y="134370"/>
                  <a:pt x="259787" y="137934"/>
                  <a:pt x="254018" y="140491"/>
                </a:cubicBezTo>
                <a:cubicBezTo>
                  <a:pt x="248249" y="143049"/>
                  <a:pt x="241542" y="144327"/>
                  <a:pt x="233896" y="144327"/>
                </a:cubicBezTo>
                <a:cubicBezTo>
                  <a:pt x="226528" y="144327"/>
                  <a:pt x="220082" y="143185"/>
                  <a:pt x="214556" y="140900"/>
                </a:cubicBezTo>
                <a:cubicBezTo>
                  <a:pt x="209030" y="138615"/>
                  <a:pt x="204408" y="135341"/>
                  <a:pt x="200689" y="131078"/>
                </a:cubicBezTo>
                <a:cubicBezTo>
                  <a:pt x="196971" y="126815"/>
                  <a:pt x="194191" y="121647"/>
                  <a:pt x="192349" y="115576"/>
                </a:cubicBezTo>
                <a:cubicBezTo>
                  <a:pt x="190507" y="109505"/>
                  <a:pt x="189586" y="102649"/>
                  <a:pt x="189586" y="95009"/>
                </a:cubicBezTo>
                <a:cubicBezTo>
                  <a:pt x="189586" y="87643"/>
                  <a:pt x="190541" y="80856"/>
                  <a:pt x="192453" y="74649"/>
                </a:cubicBezTo>
                <a:cubicBezTo>
                  <a:pt x="194364" y="68441"/>
                  <a:pt x="197249" y="63070"/>
                  <a:pt x="201106" y="58534"/>
                </a:cubicBezTo>
                <a:cubicBezTo>
                  <a:pt x="204964" y="53996"/>
                  <a:pt x="209777" y="50465"/>
                  <a:pt x="215546" y="47942"/>
                </a:cubicBezTo>
                <a:cubicBezTo>
                  <a:pt x="221315" y="45419"/>
                  <a:pt x="228057" y="44157"/>
                  <a:pt x="235773" y="44157"/>
                </a:cubicBezTo>
                <a:cubicBezTo>
                  <a:pt x="243140" y="44157"/>
                  <a:pt x="249587" y="45282"/>
                  <a:pt x="255113" y="47533"/>
                </a:cubicBezTo>
                <a:cubicBezTo>
                  <a:pt x="260638" y="49784"/>
                  <a:pt x="265243" y="53041"/>
                  <a:pt x="268927" y="57304"/>
                </a:cubicBezTo>
                <a:cubicBezTo>
                  <a:pt x="272611" y="61567"/>
                  <a:pt x="275391" y="66735"/>
                  <a:pt x="277268" y="72806"/>
                </a:cubicBezTo>
                <a:cubicBezTo>
                  <a:pt x="279144" y="78877"/>
                  <a:pt x="280083" y="85699"/>
                  <a:pt x="280083" y="93271"/>
                </a:cubicBezTo>
                <a:moveTo>
                  <a:pt x="266946" y="94395"/>
                </a:moveTo>
                <a:cubicBezTo>
                  <a:pt x="266946" y="89142"/>
                  <a:pt x="266425" y="84127"/>
                  <a:pt x="265382" y="79351"/>
                </a:cubicBezTo>
                <a:cubicBezTo>
                  <a:pt x="264340" y="74574"/>
                  <a:pt x="262602" y="70361"/>
                  <a:pt x="260169" y="66711"/>
                </a:cubicBezTo>
                <a:cubicBezTo>
                  <a:pt x="257736" y="63061"/>
                  <a:pt x="254470" y="60162"/>
                  <a:pt x="250369" y="58013"/>
                </a:cubicBezTo>
                <a:cubicBezTo>
                  <a:pt x="246268" y="55863"/>
                  <a:pt x="241159" y="54787"/>
                  <a:pt x="235043" y="54787"/>
                </a:cubicBezTo>
                <a:cubicBezTo>
                  <a:pt x="229413" y="54787"/>
                  <a:pt x="224547" y="55776"/>
                  <a:pt x="220446" y="57755"/>
                </a:cubicBezTo>
                <a:cubicBezTo>
                  <a:pt x="216346" y="59733"/>
                  <a:pt x="212992" y="62480"/>
                  <a:pt x="210385" y="65996"/>
                </a:cubicBezTo>
                <a:cubicBezTo>
                  <a:pt x="207779" y="69509"/>
                  <a:pt x="205850" y="73654"/>
                  <a:pt x="204599" y="78431"/>
                </a:cubicBezTo>
                <a:cubicBezTo>
                  <a:pt x="203348" y="83207"/>
                  <a:pt x="202722" y="88358"/>
                  <a:pt x="202722" y="93884"/>
                </a:cubicBezTo>
                <a:cubicBezTo>
                  <a:pt x="202722" y="99206"/>
                  <a:pt x="203244" y="104272"/>
                  <a:pt x="204286" y="109082"/>
                </a:cubicBezTo>
                <a:cubicBezTo>
                  <a:pt x="205329" y="113893"/>
                  <a:pt x="207067" y="118106"/>
                  <a:pt x="209499" y="121722"/>
                </a:cubicBezTo>
                <a:cubicBezTo>
                  <a:pt x="211932" y="125338"/>
                  <a:pt x="215199" y="128204"/>
                  <a:pt x="219300" y="130321"/>
                </a:cubicBezTo>
                <a:cubicBezTo>
                  <a:pt x="223400" y="132435"/>
                  <a:pt x="228509" y="133493"/>
                  <a:pt x="234626" y="133493"/>
                </a:cubicBezTo>
                <a:cubicBezTo>
                  <a:pt x="240256" y="133493"/>
                  <a:pt x="245121" y="132503"/>
                  <a:pt x="249222" y="130525"/>
                </a:cubicBezTo>
                <a:cubicBezTo>
                  <a:pt x="253323" y="128547"/>
                  <a:pt x="256676" y="125818"/>
                  <a:pt x="259283" y="122338"/>
                </a:cubicBezTo>
                <a:cubicBezTo>
                  <a:pt x="261889" y="118857"/>
                  <a:pt x="263818" y="114729"/>
                  <a:pt x="265069" y="109954"/>
                </a:cubicBezTo>
                <a:cubicBezTo>
                  <a:pt x="266320" y="105178"/>
                  <a:pt x="266946" y="99992"/>
                  <a:pt x="266946" y="94395"/>
                </a:cubicBezTo>
                <a:close/>
                <a:moveTo>
                  <a:pt x="319561" y="140443"/>
                </a:moveTo>
                <a:cubicBezTo>
                  <a:pt x="319561" y="140852"/>
                  <a:pt x="319457" y="141227"/>
                  <a:pt x="319249" y="141568"/>
                </a:cubicBezTo>
                <a:cubicBezTo>
                  <a:pt x="319040" y="141908"/>
                  <a:pt x="318710" y="142181"/>
                  <a:pt x="318258" y="142385"/>
                </a:cubicBezTo>
                <a:cubicBezTo>
                  <a:pt x="317806" y="142590"/>
                  <a:pt x="317181" y="142760"/>
                  <a:pt x="316382" y="142896"/>
                </a:cubicBezTo>
                <a:cubicBezTo>
                  <a:pt x="315582" y="143033"/>
                  <a:pt x="314557" y="143101"/>
                  <a:pt x="313306" y="143101"/>
                </a:cubicBezTo>
                <a:cubicBezTo>
                  <a:pt x="312124" y="143101"/>
                  <a:pt x="311134" y="143033"/>
                  <a:pt x="310335" y="142896"/>
                </a:cubicBezTo>
                <a:cubicBezTo>
                  <a:pt x="309535" y="142760"/>
                  <a:pt x="308892" y="142590"/>
                  <a:pt x="308406" y="142385"/>
                </a:cubicBezTo>
                <a:cubicBezTo>
                  <a:pt x="307919" y="142181"/>
                  <a:pt x="307589" y="141908"/>
                  <a:pt x="307415" y="141568"/>
                </a:cubicBezTo>
                <a:cubicBezTo>
                  <a:pt x="307242" y="141227"/>
                  <a:pt x="307155" y="140852"/>
                  <a:pt x="307155" y="140443"/>
                </a:cubicBezTo>
                <a:lnTo>
                  <a:pt x="307155" y="2658"/>
                </a:lnTo>
                <a:cubicBezTo>
                  <a:pt x="307155" y="2249"/>
                  <a:pt x="307242" y="1874"/>
                  <a:pt x="307415" y="1533"/>
                </a:cubicBezTo>
                <a:cubicBezTo>
                  <a:pt x="307589" y="1193"/>
                  <a:pt x="307919" y="903"/>
                  <a:pt x="308406" y="664"/>
                </a:cubicBezTo>
                <a:cubicBezTo>
                  <a:pt x="308892" y="426"/>
                  <a:pt x="309535" y="256"/>
                  <a:pt x="310335" y="153"/>
                </a:cubicBezTo>
                <a:cubicBezTo>
                  <a:pt x="311134" y="51"/>
                  <a:pt x="312124" y="0"/>
                  <a:pt x="313306" y="0"/>
                </a:cubicBezTo>
                <a:cubicBezTo>
                  <a:pt x="314557" y="0"/>
                  <a:pt x="315582" y="51"/>
                  <a:pt x="316382" y="153"/>
                </a:cubicBezTo>
                <a:cubicBezTo>
                  <a:pt x="317181" y="256"/>
                  <a:pt x="317806" y="426"/>
                  <a:pt x="318258" y="664"/>
                </a:cubicBezTo>
                <a:cubicBezTo>
                  <a:pt x="318710" y="903"/>
                  <a:pt x="319040" y="1193"/>
                  <a:pt x="319249" y="1533"/>
                </a:cubicBezTo>
                <a:cubicBezTo>
                  <a:pt x="319457" y="1874"/>
                  <a:pt x="319561" y="2249"/>
                  <a:pt x="319561" y="2658"/>
                </a:cubicBezTo>
                <a:lnTo>
                  <a:pt x="319561" y="140443"/>
                </a:lnTo>
                <a:close/>
                <a:moveTo>
                  <a:pt x="427000" y="47635"/>
                </a:moveTo>
                <a:cubicBezTo>
                  <a:pt x="427000" y="47840"/>
                  <a:pt x="426983" y="48061"/>
                  <a:pt x="426948" y="48300"/>
                </a:cubicBezTo>
                <a:cubicBezTo>
                  <a:pt x="426914" y="48538"/>
                  <a:pt x="426879" y="48760"/>
                  <a:pt x="426844" y="48964"/>
                </a:cubicBezTo>
                <a:cubicBezTo>
                  <a:pt x="426809" y="49169"/>
                  <a:pt x="426757" y="49391"/>
                  <a:pt x="426688" y="49632"/>
                </a:cubicBezTo>
                <a:cubicBezTo>
                  <a:pt x="426618" y="49870"/>
                  <a:pt x="426549" y="50092"/>
                  <a:pt x="426479" y="50296"/>
                </a:cubicBezTo>
                <a:lnTo>
                  <a:pt x="392282" y="140440"/>
                </a:lnTo>
                <a:cubicBezTo>
                  <a:pt x="392074" y="140985"/>
                  <a:pt x="391761" y="141429"/>
                  <a:pt x="391344" y="141772"/>
                </a:cubicBezTo>
                <a:cubicBezTo>
                  <a:pt x="390927" y="142113"/>
                  <a:pt x="390405" y="142385"/>
                  <a:pt x="389780" y="142590"/>
                </a:cubicBezTo>
                <a:cubicBezTo>
                  <a:pt x="389154" y="142794"/>
                  <a:pt x="388407" y="142930"/>
                  <a:pt x="387538" y="142999"/>
                </a:cubicBezTo>
                <a:cubicBezTo>
                  <a:pt x="386670" y="143067"/>
                  <a:pt x="385644" y="143101"/>
                  <a:pt x="384463" y="143101"/>
                </a:cubicBezTo>
                <a:cubicBezTo>
                  <a:pt x="383281" y="143101"/>
                  <a:pt x="382239" y="143050"/>
                  <a:pt x="381335" y="142947"/>
                </a:cubicBezTo>
                <a:cubicBezTo>
                  <a:pt x="380431" y="142845"/>
                  <a:pt x="379667" y="142692"/>
                  <a:pt x="379041" y="142487"/>
                </a:cubicBezTo>
                <a:cubicBezTo>
                  <a:pt x="378416" y="142283"/>
                  <a:pt x="377894" y="142010"/>
                  <a:pt x="377477" y="141670"/>
                </a:cubicBezTo>
                <a:cubicBezTo>
                  <a:pt x="377060" y="141327"/>
                  <a:pt x="376748" y="140917"/>
                  <a:pt x="376539" y="140440"/>
                </a:cubicBezTo>
                <a:lnTo>
                  <a:pt x="342342" y="50296"/>
                </a:lnTo>
                <a:cubicBezTo>
                  <a:pt x="342134" y="49749"/>
                  <a:pt x="341977" y="49305"/>
                  <a:pt x="341873" y="48964"/>
                </a:cubicBezTo>
                <a:cubicBezTo>
                  <a:pt x="341769" y="48623"/>
                  <a:pt x="341699" y="48351"/>
                  <a:pt x="341664" y="48146"/>
                </a:cubicBezTo>
                <a:cubicBezTo>
                  <a:pt x="341630" y="47942"/>
                  <a:pt x="341612" y="47772"/>
                  <a:pt x="341612" y="47635"/>
                </a:cubicBezTo>
                <a:cubicBezTo>
                  <a:pt x="341612" y="47158"/>
                  <a:pt x="341716" y="46749"/>
                  <a:pt x="341925" y="46409"/>
                </a:cubicBezTo>
                <a:cubicBezTo>
                  <a:pt x="342134" y="46066"/>
                  <a:pt x="342464" y="45809"/>
                  <a:pt x="342915" y="45639"/>
                </a:cubicBezTo>
                <a:cubicBezTo>
                  <a:pt x="343367" y="45469"/>
                  <a:pt x="343975" y="45349"/>
                  <a:pt x="344740" y="45281"/>
                </a:cubicBezTo>
                <a:cubicBezTo>
                  <a:pt x="345505" y="45213"/>
                  <a:pt x="346443" y="45179"/>
                  <a:pt x="347555" y="45179"/>
                </a:cubicBezTo>
                <a:cubicBezTo>
                  <a:pt x="349084" y="45179"/>
                  <a:pt x="350300" y="45230"/>
                  <a:pt x="351204" y="45332"/>
                </a:cubicBezTo>
                <a:cubicBezTo>
                  <a:pt x="352108" y="45434"/>
                  <a:pt x="352820" y="45588"/>
                  <a:pt x="353341" y="45792"/>
                </a:cubicBezTo>
                <a:cubicBezTo>
                  <a:pt x="353863" y="45997"/>
                  <a:pt x="354245" y="46270"/>
                  <a:pt x="354488" y="46613"/>
                </a:cubicBezTo>
                <a:cubicBezTo>
                  <a:pt x="354731" y="46954"/>
                  <a:pt x="354957" y="47363"/>
                  <a:pt x="355166" y="47840"/>
                </a:cubicBezTo>
                <a:lnTo>
                  <a:pt x="384671" y="128672"/>
                </a:lnTo>
                <a:lnTo>
                  <a:pt x="384880" y="129184"/>
                </a:lnTo>
                <a:lnTo>
                  <a:pt x="385088" y="128672"/>
                </a:lnTo>
                <a:lnTo>
                  <a:pt x="414072" y="47840"/>
                </a:lnTo>
                <a:cubicBezTo>
                  <a:pt x="414211" y="47363"/>
                  <a:pt x="414420" y="46954"/>
                  <a:pt x="414698" y="46613"/>
                </a:cubicBezTo>
                <a:cubicBezTo>
                  <a:pt x="414976" y="46270"/>
                  <a:pt x="415376" y="45997"/>
                  <a:pt x="415897" y="45792"/>
                </a:cubicBezTo>
                <a:cubicBezTo>
                  <a:pt x="416418" y="45588"/>
                  <a:pt x="417113" y="45434"/>
                  <a:pt x="417982" y="45332"/>
                </a:cubicBezTo>
                <a:cubicBezTo>
                  <a:pt x="418851" y="45230"/>
                  <a:pt x="419980" y="45179"/>
                  <a:pt x="421370" y="45179"/>
                </a:cubicBezTo>
                <a:cubicBezTo>
                  <a:pt x="422483" y="45179"/>
                  <a:pt x="423403" y="45213"/>
                  <a:pt x="424133" y="45281"/>
                </a:cubicBezTo>
                <a:cubicBezTo>
                  <a:pt x="424863" y="45349"/>
                  <a:pt x="425437" y="45486"/>
                  <a:pt x="425854" y="45690"/>
                </a:cubicBezTo>
                <a:cubicBezTo>
                  <a:pt x="426271" y="45894"/>
                  <a:pt x="426566" y="46151"/>
                  <a:pt x="426740" y="46460"/>
                </a:cubicBezTo>
                <a:cubicBezTo>
                  <a:pt x="426914" y="46766"/>
                  <a:pt x="427000" y="47158"/>
                  <a:pt x="427000" y="47635"/>
                </a:cubicBezTo>
                <a:close/>
                <a:moveTo>
                  <a:pt x="460657" y="140440"/>
                </a:moveTo>
                <a:cubicBezTo>
                  <a:pt x="460657" y="140849"/>
                  <a:pt x="460553" y="141225"/>
                  <a:pt x="460344" y="141568"/>
                </a:cubicBezTo>
                <a:cubicBezTo>
                  <a:pt x="460136" y="141908"/>
                  <a:pt x="459806" y="142181"/>
                  <a:pt x="459354" y="142385"/>
                </a:cubicBezTo>
                <a:cubicBezTo>
                  <a:pt x="458902" y="142590"/>
                  <a:pt x="458277" y="142760"/>
                  <a:pt x="457477" y="142896"/>
                </a:cubicBezTo>
                <a:cubicBezTo>
                  <a:pt x="456678" y="143033"/>
                  <a:pt x="455653" y="143101"/>
                  <a:pt x="454402" y="143101"/>
                </a:cubicBezTo>
                <a:cubicBezTo>
                  <a:pt x="453220" y="143101"/>
                  <a:pt x="452229" y="143033"/>
                  <a:pt x="451430" y="142896"/>
                </a:cubicBezTo>
                <a:cubicBezTo>
                  <a:pt x="450631" y="142760"/>
                  <a:pt x="449988" y="142590"/>
                  <a:pt x="449501" y="142385"/>
                </a:cubicBezTo>
                <a:cubicBezTo>
                  <a:pt x="449015" y="142181"/>
                  <a:pt x="448685" y="141908"/>
                  <a:pt x="448511" y="141568"/>
                </a:cubicBezTo>
                <a:cubicBezTo>
                  <a:pt x="448337" y="141225"/>
                  <a:pt x="448250" y="140849"/>
                  <a:pt x="448250" y="140440"/>
                </a:cubicBezTo>
                <a:lnTo>
                  <a:pt x="448250" y="47840"/>
                </a:lnTo>
                <a:cubicBezTo>
                  <a:pt x="448250" y="47431"/>
                  <a:pt x="448337" y="47056"/>
                  <a:pt x="448511" y="46715"/>
                </a:cubicBezTo>
                <a:cubicBezTo>
                  <a:pt x="448685" y="46373"/>
                  <a:pt x="449015" y="46082"/>
                  <a:pt x="449501" y="45843"/>
                </a:cubicBezTo>
                <a:cubicBezTo>
                  <a:pt x="449988" y="45605"/>
                  <a:pt x="450631" y="45434"/>
                  <a:pt x="451430" y="45332"/>
                </a:cubicBezTo>
                <a:cubicBezTo>
                  <a:pt x="452229" y="45230"/>
                  <a:pt x="453220" y="45179"/>
                  <a:pt x="454402" y="45179"/>
                </a:cubicBezTo>
                <a:cubicBezTo>
                  <a:pt x="455653" y="45179"/>
                  <a:pt x="456678" y="45230"/>
                  <a:pt x="457477" y="45332"/>
                </a:cubicBezTo>
                <a:cubicBezTo>
                  <a:pt x="458277" y="45434"/>
                  <a:pt x="458902" y="45605"/>
                  <a:pt x="459354" y="45843"/>
                </a:cubicBezTo>
                <a:cubicBezTo>
                  <a:pt x="459806" y="46082"/>
                  <a:pt x="460136" y="46373"/>
                  <a:pt x="460344" y="46715"/>
                </a:cubicBezTo>
                <a:cubicBezTo>
                  <a:pt x="460553" y="47056"/>
                  <a:pt x="460657" y="47431"/>
                  <a:pt x="460657" y="47840"/>
                </a:cubicBezTo>
                <a:lnTo>
                  <a:pt x="460657" y="140440"/>
                </a:lnTo>
                <a:moveTo>
                  <a:pt x="462534" y="16508"/>
                </a:moveTo>
                <a:cubicBezTo>
                  <a:pt x="462534" y="19798"/>
                  <a:pt x="461943" y="22026"/>
                  <a:pt x="460761" y="23193"/>
                </a:cubicBezTo>
                <a:cubicBezTo>
                  <a:pt x="459580" y="24358"/>
                  <a:pt x="457425" y="24940"/>
                  <a:pt x="454297" y="24940"/>
                </a:cubicBezTo>
                <a:cubicBezTo>
                  <a:pt x="451239" y="24940"/>
                  <a:pt x="449136" y="24375"/>
                  <a:pt x="447990" y="23244"/>
                </a:cubicBezTo>
                <a:cubicBezTo>
                  <a:pt x="446843" y="22114"/>
                  <a:pt x="446269" y="19902"/>
                  <a:pt x="446269" y="16610"/>
                </a:cubicBezTo>
                <a:cubicBezTo>
                  <a:pt x="446269" y="13320"/>
                  <a:pt x="446860" y="11092"/>
                  <a:pt x="448042" y="9928"/>
                </a:cubicBezTo>
                <a:cubicBezTo>
                  <a:pt x="449223" y="8761"/>
                  <a:pt x="451378" y="8177"/>
                  <a:pt x="454506" y="8177"/>
                </a:cubicBezTo>
                <a:cubicBezTo>
                  <a:pt x="457564" y="8177"/>
                  <a:pt x="459667" y="8743"/>
                  <a:pt x="460813" y="9873"/>
                </a:cubicBezTo>
                <a:cubicBezTo>
                  <a:pt x="461960" y="11004"/>
                  <a:pt x="462534" y="13216"/>
                  <a:pt x="462534" y="16508"/>
                </a:cubicBezTo>
                <a:close/>
                <a:moveTo>
                  <a:pt x="572371" y="140443"/>
                </a:moveTo>
                <a:cubicBezTo>
                  <a:pt x="572371" y="140852"/>
                  <a:pt x="572267" y="141227"/>
                  <a:pt x="572058" y="141568"/>
                </a:cubicBezTo>
                <a:cubicBezTo>
                  <a:pt x="571850" y="141908"/>
                  <a:pt x="571520" y="142181"/>
                  <a:pt x="571068" y="142385"/>
                </a:cubicBezTo>
                <a:cubicBezTo>
                  <a:pt x="570616" y="142590"/>
                  <a:pt x="569991" y="142760"/>
                  <a:pt x="569191" y="142896"/>
                </a:cubicBezTo>
                <a:cubicBezTo>
                  <a:pt x="568392" y="143033"/>
                  <a:pt x="567402" y="143101"/>
                  <a:pt x="566220" y="143101"/>
                </a:cubicBezTo>
                <a:cubicBezTo>
                  <a:pt x="564969" y="143101"/>
                  <a:pt x="563944" y="143033"/>
                  <a:pt x="563144" y="142896"/>
                </a:cubicBezTo>
                <a:cubicBezTo>
                  <a:pt x="562345" y="142760"/>
                  <a:pt x="561719" y="142590"/>
                  <a:pt x="561268" y="142385"/>
                </a:cubicBezTo>
                <a:cubicBezTo>
                  <a:pt x="560816" y="142181"/>
                  <a:pt x="560486" y="141908"/>
                  <a:pt x="560277" y="141568"/>
                </a:cubicBezTo>
                <a:cubicBezTo>
                  <a:pt x="560069" y="141227"/>
                  <a:pt x="559964" y="140852"/>
                  <a:pt x="559964" y="140443"/>
                </a:cubicBezTo>
                <a:lnTo>
                  <a:pt x="559964" y="85554"/>
                </a:lnTo>
                <a:cubicBezTo>
                  <a:pt x="559964" y="79830"/>
                  <a:pt x="559513" y="75179"/>
                  <a:pt x="558609" y="71601"/>
                </a:cubicBezTo>
                <a:cubicBezTo>
                  <a:pt x="557705" y="68024"/>
                  <a:pt x="556350" y="64958"/>
                  <a:pt x="554543" y="62402"/>
                </a:cubicBezTo>
                <a:cubicBezTo>
                  <a:pt x="552736" y="59847"/>
                  <a:pt x="550425" y="57871"/>
                  <a:pt x="547610" y="56474"/>
                </a:cubicBezTo>
                <a:cubicBezTo>
                  <a:pt x="544795" y="55077"/>
                  <a:pt x="541511" y="54378"/>
                  <a:pt x="537757" y="54378"/>
                </a:cubicBezTo>
                <a:cubicBezTo>
                  <a:pt x="532961" y="54378"/>
                  <a:pt x="528165" y="56048"/>
                  <a:pt x="523369" y="59387"/>
                </a:cubicBezTo>
                <a:cubicBezTo>
                  <a:pt x="518574" y="62726"/>
                  <a:pt x="513534" y="67632"/>
                  <a:pt x="508252" y="74106"/>
                </a:cubicBezTo>
                <a:lnTo>
                  <a:pt x="508252" y="140443"/>
                </a:lnTo>
                <a:cubicBezTo>
                  <a:pt x="508252" y="140852"/>
                  <a:pt x="508148" y="141227"/>
                  <a:pt x="507939" y="141568"/>
                </a:cubicBezTo>
                <a:cubicBezTo>
                  <a:pt x="507731" y="141908"/>
                  <a:pt x="507400" y="142181"/>
                  <a:pt x="506949" y="142385"/>
                </a:cubicBezTo>
                <a:cubicBezTo>
                  <a:pt x="506497" y="142590"/>
                  <a:pt x="505871" y="142760"/>
                  <a:pt x="505072" y="142896"/>
                </a:cubicBezTo>
                <a:cubicBezTo>
                  <a:pt x="504273" y="143033"/>
                  <a:pt x="503247" y="143101"/>
                  <a:pt x="501996" y="143101"/>
                </a:cubicBezTo>
                <a:cubicBezTo>
                  <a:pt x="500815" y="143101"/>
                  <a:pt x="499824" y="143033"/>
                  <a:pt x="499025" y="142896"/>
                </a:cubicBezTo>
                <a:cubicBezTo>
                  <a:pt x="498226" y="142760"/>
                  <a:pt x="497583" y="142590"/>
                  <a:pt x="497096" y="142385"/>
                </a:cubicBezTo>
                <a:cubicBezTo>
                  <a:pt x="496610" y="142181"/>
                  <a:pt x="496279" y="141908"/>
                  <a:pt x="496106" y="141568"/>
                </a:cubicBezTo>
                <a:cubicBezTo>
                  <a:pt x="495932" y="141225"/>
                  <a:pt x="495845" y="140849"/>
                  <a:pt x="495845" y="140440"/>
                </a:cubicBezTo>
                <a:lnTo>
                  <a:pt x="495845" y="47840"/>
                </a:lnTo>
                <a:cubicBezTo>
                  <a:pt x="495845" y="47431"/>
                  <a:pt x="495932" y="47056"/>
                  <a:pt x="496106" y="46715"/>
                </a:cubicBezTo>
                <a:cubicBezTo>
                  <a:pt x="496279" y="46373"/>
                  <a:pt x="496610" y="46082"/>
                  <a:pt x="497096" y="45843"/>
                </a:cubicBezTo>
                <a:cubicBezTo>
                  <a:pt x="497583" y="45605"/>
                  <a:pt x="498191" y="45434"/>
                  <a:pt x="498921" y="45332"/>
                </a:cubicBezTo>
                <a:cubicBezTo>
                  <a:pt x="499651" y="45230"/>
                  <a:pt x="500606" y="45179"/>
                  <a:pt x="501788" y="45179"/>
                </a:cubicBezTo>
                <a:cubicBezTo>
                  <a:pt x="502969" y="45179"/>
                  <a:pt x="503943" y="45230"/>
                  <a:pt x="504707" y="45332"/>
                </a:cubicBezTo>
                <a:cubicBezTo>
                  <a:pt x="505472" y="45434"/>
                  <a:pt x="506062" y="45605"/>
                  <a:pt x="506480" y="45843"/>
                </a:cubicBezTo>
                <a:cubicBezTo>
                  <a:pt x="506897" y="46082"/>
                  <a:pt x="507192" y="46373"/>
                  <a:pt x="507366" y="46715"/>
                </a:cubicBezTo>
                <a:cubicBezTo>
                  <a:pt x="507539" y="47056"/>
                  <a:pt x="507626" y="47431"/>
                  <a:pt x="507626" y="47840"/>
                </a:cubicBezTo>
                <a:lnTo>
                  <a:pt x="507626" y="60936"/>
                </a:lnTo>
                <a:cubicBezTo>
                  <a:pt x="513048" y="55037"/>
                  <a:pt x="518365" y="50767"/>
                  <a:pt x="523578" y="48124"/>
                </a:cubicBezTo>
                <a:cubicBezTo>
                  <a:pt x="528791" y="45479"/>
                  <a:pt x="533969" y="44157"/>
                  <a:pt x="539113" y="44157"/>
                </a:cubicBezTo>
                <a:cubicBezTo>
                  <a:pt x="545299" y="44157"/>
                  <a:pt x="550512" y="45179"/>
                  <a:pt x="554751" y="47223"/>
                </a:cubicBezTo>
                <a:cubicBezTo>
                  <a:pt x="558991" y="49268"/>
                  <a:pt x="562415" y="52027"/>
                  <a:pt x="565021" y="55503"/>
                </a:cubicBezTo>
                <a:cubicBezTo>
                  <a:pt x="567627" y="58978"/>
                  <a:pt x="569504" y="63032"/>
                  <a:pt x="570651" y="67666"/>
                </a:cubicBezTo>
                <a:cubicBezTo>
                  <a:pt x="571798" y="72300"/>
                  <a:pt x="572371" y="77888"/>
                  <a:pt x="572371" y="84429"/>
                </a:cubicBezTo>
                <a:lnTo>
                  <a:pt x="572371" y="140443"/>
                </a:lnTo>
                <a:close/>
                <a:moveTo>
                  <a:pt x="682016" y="51056"/>
                </a:moveTo>
                <a:cubicBezTo>
                  <a:pt x="682016" y="52983"/>
                  <a:pt x="681703" y="54326"/>
                  <a:pt x="681078" y="55084"/>
                </a:cubicBezTo>
                <a:cubicBezTo>
                  <a:pt x="680452" y="55840"/>
                  <a:pt x="679653" y="56218"/>
                  <a:pt x="678680" y="56218"/>
                </a:cubicBezTo>
                <a:lnTo>
                  <a:pt x="663771" y="56218"/>
                </a:lnTo>
                <a:cubicBezTo>
                  <a:pt x="666690" y="59127"/>
                  <a:pt x="668723" y="62289"/>
                  <a:pt x="669870" y="65705"/>
                </a:cubicBezTo>
                <a:cubicBezTo>
                  <a:pt x="671017" y="69119"/>
                  <a:pt x="671590" y="72719"/>
                  <a:pt x="671590" y="76508"/>
                </a:cubicBezTo>
                <a:cubicBezTo>
                  <a:pt x="671590" y="81746"/>
                  <a:pt x="670739" y="86407"/>
                  <a:pt x="669036" y="90489"/>
                </a:cubicBezTo>
                <a:cubicBezTo>
                  <a:pt x="667333" y="94571"/>
                  <a:pt x="664918" y="98024"/>
                  <a:pt x="661790" y="100848"/>
                </a:cubicBezTo>
                <a:cubicBezTo>
                  <a:pt x="658662" y="103671"/>
                  <a:pt x="654944" y="105832"/>
                  <a:pt x="650634" y="107329"/>
                </a:cubicBezTo>
                <a:cubicBezTo>
                  <a:pt x="646325" y="108826"/>
                  <a:pt x="641564" y="109574"/>
                  <a:pt x="636351" y="109574"/>
                </a:cubicBezTo>
                <a:cubicBezTo>
                  <a:pt x="632111" y="109574"/>
                  <a:pt x="628079" y="108996"/>
                  <a:pt x="624257" y="107840"/>
                </a:cubicBezTo>
                <a:cubicBezTo>
                  <a:pt x="620434" y="106684"/>
                  <a:pt x="617445" y="105255"/>
                  <a:pt x="615290" y="103553"/>
                </a:cubicBezTo>
                <a:cubicBezTo>
                  <a:pt x="613900" y="104922"/>
                  <a:pt x="612753" y="106497"/>
                  <a:pt x="611850" y="108277"/>
                </a:cubicBezTo>
                <a:cubicBezTo>
                  <a:pt x="610946" y="110058"/>
                  <a:pt x="610494" y="112112"/>
                  <a:pt x="610494" y="114439"/>
                </a:cubicBezTo>
                <a:cubicBezTo>
                  <a:pt x="610494" y="117039"/>
                  <a:pt x="611763" y="119229"/>
                  <a:pt x="614300" y="121010"/>
                </a:cubicBezTo>
                <a:cubicBezTo>
                  <a:pt x="616837" y="122790"/>
                  <a:pt x="620121" y="123748"/>
                  <a:pt x="624152" y="123884"/>
                </a:cubicBezTo>
                <a:lnTo>
                  <a:pt x="649696" y="124910"/>
                </a:lnTo>
                <a:cubicBezTo>
                  <a:pt x="654005" y="125046"/>
                  <a:pt x="658054" y="125626"/>
                  <a:pt x="661842" y="126651"/>
                </a:cubicBezTo>
                <a:cubicBezTo>
                  <a:pt x="665630" y="127673"/>
                  <a:pt x="668949" y="129191"/>
                  <a:pt x="671799" y="131206"/>
                </a:cubicBezTo>
                <a:cubicBezTo>
                  <a:pt x="674649" y="133220"/>
                  <a:pt x="676907" y="135696"/>
                  <a:pt x="678576" y="138632"/>
                </a:cubicBezTo>
                <a:cubicBezTo>
                  <a:pt x="680244" y="141566"/>
                  <a:pt x="681078" y="145013"/>
                  <a:pt x="681078" y="148972"/>
                </a:cubicBezTo>
                <a:cubicBezTo>
                  <a:pt x="681078" y="153069"/>
                  <a:pt x="680226" y="156995"/>
                  <a:pt x="678524" y="160749"/>
                </a:cubicBezTo>
                <a:cubicBezTo>
                  <a:pt x="676821" y="164503"/>
                  <a:pt x="674179" y="167796"/>
                  <a:pt x="670600" y="170628"/>
                </a:cubicBezTo>
                <a:cubicBezTo>
                  <a:pt x="667020" y="173463"/>
                  <a:pt x="662450" y="175716"/>
                  <a:pt x="656890" y="177387"/>
                </a:cubicBezTo>
                <a:cubicBezTo>
                  <a:pt x="651329" y="179061"/>
                  <a:pt x="644691" y="179898"/>
                  <a:pt x="636976" y="179898"/>
                </a:cubicBezTo>
                <a:cubicBezTo>
                  <a:pt x="629609" y="179898"/>
                  <a:pt x="623336" y="179267"/>
                  <a:pt x="618157" y="178004"/>
                </a:cubicBezTo>
                <a:cubicBezTo>
                  <a:pt x="612979" y="176743"/>
                  <a:pt x="608739" y="175005"/>
                  <a:pt x="605438" y="172788"/>
                </a:cubicBezTo>
                <a:cubicBezTo>
                  <a:pt x="602136" y="170573"/>
                  <a:pt x="599738" y="167966"/>
                  <a:pt x="598244" y="164965"/>
                </a:cubicBezTo>
                <a:cubicBezTo>
                  <a:pt x="596750" y="161965"/>
                  <a:pt x="596002" y="158725"/>
                  <a:pt x="596002" y="155245"/>
                </a:cubicBezTo>
                <a:cubicBezTo>
                  <a:pt x="596002" y="152860"/>
                  <a:pt x="596280" y="150610"/>
                  <a:pt x="596836" y="148496"/>
                </a:cubicBezTo>
                <a:cubicBezTo>
                  <a:pt x="597393" y="146381"/>
                  <a:pt x="598244" y="144370"/>
                  <a:pt x="599391" y="142462"/>
                </a:cubicBezTo>
                <a:cubicBezTo>
                  <a:pt x="600538" y="140552"/>
                  <a:pt x="601963" y="138711"/>
                  <a:pt x="603665" y="136939"/>
                </a:cubicBezTo>
                <a:cubicBezTo>
                  <a:pt x="605368" y="135165"/>
                  <a:pt x="607332" y="133357"/>
                  <a:pt x="609556" y="131515"/>
                </a:cubicBezTo>
                <a:cubicBezTo>
                  <a:pt x="606011" y="129735"/>
                  <a:pt x="603405" y="127579"/>
                  <a:pt x="601737" y="125047"/>
                </a:cubicBezTo>
                <a:cubicBezTo>
                  <a:pt x="600069" y="122515"/>
                  <a:pt x="599234" y="119812"/>
                  <a:pt x="599234" y="116937"/>
                </a:cubicBezTo>
                <a:cubicBezTo>
                  <a:pt x="599234" y="112695"/>
                  <a:pt x="600069" y="108948"/>
                  <a:pt x="601737" y="105697"/>
                </a:cubicBezTo>
                <a:cubicBezTo>
                  <a:pt x="603405" y="102445"/>
                  <a:pt x="605420" y="99519"/>
                  <a:pt x="607784" y="96919"/>
                </a:cubicBezTo>
                <a:cubicBezTo>
                  <a:pt x="605768" y="94334"/>
                  <a:pt x="604204" y="91510"/>
                  <a:pt x="603092" y="88448"/>
                </a:cubicBezTo>
                <a:cubicBezTo>
                  <a:pt x="601980" y="85386"/>
                  <a:pt x="601424" y="81712"/>
                  <a:pt x="601424" y="77428"/>
                </a:cubicBezTo>
                <a:cubicBezTo>
                  <a:pt x="601424" y="72255"/>
                  <a:pt x="602293" y="67612"/>
                  <a:pt x="604030" y="63498"/>
                </a:cubicBezTo>
                <a:cubicBezTo>
                  <a:pt x="605768" y="59381"/>
                  <a:pt x="608183" y="55894"/>
                  <a:pt x="611276" y="53037"/>
                </a:cubicBezTo>
                <a:cubicBezTo>
                  <a:pt x="614369" y="50179"/>
                  <a:pt x="618071" y="47985"/>
                  <a:pt x="622380" y="46453"/>
                </a:cubicBezTo>
                <a:cubicBezTo>
                  <a:pt x="626689" y="44922"/>
                  <a:pt x="631416" y="44157"/>
                  <a:pt x="636559" y="44157"/>
                </a:cubicBezTo>
                <a:cubicBezTo>
                  <a:pt x="639270" y="44157"/>
                  <a:pt x="641824" y="44310"/>
                  <a:pt x="644222" y="44617"/>
                </a:cubicBezTo>
                <a:cubicBezTo>
                  <a:pt x="646620" y="44923"/>
                  <a:pt x="648827" y="45315"/>
                  <a:pt x="650843" y="45792"/>
                </a:cubicBezTo>
                <a:lnTo>
                  <a:pt x="678680" y="45792"/>
                </a:lnTo>
                <a:cubicBezTo>
                  <a:pt x="679861" y="45792"/>
                  <a:pt x="680713" y="46239"/>
                  <a:pt x="681234" y="47134"/>
                </a:cubicBezTo>
                <a:cubicBezTo>
                  <a:pt x="681756" y="48028"/>
                  <a:pt x="682016" y="49336"/>
                  <a:pt x="682016" y="51056"/>
                </a:cubicBezTo>
                <a:moveTo>
                  <a:pt x="658766" y="76712"/>
                </a:moveTo>
                <a:cubicBezTo>
                  <a:pt x="658766" y="69711"/>
                  <a:pt x="656803" y="64238"/>
                  <a:pt x="652876" y="60294"/>
                </a:cubicBezTo>
                <a:cubicBezTo>
                  <a:pt x="648949" y="56350"/>
                  <a:pt x="643371" y="54378"/>
                  <a:pt x="636142" y="54378"/>
                </a:cubicBezTo>
                <a:cubicBezTo>
                  <a:pt x="632458" y="54378"/>
                  <a:pt x="629226" y="54991"/>
                  <a:pt x="626446" y="56215"/>
                </a:cubicBezTo>
                <a:cubicBezTo>
                  <a:pt x="623666" y="57437"/>
                  <a:pt x="621372" y="59103"/>
                  <a:pt x="619565" y="61211"/>
                </a:cubicBezTo>
                <a:cubicBezTo>
                  <a:pt x="617758" y="63319"/>
                  <a:pt x="616402" y="65767"/>
                  <a:pt x="615499" y="68554"/>
                </a:cubicBezTo>
                <a:cubicBezTo>
                  <a:pt x="614595" y="71342"/>
                  <a:pt x="614143" y="74300"/>
                  <a:pt x="614143" y="77428"/>
                </a:cubicBezTo>
                <a:cubicBezTo>
                  <a:pt x="614143" y="84225"/>
                  <a:pt x="616107" y="89579"/>
                  <a:pt x="620034" y="93488"/>
                </a:cubicBezTo>
                <a:cubicBezTo>
                  <a:pt x="623961" y="97398"/>
                  <a:pt x="629470" y="99353"/>
                  <a:pt x="636559" y="99353"/>
                </a:cubicBezTo>
                <a:cubicBezTo>
                  <a:pt x="640313" y="99353"/>
                  <a:pt x="643597" y="98742"/>
                  <a:pt x="646412" y="97519"/>
                </a:cubicBezTo>
                <a:cubicBezTo>
                  <a:pt x="649227" y="96295"/>
                  <a:pt x="651538" y="94646"/>
                  <a:pt x="653345" y="92571"/>
                </a:cubicBezTo>
                <a:cubicBezTo>
                  <a:pt x="655152" y="90497"/>
                  <a:pt x="656507" y="88084"/>
                  <a:pt x="657411" y="85330"/>
                </a:cubicBezTo>
                <a:cubicBezTo>
                  <a:pt x="658315" y="82577"/>
                  <a:pt x="658766" y="79704"/>
                  <a:pt x="658766" y="76712"/>
                </a:cubicBezTo>
                <a:moveTo>
                  <a:pt x="668671" y="149687"/>
                </a:moveTo>
                <a:cubicBezTo>
                  <a:pt x="668671" y="145177"/>
                  <a:pt x="666812" y="141726"/>
                  <a:pt x="663093" y="139335"/>
                </a:cubicBezTo>
                <a:cubicBezTo>
                  <a:pt x="659375" y="136941"/>
                  <a:pt x="654388" y="135642"/>
                  <a:pt x="648132" y="135438"/>
                </a:cubicBezTo>
                <a:lnTo>
                  <a:pt x="620712" y="134515"/>
                </a:lnTo>
                <a:cubicBezTo>
                  <a:pt x="618210" y="136429"/>
                  <a:pt x="616159" y="138240"/>
                  <a:pt x="614561" y="139948"/>
                </a:cubicBezTo>
                <a:cubicBezTo>
                  <a:pt x="612962" y="141656"/>
                  <a:pt x="611693" y="143313"/>
                  <a:pt x="610755" y="144918"/>
                </a:cubicBezTo>
                <a:cubicBezTo>
                  <a:pt x="609817" y="146526"/>
                  <a:pt x="609174" y="148099"/>
                  <a:pt x="608826" y="149636"/>
                </a:cubicBezTo>
                <a:cubicBezTo>
                  <a:pt x="608479" y="151174"/>
                  <a:pt x="608305" y="152728"/>
                  <a:pt x="608305" y="154300"/>
                </a:cubicBezTo>
                <a:cubicBezTo>
                  <a:pt x="608305" y="159357"/>
                  <a:pt x="610894" y="163184"/>
                  <a:pt x="616072" y="165780"/>
                </a:cubicBezTo>
                <a:cubicBezTo>
                  <a:pt x="621250" y="168378"/>
                  <a:pt x="628462" y="169677"/>
                  <a:pt x="637706" y="169677"/>
                </a:cubicBezTo>
                <a:cubicBezTo>
                  <a:pt x="643545" y="169677"/>
                  <a:pt x="648427" y="169112"/>
                  <a:pt x="652354" y="167984"/>
                </a:cubicBezTo>
                <a:cubicBezTo>
                  <a:pt x="656282" y="166857"/>
                  <a:pt x="659461" y="165371"/>
                  <a:pt x="661894" y="163525"/>
                </a:cubicBezTo>
                <a:cubicBezTo>
                  <a:pt x="664327" y="161680"/>
                  <a:pt x="666065" y="159562"/>
                  <a:pt x="667107" y="157168"/>
                </a:cubicBezTo>
                <a:cubicBezTo>
                  <a:pt x="668150" y="154777"/>
                  <a:pt x="668671" y="152283"/>
                  <a:pt x="668671" y="149687"/>
                </a:cubicBezTo>
                <a:close/>
                <a:moveTo>
                  <a:pt x="767403" y="140440"/>
                </a:moveTo>
                <a:cubicBezTo>
                  <a:pt x="767403" y="140849"/>
                  <a:pt x="767299" y="141225"/>
                  <a:pt x="767090" y="141568"/>
                </a:cubicBezTo>
                <a:cubicBezTo>
                  <a:pt x="766882" y="141908"/>
                  <a:pt x="766552" y="142181"/>
                  <a:pt x="766100" y="142385"/>
                </a:cubicBezTo>
                <a:cubicBezTo>
                  <a:pt x="765648" y="142590"/>
                  <a:pt x="765023" y="142760"/>
                  <a:pt x="764223" y="142896"/>
                </a:cubicBezTo>
                <a:cubicBezTo>
                  <a:pt x="763424" y="143033"/>
                  <a:pt x="762399" y="143101"/>
                  <a:pt x="761148" y="143101"/>
                </a:cubicBezTo>
                <a:cubicBezTo>
                  <a:pt x="759966" y="143101"/>
                  <a:pt x="758976" y="143033"/>
                  <a:pt x="758176" y="142896"/>
                </a:cubicBezTo>
                <a:cubicBezTo>
                  <a:pt x="757377" y="142760"/>
                  <a:pt x="756734" y="142590"/>
                  <a:pt x="756247" y="142385"/>
                </a:cubicBezTo>
                <a:cubicBezTo>
                  <a:pt x="755761" y="142181"/>
                  <a:pt x="755431" y="141908"/>
                  <a:pt x="755257" y="141568"/>
                </a:cubicBezTo>
                <a:cubicBezTo>
                  <a:pt x="755083" y="141225"/>
                  <a:pt x="754996" y="140849"/>
                  <a:pt x="754996" y="140440"/>
                </a:cubicBezTo>
                <a:lnTo>
                  <a:pt x="754996" y="47840"/>
                </a:lnTo>
                <a:cubicBezTo>
                  <a:pt x="754996" y="47431"/>
                  <a:pt x="755083" y="47056"/>
                  <a:pt x="755257" y="46715"/>
                </a:cubicBezTo>
                <a:cubicBezTo>
                  <a:pt x="755431" y="46373"/>
                  <a:pt x="755761" y="46082"/>
                  <a:pt x="756247" y="45843"/>
                </a:cubicBezTo>
                <a:cubicBezTo>
                  <a:pt x="756734" y="45605"/>
                  <a:pt x="757377" y="45434"/>
                  <a:pt x="758176" y="45332"/>
                </a:cubicBezTo>
                <a:cubicBezTo>
                  <a:pt x="758976" y="45230"/>
                  <a:pt x="759966" y="45179"/>
                  <a:pt x="761148" y="45179"/>
                </a:cubicBezTo>
                <a:cubicBezTo>
                  <a:pt x="762399" y="45179"/>
                  <a:pt x="763424" y="45230"/>
                  <a:pt x="764223" y="45332"/>
                </a:cubicBezTo>
                <a:cubicBezTo>
                  <a:pt x="765023" y="45434"/>
                  <a:pt x="765648" y="45605"/>
                  <a:pt x="766100" y="45843"/>
                </a:cubicBezTo>
                <a:cubicBezTo>
                  <a:pt x="766552" y="46082"/>
                  <a:pt x="766882" y="46373"/>
                  <a:pt x="767090" y="46715"/>
                </a:cubicBezTo>
                <a:cubicBezTo>
                  <a:pt x="767299" y="47056"/>
                  <a:pt x="767403" y="47431"/>
                  <a:pt x="767403" y="47840"/>
                </a:cubicBezTo>
                <a:lnTo>
                  <a:pt x="767403" y="140440"/>
                </a:lnTo>
                <a:moveTo>
                  <a:pt x="769280" y="16508"/>
                </a:moveTo>
                <a:cubicBezTo>
                  <a:pt x="769280" y="19798"/>
                  <a:pt x="768689" y="22026"/>
                  <a:pt x="767507" y="23193"/>
                </a:cubicBezTo>
                <a:cubicBezTo>
                  <a:pt x="766326" y="24358"/>
                  <a:pt x="764171" y="24940"/>
                  <a:pt x="761043" y="24940"/>
                </a:cubicBezTo>
                <a:cubicBezTo>
                  <a:pt x="757985" y="24940"/>
                  <a:pt x="755883" y="24375"/>
                  <a:pt x="754736" y="23244"/>
                </a:cubicBezTo>
                <a:cubicBezTo>
                  <a:pt x="753589" y="22114"/>
                  <a:pt x="753015" y="19902"/>
                  <a:pt x="753015" y="16610"/>
                </a:cubicBezTo>
                <a:cubicBezTo>
                  <a:pt x="753015" y="13320"/>
                  <a:pt x="753606" y="11092"/>
                  <a:pt x="754788" y="9928"/>
                </a:cubicBezTo>
                <a:cubicBezTo>
                  <a:pt x="755969" y="8761"/>
                  <a:pt x="758124" y="8177"/>
                  <a:pt x="761252" y="8177"/>
                </a:cubicBezTo>
                <a:cubicBezTo>
                  <a:pt x="764310" y="8177"/>
                  <a:pt x="766413" y="8743"/>
                  <a:pt x="767560" y="9873"/>
                </a:cubicBezTo>
                <a:cubicBezTo>
                  <a:pt x="768706" y="11004"/>
                  <a:pt x="769280" y="13216"/>
                  <a:pt x="769280" y="16508"/>
                </a:cubicBezTo>
                <a:close/>
                <a:moveTo>
                  <a:pt x="879117" y="140443"/>
                </a:moveTo>
                <a:cubicBezTo>
                  <a:pt x="879117" y="140852"/>
                  <a:pt x="879013" y="141227"/>
                  <a:pt x="878804" y="141568"/>
                </a:cubicBezTo>
                <a:cubicBezTo>
                  <a:pt x="878596" y="141908"/>
                  <a:pt x="878266" y="142181"/>
                  <a:pt x="877814" y="142385"/>
                </a:cubicBezTo>
                <a:cubicBezTo>
                  <a:pt x="877362" y="142590"/>
                  <a:pt x="876736" y="142760"/>
                  <a:pt x="875937" y="142896"/>
                </a:cubicBezTo>
                <a:cubicBezTo>
                  <a:pt x="875138" y="143033"/>
                  <a:pt x="874147" y="143101"/>
                  <a:pt x="872966" y="143101"/>
                </a:cubicBezTo>
                <a:cubicBezTo>
                  <a:pt x="871715" y="143101"/>
                  <a:pt x="870689" y="143033"/>
                  <a:pt x="869890" y="142896"/>
                </a:cubicBezTo>
                <a:cubicBezTo>
                  <a:pt x="869091" y="142760"/>
                  <a:pt x="868465" y="142590"/>
                  <a:pt x="868013" y="142385"/>
                </a:cubicBezTo>
                <a:cubicBezTo>
                  <a:pt x="867562" y="142181"/>
                  <a:pt x="867231" y="141908"/>
                  <a:pt x="867023" y="141568"/>
                </a:cubicBezTo>
                <a:cubicBezTo>
                  <a:pt x="866814" y="141227"/>
                  <a:pt x="866710" y="140852"/>
                  <a:pt x="866710" y="140443"/>
                </a:cubicBezTo>
                <a:lnTo>
                  <a:pt x="866710" y="85554"/>
                </a:lnTo>
                <a:cubicBezTo>
                  <a:pt x="866710" y="79830"/>
                  <a:pt x="866258" y="75179"/>
                  <a:pt x="865355" y="71601"/>
                </a:cubicBezTo>
                <a:cubicBezTo>
                  <a:pt x="864451" y="68024"/>
                  <a:pt x="863096" y="64958"/>
                  <a:pt x="861289" y="62402"/>
                </a:cubicBezTo>
                <a:cubicBezTo>
                  <a:pt x="859482" y="59847"/>
                  <a:pt x="857170" y="57871"/>
                  <a:pt x="854355" y="56474"/>
                </a:cubicBezTo>
                <a:cubicBezTo>
                  <a:pt x="851540" y="55077"/>
                  <a:pt x="848256" y="54378"/>
                  <a:pt x="844503" y="54378"/>
                </a:cubicBezTo>
                <a:cubicBezTo>
                  <a:pt x="839707" y="54378"/>
                  <a:pt x="834911" y="56048"/>
                  <a:pt x="830115" y="59387"/>
                </a:cubicBezTo>
                <a:cubicBezTo>
                  <a:pt x="825319" y="62726"/>
                  <a:pt x="820280" y="67632"/>
                  <a:pt x="814998" y="74106"/>
                </a:cubicBezTo>
                <a:lnTo>
                  <a:pt x="814998" y="140443"/>
                </a:lnTo>
                <a:cubicBezTo>
                  <a:pt x="814998" y="140852"/>
                  <a:pt x="814893" y="141227"/>
                  <a:pt x="814685" y="141568"/>
                </a:cubicBezTo>
                <a:cubicBezTo>
                  <a:pt x="814476" y="141908"/>
                  <a:pt x="814146" y="142181"/>
                  <a:pt x="813694" y="142385"/>
                </a:cubicBezTo>
                <a:cubicBezTo>
                  <a:pt x="813243" y="142590"/>
                  <a:pt x="812617" y="142760"/>
                  <a:pt x="811818" y="142896"/>
                </a:cubicBezTo>
                <a:cubicBezTo>
                  <a:pt x="811018" y="143033"/>
                  <a:pt x="809993" y="143101"/>
                  <a:pt x="808742" y="143101"/>
                </a:cubicBezTo>
                <a:cubicBezTo>
                  <a:pt x="807561" y="143101"/>
                  <a:pt x="806570" y="143033"/>
                  <a:pt x="805771" y="142896"/>
                </a:cubicBezTo>
                <a:cubicBezTo>
                  <a:pt x="804971" y="142760"/>
                  <a:pt x="804328" y="142590"/>
                  <a:pt x="803842" y="142385"/>
                </a:cubicBezTo>
                <a:cubicBezTo>
                  <a:pt x="803355" y="142181"/>
                  <a:pt x="803025" y="141908"/>
                  <a:pt x="802851" y="141568"/>
                </a:cubicBezTo>
                <a:cubicBezTo>
                  <a:pt x="802678" y="141225"/>
                  <a:pt x="802591" y="140849"/>
                  <a:pt x="802591" y="140440"/>
                </a:cubicBezTo>
                <a:lnTo>
                  <a:pt x="802591" y="47840"/>
                </a:lnTo>
                <a:cubicBezTo>
                  <a:pt x="802591" y="47431"/>
                  <a:pt x="802678" y="47056"/>
                  <a:pt x="802851" y="46715"/>
                </a:cubicBezTo>
                <a:cubicBezTo>
                  <a:pt x="803025" y="46373"/>
                  <a:pt x="803355" y="46082"/>
                  <a:pt x="803842" y="45843"/>
                </a:cubicBezTo>
                <a:cubicBezTo>
                  <a:pt x="804328" y="45605"/>
                  <a:pt x="804937" y="45434"/>
                  <a:pt x="805666" y="45332"/>
                </a:cubicBezTo>
                <a:cubicBezTo>
                  <a:pt x="806396" y="45230"/>
                  <a:pt x="807352" y="45179"/>
                  <a:pt x="808534" y="45179"/>
                </a:cubicBezTo>
                <a:cubicBezTo>
                  <a:pt x="809715" y="45179"/>
                  <a:pt x="810688" y="45230"/>
                  <a:pt x="811453" y="45332"/>
                </a:cubicBezTo>
                <a:cubicBezTo>
                  <a:pt x="812217" y="45434"/>
                  <a:pt x="812808" y="45605"/>
                  <a:pt x="813225" y="45843"/>
                </a:cubicBezTo>
                <a:cubicBezTo>
                  <a:pt x="813642" y="46082"/>
                  <a:pt x="813938" y="46373"/>
                  <a:pt x="814111" y="46715"/>
                </a:cubicBezTo>
                <a:cubicBezTo>
                  <a:pt x="814285" y="47056"/>
                  <a:pt x="814372" y="47431"/>
                  <a:pt x="814372" y="47840"/>
                </a:cubicBezTo>
                <a:lnTo>
                  <a:pt x="814372" y="60936"/>
                </a:lnTo>
                <a:cubicBezTo>
                  <a:pt x="819794" y="55037"/>
                  <a:pt x="825111" y="50767"/>
                  <a:pt x="830324" y="48124"/>
                </a:cubicBezTo>
                <a:cubicBezTo>
                  <a:pt x="835537" y="45479"/>
                  <a:pt x="840715" y="44157"/>
                  <a:pt x="845858" y="44157"/>
                </a:cubicBezTo>
                <a:cubicBezTo>
                  <a:pt x="852044" y="44157"/>
                  <a:pt x="857257" y="45179"/>
                  <a:pt x="861497" y="47223"/>
                </a:cubicBezTo>
                <a:cubicBezTo>
                  <a:pt x="865737" y="49268"/>
                  <a:pt x="869160" y="52027"/>
                  <a:pt x="871767" y="55503"/>
                </a:cubicBezTo>
                <a:cubicBezTo>
                  <a:pt x="874373" y="58978"/>
                  <a:pt x="876250" y="63032"/>
                  <a:pt x="877397" y="67666"/>
                </a:cubicBezTo>
                <a:cubicBezTo>
                  <a:pt x="878544" y="72300"/>
                  <a:pt x="879117" y="77888"/>
                  <a:pt x="879117" y="84429"/>
                </a:cubicBezTo>
                <a:lnTo>
                  <a:pt x="879117" y="140443"/>
                </a:lnTo>
                <a:close/>
                <a:moveTo>
                  <a:pt x="989701" y="140443"/>
                </a:moveTo>
                <a:cubicBezTo>
                  <a:pt x="989701" y="140852"/>
                  <a:pt x="989596" y="141227"/>
                  <a:pt x="989388" y="141568"/>
                </a:cubicBezTo>
                <a:cubicBezTo>
                  <a:pt x="989179" y="141908"/>
                  <a:pt x="988849" y="142181"/>
                  <a:pt x="988397" y="142385"/>
                </a:cubicBezTo>
                <a:cubicBezTo>
                  <a:pt x="987946" y="142590"/>
                  <a:pt x="987320" y="142760"/>
                  <a:pt x="986521" y="142896"/>
                </a:cubicBezTo>
                <a:cubicBezTo>
                  <a:pt x="985721" y="143033"/>
                  <a:pt x="984731" y="143101"/>
                  <a:pt x="983549" y="143101"/>
                </a:cubicBezTo>
                <a:cubicBezTo>
                  <a:pt x="982298" y="143101"/>
                  <a:pt x="981273" y="143033"/>
                  <a:pt x="980474" y="142896"/>
                </a:cubicBezTo>
                <a:cubicBezTo>
                  <a:pt x="979674" y="142760"/>
                  <a:pt x="979049" y="142590"/>
                  <a:pt x="978597" y="142385"/>
                </a:cubicBezTo>
                <a:cubicBezTo>
                  <a:pt x="978145" y="142181"/>
                  <a:pt x="977815" y="141908"/>
                  <a:pt x="977607" y="141568"/>
                </a:cubicBezTo>
                <a:cubicBezTo>
                  <a:pt x="977398" y="141227"/>
                  <a:pt x="977294" y="140852"/>
                  <a:pt x="977294" y="140443"/>
                </a:cubicBezTo>
                <a:lnTo>
                  <a:pt x="977294" y="85554"/>
                </a:lnTo>
                <a:cubicBezTo>
                  <a:pt x="977294" y="79830"/>
                  <a:pt x="976842" y="75179"/>
                  <a:pt x="975938" y="71601"/>
                </a:cubicBezTo>
                <a:cubicBezTo>
                  <a:pt x="975035" y="68024"/>
                  <a:pt x="973679" y="64958"/>
                  <a:pt x="971872" y="62402"/>
                </a:cubicBezTo>
                <a:cubicBezTo>
                  <a:pt x="970065" y="59847"/>
                  <a:pt x="967754" y="57871"/>
                  <a:pt x="964939" y="56474"/>
                </a:cubicBezTo>
                <a:cubicBezTo>
                  <a:pt x="962124" y="55077"/>
                  <a:pt x="958840" y="54378"/>
                  <a:pt x="955087" y="54378"/>
                </a:cubicBezTo>
                <a:cubicBezTo>
                  <a:pt x="950291" y="54378"/>
                  <a:pt x="945495" y="56048"/>
                  <a:pt x="940699" y="59387"/>
                </a:cubicBezTo>
                <a:cubicBezTo>
                  <a:pt x="935903" y="62726"/>
                  <a:pt x="930864" y="67632"/>
                  <a:pt x="925581" y="74106"/>
                </a:cubicBezTo>
                <a:lnTo>
                  <a:pt x="925581" y="140443"/>
                </a:lnTo>
                <a:cubicBezTo>
                  <a:pt x="925581" y="140852"/>
                  <a:pt x="925477" y="141227"/>
                  <a:pt x="925268" y="141568"/>
                </a:cubicBezTo>
                <a:cubicBezTo>
                  <a:pt x="925060" y="141908"/>
                  <a:pt x="924730" y="142181"/>
                  <a:pt x="924278" y="142385"/>
                </a:cubicBezTo>
                <a:cubicBezTo>
                  <a:pt x="923826" y="142590"/>
                  <a:pt x="923201" y="142760"/>
                  <a:pt x="922401" y="142896"/>
                </a:cubicBezTo>
                <a:cubicBezTo>
                  <a:pt x="921602" y="143033"/>
                  <a:pt x="920577" y="143101"/>
                  <a:pt x="919326" y="143101"/>
                </a:cubicBezTo>
                <a:cubicBezTo>
                  <a:pt x="918144" y="143101"/>
                  <a:pt x="917154" y="143033"/>
                  <a:pt x="916354" y="142896"/>
                </a:cubicBezTo>
                <a:cubicBezTo>
                  <a:pt x="915555" y="142760"/>
                  <a:pt x="914912" y="142590"/>
                  <a:pt x="914425" y="142385"/>
                </a:cubicBezTo>
                <a:cubicBezTo>
                  <a:pt x="913939" y="142181"/>
                  <a:pt x="913609" y="141908"/>
                  <a:pt x="913435" y="141568"/>
                </a:cubicBezTo>
                <a:cubicBezTo>
                  <a:pt x="913261" y="141225"/>
                  <a:pt x="913174" y="140849"/>
                  <a:pt x="913174" y="140440"/>
                </a:cubicBezTo>
                <a:lnTo>
                  <a:pt x="913174" y="47840"/>
                </a:lnTo>
                <a:cubicBezTo>
                  <a:pt x="913174" y="47431"/>
                  <a:pt x="913261" y="47056"/>
                  <a:pt x="913435" y="46715"/>
                </a:cubicBezTo>
                <a:cubicBezTo>
                  <a:pt x="913609" y="46373"/>
                  <a:pt x="913939" y="46082"/>
                  <a:pt x="914425" y="45843"/>
                </a:cubicBezTo>
                <a:cubicBezTo>
                  <a:pt x="914912" y="45605"/>
                  <a:pt x="915520" y="45434"/>
                  <a:pt x="916250" y="45332"/>
                </a:cubicBezTo>
                <a:cubicBezTo>
                  <a:pt x="916980" y="45230"/>
                  <a:pt x="917936" y="45179"/>
                  <a:pt x="919117" y="45179"/>
                </a:cubicBezTo>
                <a:cubicBezTo>
                  <a:pt x="920299" y="45179"/>
                  <a:pt x="921272" y="45230"/>
                  <a:pt x="922036" y="45332"/>
                </a:cubicBezTo>
                <a:cubicBezTo>
                  <a:pt x="922801" y="45434"/>
                  <a:pt x="923392" y="45605"/>
                  <a:pt x="923809" y="45843"/>
                </a:cubicBezTo>
                <a:cubicBezTo>
                  <a:pt x="924226" y="46082"/>
                  <a:pt x="924521" y="46373"/>
                  <a:pt x="924695" y="46715"/>
                </a:cubicBezTo>
                <a:cubicBezTo>
                  <a:pt x="924869" y="47056"/>
                  <a:pt x="924956" y="47431"/>
                  <a:pt x="924956" y="47840"/>
                </a:cubicBezTo>
                <a:lnTo>
                  <a:pt x="924956" y="60936"/>
                </a:lnTo>
                <a:cubicBezTo>
                  <a:pt x="930377" y="55037"/>
                  <a:pt x="935694" y="50767"/>
                  <a:pt x="940907" y="48124"/>
                </a:cubicBezTo>
                <a:cubicBezTo>
                  <a:pt x="946120" y="45479"/>
                  <a:pt x="951298" y="44157"/>
                  <a:pt x="956442" y="44157"/>
                </a:cubicBezTo>
                <a:cubicBezTo>
                  <a:pt x="962628" y="44157"/>
                  <a:pt x="967841" y="45179"/>
                  <a:pt x="972081" y="47223"/>
                </a:cubicBezTo>
                <a:cubicBezTo>
                  <a:pt x="976321" y="49268"/>
                  <a:pt x="979744" y="52027"/>
                  <a:pt x="982350" y="55503"/>
                </a:cubicBezTo>
                <a:cubicBezTo>
                  <a:pt x="984957" y="58978"/>
                  <a:pt x="986833" y="63032"/>
                  <a:pt x="987980" y="67666"/>
                </a:cubicBezTo>
                <a:cubicBezTo>
                  <a:pt x="989127" y="72300"/>
                  <a:pt x="989701" y="77888"/>
                  <a:pt x="989701" y="84429"/>
                </a:cubicBezTo>
                <a:lnTo>
                  <a:pt x="989701" y="140443"/>
                </a:lnTo>
                <a:close/>
                <a:moveTo>
                  <a:pt x="1100701" y="89438"/>
                </a:moveTo>
                <a:cubicBezTo>
                  <a:pt x="1100701" y="91891"/>
                  <a:pt x="1100041" y="93578"/>
                  <a:pt x="1098720" y="94498"/>
                </a:cubicBezTo>
                <a:cubicBezTo>
                  <a:pt x="1097400" y="95418"/>
                  <a:pt x="1096114" y="95878"/>
                  <a:pt x="1094863" y="95878"/>
                </a:cubicBezTo>
                <a:lnTo>
                  <a:pt x="1030535" y="95878"/>
                </a:lnTo>
                <a:cubicBezTo>
                  <a:pt x="1030535" y="101616"/>
                  <a:pt x="1031108" y="106809"/>
                  <a:pt x="1032255" y="111456"/>
                </a:cubicBezTo>
                <a:cubicBezTo>
                  <a:pt x="1033402" y="116102"/>
                  <a:pt x="1035296" y="120082"/>
                  <a:pt x="1037937" y="123396"/>
                </a:cubicBezTo>
                <a:cubicBezTo>
                  <a:pt x="1040578" y="126709"/>
                  <a:pt x="1044019" y="129255"/>
                  <a:pt x="1048259" y="131033"/>
                </a:cubicBezTo>
                <a:cubicBezTo>
                  <a:pt x="1052499" y="132809"/>
                  <a:pt x="1057712" y="133697"/>
                  <a:pt x="1063898" y="133697"/>
                </a:cubicBezTo>
                <a:cubicBezTo>
                  <a:pt x="1068277" y="133697"/>
                  <a:pt x="1072204" y="133317"/>
                  <a:pt x="1075679" y="132557"/>
                </a:cubicBezTo>
                <a:cubicBezTo>
                  <a:pt x="1079154" y="131796"/>
                  <a:pt x="1082160" y="130950"/>
                  <a:pt x="1084697" y="130017"/>
                </a:cubicBezTo>
                <a:cubicBezTo>
                  <a:pt x="1087234" y="129085"/>
                  <a:pt x="1089320" y="128238"/>
                  <a:pt x="1090953" y="127478"/>
                </a:cubicBezTo>
                <a:cubicBezTo>
                  <a:pt x="1092586" y="126718"/>
                  <a:pt x="1093751" y="126338"/>
                  <a:pt x="1094446" y="126338"/>
                </a:cubicBezTo>
                <a:cubicBezTo>
                  <a:pt x="1094863" y="126338"/>
                  <a:pt x="1095245" y="126441"/>
                  <a:pt x="1095592" y="126647"/>
                </a:cubicBezTo>
                <a:cubicBezTo>
                  <a:pt x="1095940" y="126854"/>
                  <a:pt x="1096218" y="127181"/>
                  <a:pt x="1096427" y="127628"/>
                </a:cubicBezTo>
                <a:cubicBezTo>
                  <a:pt x="1096635" y="128075"/>
                  <a:pt x="1096791" y="128643"/>
                  <a:pt x="1096896" y="129331"/>
                </a:cubicBezTo>
                <a:cubicBezTo>
                  <a:pt x="1097000" y="130018"/>
                  <a:pt x="1097052" y="130878"/>
                  <a:pt x="1097052" y="131908"/>
                </a:cubicBezTo>
                <a:cubicBezTo>
                  <a:pt x="1097052" y="132392"/>
                  <a:pt x="1097017" y="132857"/>
                  <a:pt x="1096948" y="133304"/>
                </a:cubicBezTo>
                <a:cubicBezTo>
                  <a:pt x="1096878" y="133751"/>
                  <a:pt x="1096791" y="134164"/>
                  <a:pt x="1096687" y="134543"/>
                </a:cubicBezTo>
                <a:cubicBezTo>
                  <a:pt x="1096583" y="134920"/>
                  <a:pt x="1096427" y="135281"/>
                  <a:pt x="1096218" y="135626"/>
                </a:cubicBezTo>
                <a:cubicBezTo>
                  <a:pt x="1096009" y="135969"/>
                  <a:pt x="1095731" y="136313"/>
                  <a:pt x="1095384" y="136658"/>
                </a:cubicBezTo>
                <a:cubicBezTo>
                  <a:pt x="1095036" y="137001"/>
                  <a:pt x="1093959" y="137598"/>
                  <a:pt x="1092152" y="138450"/>
                </a:cubicBezTo>
                <a:cubicBezTo>
                  <a:pt x="1090345" y="139302"/>
                  <a:pt x="1087982" y="140154"/>
                  <a:pt x="1085062" y="141005"/>
                </a:cubicBezTo>
                <a:cubicBezTo>
                  <a:pt x="1082143" y="141857"/>
                  <a:pt x="1078755" y="142624"/>
                  <a:pt x="1074897" y="143305"/>
                </a:cubicBezTo>
                <a:cubicBezTo>
                  <a:pt x="1071039" y="143987"/>
                  <a:pt x="1066886" y="144327"/>
                  <a:pt x="1062438" y="144327"/>
                </a:cubicBezTo>
                <a:cubicBezTo>
                  <a:pt x="1055140" y="144327"/>
                  <a:pt x="1048676" y="143253"/>
                  <a:pt x="1043046" y="141104"/>
                </a:cubicBezTo>
                <a:cubicBezTo>
                  <a:pt x="1037416" y="138956"/>
                  <a:pt x="1032689" y="135784"/>
                  <a:pt x="1028867" y="131589"/>
                </a:cubicBezTo>
                <a:cubicBezTo>
                  <a:pt x="1025044" y="127394"/>
                  <a:pt x="1022142" y="122192"/>
                  <a:pt x="1020161" y="115985"/>
                </a:cubicBezTo>
                <a:cubicBezTo>
                  <a:pt x="1018180" y="109778"/>
                  <a:pt x="1017190" y="102581"/>
                  <a:pt x="1017190" y="94395"/>
                </a:cubicBezTo>
                <a:cubicBezTo>
                  <a:pt x="1017190" y="86550"/>
                  <a:pt x="1018215" y="79524"/>
                  <a:pt x="1020265" y="73317"/>
                </a:cubicBezTo>
                <a:cubicBezTo>
                  <a:pt x="1022316" y="67109"/>
                  <a:pt x="1025252" y="61840"/>
                  <a:pt x="1029075" y="57509"/>
                </a:cubicBezTo>
                <a:cubicBezTo>
                  <a:pt x="1032898" y="53177"/>
                  <a:pt x="1037503" y="49869"/>
                  <a:pt x="1042889" y="47584"/>
                </a:cubicBezTo>
                <a:cubicBezTo>
                  <a:pt x="1048276" y="45299"/>
                  <a:pt x="1054271" y="44157"/>
                  <a:pt x="1060874" y="44157"/>
                </a:cubicBezTo>
                <a:cubicBezTo>
                  <a:pt x="1067964" y="44157"/>
                  <a:pt x="1074011" y="45315"/>
                  <a:pt x="1079015" y="47632"/>
                </a:cubicBezTo>
                <a:cubicBezTo>
                  <a:pt x="1084020" y="49949"/>
                  <a:pt x="1088138" y="53067"/>
                  <a:pt x="1091370" y="56985"/>
                </a:cubicBezTo>
                <a:cubicBezTo>
                  <a:pt x="1094602" y="60903"/>
                  <a:pt x="1096965" y="65452"/>
                  <a:pt x="1098460" y="70630"/>
                </a:cubicBezTo>
                <a:cubicBezTo>
                  <a:pt x="1099954" y="75809"/>
                  <a:pt x="1100701" y="81261"/>
                  <a:pt x="1100701" y="86985"/>
                </a:cubicBezTo>
                <a:lnTo>
                  <a:pt x="1100701" y="89438"/>
                </a:lnTo>
                <a:moveTo>
                  <a:pt x="1087877" y="85860"/>
                </a:moveTo>
                <a:cubicBezTo>
                  <a:pt x="1088086" y="76048"/>
                  <a:pt x="1085792" y="68382"/>
                  <a:pt x="1080996" y="62862"/>
                </a:cubicBezTo>
                <a:cubicBezTo>
                  <a:pt x="1076200" y="57343"/>
                  <a:pt x="1069215" y="54583"/>
                  <a:pt x="1060040" y="54583"/>
                </a:cubicBezTo>
                <a:cubicBezTo>
                  <a:pt x="1055314" y="54583"/>
                  <a:pt x="1051161" y="55452"/>
                  <a:pt x="1047581" y="57189"/>
                </a:cubicBezTo>
                <a:cubicBezTo>
                  <a:pt x="1044002" y="58927"/>
                  <a:pt x="1040978" y="61227"/>
                  <a:pt x="1038511" y="64089"/>
                </a:cubicBezTo>
                <a:cubicBezTo>
                  <a:pt x="1036043" y="66951"/>
                  <a:pt x="1034149" y="70273"/>
                  <a:pt x="1032828" y="74055"/>
                </a:cubicBezTo>
                <a:cubicBezTo>
                  <a:pt x="1031508" y="77837"/>
                  <a:pt x="1030743" y="81772"/>
                  <a:pt x="1030535" y="85860"/>
                </a:cubicBezTo>
                <a:lnTo>
                  <a:pt x="1087877" y="85860"/>
                </a:lnTo>
                <a:close/>
                <a:moveTo>
                  <a:pt x="1180914" y="52717"/>
                </a:moveTo>
                <a:cubicBezTo>
                  <a:pt x="1180914" y="53748"/>
                  <a:pt x="1180879" y="54623"/>
                  <a:pt x="1180810" y="55343"/>
                </a:cubicBezTo>
                <a:cubicBezTo>
                  <a:pt x="1180740" y="56063"/>
                  <a:pt x="1180619" y="56644"/>
                  <a:pt x="1180445" y="57087"/>
                </a:cubicBezTo>
                <a:cubicBezTo>
                  <a:pt x="1180271" y="57530"/>
                  <a:pt x="1180063" y="57871"/>
                  <a:pt x="1179820" y="58109"/>
                </a:cubicBezTo>
                <a:cubicBezTo>
                  <a:pt x="1179576" y="58348"/>
                  <a:pt x="1179246" y="58467"/>
                  <a:pt x="1178829" y="58467"/>
                </a:cubicBezTo>
                <a:cubicBezTo>
                  <a:pt x="1178203" y="58467"/>
                  <a:pt x="1177474" y="58314"/>
                  <a:pt x="1176640" y="58007"/>
                </a:cubicBezTo>
                <a:cubicBezTo>
                  <a:pt x="1175806" y="57700"/>
                  <a:pt x="1174832" y="57377"/>
                  <a:pt x="1173720" y="57036"/>
                </a:cubicBezTo>
                <a:cubicBezTo>
                  <a:pt x="1172608" y="56695"/>
                  <a:pt x="1171392" y="56371"/>
                  <a:pt x="1170071" y="56065"/>
                </a:cubicBezTo>
                <a:cubicBezTo>
                  <a:pt x="1168751" y="55758"/>
                  <a:pt x="1167291" y="55605"/>
                  <a:pt x="1165692" y="55605"/>
                </a:cubicBezTo>
                <a:cubicBezTo>
                  <a:pt x="1163816" y="55605"/>
                  <a:pt x="1161974" y="55993"/>
                  <a:pt x="1160167" y="56771"/>
                </a:cubicBezTo>
                <a:cubicBezTo>
                  <a:pt x="1158360" y="57548"/>
                  <a:pt x="1156465" y="58799"/>
                  <a:pt x="1154485" y="60524"/>
                </a:cubicBezTo>
                <a:cubicBezTo>
                  <a:pt x="1152504" y="62249"/>
                  <a:pt x="1150418" y="64532"/>
                  <a:pt x="1148229" y="67372"/>
                </a:cubicBezTo>
                <a:cubicBezTo>
                  <a:pt x="1146040" y="70213"/>
                  <a:pt x="1143624" y="73696"/>
                  <a:pt x="1140983" y="77821"/>
                </a:cubicBezTo>
                <a:lnTo>
                  <a:pt x="1140983" y="140440"/>
                </a:lnTo>
                <a:cubicBezTo>
                  <a:pt x="1140983" y="140849"/>
                  <a:pt x="1140879" y="141225"/>
                  <a:pt x="1140670" y="141568"/>
                </a:cubicBezTo>
                <a:cubicBezTo>
                  <a:pt x="1140462" y="141908"/>
                  <a:pt x="1140132" y="142181"/>
                  <a:pt x="1139680" y="142385"/>
                </a:cubicBezTo>
                <a:cubicBezTo>
                  <a:pt x="1139228" y="142590"/>
                  <a:pt x="1138602" y="142760"/>
                  <a:pt x="1137803" y="142896"/>
                </a:cubicBezTo>
                <a:cubicBezTo>
                  <a:pt x="1137004" y="143033"/>
                  <a:pt x="1135979" y="143101"/>
                  <a:pt x="1134727" y="143101"/>
                </a:cubicBezTo>
                <a:cubicBezTo>
                  <a:pt x="1133546" y="143101"/>
                  <a:pt x="1132555" y="143033"/>
                  <a:pt x="1131756" y="142896"/>
                </a:cubicBezTo>
                <a:cubicBezTo>
                  <a:pt x="1130957" y="142760"/>
                  <a:pt x="1130314" y="142590"/>
                  <a:pt x="1129827" y="142385"/>
                </a:cubicBezTo>
                <a:cubicBezTo>
                  <a:pt x="1129341" y="142181"/>
                  <a:pt x="1129011" y="141908"/>
                  <a:pt x="1128837" y="141568"/>
                </a:cubicBezTo>
                <a:cubicBezTo>
                  <a:pt x="1128663" y="141225"/>
                  <a:pt x="1128576" y="140849"/>
                  <a:pt x="1128576" y="140440"/>
                </a:cubicBezTo>
                <a:lnTo>
                  <a:pt x="1128576" y="47840"/>
                </a:lnTo>
                <a:cubicBezTo>
                  <a:pt x="1128576" y="47431"/>
                  <a:pt x="1128663" y="47056"/>
                  <a:pt x="1128837" y="46715"/>
                </a:cubicBezTo>
                <a:cubicBezTo>
                  <a:pt x="1129011" y="46373"/>
                  <a:pt x="1129341" y="46082"/>
                  <a:pt x="1129827" y="45843"/>
                </a:cubicBezTo>
                <a:cubicBezTo>
                  <a:pt x="1130314" y="45605"/>
                  <a:pt x="1130922" y="45434"/>
                  <a:pt x="1131652" y="45332"/>
                </a:cubicBezTo>
                <a:cubicBezTo>
                  <a:pt x="1132382" y="45230"/>
                  <a:pt x="1133337" y="45179"/>
                  <a:pt x="1134519" y="45179"/>
                </a:cubicBezTo>
                <a:cubicBezTo>
                  <a:pt x="1135701" y="45179"/>
                  <a:pt x="1136674" y="45230"/>
                  <a:pt x="1137438" y="45332"/>
                </a:cubicBezTo>
                <a:cubicBezTo>
                  <a:pt x="1138203" y="45434"/>
                  <a:pt x="1138794" y="45605"/>
                  <a:pt x="1139211" y="45843"/>
                </a:cubicBezTo>
                <a:cubicBezTo>
                  <a:pt x="1139628" y="46082"/>
                  <a:pt x="1139923" y="46373"/>
                  <a:pt x="1140097" y="46715"/>
                </a:cubicBezTo>
                <a:cubicBezTo>
                  <a:pt x="1140271" y="47056"/>
                  <a:pt x="1140357" y="47431"/>
                  <a:pt x="1140357" y="47840"/>
                </a:cubicBezTo>
                <a:lnTo>
                  <a:pt x="1140357" y="62472"/>
                </a:lnTo>
                <a:cubicBezTo>
                  <a:pt x="1143068" y="58605"/>
                  <a:pt x="1145570" y="55485"/>
                  <a:pt x="1147864" y="53110"/>
                </a:cubicBezTo>
                <a:cubicBezTo>
                  <a:pt x="1150158" y="50736"/>
                  <a:pt x="1152347" y="48887"/>
                  <a:pt x="1154432" y="47565"/>
                </a:cubicBezTo>
                <a:cubicBezTo>
                  <a:pt x="1156518" y="46243"/>
                  <a:pt x="1158551" y="45344"/>
                  <a:pt x="1160532" y="44869"/>
                </a:cubicBezTo>
                <a:cubicBezTo>
                  <a:pt x="1162512" y="44394"/>
                  <a:pt x="1164546" y="44157"/>
                  <a:pt x="1166631" y="44157"/>
                </a:cubicBezTo>
                <a:cubicBezTo>
                  <a:pt x="1167534" y="44157"/>
                  <a:pt x="1168577" y="44209"/>
                  <a:pt x="1169759" y="44313"/>
                </a:cubicBezTo>
                <a:cubicBezTo>
                  <a:pt x="1170940" y="44416"/>
                  <a:pt x="1172209" y="44604"/>
                  <a:pt x="1173564" y="44879"/>
                </a:cubicBezTo>
                <a:cubicBezTo>
                  <a:pt x="1174919" y="45153"/>
                  <a:pt x="1176136" y="45480"/>
                  <a:pt x="1177213" y="45859"/>
                </a:cubicBezTo>
                <a:cubicBezTo>
                  <a:pt x="1178290" y="46236"/>
                  <a:pt x="1179038" y="46580"/>
                  <a:pt x="1179455" y="46891"/>
                </a:cubicBezTo>
                <a:cubicBezTo>
                  <a:pt x="1179872" y="47200"/>
                  <a:pt x="1180150" y="47475"/>
                  <a:pt x="1180289" y="47715"/>
                </a:cubicBezTo>
                <a:cubicBezTo>
                  <a:pt x="1180428" y="47956"/>
                  <a:pt x="1180549" y="48266"/>
                  <a:pt x="1180654" y="48645"/>
                </a:cubicBezTo>
                <a:cubicBezTo>
                  <a:pt x="1180758" y="49022"/>
                  <a:pt x="1180827" y="49537"/>
                  <a:pt x="1180862" y="50191"/>
                </a:cubicBezTo>
                <a:cubicBezTo>
                  <a:pt x="1180897" y="50844"/>
                  <a:pt x="1180914" y="51687"/>
                  <a:pt x="1180914" y="52717"/>
                </a:cubicBezTo>
                <a:close/>
                <a:moveTo>
                  <a:pt x="1384949" y="140443"/>
                </a:moveTo>
                <a:cubicBezTo>
                  <a:pt x="1384949" y="140852"/>
                  <a:pt x="1384845" y="141227"/>
                  <a:pt x="1384637" y="141568"/>
                </a:cubicBezTo>
                <a:cubicBezTo>
                  <a:pt x="1384428" y="141908"/>
                  <a:pt x="1384098" y="142181"/>
                  <a:pt x="1383646" y="142385"/>
                </a:cubicBezTo>
                <a:cubicBezTo>
                  <a:pt x="1383194" y="142590"/>
                  <a:pt x="1382569" y="142760"/>
                  <a:pt x="1381769" y="142896"/>
                </a:cubicBezTo>
                <a:cubicBezTo>
                  <a:pt x="1380970" y="143033"/>
                  <a:pt x="1379980" y="143101"/>
                  <a:pt x="1378798" y="143101"/>
                </a:cubicBezTo>
                <a:cubicBezTo>
                  <a:pt x="1377547" y="143101"/>
                  <a:pt x="1376522" y="143033"/>
                  <a:pt x="1375722" y="142896"/>
                </a:cubicBezTo>
                <a:cubicBezTo>
                  <a:pt x="1374923" y="142760"/>
                  <a:pt x="1374280" y="142590"/>
                  <a:pt x="1373794" y="142385"/>
                </a:cubicBezTo>
                <a:cubicBezTo>
                  <a:pt x="1373307" y="142181"/>
                  <a:pt x="1372977" y="141908"/>
                  <a:pt x="1372803" y="141568"/>
                </a:cubicBezTo>
                <a:cubicBezTo>
                  <a:pt x="1372629" y="141227"/>
                  <a:pt x="1372543" y="140852"/>
                  <a:pt x="1372543" y="140443"/>
                </a:cubicBezTo>
                <a:lnTo>
                  <a:pt x="1372543" y="83510"/>
                </a:lnTo>
                <a:cubicBezTo>
                  <a:pt x="1372543" y="79148"/>
                  <a:pt x="1372143" y="75179"/>
                  <a:pt x="1371344" y="71601"/>
                </a:cubicBezTo>
                <a:cubicBezTo>
                  <a:pt x="1370544" y="68024"/>
                  <a:pt x="1369293" y="64958"/>
                  <a:pt x="1367590" y="62402"/>
                </a:cubicBezTo>
                <a:cubicBezTo>
                  <a:pt x="1365887" y="59847"/>
                  <a:pt x="1363733" y="57871"/>
                  <a:pt x="1361126" y="56474"/>
                </a:cubicBezTo>
                <a:cubicBezTo>
                  <a:pt x="1358520" y="55077"/>
                  <a:pt x="1355444" y="54378"/>
                  <a:pt x="1351899" y="54378"/>
                </a:cubicBezTo>
                <a:cubicBezTo>
                  <a:pt x="1347520" y="54378"/>
                  <a:pt x="1343089" y="56048"/>
                  <a:pt x="1338606" y="59387"/>
                </a:cubicBezTo>
                <a:cubicBezTo>
                  <a:pt x="1334123" y="62726"/>
                  <a:pt x="1329205" y="67632"/>
                  <a:pt x="1323854" y="74106"/>
                </a:cubicBezTo>
                <a:lnTo>
                  <a:pt x="1323854" y="140443"/>
                </a:lnTo>
                <a:cubicBezTo>
                  <a:pt x="1323854" y="140852"/>
                  <a:pt x="1323749" y="141227"/>
                  <a:pt x="1323541" y="141568"/>
                </a:cubicBezTo>
                <a:cubicBezTo>
                  <a:pt x="1323332" y="141908"/>
                  <a:pt x="1323002" y="142181"/>
                  <a:pt x="1322550" y="142385"/>
                </a:cubicBezTo>
                <a:cubicBezTo>
                  <a:pt x="1322098" y="142590"/>
                  <a:pt x="1321473" y="142760"/>
                  <a:pt x="1320674" y="142896"/>
                </a:cubicBezTo>
                <a:cubicBezTo>
                  <a:pt x="1319874" y="143033"/>
                  <a:pt x="1318884" y="143101"/>
                  <a:pt x="1317702" y="143101"/>
                </a:cubicBezTo>
                <a:cubicBezTo>
                  <a:pt x="1316521" y="143101"/>
                  <a:pt x="1315530" y="143033"/>
                  <a:pt x="1314731" y="142896"/>
                </a:cubicBezTo>
                <a:cubicBezTo>
                  <a:pt x="1313932" y="142760"/>
                  <a:pt x="1313289" y="142590"/>
                  <a:pt x="1312802" y="142385"/>
                </a:cubicBezTo>
                <a:cubicBezTo>
                  <a:pt x="1312316" y="142181"/>
                  <a:pt x="1311985" y="141908"/>
                  <a:pt x="1311812" y="141568"/>
                </a:cubicBezTo>
                <a:cubicBezTo>
                  <a:pt x="1311638" y="141227"/>
                  <a:pt x="1311551" y="140852"/>
                  <a:pt x="1311551" y="140443"/>
                </a:cubicBezTo>
                <a:lnTo>
                  <a:pt x="1311551" y="83510"/>
                </a:lnTo>
                <a:cubicBezTo>
                  <a:pt x="1311551" y="79148"/>
                  <a:pt x="1311134" y="75179"/>
                  <a:pt x="1310300" y="71601"/>
                </a:cubicBezTo>
                <a:cubicBezTo>
                  <a:pt x="1309466" y="68024"/>
                  <a:pt x="1308197" y="64958"/>
                  <a:pt x="1306494" y="62402"/>
                </a:cubicBezTo>
                <a:cubicBezTo>
                  <a:pt x="1304791" y="59847"/>
                  <a:pt x="1302637" y="57871"/>
                  <a:pt x="1300030" y="56474"/>
                </a:cubicBezTo>
                <a:cubicBezTo>
                  <a:pt x="1297424" y="55077"/>
                  <a:pt x="1294348" y="54378"/>
                  <a:pt x="1290803" y="54378"/>
                </a:cubicBezTo>
                <a:cubicBezTo>
                  <a:pt x="1286424" y="54378"/>
                  <a:pt x="1281993" y="56048"/>
                  <a:pt x="1277510" y="59387"/>
                </a:cubicBezTo>
                <a:cubicBezTo>
                  <a:pt x="1273027" y="62726"/>
                  <a:pt x="1268144" y="67632"/>
                  <a:pt x="1262862" y="74106"/>
                </a:cubicBezTo>
                <a:lnTo>
                  <a:pt x="1262862" y="140443"/>
                </a:lnTo>
                <a:cubicBezTo>
                  <a:pt x="1262862" y="140852"/>
                  <a:pt x="1262758" y="141227"/>
                  <a:pt x="1262549" y="141568"/>
                </a:cubicBezTo>
                <a:cubicBezTo>
                  <a:pt x="1262341" y="141908"/>
                  <a:pt x="1262010" y="142181"/>
                  <a:pt x="1261559" y="142385"/>
                </a:cubicBezTo>
                <a:cubicBezTo>
                  <a:pt x="1261107" y="142590"/>
                  <a:pt x="1260481" y="142760"/>
                  <a:pt x="1259682" y="142896"/>
                </a:cubicBezTo>
                <a:cubicBezTo>
                  <a:pt x="1258883" y="143033"/>
                  <a:pt x="1257858" y="143101"/>
                  <a:pt x="1256606" y="143101"/>
                </a:cubicBezTo>
                <a:cubicBezTo>
                  <a:pt x="1255425" y="143101"/>
                  <a:pt x="1254434" y="143033"/>
                  <a:pt x="1253635" y="142896"/>
                </a:cubicBezTo>
                <a:cubicBezTo>
                  <a:pt x="1252836" y="142760"/>
                  <a:pt x="1252193" y="142590"/>
                  <a:pt x="1251706" y="142385"/>
                </a:cubicBezTo>
                <a:cubicBezTo>
                  <a:pt x="1251220" y="142181"/>
                  <a:pt x="1250890" y="141908"/>
                  <a:pt x="1250716" y="141568"/>
                </a:cubicBezTo>
                <a:cubicBezTo>
                  <a:pt x="1250542" y="141225"/>
                  <a:pt x="1250455" y="140849"/>
                  <a:pt x="1250455" y="140440"/>
                </a:cubicBezTo>
                <a:lnTo>
                  <a:pt x="1250455" y="47840"/>
                </a:lnTo>
                <a:cubicBezTo>
                  <a:pt x="1250455" y="47431"/>
                  <a:pt x="1250542" y="47056"/>
                  <a:pt x="1250716" y="46715"/>
                </a:cubicBezTo>
                <a:cubicBezTo>
                  <a:pt x="1250890" y="46373"/>
                  <a:pt x="1251220" y="46082"/>
                  <a:pt x="1251706" y="45843"/>
                </a:cubicBezTo>
                <a:cubicBezTo>
                  <a:pt x="1252193" y="45605"/>
                  <a:pt x="1252801" y="45434"/>
                  <a:pt x="1253531" y="45332"/>
                </a:cubicBezTo>
                <a:cubicBezTo>
                  <a:pt x="1254261" y="45230"/>
                  <a:pt x="1255216" y="45179"/>
                  <a:pt x="1256398" y="45179"/>
                </a:cubicBezTo>
                <a:cubicBezTo>
                  <a:pt x="1257579" y="45179"/>
                  <a:pt x="1258553" y="45230"/>
                  <a:pt x="1259317" y="45332"/>
                </a:cubicBezTo>
                <a:cubicBezTo>
                  <a:pt x="1260082" y="45434"/>
                  <a:pt x="1260672" y="45605"/>
                  <a:pt x="1261090" y="45843"/>
                </a:cubicBezTo>
                <a:cubicBezTo>
                  <a:pt x="1261507" y="46082"/>
                  <a:pt x="1261802" y="46373"/>
                  <a:pt x="1261976" y="46715"/>
                </a:cubicBezTo>
                <a:cubicBezTo>
                  <a:pt x="1262150" y="47056"/>
                  <a:pt x="1262236" y="47431"/>
                  <a:pt x="1262236" y="47840"/>
                </a:cubicBezTo>
                <a:lnTo>
                  <a:pt x="1262236" y="60936"/>
                </a:lnTo>
                <a:cubicBezTo>
                  <a:pt x="1267658" y="55037"/>
                  <a:pt x="1272801" y="50767"/>
                  <a:pt x="1277667" y="48124"/>
                </a:cubicBezTo>
                <a:cubicBezTo>
                  <a:pt x="1282532" y="45479"/>
                  <a:pt x="1287363" y="44157"/>
                  <a:pt x="1292159" y="44157"/>
                </a:cubicBezTo>
                <a:cubicBezTo>
                  <a:pt x="1296121" y="44157"/>
                  <a:pt x="1299648" y="44615"/>
                  <a:pt x="1302741" y="45530"/>
                </a:cubicBezTo>
                <a:cubicBezTo>
                  <a:pt x="1305834" y="46446"/>
                  <a:pt x="1308562" y="47735"/>
                  <a:pt x="1310925" y="49399"/>
                </a:cubicBezTo>
                <a:cubicBezTo>
                  <a:pt x="1313289" y="51060"/>
                  <a:pt x="1315304" y="53044"/>
                  <a:pt x="1316972" y="55353"/>
                </a:cubicBezTo>
                <a:cubicBezTo>
                  <a:pt x="1318641" y="57659"/>
                  <a:pt x="1319996" y="60202"/>
                  <a:pt x="1321039" y="62983"/>
                </a:cubicBezTo>
                <a:cubicBezTo>
                  <a:pt x="1324305" y="59455"/>
                  <a:pt x="1327381" y="56486"/>
                  <a:pt x="1330265" y="54078"/>
                </a:cubicBezTo>
                <a:cubicBezTo>
                  <a:pt x="1333150" y="51670"/>
                  <a:pt x="1335895" y="49736"/>
                  <a:pt x="1338502" y="48277"/>
                </a:cubicBezTo>
                <a:cubicBezTo>
                  <a:pt x="1341108" y="46819"/>
                  <a:pt x="1343628" y="45768"/>
                  <a:pt x="1346061" y="45125"/>
                </a:cubicBezTo>
                <a:cubicBezTo>
                  <a:pt x="1348493" y="44479"/>
                  <a:pt x="1350891" y="44157"/>
                  <a:pt x="1353255" y="44157"/>
                </a:cubicBezTo>
                <a:cubicBezTo>
                  <a:pt x="1359163" y="44157"/>
                  <a:pt x="1364150" y="45179"/>
                  <a:pt x="1368216" y="47223"/>
                </a:cubicBezTo>
                <a:cubicBezTo>
                  <a:pt x="1372282" y="49268"/>
                  <a:pt x="1375549" y="52027"/>
                  <a:pt x="1378016" y="55503"/>
                </a:cubicBezTo>
                <a:cubicBezTo>
                  <a:pt x="1380484" y="58978"/>
                  <a:pt x="1382256" y="63032"/>
                  <a:pt x="1383333" y="67666"/>
                </a:cubicBezTo>
                <a:cubicBezTo>
                  <a:pt x="1384411" y="72300"/>
                  <a:pt x="1384949" y="77206"/>
                  <a:pt x="1384949" y="82385"/>
                </a:cubicBezTo>
                <a:lnTo>
                  <a:pt x="1384949" y="140443"/>
                </a:lnTo>
                <a:close/>
                <a:moveTo>
                  <a:pt x="1486285" y="140443"/>
                </a:moveTo>
                <a:cubicBezTo>
                  <a:pt x="1486285" y="141125"/>
                  <a:pt x="1486059" y="141653"/>
                  <a:pt x="1485607" y="142027"/>
                </a:cubicBezTo>
                <a:cubicBezTo>
                  <a:pt x="1485155" y="142402"/>
                  <a:pt x="1484565" y="142675"/>
                  <a:pt x="1483835" y="142845"/>
                </a:cubicBezTo>
                <a:cubicBezTo>
                  <a:pt x="1483105" y="143016"/>
                  <a:pt x="1482115" y="143101"/>
                  <a:pt x="1480863" y="143101"/>
                </a:cubicBezTo>
                <a:cubicBezTo>
                  <a:pt x="1479682" y="143101"/>
                  <a:pt x="1478674" y="143016"/>
                  <a:pt x="1477840" y="142845"/>
                </a:cubicBezTo>
                <a:cubicBezTo>
                  <a:pt x="1477006" y="142675"/>
                  <a:pt x="1476363" y="142402"/>
                  <a:pt x="1475911" y="142027"/>
                </a:cubicBezTo>
                <a:cubicBezTo>
                  <a:pt x="1475459" y="141653"/>
                  <a:pt x="1475233" y="141125"/>
                  <a:pt x="1475233" y="140443"/>
                </a:cubicBezTo>
                <a:lnTo>
                  <a:pt x="1475233" y="130119"/>
                </a:lnTo>
                <a:cubicBezTo>
                  <a:pt x="1470994" y="134617"/>
                  <a:pt x="1466319" y="138109"/>
                  <a:pt x="1461211" y="140596"/>
                </a:cubicBezTo>
                <a:cubicBezTo>
                  <a:pt x="1456102" y="143084"/>
                  <a:pt x="1450802" y="144327"/>
                  <a:pt x="1445311" y="144327"/>
                </a:cubicBezTo>
                <a:cubicBezTo>
                  <a:pt x="1440376" y="144327"/>
                  <a:pt x="1435945" y="143697"/>
                  <a:pt x="1432018" y="142436"/>
                </a:cubicBezTo>
                <a:cubicBezTo>
                  <a:pt x="1428091" y="141176"/>
                  <a:pt x="1424772" y="139370"/>
                  <a:pt x="1422061" y="137019"/>
                </a:cubicBezTo>
                <a:cubicBezTo>
                  <a:pt x="1419351" y="134668"/>
                  <a:pt x="1417265" y="131823"/>
                  <a:pt x="1415806" y="128484"/>
                </a:cubicBezTo>
                <a:cubicBezTo>
                  <a:pt x="1414346" y="125145"/>
                  <a:pt x="1413616" y="121397"/>
                  <a:pt x="1413616" y="117240"/>
                </a:cubicBezTo>
                <a:cubicBezTo>
                  <a:pt x="1413616" y="112130"/>
                  <a:pt x="1414694" y="107683"/>
                  <a:pt x="1416848" y="103901"/>
                </a:cubicBezTo>
                <a:cubicBezTo>
                  <a:pt x="1419003" y="100119"/>
                  <a:pt x="1422061" y="96968"/>
                  <a:pt x="1426023" y="94446"/>
                </a:cubicBezTo>
                <a:cubicBezTo>
                  <a:pt x="1429985" y="91925"/>
                  <a:pt x="1434746" y="90034"/>
                  <a:pt x="1440307" y="88774"/>
                </a:cubicBezTo>
                <a:cubicBezTo>
                  <a:pt x="1445867" y="87513"/>
                  <a:pt x="1452053" y="86883"/>
                  <a:pt x="1458865" y="86883"/>
                </a:cubicBezTo>
                <a:lnTo>
                  <a:pt x="1473878" y="86883"/>
                </a:lnTo>
                <a:lnTo>
                  <a:pt x="1473878" y="78884"/>
                </a:lnTo>
                <a:cubicBezTo>
                  <a:pt x="1473878" y="74919"/>
                  <a:pt x="1473461" y="71416"/>
                  <a:pt x="1472627" y="68375"/>
                </a:cubicBezTo>
                <a:cubicBezTo>
                  <a:pt x="1471793" y="65332"/>
                  <a:pt x="1470437" y="62785"/>
                  <a:pt x="1468561" y="60735"/>
                </a:cubicBezTo>
                <a:cubicBezTo>
                  <a:pt x="1466684" y="58684"/>
                  <a:pt x="1464251" y="57147"/>
                  <a:pt x="1461263" y="56122"/>
                </a:cubicBezTo>
                <a:cubicBezTo>
                  <a:pt x="1458274" y="55096"/>
                  <a:pt x="1454625" y="54583"/>
                  <a:pt x="1450315" y="54583"/>
                </a:cubicBezTo>
                <a:cubicBezTo>
                  <a:pt x="1446145" y="54583"/>
                  <a:pt x="1442392" y="55077"/>
                  <a:pt x="1439056" y="56065"/>
                </a:cubicBezTo>
                <a:cubicBezTo>
                  <a:pt x="1435719" y="57053"/>
                  <a:pt x="1432800" y="58160"/>
                  <a:pt x="1430298" y="59387"/>
                </a:cubicBezTo>
                <a:cubicBezTo>
                  <a:pt x="1427796" y="60613"/>
                  <a:pt x="1425728" y="61721"/>
                  <a:pt x="1424094" y="62709"/>
                </a:cubicBezTo>
                <a:cubicBezTo>
                  <a:pt x="1422461" y="63697"/>
                  <a:pt x="1421297" y="64191"/>
                  <a:pt x="1420602" y="64191"/>
                </a:cubicBezTo>
                <a:cubicBezTo>
                  <a:pt x="1420185" y="64191"/>
                  <a:pt x="1419802" y="64123"/>
                  <a:pt x="1419455" y="63986"/>
                </a:cubicBezTo>
                <a:cubicBezTo>
                  <a:pt x="1419107" y="63848"/>
                  <a:pt x="1418812" y="63590"/>
                  <a:pt x="1418569" y="63213"/>
                </a:cubicBezTo>
                <a:cubicBezTo>
                  <a:pt x="1418325" y="62834"/>
                  <a:pt x="1418152" y="62353"/>
                  <a:pt x="1418047" y="61770"/>
                </a:cubicBezTo>
                <a:cubicBezTo>
                  <a:pt x="1417943" y="61184"/>
                  <a:pt x="1417891" y="60479"/>
                  <a:pt x="1417891" y="59655"/>
                </a:cubicBezTo>
                <a:cubicBezTo>
                  <a:pt x="1417891" y="58211"/>
                  <a:pt x="1417995" y="57060"/>
                  <a:pt x="1418204" y="56202"/>
                </a:cubicBezTo>
                <a:cubicBezTo>
                  <a:pt x="1418412" y="55342"/>
                  <a:pt x="1418951" y="54483"/>
                  <a:pt x="1419820" y="53624"/>
                </a:cubicBezTo>
                <a:cubicBezTo>
                  <a:pt x="1420689" y="52764"/>
                  <a:pt x="1422235" y="51762"/>
                  <a:pt x="1424459" y="50619"/>
                </a:cubicBezTo>
                <a:cubicBezTo>
                  <a:pt x="1426683" y="49473"/>
                  <a:pt x="1429238" y="48413"/>
                  <a:pt x="1432122" y="47437"/>
                </a:cubicBezTo>
                <a:cubicBezTo>
                  <a:pt x="1435007" y="46462"/>
                  <a:pt x="1438117" y="45672"/>
                  <a:pt x="1441453" y="45067"/>
                </a:cubicBezTo>
                <a:cubicBezTo>
                  <a:pt x="1444790" y="44460"/>
                  <a:pt x="1448126" y="44157"/>
                  <a:pt x="1451462" y="44157"/>
                </a:cubicBezTo>
                <a:cubicBezTo>
                  <a:pt x="1457926" y="44157"/>
                  <a:pt x="1463383" y="44923"/>
                  <a:pt x="1467831" y="46457"/>
                </a:cubicBezTo>
                <a:cubicBezTo>
                  <a:pt x="1472279" y="47990"/>
                  <a:pt x="1475876" y="50187"/>
                  <a:pt x="1478622" y="53049"/>
                </a:cubicBezTo>
                <a:cubicBezTo>
                  <a:pt x="1481367" y="55912"/>
                  <a:pt x="1483331" y="59438"/>
                  <a:pt x="1484512" y="63629"/>
                </a:cubicBezTo>
                <a:cubicBezTo>
                  <a:pt x="1485694" y="67820"/>
                  <a:pt x="1486285" y="72573"/>
                  <a:pt x="1486285" y="77888"/>
                </a:cubicBezTo>
                <a:lnTo>
                  <a:pt x="1486285" y="140443"/>
                </a:lnTo>
                <a:moveTo>
                  <a:pt x="1473878" y="96900"/>
                </a:moveTo>
                <a:lnTo>
                  <a:pt x="1456675" y="96900"/>
                </a:lnTo>
                <a:cubicBezTo>
                  <a:pt x="1451671" y="96900"/>
                  <a:pt x="1447292" y="97343"/>
                  <a:pt x="1443539" y="98228"/>
                </a:cubicBezTo>
                <a:cubicBezTo>
                  <a:pt x="1439785" y="99114"/>
                  <a:pt x="1436658" y="100409"/>
                  <a:pt x="1434155" y="102113"/>
                </a:cubicBezTo>
                <a:cubicBezTo>
                  <a:pt x="1431653" y="103816"/>
                  <a:pt x="1429794" y="105860"/>
                  <a:pt x="1428577" y="108246"/>
                </a:cubicBezTo>
                <a:cubicBezTo>
                  <a:pt x="1427361" y="110631"/>
                  <a:pt x="1426753" y="113356"/>
                  <a:pt x="1426753" y="116423"/>
                </a:cubicBezTo>
                <a:cubicBezTo>
                  <a:pt x="1426753" y="121738"/>
                  <a:pt x="1428473" y="125980"/>
                  <a:pt x="1431914" y="129148"/>
                </a:cubicBezTo>
                <a:cubicBezTo>
                  <a:pt x="1435354" y="132317"/>
                  <a:pt x="1440202" y="133901"/>
                  <a:pt x="1446458" y="133901"/>
                </a:cubicBezTo>
                <a:cubicBezTo>
                  <a:pt x="1451393" y="133901"/>
                  <a:pt x="1455998" y="132658"/>
                  <a:pt x="1460272" y="130171"/>
                </a:cubicBezTo>
                <a:cubicBezTo>
                  <a:pt x="1464547" y="127683"/>
                  <a:pt x="1469082" y="123850"/>
                  <a:pt x="1473878" y="118671"/>
                </a:cubicBezTo>
                <a:lnTo>
                  <a:pt x="1473878" y="96900"/>
                </a:lnTo>
                <a:close/>
                <a:moveTo>
                  <a:pt x="1585129" y="138495"/>
                </a:moveTo>
                <a:cubicBezTo>
                  <a:pt x="1585685" y="139315"/>
                  <a:pt x="1585981" y="140014"/>
                  <a:pt x="1586016" y="140593"/>
                </a:cubicBezTo>
                <a:cubicBezTo>
                  <a:pt x="1586050" y="141173"/>
                  <a:pt x="1585824" y="141651"/>
                  <a:pt x="1585338" y="142027"/>
                </a:cubicBezTo>
                <a:cubicBezTo>
                  <a:pt x="1584851" y="142402"/>
                  <a:pt x="1584104" y="142675"/>
                  <a:pt x="1583096" y="142845"/>
                </a:cubicBezTo>
                <a:cubicBezTo>
                  <a:pt x="1582088" y="143016"/>
                  <a:pt x="1580820" y="143101"/>
                  <a:pt x="1579291" y="143101"/>
                </a:cubicBezTo>
                <a:cubicBezTo>
                  <a:pt x="1577831" y="143101"/>
                  <a:pt x="1576667" y="143050"/>
                  <a:pt x="1575798" y="142947"/>
                </a:cubicBezTo>
                <a:cubicBezTo>
                  <a:pt x="1574929" y="142845"/>
                  <a:pt x="1574234" y="142692"/>
                  <a:pt x="1573713" y="142487"/>
                </a:cubicBezTo>
                <a:cubicBezTo>
                  <a:pt x="1573192" y="142283"/>
                  <a:pt x="1572775" y="142010"/>
                  <a:pt x="1572462" y="141670"/>
                </a:cubicBezTo>
                <a:cubicBezTo>
                  <a:pt x="1572149" y="141327"/>
                  <a:pt x="1571854" y="140951"/>
                  <a:pt x="1571576" y="140542"/>
                </a:cubicBezTo>
                <a:lnTo>
                  <a:pt x="1546136" y="101867"/>
                </a:lnTo>
                <a:lnTo>
                  <a:pt x="1520801" y="140542"/>
                </a:lnTo>
                <a:cubicBezTo>
                  <a:pt x="1520523" y="140951"/>
                  <a:pt x="1520228" y="141327"/>
                  <a:pt x="1519915" y="141670"/>
                </a:cubicBezTo>
                <a:cubicBezTo>
                  <a:pt x="1519602" y="142010"/>
                  <a:pt x="1519168" y="142283"/>
                  <a:pt x="1518612" y="142487"/>
                </a:cubicBezTo>
                <a:cubicBezTo>
                  <a:pt x="1518056" y="142692"/>
                  <a:pt x="1517344" y="142845"/>
                  <a:pt x="1516475" y="142947"/>
                </a:cubicBezTo>
                <a:cubicBezTo>
                  <a:pt x="1515606" y="143050"/>
                  <a:pt x="1514476" y="143101"/>
                  <a:pt x="1513086" y="143101"/>
                </a:cubicBezTo>
                <a:cubicBezTo>
                  <a:pt x="1511627" y="143101"/>
                  <a:pt x="1510410" y="143016"/>
                  <a:pt x="1509437" y="142845"/>
                </a:cubicBezTo>
                <a:cubicBezTo>
                  <a:pt x="1508464" y="142675"/>
                  <a:pt x="1507752" y="142402"/>
                  <a:pt x="1507300" y="142027"/>
                </a:cubicBezTo>
                <a:cubicBezTo>
                  <a:pt x="1506848" y="141651"/>
                  <a:pt x="1506640" y="141173"/>
                  <a:pt x="1506674" y="140593"/>
                </a:cubicBezTo>
                <a:cubicBezTo>
                  <a:pt x="1506709" y="140014"/>
                  <a:pt x="1507039" y="139315"/>
                  <a:pt x="1507665" y="138495"/>
                </a:cubicBezTo>
                <a:lnTo>
                  <a:pt x="1538734" y="93578"/>
                </a:lnTo>
                <a:lnTo>
                  <a:pt x="1509124" y="49680"/>
                </a:lnTo>
                <a:cubicBezTo>
                  <a:pt x="1508568" y="48862"/>
                  <a:pt x="1508273" y="48163"/>
                  <a:pt x="1508238" y="47584"/>
                </a:cubicBezTo>
                <a:cubicBezTo>
                  <a:pt x="1508203" y="47005"/>
                  <a:pt x="1508447" y="46528"/>
                  <a:pt x="1508968" y="46153"/>
                </a:cubicBezTo>
                <a:cubicBezTo>
                  <a:pt x="1509489" y="45776"/>
                  <a:pt x="1510271" y="45520"/>
                  <a:pt x="1511314" y="45383"/>
                </a:cubicBezTo>
                <a:cubicBezTo>
                  <a:pt x="1512356" y="45247"/>
                  <a:pt x="1513642" y="45179"/>
                  <a:pt x="1515171" y="45179"/>
                </a:cubicBezTo>
                <a:cubicBezTo>
                  <a:pt x="1516631" y="45179"/>
                  <a:pt x="1517795" y="45230"/>
                  <a:pt x="1518664" y="45332"/>
                </a:cubicBezTo>
                <a:cubicBezTo>
                  <a:pt x="1519533" y="45434"/>
                  <a:pt x="1520211" y="45588"/>
                  <a:pt x="1520697" y="45792"/>
                </a:cubicBezTo>
                <a:cubicBezTo>
                  <a:pt x="1521184" y="45997"/>
                  <a:pt x="1521566" y="46253"/>
                  <a:pt x="1521844" y="46562"/>
                </a:cubicBezTo>
                <a:cubicBezTo>
                  <a:pt x="1522122" y="46869"/>
                  <a:pt x="1522400" y="47226"/>
                  <a:pt x="1522678" y="47635"/>
                </a:cubicBezTo>
                <a:lnTo>
                  <a:pt x="1546658" y="83858"/>
                </a:lnTo>
                <a:lnTo>
                  <a:pt x="1571263" y="47635"/>
                </a:lnTo>
                <a:cubicBezTo>
                  <a:pt x="1571541" y="47226"/>
                  <a:pt x="1571819" y="46869"/>
                  <a:pt x="1572097" y="46562"/>
                </a:cubicBezTo>
                <a:cubicBezTo>
                  <a:pt x="1572375" y="46253"/>
                  <a:pt x="1572740" y="45997"/>
                  <a:pt x="1573192" y="45792"/>
                </a:cubicBezTo>
                <a:cubicBezTo>
                  <a:pt x="1573643" y="45588"/>
                  <a:pt x="1574269" y="45434"/>
                  <a:pt x="1575068" y="45332"/>
                </a:cubicBezTo>
                <a:cubicBezTo>
                  <a:pt x="1575868" y="45230"/>
                  <a:pt x="1576962" y="45179"/>
                  <a:pt x="1578352" y="45179"/>
                </a:cubicBezTo>
                <a:cubicBezTo>
                  <a:pt x="1579812" y="45179"/>
                  <a:pt x="1581046" y="45247"/>
                  <a:pt x="1582054" y="45383"/>
                </a:cubicBezTo>
                <a:cubicBezTo>
                  <a:pt x="1583062" y="45520"/>
                  <a:pt x="1583809" y="45758"/>
                  <a:pt x="1584295" y="46099"/>
                </a:cubicBezTo>
                <a:cubicBezTo>
                  <a:pt x="1584782" y="46440"/>
                  <a:pt x="1585008" y="46901"/>
                  <a:pt x="1584973" y="47482"/>
                </a:cubicBezTo>
                <a:cubicBezTo>
                  <a:pt x="1584938" y="48061"/>
                  <a:pt x="1584608" y="48794"/>
                  <a:pt x="1583982" y="49680"/>
                </a:cubicBezTo>
                <a:lnTo>
                  <a:pt x="1554164" y="93169"/>
                </a:lnTo>
                <a:lnTo>
                  <a:pt x="1585129" y="138495"/>
                </a:lnTo>
                <a:close/>
                <a:moveTo>
                  <a:pt x="1701947" y="135026"/>
                </a:moveTo>
                <a:cubicBezTo>
                  <a:pt x="1701947" y="136457"/>
                  <a:pt x="1701825" y="137615"/>
                  <a:pt x="1701582" y="138501"/>
                </a:cubicBezTo>
                <a:cubicBezTo>
                  <a:pt x="1701339" y="139387"/>
                  <a:pt x="1700956" y="140085"/>
                  <a:pt x="1700435" y="140596"/>
                </a:cubicBezTo>
                <a:cubicBezTo>
                  <a:pt x="1699914" y="141108"/>
                  <a:pt x="1699149" y="141585"/>
                  <a:pt x="1698141" y="142027"/>
                </a:cubicBezTo>
                <a:cubicBezTo>
                  <a:pt x="1697134" y="142470"/>
                  <a:pt x="1695969" y="142845"/>
                  <a:pt x="1694649" y="143152"/>
                </a:cubicBezTo>
                <a:cubicBezTo>
                  <a:pt x="1693328" y="143459"/>
                  <a:pt x="1691938" y="143697"/>
                  <a:pt x="1690478" y="143867"/>
                </a:cubicBezTo>
                <a:cubicBezTo>
                  <a:pt x="1689019" y="144038"/>
                  <a:pt x="1687594" y="144123"/>
                  <a:pt x="1686204" y="144123"/>
                </a:cubicBezTo>
                <a:cubicBezTo>
                  <a:pt x="1681547" y="144123"/>
                  <a:pt x="1677585" y="143510"/>
                  <a:pt x="1674318" y="142283"/>
                </a:cubicBezTo>
                <a:cubicBezTo>
                  <a:pt x="1671051" y="141056"/>
                  <a:pt x="1668375" y="139200"/>
                  <a:pt x="1666290" y="136712"/>
                </a:cubicBezTo>
                <a:cubicBezTo>
                  <a:pt x="1664205" y="134225"/>
                  <a:pt x="1662693" y="131073"/>
                  <a:pt x="1661755" y="127257"/>
                </a:cubicBezTo>
                <a:cubicBezTo>
                  <a:pt x="1660817" y="123441"/>
                  <a:pt x="1660347" y="118944"/>
                  <a:pt x="1660347" y="113765"/>
                </a:cubicBezTo>
                <a:lnTo>
                  <a:pt x="1660347" y="56218"/>
                </a:lnTo>
                <a:lnTo>
                  <a:pt x="1646272" y="56218"/>
                </a:lnTo>
                <a:cubicBezTo>
                  <a:pt x="1645299" y="56218"/>
                  <a:pt x="1644535" y="55788"/>
                  <a:pt x="1643979" y="54928"/>
                </a:cubicBezTo>
                <a:cubicBezTo>
                  <a:pt x="1643423" y="54067"/>
                  <a:pt x="1643145" y="52777"/>
                  <a:pt x="1643145" y="51056"/>
                </a:cubicBezTo>
                <a:cubicBezTo>
                  <a:pt x="1643145" y="50162"/>
                  <a:pt x="1643214" y="49388"/>
                  <a:pt x="1643353" y="48734"/>
                </a:cubicBezTo>
                <a:cubicBezTo>
                  <a:pt x="1643492" y="48080"/>
                  <a:pt x="1643701" y="47530"/>
                  <a:pt x="1643979" y="47083"/>
                </a:cubicBezTo>
                <a:cubicBezTo>
                  <a:pt x="1644257" y="46636"/>
                  <a:pt x="1644587" y="46309"/>
                  <a:pt x="1644969" y="46102"/>
                </a:cubicBezTo>
                <a:cubicBezTo>
                  <a:pt x="1645352" y="45896"/>
                  <a:pt x="1645786" y="45792"/>
                  <a:pt x="1646272" y="45792"/>
                </a:cubicBezTo>
                <a:lnTo>
                  <a:pt x="1660347" y="45792"/>
                </a:lnTo>
                <a:lnTo>
                  <a:pt x="1660347" y="23101"/>
                </a:lnTo>
                <a:cubicBezTo>
                  <a:pt x="1660347" y="22692"/>
                  <a:pt x="1660434" y="22317"/>
                  <a:pt x="1660608" y="21976"/>
                </a:cubicBezTo>
                <a:cubicBezTo>
                  <a:pt x="1660782" y="21635"/>
                  <a:pt x="1661112" y="21346"/>
                  <a:pt x="1661599" y="21107"/>
                </a:cubicBezTo>
                <a:cubicBezTo>
                  <a:pt x="1662085" y="20869"/>
                  <a:pt x="1662728" y="20699"/>
                  <a:pt x="1663527" y="20596"/>
                </a:cubicBezTo>
                <a:cubicBezTo>
                  <a:pt x="1664327" y="20494"/>
                  <a:pt x="1665317" y="20443"/>
                  <a:pt x="1666499" y="20443"/>
                </a:cubicBezTo>
                <a:cubicBezTo>
                  <a:pt x="1667750" y="20443"/>
                  <a:pt x="1668775" y="20494"/>
                  <a:pt x="1669574" y="20596"/>
                </a:cubicBezTo>
                <a:cubicBezTo>
                  <a:pt x="1670374" y="20699"/>
                  <a:pt x="1670999" y="20869"/>
                  <a:pt x="1671451" y="21107"/>
                </a:cubicBezTo>
                <a:cubicBezTo>
                  <a:pt x="1671903" y="21346"/>
                  <a:pt x="1672233" y="21635"/>
                  <a:pt x="1672441" y="21976"/>
                </a:cubicBezTo>
                <a:cubicBezTo>
                  <a:pt x="1672650" y="22317"/>
                  <a:pt x="1672754" y="22692"/>
                  <a:pt x="1672754" y="23101"/>
                </a:cubicBezTo>
                <a:lnTo>
                  <a:pt x="1672754" y="45792"/>
                </a:lnTo>
                <a:lnTo>
                  <a:pt x="1698819" y="45792"/>
                </a:lnTo>
                <a:cubicBezTo>
                  <a:pt x="1699306" y="45792"/>
                  <a:pt x="1699740" y="45896"/>
                  <a:pt x="1700122" y="46102"/>
                </a:cubicBezTo>
                <a:cubicBezTo>
                  <a:pt x="1700505" y="46309"/>
                  <a:pt x="1700835" y="46636"/>
                  <a:pt x="1701113" y="47083"/>
                </a:cubicBezTo>
                <a:cubicBezTo>
                  <a:pt x="1701391" y="47530"/>
                  <a:pt x="1701599" y="48080"/>
                  <a:pt x="1701738" y="48734"/>
                </a:cubicBezTo>
                <a:cubicBezTo>
                  <a:pt x="1701877" y="49388"/>
                  <a:pt x="1701947" y="50162"/>
                  <a:pt x="1701947" y="51056"/>
                </a:cubicBezTo>
                <a:cubicBezTo>
                  <a:pt x="1701947" y="52777"/>
                  <a:pt x="1701651" y="54067"/>
                  <a:pt x="1701061" y="54928"/>
                </a:cubicBezTo>
                <a:cubicBezTo>
                  <a:pt x="1700470" y="55788"/>
                  <a:pt x="1699723" y="56218"/>
                  <a:pt x="1698819" y="56218"/>
                </a:cubicBezTo>
                <a:lnTo>
                  <a:pt x="1672754" y="56218"/>
                </a:lnTo>
                <a:lnTo>
                  <a:pt x="1672754" y="112130"/>
                </a:lnTo>
                <a:cubicBezTo>
                  <a:pt x="1672754" y="119148"/>
                  <a:pt x="1673779" y="124498"/>
                  <a:pt x="1675830" y="128177"/>
                </a:cubicBezTo>
                <a:cubicBezTo>
                  <a:pt x="1677880" y="131857"/>
                  <a:pt x="1681616" y="133697"/>
                  <a:pt x="1687038" y="133697"/>
                </a:cubicBezTo>
                <a:cubicBezTo>
                  <a:pt x="1688706" y="133697"/>
                  <a:pt x="1690218" y="133527"/>
                  <a:pt x="1691573" y="133186"/>
                </a:cubicBezTo>
                <a:cubicBezTo>
                  <a:pt x="1692928" y="132845"/>
                  <a:pt x="1694127" y="132470"/>
                  <a:pt x="1695170" y="132062"/>
                </a:cubicBezTo>
                <a:cubicBezTo>
                  <a:pt x="1696213" y="131653"/>
                  <a:pt x="1697099" y="131278"/>
                  <a:pt x="1697829" y="130937"/>
                </a:cubicBezTo>
                <a:cubicBezTo>
                  <a:pt x="1698558" y="130596"/>
                  <a:pt x="1699201" y="130426"/>
                  <a:pt x="1699757" y="130426"/>
                </a:cubicBezTo>
                <a:cubicBezTo>
                  <a:pt x="1700105" y="130426"/>
                  <a:pt x="1700418" y="130494"/>
                  <a:pt x="1700696" y="130631"/>
                </a:cubicBezTo>
                <a:cubicBezTo>
                  <a:pt x="1700974" y="130767"/>
                  <a:pt x="1701200" y="131022"/>
                  <a:pt x="1701373" y="131397"/>
                </a:cubicBezTo>
                <a:cubicBezTo>
                  <a:pt x="1701547" y="131772"/>
                  <a:pt x="1701686" y="132249"/>
                  <a:pt x="1701790" y="132828"/>
                </a:cubicBezTo>
                <a:cubicBezTo>
                  <a:pt x="1701895" y="133407"/>
                  <a:pt x="1701947" y="134140"/>
                  <a:pt x="1701947" y="135026"/>
                </a:cubicBezTo>
                <a:close/>
                <a:moveTo>
                  <a:pt x="1808521" y="93271"/>
                </a:moveTo>
                <a:cubicBezTo>
                  <a:pt x="1808521" y="100637"/>
                  <a:pt x="1807547" y="107424"/>
                  <a:pt x="1805601" y="113631"/>
                </a:cubicBezTo>
                <a:cubicBezTo>
                  <a:pt x="1803655" y="119838"/>
                  <a:pt x="1800753" y="125228"/>
                  <a:pt x="1796896" y="129800"/>
                </a:cubicBezTo>
                <a:cubicBezTo>
                  <a:pt x="1793038" y="134370"/>
                  <a:pt x="1788225" y="137934"/>
                  <a:pt x="1782456" y="140491"/>
                </a:cubicBezTo>
                <a:cubicBezTo>
                  <a:pt x="1776687" y="143049"/>
                  <a:pt x="1769979" y="144327"/>
                  <a:pt x="1762334" y="144327"/>
                </a:cubicBezTo>
                <a:cubicBezTo>
                  <a:pt x="1754966" y="144327"/>
                  <a:pt x="1748519" y="143185"/>
                  <a:pt x="1742994" y="140900"/>
                </a:cubicBezTo>
                <a:cubicBezTo>
                  <a:pt x="1737468" y="138615"/>
                  <a:pt x="1732846" y="135341"/>
                  <a:pt x="1729127" y="131078"/>
                </a:cubicBezTo>
                <a:cubicBezTo>
                  <a:pt x="1725409" y="126815"/>
                  <a:pt x="1722628" y="121647"/>
                  <a:pt x="1720786" y="115576"/>
                </a:cubicBezTo>
                <a:cubicBezTo>
                  <a:pt x="1718945" y="109505"/>
                  <a:pt x="1718024" y="102649"/>
                  <a:pt x="1718024" y="95009"/>
                </a:cubicBezTo>
                <a:cubicBezTo>
                  <a:pt x="1718024" y="87643"/>
                  <a:pt x="1718979" y="80856"/>
                  <a:pt x="1720891" y="74649"/>
                </a:cubicBezTo>
                <a:cubicBezTo>
                  <a:pt x="1722802" y="68441"/>
                  <a:pt x="1725687" y="63070"/>
                  <a:pt x="1729544" y="58534"/>
                </a:cubicBezTo>
                <a:cubicBezTo>
                  <a:pt x="1733402" y="53996"/>
                  <a:pt x="1738215" y="50465"/>
                  <a:pt x="1743984" y="47942"/>
                </a:cubicBezTo>
                <a:cubicBezTo>
                  <a:pt x="1749753" y="45419"/>
                  <a:pt x="1756495" y="44157"/>
                  <a:pt x="1764210" y="44157"/>
                </a:cubicBezTo>
                <a:cubicBezTo>
                  <a:pt x="1771578" y="44157"/>
                  <a:pt x="1778025" y="45282"/>
                  <a:pt x="1783550" y="47533"/>
                </a:cubicBezTo>
                <a:cubicBezTo>
                  <a:pt x="1789076" y="49784"/>
                  <a:pt x="1793681" y="53041"/>
                  <a:pt x="1797365" y="57304"/>
                </a:cubicBezTo>
                <a:cubicBezTo>
                  <a:pt x="1801049" y="61567"/>
                  <a:pt x="1803829" y="66735"/>
                  <a:pt x="1805706" y="72806"/>
                </a:cubicBezTo>
                <a:cubicBezTo>
                  <a:pt x="1807582" y="78877"/>
                  <a:pt x="1808521" y="85699"/>
                  <a:pt x="1808521" y="93271"/>
                </a:cubicBezTo>
                <a:moveTo>
                  <a:pt x="1795384" y="94395"/>
                </a:moveTo>
                <a:cubicBezTo>
                  <a:pt x="1795384" y="89142"/>
                  <a:pt x="1794863" y="84127"/>
                  <a:pt x="1793820" y="79351"/>
                </a:cubicBezTo>
                <a:cubicBezTo>
                  <a:pt x="1792777" y="74574"/>
                  <a:pt x="1791040" y="70361"/>
                  <a:pt x="1788607" y="66711"/>
                </a:cubicBezTo>
                <a:cubicBezTo>
                  <a:pt x="1786174" y="63061"/>
                  <a:pt x="1782908" y="60162"/>
                  <a:pt x="1778807" y="58013"/>
                </a:cubicBezTo>
                <a:cubicBezTo>
                  <a:pt x="1774706" y="55863"/>
                  <a:pt x="1769597" y="54787"/>
                  <a:pt x="1763481" y="54787"/>
                </a:cubicBezTo>
                <a:cubicBezTo>
                  <a:pt x="1757851" y="54787"/>
                  <a:pt x="1752985" y="55776"/>
                  <a:pt x="1748884" y="57755"/>
                </a:cubicBezTo>
                <a:cubicBezTo>
                  <a:pt x="1744783" y="59733"/>
                  <a:pt x="1741430" y="62480"/>
                  <a:pt x="1738823" y="65996"/>
                </a:cubicBezTo>
                <a:cubicBezTo>
                  <a:pt x="1736217" y="69509"/>
                  <a:pt x="1734288" y="73654"/>
                  <a:pt x="1733037" y="78431"/>
                </a:cubicBezTo>
                <a:cubicBezTo>
                  <a:pt x="1731786" y="83207"/>
                  <a:pt x="1731160" y="88358"/>
                  <a:pt x="1731160" y="93884"/>
                </a:cubicBezTo>
                <a:cubicBezTo>
                  <a:pt x="1731160" y="99206"/>
                  <a:pt x="1731682" y="104272"/>
                  <a:pt x="1732724" y="109082"/>
                </a:cubicBezTo>
                <a:cubicBezTo>
                  <a:pt x="1733767" y="113893"/>
                  <a:pt x="1735504" y="118106"/>
                  <a:pt x="1737937" y="121722"/>
                </a:cubicBezTo>
                <a:cubicBezTo>
                  <a:pt x="1740370" y="125338"/>
                  <a:pt x="1743637" y="128204"/>
                  <a:pt x="1747737" y="130321"/>
                </a:cubicBezTo>
                <a:cubicBezTo>
                  <a:pt x="1751838" y="132435"/>
                  <a:pt x="1756947" y="133493"/>
                  <a:pt x="1763064" y="133493"/>
                </a:cubicBezTo>
                <a:cubicBezTo>
                  <a:pt x="1768694" y="133493"/>
                  <a:pt x="1773559" y="132503"/>
                  <a:pt x="1777660" y="130525"/>
                </a:cubicBezTo>
                <a:cubicBezTo>
                  <a:pt x="1781761" y="128547"/>
                  <a:pt x="1785114" y="125818"/>
                  <a:pt x="1787721" y="122338"/>
                </a:cubicBezTo>
                <a:cubicBezTo>
                  <a:pt x="1790327" y="118857"/>
                  <a:pt x="1792256" y="114729"/>
                  <a:pt x="1793507" y="109954"/>
                </a:cubicBezTo>
                <a:cubicBezTo>
                  <a:pt x="1794758" y="105178"/>
                  <a:pt x="1795384" y="99992"/>
                  <a:pt x="1795384" y="94395"/>
                </a:cubicBezTo>
                <a:close/>
                <a:moveTo>
                  <a:pt x="1966699" y="93271"/>
                </a:moveTo>
                <a:cubicBezTo>
                  <a:pt x="1966699" y="100637"/>
                  <a:pt x="1965726" y="107424"/>
                  <a:pt x="1963779" y="113631"/>
                </a:cubicBezTo>
                <a:cubicBezTo>
                  <a:pt x="1961833" y="119838"/>
                  <a:pt x="1958931" y="125228"/>
                  <a:pt x="1955074" y="129800"/>
                </a:cubicBezTo>
                <a:cubicBezTo>
                  <a:pt x="1951216" y="134370"/>
                  <a:pt x="1946403" y="137934"/>
                  <a:pt x="1940634" y="140491"/>
                </a:cubicBezTo>
                <a:cubicBezTo>
                  <a:pt x="1934865" y="143049"/>
                  <a:pt x="1928157" y="144327"/>
                  <a:pt x="1920512" y="144327"/>
                </a:cubicBezTo>
                <a:cubicBezTo>
                  <a:pt x="1913144" y="144327"/>
                  <a:pt x="1906697" y="143185"/>
                  <a:pt x="1901172" y="140900"/>
                </a:cubicBezTo>
                <a:cubicBezTo>
                  <a:pt x="1895646" y="138615"/>
                  <a:pt x="1891024" y="135341"/>
                  <a:pt x="1887305" y="131078"/>
                </a:cubicBezTo>
                <a:cubicBezTo>
                  <a:pt x="1883587" y="126815"/>
                  <a:pt x="1880806" y="121647"/>
                  <a:pt x="1878965" y="115576"/>
                </a:cubicBezTo>
                <a:cubicBezTo>
                  <a:pt x="1877123" y="109505"/>
                  <a:pt x="1876202" y="102649"/>
                  <a:pt x="1876202" y="95009"/>
                </a:cubicBezTo>
                <a:cubicBezTo>
                  <a:pt x="1876202" y="87643"/>
                  <a:pt x="1877157" y="80856"/>
                  <a:pt x="1879069" y="74649"/>
                </a:cubicBezTo>
                <a:cubicBezTo>
                  <a:pt x="1880980" y="68441"/>
                  <a:pt x="1883865" y="63070"/>
                  <a:pt x="1887722" y="58534"/>
                </a:cubicBezTo>
                <a:cubicBezTo>
                  <a:pt x="1891580" y="53996"/>
                  <a:pt x="1896393" y="50465"/>
                  <a:pt x="1902162" y="47942"/>
                </a:cubicBezTo>
                <a:cubicBezTo>
                  <a:pt x="1907931" y="45419"/>
                  <a:pt x="1914673" y="44157"/>
                  <a:pt x="1922388" y="44157"/>
                </a:cubicBezTo>
                <a:cubicBezTo>
                  <a:pt x="1929756" y="44157"/>
                  <a:pt x="1936203" y="45282"/>
                  <a:pt x="1941729" y="47533"/>
                </a:cubicBezTo>
                <a:cubicBezTo>
                  <a:pt x="1947254" y="49784"/>
                  <a:pt x="1951859" y="53041"/>
                  <a:pt x="1955543" y="57304"/>
                </a:cubicBezTo>
                <a:cubicBezTo>
                  <a:pt x="1959227" y="61567"/>
                  <a:pt x="1962007" y="66735"/>
                  <a:pt x="1963884" y="72806"/>
                </a:cubicBezTo>
                <a:cubicBezTo>
                  <a:pt x="1965760" y="78877"/>
                  <a:pt x="1966699" y="85699"/>
                  <a:pt x="1966699" y="93271"/>
                </a:cubicBezTo>
                <a:moveTo>
                  <a:pt x="1953562" y="94395"/>
                </a:moveTo>
                <a:cubicBezTo>
                  <a:pt x="1953562" y="89142"/>
                  <a:pt x="1953041" y="84127"/>
                  <a:pt x="1951998" y="79351"/>
                </a:cubicBezTo>
                <a:cubicBezTo>
                  <a:pt x="1950955" y="74574"/>
                  <a:pt x="1949218" y="70361"/>
                  <a:pt x="1946785" y="66711"/>
                </a:cubicBezTo>
                <a:cubicBezTo>
                  <a:pt x="1944352" y="63061"/>
                  <a:pt x="1941086" y="60162"/>
                  <a:pt x="1936985" y="58013"/>
                </a:cubicBezTo>
                <a:cubicBezTo>
                  <a:pt x="1932884" y="55863"/>
                  <a:pt x="1927775" y="54787"/>
                  <a:pt x="1921659" y="54787"/>
                </a:cubicBezTo>
                <a:cubicBezTo>
                  <a:pt x="1916029" y="54787"/>
                  <a:pt x="1911163" y="55776"/>
                  <a:pt x="1907062" y="57755"/>
                </a:cubicBezTo>
                <a:cubicBezTo>
                  <a:pt x="1902962" y="59733"/>
                  <a:pt x="1899608" y="62480"/>
                  <a:pt x="1897001" y="65996"/>
                </a:cubicBezTo>
                <a:cubicBezTo>
                  <a:pt x="1894395" y="69509"/>
                  <a:pt x="1892466" y="73654"/>
                  <a:pt x="1891215" y="78431"/>
                </a:cubicBezTo>
                <a:cubicBezTo>
                  <a:pt x="1889964" y="83207"/>
                  <a:pt x="1889338" y="88358"/>
                  <a:pt x="1889338" y="93884"/>
                </a:cubicBezTo>
                <a:cubicBezTo>
                  <a:pt x="1889338" y="99206"/>
                  <a:pt x="1889860" y="104272"/>
                  <a:pt x="1890902" y="109082"/>
                </a:cubicBezTo>
                <a:cubicBezTo>
                  <a:pt x="1891945" y="113893"/>
                  <a:pt x="1893682" y="118106"/>
                  <a:pt x="1896115" y="121722"/>
                </a:cubicBezTo>
                <a:cubicBezTo>
                  <a:pt x="1898548" y="125338"/>
                  <a:pt x="1901815" y="128204"/>
                  <a:pt x="1905916" y="130321"/>
                </a:cubicBezTo>
                <a:cubicBezTo>
                  <a:pt x="1910016" y="132435"/>
                  <a:pt x="1915125" y="133493"/>
                  <a:pt x="1921242" y="133493"/>
                </a:cubicBezTo>
                <a:cubicBezTo>
                  <a:pt x="1926872" y="133493"/>
                  <a:pt x="1931737" y="132503"/>
                  <a:pt x="1935838" y="130525"/>
                </a:cubicBezTo>
                <a:cubicBezTo>
                  <a:pt x="1939939" y="128547"/>
                  <a:pt x="1943292" y="125818"/>
                  <a:pt x="1945899" y="122338"/>
                </a:cubicBezTo>
                <a:cubicBezTo>
                  <a:pt x="1948505" y="118857"/>
                  <a:pt x="1950434" y="114729"/>
                  <a:pt x="1951685" y="109954"/>
                </a:cubicBezTo>
                <a:cubicBezTo>
                  <a:pt x="1952936" y="105178"/>
                  <a:pt x="1953562" y="99992"/>
                  <a:pt x="1953562" y="94395"/>
                </a:cubicBezTo>
                <a:close/>
                <a:moveTo>
                  <a:pt x="2076135" y="92862"/>
                </a:moveTo>
                <a:cubicBezTo>
                  <a:pt x="2076135" y="100773"/>
                  <a:pt x="2075249" y="107901"/>
                  <a:pt x="2073476" y="114244"/>
                </a:cubicBezTo>
                <a:cubicBezTo>
                  <a:pt x="2071704" y="120588"/>
                  <a:pt x="2069098" y="125978"/>
                  <a:pt x="2065657" y="130413"/>
                </a:cubicBezTo>
                <a:cubicBezTo>
                  <a:pt x="2062216" y="134847"/>
                  <a:pt x="2057959" y="138274"/>
                  <a:pt x="2052885" y="140696"/>
                </a:cubicBezTo>
                <a:cubicBezTo>
                  <a:pt x="2047811" y="143117"/>
                  <a:pt x="2042008" y="144327"/>
                  <a:pt x="2035474" y="144327"/>
                </a:cubicBezTo>
                <a:cubicBezTo>
                  <a:pt x="2032694" y="144327"/>
                  <a:pt x="2030087" y="144037"/>
                  <a:pt x="2027655" y="143455"/>
                </a:cubicBezTo>
                <a:cubicBezTo>
                  <a:pt x="2025222" y="142876"/>
                  <a:pt x="2022841" y="141973"/>
                  <a:pt x="2020513" y="140747"/>
                </a:cubicBezTo>
                <a:cubicBezTo>
                  <a:pt x="2018184" y="139518"/>
                  <a:pt x="2015856" y="137983"/>
                  <a:pt x="2013527" y="136141"/>
                </a:cubicBezTo>
                <a:cubicBezTo>
                  <a:pt x="2011199" y="134299"/>
                  <a:pt x="2008749" y="132082"/>
                  <a:pt x="2006177" y="129490"/>
                </a:cubicBezTo>
                <a:lnTo>
                  <a:pt x="2006177" y="177241"/>
                </a:lnTo>
                <a:cubicBezTo>
                  <a:pt x="2006177" y="177649"/>
                  <a:pt x="2006073" y="178024"/>
                  <a:pt x="2005864" y="178365"/>
                </a:cubicBezTo>
                <a:cubicBezTo>
                  <a:pt x="2005656" y="178706"/>
                  <a:pt x="2005326" y="178995"/>
                  <a:pt x="2004874" y="179234"/>
                </a:cubicBezTo>
                <a:cubicBezTo>
                  <a:pt x="2004422" y="179472"/>
                  <a:pt x="2003797" y="179643"/>
                  <a:pt x="2002997" y="179745"/>
                </a:cubicBezTo>
                <a:cubicBezTo>
                  <a:pt x="2002198" y="179847"/>
                  <a:pt x="2001173" y="179898"/>
                  <a:pt x="1999922" y="179898"/>
                </a:cubicBezTo>
                <a:cubicBezTo>
                  <a:pt x="1998740" y="179898"/>
                  <a:pt x="1997750" y="179847"/>
                  <a:pt x="1996950" y="179745"/>
                </a:cubicBezTo>
                <a:cubicBezTo>
                  <a:pt x="1996151" y="179643"/>
                  <a:pt x="1995508" y="179472"/>
                  <a:pt x="1995021" y="179234"/>
                </a:cubicBezTo>
                <a:cubicBezTo>
                  <a:pt x="1994535" y="178995"/>
                  <a:pt x="1994205" y="178705"/>
                  <a:pt x="1994031" y="178362"/>
                </a:cubicBezTo>
                <a:cubicBezTo>
                  <a:pt x="1993857" y="178021"/>
                  <a:pt x="1993770" y="177646"/>
                  <a:pt x="1993770" y="177237"/>
                </a:cubicBezTo>
                <a:lnTo>
                  <a:pt x="1993770" y="47840"/>
                </a:lnTo>
                <a:cubicBezTo>
                  <a:pt x="1993770" y="47363"/>
                  <a:pt x="1993857" y="46954"/>
                  <a:pt x="1994031" y="46613"/>
                </a:cubicBezTo>
                <a:cubicBezTo>
                  <a:pt x="1994205" y="46270"/>
                  <a:pt x="1994517" y="45997"/>
                  <a:pt x="1994969" y="45792"/>
                </a:cubicBezTo>
                <a:cubicBezTo>
                  <a:pt x="1995421" y="45588"/>
                  <a:pt x="1996012" y="45434"/>
                  <a:pt x="1996742" y="45332"/>
                </a:cubicBezTo>
                <a:cubicBezTo>
                  <a:pt x="1997471" y="45230"/>
                  <a:pt x="1998358" y="45179"/>
                  <a:pt x="1999400" y="45179"/>
                </a:cubicBezTo>
                <a:cubicBezTo>
                  <a:pt x="2000443" y="45179"/>
                  <a:pt x="2001312" y="45231"/>
                  <a:pt x="2002007" y="45335"/>
                </a:cubicBezTo>
                <a:cubicBezTo>
                  <a:pt x="2002702" y="45438"/>
                  <a:pt x="2003293" y="45592"/>
                  <a:pt x="2003779" y="45799"/>
                </a:cubicBezTo>
                <a:cubicBezTo>
                  <a:pt x="2004266" y="46003"/>
                  <a:pt x="2004613" y="46277"/>
                  <a:pt x="2004822" y="46620"/>
                </a:cubicBezTo>
                <a:cubicBezTo>
                  <a:pt x="2005030" y="46962"/>
                  <a:pt x="2005135" y="47374"/>
                  <a:pt x="2005135" y="47856"/>
                </a:cubicBezTo>
                <a:lnTo>
                  <a:pt x="2005135" y="61345"/>
                </a:lnTo>
                <a:cubicBezTo>
                  <a:pt x="2008054" y="58413"/>
                  <a:pt x="2010834" y="55872"/>
                  <a:pt x="2013475" y="53723"/>
                </a:cubicBezTo>
                <a:cubicBezTo>
                  <a:pt x="2016116" y="51575"/>
                  <a:pt x="2018758" y="49785"/>
                  <a:pt x="2021399" y="48354"/>
                </a:cubicBezTo>
                <a:cubicBezTo>
                  <a:pt x="2024040" y="46921"/>
                  <a:pt x="2026751" y="45864"/>
                  <a:pt x="2029531" y="45182"/>
                </a:cubicBezTo>
                <a:cubicBezTo>
                  <a:pt x="2032311" y="44499"/>
                  <a:pt x="2035265" y="44157"/>
                  <a:pt x="2038393" y="44157"/>
                </a:cubicBezTo>
                <a:cubicBezTo>
                  <a:pt x="2045205" y="44157"/>
                  <a:pt x="2051009" y="45436"/>
                  <a:pt x="2055804" y="47993"/>
                </a:cubicBezTo>
                <a:cubicBezTo>
                  <a:pt x="2060600" y="50551"/>
                  <a:pt x="2064510" y="54047"/>
                  <a:pt x="2067534" y="58483"/>
                </a:cubicBezTo>
                <a:cubicBezTo>
                  <a:pt x="2070557" y="62916"/>
                  <a:pt x="2072747" y="68084"/>
                  <a:pt x="2074102" y="73984"/>
                </a:cubicBezTo>
                <a:cubicBezTo>
                  <a:pt x="2075457" y="79883"/>
                  <a:pt x="2076135" y="86176"/>
                  <a:pt x="2076135" y="92862"/>
                </a:cubicBezTo>
                <a:moveTo>
                  <a:pt x="2063103" y="94804"/>
                </a:moveTo>
                <a:cubicBezTo>
                  <a:pt x="2063103" y="89619"/>
                  <a:pt x="2062686" y="84621"/>
                  <a:pt x="2061851" y="79811"/>
                </a:cubicBezTo>
                <a:cubicBezTo>
                  <a:pt x="2061017" y="75000"/>
                  <a:pt x="2059610" y="70719"/>
                  <a:pt x="2057629" y="66967"/>
                </a:cubicBezTo>
                <a:cubicBezTo>
                  <a:pt x="2055648" y="63215"/>
                  <a:pt x="2053007" y="60213"/>
                  <a:pt x="2049705" y="57962"/>
                </a:cubicBezTo>
                <a:cubicBezTo>
                  <a:pt x="2046404" y="55709"/>
                  <a:pt x="2042251" y="54583"/>
                  <a:pt x="2037246" y="54583"/>
                </a:cubicBezTo>
                <a:cubicBezTo>
                  <a:pt x="2034744" y="54583"/>
                  <a:pt x="2032294" y="54924"/>
                  <a:pt x="2029896" y="55608"/>
                </a:cubicBezTo>
                <a:cubicBezTo>
                  <a:pt x="2027498" y="56289"/>
                  <a:pt x="2025048" y="57415"/>
                  <a:pt x="2022546" y="58984"/>
                </a:cubicBezTo>
                <a:cubicBezTo>
                  <a:pt x="2020044" y="60554"/>
                  <a:pt x="2017437" y="62584"/>
                  <a:pt x="2014726" y="65076"/>
                </a:cubicBezTo>
                <a:cubicBezTo>
                  <a:pt x="2012016" y="67567"/>
                  <a:pt x="2009166" y="70656"/>
                  <a:pt x="2006177" y="74342"/>
                </a:cubicBezTo>
                <a:lnTo>
                  <a:pt x="2006177" y="114656"/>
                </a:lnTo>
                <a:cubicBezTo>
                  <a:pt x="2011390" y="120866"/>
                  <a:pt x="2016377" y="125626"/>
                  <a:pt x="2021138" y="128938"/>
                </a:cubicBezTo>
                <a:cubicBezTo>
                  <a:pt x="2025899" y="132247"/>
                  <a:pt x="2030887" y="133901"/>
                  <a:pt x="2036099" y="133901"/>
                </a:cubicBezTo>
                <a:cubicBezTo>
                  <a:pt x="2040895" y="133901"/>
                  <a:pt x="2045014" y="132759"/>
                  <a:pt x="2048454" y="130474"/>
                </a:cubicBezTo>
                <a:cubicBezTo>
                  <a:pt x="2051895" y="128187"/>
                  <a:pt x="2054692" y="125184"/>
                  <a:pt x="2056847" y="121466"/>
                </a:cubicBezTo>
                <a:cubicBezTo>
                  <a:pt x="2059002" y="117748"/>
                  <a:pt x="2060583" y="113552"/>
                  <a:pt x="2061591" y="108878"/>
                </a:cubicBezTo>
                <a:cubicBezTo>
                  <a:pt x="2062599" y="104204"/>
                  <a:pt x="2063103" y="99513"/>
                  <a:pt x="2063103" y="94804"/>
                </a:cubicBezTo>
                <a:close/>
                <a:moveTo>
                  <a:pt x="2148744" y="135026"/>
                </a:moveTo>
                <a:cubicBezTo>
                  <a:pt x="2148744" y="136457"/>
                  <a:pt x="2148622" y="137615"/>
                  <a:pt x="2148379" y="138501"/>
                </a:cubicBezTo>
                <a:cubicBezTo>
                  <a:pt x="2148135" y="139387"/>
                  <a:pt x="2147753" y="140085"/>
                  <a:pt x="2147232" y="140596"/>
                </a:cubicBezTo>
                <a:cubicBezTo>
                  <a:pt x="2146710" y="141108"/>
                  <a:pt x="2145946" y="141585"/>
                  <a:pt x="2144938" y="142027"/>
                </a:cubicBezTo>
                <a:cubicBezTo>
                  <a:pt x="2143930" y="142470"/>
                  <a:pt x="2142766" y="142845"/>
                  <a:pt x="2141445" y="143152"/>
                </a:cubicBezTo>
                <a:cubicBezTo>
                  <a:pt x="2140125" y="143459"/>
                  <a:pt x="2138735" y="143697"/>
                  <a:pt x="2137275" y="143867"/>
                </a:cubicBezTo>
                <a:cubicBezTo>
                  <a:pt x="2135815" y="144038"/>
                  <a:pt x="2134391" y="144123"/>
                  <a:pt x="2133000" y="144123"/>
                </a:cubicBezTo>
                <a:cubicBezTo>
                  <a:pt x="2128343" y="144123"/>
                  <a:pt x="2124382" y="143510"/>
                  <a:pt x="2121115" y="142283"/>
                </a:cubicBezTo>
                <a:cubicBezTo>
                  <a:pt x="2117848" y="141056"/>
                  <a:pt x="2115172" y="139200"/>
                  <a:pt x="2113087" y="136712"/>
                </a:cubicBezTo>
                <a:cubicBezTo>
                  <a:pt x="2111002" y="134225"/>
                  <a:pt x="2109490" y="131073"/>
                  <a:pt x="2108552" y="127257"/>
                </a:cubicBezTo>
                <a:cubicBezTo>
                  <a:pt x="2107613" y="123441"/>
                  <a:pt x="2107144" y="118944"/>
                  <a:pt x="2107144" y="113765"/>
                </a:cubicBezTo>
                <a:lnTo>
                  <a:pt x="2107144" y="56218"/>
                </a:lnTo>
                <a:lnTo>
                  <a:pt x="2093069" y="56218"/>
                </a:lnTo>
                <a:cubicBezTo>
                  <a:pt x="2092096" y="56218"/>
                  <a:pt x="2091332" y="55788"/>
                  <a:pt x="2090775" y="54928"/>
                </a:cubicBezTo>
                <a:cubicBezTo>
                  <a:pt x="2090219" y="54067"/>
                  <a:pt x="2089941" y="52777"/>
                  <a:pt x="2089941" y="51056"/>
                </a:cubicBezTo>
                <a:cubicBezTo>
                  <a:pt x="2089941" y="50162"/>
                  <a:pt x="2090011" y="49388"/>
                  <a:pt x="2090150" y="48734"/>
                </a:cubicBezTo>
                <a:cubicBezTo>
                  <a:pt x="2090289" y="48080"/>
                  <a:pt x="2090497" y="47530"/>
                  <a:pt x="2090775" y="47083"/>
                </a:cubicBezTo>
                <a:cubicBezTo>
                  <a:pt x="2091053" y="46636"/>
                  <a:pt x="2091384" y="46309"/>
                  <a:pt x="2091766" y="46102"/>
                </a:cubicBezTo>
                <a:cubicBezTo>
                  <a:pt x="2092148" y="45896"/>
                  <a:pt x="2092583" y="45792"/>
                  <a:pt x="2093069" y="45792"/>
                </a:cubicBezTo>
                <a:lnTo>
                  <a:pt x="2107144" y="45792"/>
                </a:lnTo>
                <a:lnTo>
                  <a:pt x="2107144" y="23101"/>
                </a:lnTo>
                <a:cubicBezTo>
                  <a:pt x="2107144" y="22692"/>
                  <a:pt x="2107231" y="22317"/>
                  <a:pt x="2107405" y="21976"/>
                </a:cubicBezTo>
                <a:cubicBezTo>
                  <a:pt x="2107579" y="21635"/>
                  <a:pt x="2107909" y="21346"/>
                  <a:pt x="2108395" y="21107"/>
                </a:cubicBezTo>
                <a:cubicBezTo>
                  <a:pt x="2108882" y="20869"/>
                  <a:pt x="2109525" y="20699"/>
                  <a:pt x="2110324" y="20596"/>
                </a:cubicBezTo>
                <a:cubicBezTo>
                  <a:pt x="2111123" y="20494"/>
                  <a:pt x="2112114" y="20443"/>
                  <a:pt x="2113295" y="20443"/>
                </a:cubicBezTo>
                <a:cubicBezTo>
                  <a:pt x="2114547" y="20443"/>
                  <a:pt x="2115572" y="20494"/>
                  <a:pt x="2116371" y="20596"/>
                </a:cubicBezTo>
                <a:cubicBezTo>
                  <a:pt x="2117170" y="20699"/>
                  <a:pt x="2117796" y="20869"/>
                  <a:pt x="2118248" y="21107"/>
                </a:cubicBezTo>
                <a:cubicBezTo>
                  <a:pt x="2118700" y="21346"/>
                  <a:pt x="2119030" y="21635"/>
                  <a:pt x="2119238" y="21976"/>
                </a:cubicBezTo>
                <a:cubicBezTo>
                  <a:pt x="2119447" y="22317"/>
                  <a:pt x="2119551" y="22692"/>
                  <a:pt x="2119551" y="23101"/>
                </a:cubicBezTo>
                <a:lnTo>
                  <a:pt x="2119551" y="45792"/>
                </a:lnTo>
                <a:lnTo>
                  <a:pt x="2145616" y="45792"/>
                </a:lnTo>
                <a:cubicBezTo>
                  <a:pt x="2146102" y="45792"/>
                  <a:pt x="2146537" y="45896"/>
                  <a:pt x="2146919" y="46102"/>
                </a:cubicBezTo>
                <a:cubicBezTo>
                  <a:pt x="2147301" y="46309"/>
                  <a:pt x="2147631" y="46636"/>
                  <a:pt x="2147909" y="47083"/>
                </a:cubicBezTo>
                <a:cubicBezTo>
                  <a:pt x="2148187" y="47530"/>
                  <a:pt x="2148396" y="48080"/>
                  <a:pt x="2148535" y="48734"/>
                </a:cubicBezTo>
                <a:cubicBezTo>
                  <a:pt x="2148674" y="49388"/>
                  <a:pt x="2148744" y="50162"/>
                  <a:pt x="2148744" y="51056"/>
                </a:cubicBezTo>
                <a:cubicBezTo>
                  <a:pt x="2148744" y="52777"/>
                  <a:pt x="2148448" y="54067"/>
                  <a:pt x="2147857" y="54928"/>
                </a:cubicBezTo>
                <a:cubicBezTo>
                  <a:pt x="2147267" y="55788"/>
                  <a:pt x="2146519" y="56218"/>
                  <a:pt x="2145616" y="56218"/>
                </a:cubicBezTo>
                <a:lnTo>
                  <a:pt x="2119551" y="56218"/>
                </a:lnTo>
                <a:lnTo>
                  <a:pt x="2119551" y="112130"/>
                </a:lnTo>
                <a:cubicBezTo>
                  <a:pt x="2119551" y="119148"/>
                  <a:pt x="2120576" y="124498"/>
                  <a:pt x="2122627" y="128177"/>
                </a:cubicBezTo>
                <a:cubicBezTo>
                  <a:pt x="2124677" y="131857"/>
                  <a:pt x="2128413" y="133697"/>
                  <a:pt x="2133834" y="133697"/>
                </a:cubicBezTo>
                <a:cubicBezTo>
                  <a:pt x="2135503" y="133697"/>
                  <a:pt x="2137014" y="133527"/>
                  <a:pt x="2138370" y="133186"/>
                </a:cubicBezTo>
                <a:cubicBezTo>
                  <a:pt x="2139725" y="132845"/>
                  <a:pt x="2140924" y="132470"/>
                  <a:pt x="2141967" y="132062"/>
                </a:cubicBezTo>
                <a:cubicBezTo>
                  <a:pt x="2143009" y="131653"/>
                  <a:pt x="2143895" y="131278"/>
                  <a:pt x="2144625" y="130937"/>
                </a:cubicBezTo>
                <a:cubicBezTo>
                  <a:pt x="2145355" y="130596"/>
                  <a:pt x="2145998" y="130426"/>
                  <a:pt x="2146554" y="130426"/>
                </a:cubicBezTo>
                <a:cubicBezTo>
                  <a:pt x="2146902" y="130426"/>
                  <a:pt x="2147214" y="130494"/>
                  <a:pt x="2147492" y="130631"/>
                </a:cubicBezTo>
                <a:cubicBezTo>
                  <a:pt x="2147770" y="130767"/>
                  <a:pt x="2147996" y="131022"/>
                  <a:pt x="2148170" y="131397"/>
                </a:cubicBezTo>
                <a:cubicBezTo>
                  <a:pt x="2148344" y="131772"/>
                  <a:pt x="2148483" y="132249"/>
                  <a:pt x="2148587" y="132828"/>
                </a:cubicBezTo>
                <a:cubicBezTo>
                  <a:pt x="2148691" y="133407"/>
                  <a:pt x="2148744" y="134140"/>
                  <a:pt x="2148744" y="135026"/>
                </a:cubicBezTo>
                <a:close/>
                <a:moveTo>
                  <a:pt x="2186348" y="140440"/>
                </a:moveTo>
                <a:cubicBezTo>
                  <a:pt x="2186348" y="140849"/>
                  <a:pt x="2186243" y="141225"/>
                  <a:pt x="2186035" y="141568"/>
                </a:cubicBezTo>
                <a:cubicBezTo>
                  <a:pt x="2185826" y="141908"/>
                  <a:pt x="2185496" y="142181"/>
                  <a:pt x="2185044" y="142385"/>
                </a:cubicBezTo>
                <a:cubicBezTo>
                  <a:pt x="2184593" y="142590"/>
                  <a:pt x="2183967" y="142760"/>
                  <a:pt x="2183168" y="142896"/>
                </a:cubicBezTo>
                <a:cubicBezTo>
                  <a:pt x="2182368" y="143033"/>
                  <a:pt x="2181343" y="143101"/>
                  <a:pt x="2180092" y="143101"/>
                </a:cubicBezTo>
                <a:cubicBezTo>
                  <a:pt x="2178910" y="143101"/>
                  <a:pt x="2177920" y="143033"/>
                  <a:pt x="2177121" y="142896"/>
                </a:cubicBezTo>
                <a:cubicBezTo>
                  <a:pt x="2176321" y="142760"/>
                  <a:pt x="2175678" y="142590"/>
                  <a:pt x="2175192" y="142385"/>
                </a:cubicBezTo>
                <a:cubicBezTo>
                  <a:pt x="2174705" y="142181"/>
                  <a:pt x="2174375" y="141908"/>
                  <a:pt x="2174201" y="141568"/>
                </a:cubicBezTo>
                <a:cubicBezTo>
                  <a:pt x="2174028" y="141225"/>
                  <a:pt x="2173941" y="140849"/>
                  <a:pt x="2173941" y="140440"/>
                </a:cubicBezTo>
                <a:lnTo>
                  <a:pt x="2173941" y="47840"/>
                </a:lnTo>
                <a:cubicBezTo>
                  <a:pt x="2173941" y="47431"/>
                  <a:pt x="2174028" y="47056"/>
                  <a:pt x="2174201" y="46715"/>
                </a:cubicBezTo>
                <a:cubicBezTo>
                  <a:pt x="2174375" y="46373"/>
                  <a:pt x="2174705" y="46082"/>
                  <a:pt x="2175192" y="45843"/>
                </a:cubicBezTo>
                <a:cubicBezTo>
                  <a:pt x="2175678" y="45605"/>
                  <a:pt x="2176321" y="45434"/>
                  <a:pt x="2177121" y="45332"/>
                </a:cubicBezTo>
                <a:cubicBezTo>
                  <a:pt x="2177920" y="45230"/>
                  <a:pt x="2178910" y="45179"/>
                  <a:pt x="2180092" y="45179"/>
                </a:cubicBezTo>
                <a:cubicBezTo>
                  <a:pt x="2181343" y="45179"/>
                  <a:pt x="2182368" y="45230"/>
                  <a:pt x="2183168" y="45332"/>
                </a:cubicBezTo>
                <a:cubicBezTo>
                  <a:pt x="2183967" y="45434"/>
                  <a:pt x="2184593" y="45605"/>
                  <a:pt x="2185044" y="45843"/>
                </a:cubicBezTo>
                <a:cubicBezTo>
                  <a:pt x="2185496" y="46082"/>
                  <a:pt x="2185826" y="46373"/>
                  <a:pt x="2186035" y="46715"/>
                </a:cubicBezTo>
                <a:cubicBezTo>
                  <a:pt x="2186243" y="47056"/>
                  <a:pt x="2186348" y="47431"/>
                  <a:pt x="2186348" y="47840"/>
                </a:cubicBezTo>
                <a:lnTo>
                  <a:pt x="2186348" y="140440"/>
                </a:lnTo>
                <a:moveTo>
                  <a:pt x="2188224" y="16508"/>
                </a:moveTo>
                <a:cubicBezTo>
                  <a:pt x="2188224" y="19798"/>
                  <a:pt x="2187634" y="22026"/>
                  <a:pt x="2186452" y="23193"/>
                </a:cubicBezTo>
                <a:cubicBezTo>
                  <a:pt x="2185270" y="24358"/>
                  <a:pt x="2183116" y="24940"/>
                  <a:pt x="2179988" y="24940"/>
                </a:cubicBezTo>
                <a:cubicBezTo>
                  <a:pt x="2176930" y="24940"/>
                  <a:pt x="2174827" y="24375"/>
                  <a:pt x="2173680" y="23244"/>
                </a:cubicBezTo>
                <a:cubicBezTo>
                  <a:pt x="2172533" y="22114"/>
                  <a:pt x="2171960" y="19902"/>
                  <a:pt x="2171960" y="16610"/>
                </a:cubicBezTo>
                <a:cubicBezTo>
                  <a:pt x="2171960" y="13320"/>
                  <a:pt x="2172551" y="11092"/>
                  <a:pt x="2173732" y="9928"/>
                </a:cubicBezTo>
                <a:cubicBezTo>
                  <a:pt x="2174914" y="8761"/>
                  <a:pt x="2177069" y="8177"/>
                  <a:pt x="2180196" y="8177"/>
                </a:cubicBezTo>
                <a:cubicBezTo>
                  <a:pt x="2183255" y="8177"/>
                  <a:pt x="2185357" y="8743"/>
                  <a:pt x="2186504" y="9873"/>
                </a:cubicBezTo>
                <a:cubicBezTo>
                  <a:pt x="2187651" y="11004"/>
                  <a:pt x="2188224" y="13216"/>
                  <a:pt x="2188224" y="16508"/>
                </a:cubicBezTo>
                <a:close/>
                <a:moveTo>
                  <a:pt x="2356029" y="140443"/>
                </a:moveTo>
                <a:cubicBezTo>
                  <a:pt x="2356029" y="140852"/>
                  <a:pt x="2355925" y="141227"/>
                  <a:pt x="2355717" y="141568"/>
                </a:cubicBezTo>
                <a:cubicBezTo>
                  <a:pt x="2355508" y="141908"/>
                  <a:pt x="2355178" y="142181"/>
                  <a:pt x="2354726" y="142385"/>
                </a:cubicBezTo>
                <a:cubicBezTo>
                  <a:pt x="2354274" y="142590"/>
                  <a:pt x="2353649" y="142760"/>
                  <a:pt x="2352849" y="142896"/>
                </a:cubicBezTo>
                <a:cubicBezTo>
                  <a:pt x="2352050" y="143033"/>
                  <a:pt x="2351060" y="143101"/>
                  <a:pt x="2349878" y="143101"/>
                </a:cubicBezTo>
                <a:cubicBezTo>
                  <a:pt x="2348627" y="143101"/>
                  <a:pt x="2347602" y="143033"/>
                  <a:pt x="2346802" y="142896"/>
                </a:cubicBezTo>
                <a:cubicBezTo>
                  <a:pt x="2346003" y="142760"/>
                  <a:pt x="2345360" y="142590"/>
                  <a:pt x="2344874" y="142385"/>
                </a:cubicBezTo>
                <a:cubicBezTo>
                  <a:pt x="2344387" y="142181"/>
                  <a:pt x="2344057" y="141908"/>
                  <a:pt x="2343883" y="141568"/>
                </a:cubicBezTo>
                <a:cubicBezTo>
                  <a:pt x="2343709" y="141227"/>
                  <a:pt x="2343622" y="140852"/>
                  <a:pt x="2343622" y="140443"/>
                </a:cubicBezTo>
                <a:lnTo>
                  <a:pt x="2343622" y="83510"/>
                </a:lnTo>
                <a:cubicBezTo>
                  <a:pt x="2343622" y="79148"/>
                  <a:pt x="2343223" y="75179"/>
                  <a:pt x="2342423" y="71601"/>
                </a:cubicBezTo>
                <a:cubicBezTo>
                  <a:pt x="2341624" y="68024"/>
                  <a:pt x="2340373" y="64958"/>
                  <a:pt x="2338670" y="62402"/>
                </a:cubicBezTo>
                <a:cubicBezTo>
                  <a:pt x="2336967" y="59847"/>
                  <a:pt x="2334813" y="57871"/>
                  <a:pt x="2332206" y="56474"/>
                </a:cubicBezTo>
                <a:cubicBezTo>
                  <a:pt x="2329600" y="55077"/>
                  <a:pt x="2326524" y="54378"/>
                  <a:pt x="2322979" y="54378"/>
                </a:cubicBezTo>
                <a:cubicBezTo>
                  <a:pt x="2318600" y="54378"/>
                  <a:pt x="2314169" y="56048"/>
                  <a:pt x="2309686" y="59387"/>
                </a:cubicBezTo>
                <a:cubicBezTo>
                  <a:pt x="2305203" y="62726"/>
                  <a:pt x="2300285" y="67632"/>
                  <a:pt x="2294933" y="74106"/>
                </a:cubicBezTo>
                <a:lnTo>
                  <a:pt x="2294933" y="140443"/>
                </a:lnTo>
                <a:cubicBezTo>
                  <a:pt x="2294933" y="140852"/>
                  <a:pt x="2294829" y="141227"/>
                  <a:pt x="2294621" y="141568"/>
                </a:cubicBezTo>
                <a:cubicBezTo>
                  <a:pt x="2294412" y="141908"/>
                  <a:pt x="2294082" y="142181"/>
                  <a:pt x="2293630" y="142385"/>
                </a:cubicBezTo>
                <a:cubicBezTo>
                  <a:pt x="2293178" y="142590"/>
                  <a:pt x="2292553" y="142760"/>
                  <a:pt x="2291754" y="142896"/>
                </a:cubicBezTo>
                <a:cubicBezTo>
                  <a:pt x="2290954" y="143033"/>
                  <a:pt x="2289964" y="143101"/>
                  <a:pt x="2288782" y="143101"/>
                </a:cubicBezTo>
                <a:cubicBezTo>
                  <a:pt x="2287601" y="143101"/>
                  <a:pt x="2286610" y="143033"/>
                  <a:pt x="2285811" y="142896"/>
                </a:cubicBezTo>
                <a:cubicBezTo>
                  <a:pt x="2285011" y="142760"/>
                  <a:pt x="2284369" y="142590"/>
                  <a:pt x="2283882" y="142385"/>
                </a:cubicBezTo>
                <a:cubicBezTo>
                  <a:pt x="2283395" y="142181"/>
                  <a:pt x="2283065" y="141908"/>
                  <a:pt x="2282892" y="141568"/>
                </a:cubicBezTo>
                <a:cubicBezTo>
                  <a:pt x="2282718" y="141227"/>
                  <a:pt x="2282631" y="140852"/>
                  <a:pt x="2282631" y="140443"/>
                </a:cubicBezTo>
                <a:lnTo>
                  <a:pt x="2282631" y="83510"/>
                </a:lnTo>
                <a:cubicBezTo>
                  <a:pt x="2282631" y="79148"/>
                  <a:pt x="2282214" y="75179"/>
                  <a:pt x="2281380" y="71601"/>
                </a:cubicBezTo>
                <a:cubicBezTo>
                  <a:pt x="2280546" y="68024"/>
                  <a:pt x="2279277" y="64958"/>
                  <a:pt x="2277574" y="62402"/>
                </a:cubicBezTo>
                <a:cubicBezTo>
                  <a:pt x="2275871" y="59847"/>
                  <a:pt x="2273717" y="57871"/>
                  <a:pt x="2271110" y="56474"/>
                </a:cubicBezTo>
                <a:cubicBezTo>
                  <a:pt x="2268504" y="55077"/>
                  <a:pt x="2265428" y="54378"/>
                  <a:pt x="2261883" y="54378"/>
                </a:cubicBezTo>
                <a:cubicBezTo>
                  <a:pt x="2257504" y="54378"/>
                  <a:pt x="2253073" y="56048"/>
                  <a:pt x="2248590" y="59387"/>
                </a:cubicBezTo>
                <a:cubicBezTo>
                  <a:pt x="2244107" y="62726"/>
                  <a:pt x="2239224" y="67632"/>
                  <a:pt x="2233942" y="74106"/>
                </a:cubicBezTo>
                <a:lnTo>
                  <a:pt x="2233942" y="140443"/>
                </a:lnTo>
                <a:cubicBezTo>
                  <a:pt x="2233942" y="140852"/>
                  <a:pt x="2233838" y="141227"/>
                  <a:pt x="2233629" y="141568"/>
                </a:cubicBezTo>
                <a:cubicBezTo>
                  <a:pt x="2233421" y="141908"/>
                  <a:pt x="2233090" y="142181"/>
                  <a:pt x="2232639" y="142385"/>
                </a:cubicBezTo>
                <a:cubicBezTo>
                  <a:pt x="2232187" y="142590"/>
                  <a:pt x="2231561" y="142760"/>
                  <a:pt x="2230762" y="142896"/>
                </a:cubicBezTo>
                <a:cubicBezTo>
                  <a:pt x="2229963" y="143033"/>
                  <a:pt x="2228937" y="143101"/>
                  <a:pt x="2227686" y="143101"/>
                </a:cubicBezTo>
                <a:cubicBezTo>
                  <a:pt x="2226505" y="143101"/>
                  <a:pt x="2225514" y="143033"/>
                  <a:pt x="2224715" y="142896"/>
                </a:cubicBezTo>
                <a:cubicBezTo>
                  <a:pt x="2223916" y="142760"/>
                  <a:pt x="2223273" y="142590"/>
                  <a:pt x="2222786" y="142385"/>
                </a:cubicBezTo>
                <a:cubicBezTo>
                  <a:pt x="2222300" y="142181"/>
                  <a:pt x="2221969" y="141908"/>
                  <a:pt x="2221796" y="141568"/>
                </a:cubicBezTo>
                <a:cubicBezTo>
                  <a:pt x="2221622" y="141225"/>
                  <a:pt x="2221535" y="140849"/>
                  <a:pt x="2221535" y="140440"/>
                </a:cubicBezTo>
                <a:lnTo>
                  <a:pt x="2221535" y="47840"/>
                </a:lnTo>
                <a:cubicBezTo>
                  <a:pt x="2221535" y="47431"/>
                  <a:pt x="2221622" y="47056"/>
                  <a:pt x="2221796" y="46715"/>
                </a:cubicBezTo>
                <a:cubicBezTo>
                  <a:pt x="2221969" y="46373"/>
                  <a:pt x="2222300" y="46082"/>
                  <a:pt x="2222786" y="45843"/>
                </a:cubicBezTo>
                <a:cubicBezTo>
                  <a:pt x="2223273" y="45605"/>
                  <a:pt x="2223881" y="45434"/>
                  <a:pt x="2224611" y="45332"/>
                </a:cubicBezTo>
                <a:cubicBezTo>
                  <a:pt x="2225341" y="45230"/>
                  <a:pt x="2226296" y="45179"/>
                  <a:pt x="2227478" y="45179"/>
                </a:cubicBezTo>
                <a:cubicBezTo>
                  <a:pt x="2228659" y="45179"/>
                  <a:pt x="2229633" y="45230"/>
                  <a:pt x="2230397" y="45332"/>
                </a:cubicBezTo>
                <a:cubicBezTo>
                  <a:pt x="2231162" y="45434"/>
                  <a:pt x="2231752" y="45605"/>
                  <a:pt x="2232169" y="45843"/>
                </a:cubicBezTo>
                <a:cubicBezTo>
                  <a:pt x="2232587" y="46082"/>
                  <a:pt x="2232882" y="46373"/>
                  <a:pt x="2233056" y="46715"/>
                </a:cubicBezTo>
                <a:cubicBezTo>
                  <a:pt x="2233229" y="47056"/>
                  <a:pt x="2233316" y="47431"/>
                  <a:pt x="2233316" y="47840"/>
                </a:cubicBezTo>
                <a:lnTo>
                  <a:pt x="2233316" y="60936"/>
                </a:lnTo>
                <a:cubicBezTo>
                  <a:pt x="2238738" y="55037"/>
                  <a:pt x="2243881" y="50767"/>
                  <a:pt x="2248747" y="48124"/>
                </a:cubicBezTo>
                <a:cubicBezTo>
                  <a:pt x="2253612" y="45479"/>
                  <a:pt x="2258443" y="44157"/>
                  <a:pt x="2263239" y="44157"/>
                </a:cubicBezTo>
                <a:cubicBezTo>
                  <a:pt x="2267201" y="44157"/>
                  <a:pt x="2270728" y="44615"/>
                  <a:pt x="2273821" y="45530"/>
                </a:cubicBezTo>
                <a:cubicBezTo>
                  <a:pt x="2276914" y="46446"/>
                  <a:pt x="2279642" y="47735"/>
                  <a:pt x="2282005" y="49399"/>
                </a:cubicBezTo>
                <a:cubicBezTo>
                  <a:pt x="2284369" y="51060"/>
                  <a:pt x="2286384" y="53044"/>
                  <a:pt x="2288052" y="55353"/>
                </a:cubicBezTo>
                <a:cubicBezTo>
                  <a:pt x="2289721" y="57659"/>
                  <a:pt x="2291076" y="60202"/>
                  <a:pt x="2292118" y="62983"/>
                </a:cubicBezTo>
                <a:cubicBezTo>
                  <a:pt x="2295385" y="59455"/>
                  <a:pt x="2298461" y="56486"/>
                  <a:pt x="2301345" y="54078"/>
                </a:cubicBezTo>
                <a:cubicBezTo>
                  <a:pt x="2304230" y="51670"/>
                  <a:pt x="2306975" y="49736"/>
                  <a:pt x="2309582" y="48277"/>
                </a:cubicBezTo>
                <a:cubicBezTo>
                  <a:pt x="2312188" y="46819"/>
                  <a:pt x="2314708" y="45768"/>
                  <a:pt x="2317141" y="45125"/>
                </a:cubicBezTo>
                <a:cubicBezTo>
                  <a:pt x="2319573" y="44479"/>
                  <a:pt x="2321971" y="44157"/>
                  <a:pt x="2324335" y="44157"/>
                </a:cubicBezTo>
                <a:cubicBezTo>
                  <a:pt x="2330243" y="44157"/>
                  <a:pt x="2335230" y="45179"/>
                  <a:pt x="2339296" y="47223"/>
                </a:cubicBezTo>
                <a:cubicBezTo>
                  <a:pt x="2343362" y="49268"/>
                  <a:pt x="2346629" y="52027"/>
                  <a:pt x="2349096" y="55503"/>
                </a:cubicBezTo>
                <a:cubicBezTo>
                  <a:pt x="2351564" y="58978"/>
                  <a:pt x="2353336" y="63032"/>
                  <a:pt x="2354413" y="67666"/>
                </a:cubicBezTo>
                <a:cubicBezTo>
                  <a:pt x="2355491" y="72300"/>
                  <a:pt x="2356029" y="77206"/>
                  <a:pt x="2356029" y="82385"/>
                </a:cubicBezTo>
                <a:lnTo>
                  <a:pt x="2356029" y="140443"/>
                </a:lnTo>
                <a:close/>
                <a:moveTo>
                  <a:pt x="2403671" y="140440"/>
                </a:moveTo>
                <a:cubicBezTo>
                  <a:pt x="2403671" y="140849"/>
                  <a:pt x="2403567" y="141225"/>
                  <a:pt x="2403359" y="141568"/>
                </a:cubicBezTo>
                <a:cubicBezTo>
                  <a:pt x="2403150" y="141908"/>
                  <a:pt x="2402820" y="142181"/>
                  <a:pt x="2402368" y="142385"/>
                </a:cubicBezTo>
                <a:cubicBezTo>
                  <a:pt x="2401916" y="142590"/>
                  <a:pt x="2401291" y="142760"/>
                  <a:pt x="2400491" y="142896"/>
                </a:cubicBezTo>
                <a:cubicBezTo>
                  <a:pt x="2399692" y="143033"/>
                  <a:pt x="2398667" y="143101"/>
                  <a:pt x="2397416" y="143101"/>
                </a:cubicBezTo>
                <a:cubicBezTo>
                  <a:pt x="2396234" y="143101"/>
                  <a:pt x="2395244" y="143033"/>
                  <a:pt x="2394444" y="142896"/>
                </a:cubicBezTo>
                <a:cubicBezTo>
                  <a:pt x="2393645" y="142760"/>
                  <a:pt x="2393002" y="142590"/>
                  <a:pt x="2392516" y="142385"/>
                </a:cubicBezTo>
                <a:cubicBezTo>
                  <a:pt x="2392029" y="142181"/>
                  <a:pt x="2391699" y="141908"/>
                  <a:pt x="2391525" y="141568"/>
                </a:cubicBezTo>
                <a:cubicBezTo>
                  <a:pt x="2391351" y="141225"/>
                  <a:pt x="2391265" y="140849"/>
                  <a:pt x="2391265" y="140440"/>
                </a:cubicBezTo>
                <a:lnTo>
                  <a:pt x="2391265" y="47840"/>
                </a:lnTo>
                <a:cubicBezTo>
                  <a:pt x="2391265" y="47431"/>
                  <a:pt x="2391351" y="47056"/>
                  <a:pt x="2391525" y="46715"/>
                </a:cubicBezTo>
                <a:cubicBezTo>
                  <a:pt x="2391699" y="46373"/>
                  <a:pt x="2392029" y="46082"/>
                  <a:pt x="2392516" y="45843"/>
                </a:cubicBezTo>
                <a:cubicBezTo>
                  <a:pt x="2393002" y="45605"/>
                  <a:pt x="2393645" y="45434"/>
                  <a:pt x="2394444" y="45332"/>
                </a:cubicBezTo>
                <a:cubicBezTo>
                  <a:pt x="2395244" y="45230"/>
                  <a:pt x="2396234" y="45179"/>
                  <a:pt x="2397416" y="45179"/>
                </a:cubicBezTo>
                <a:cubicBezTo>
                  <a:pt x="2398667" y="45179"/>
                  <a:pt x="2399692" y="45230"/>
                  <a:pt x="2400491" y="45332"/>
                </a:cubicBezTo>
                <a:cubicBezTo>
                  <a:pt x="2401291" y="45434"/>
                  <a:pt x="2401916" y="45605"/>
                  <a:pt x="2402368" y="45843"/>
                </a:cubicBezTo>
                <a:cubicBezTo>
                  <a:pt x="2402820" y="46082"/>
                  <a:pt x="2403150" y="46373"/>
                  <a:pt x="2403359" y="46715"/>
                </a:cubicBezTo>
                <a:cubicBezTo>
                  <a:pt x="2403567" y="47056"/>
                  <a:pt x="2403671" y="47431"/>
                  <a:pt x="2403671" y="47840"/>
                </a:cubicBezTo>
                <a:lnTo>
                  <a:pt x="2403671" y="140440"/>
                </a:lnTo>
                <a:moveTo>
                  <a:pt x="2405548" y="16508"/>
                </a:moveTo>
                <a:cubicBezTo>
                  <a:pt x="2405548" y="19798"/>
                  <a:pt x="2404957" y="22026"/>
                  <a:pt x="2403776" y="23193"/>
                </a:cubicBezTo>
                <a:cubicBezTo>
                  <a:pt x="2402594" y="24358"/>
                  <a:pt x="2400439" y="24940"/>
                  <a:pt x="2397312" y="24940"/>
                </a:cubicBezTo>
                <a:cubicBezTo>
                  <a:pt x="2394253" y="24940"/>
                  <a:pt x="2392151" y="24375"/>
                  <a:pt x="2391004" y="23244"/>
                </a:cubicBezTo>
                <a:cubicBezTo>
                  <a:pt x="2389857" y="22114"/>
                  <a:pt x="2389284" y="19902"/>
                  <a:pt x="2389284" y="16610"/>
                </a:cubicBezTo>
                <a:cubicBezTo>
                  <a:pt x="2389284" y="13320"/>
                  <a:pt x="2389874" y="11092"/>
                  <a:pt x="2391056" y="9928"/>
                </a:cubicBezTo>
                <a:cubicBezTo>
                  <a:pt x="2392238" y="8761"/>
                  <a:pt x="2394392" y="8177"/>
                  <a:pt x="2397520" y="8177"/>
                </a:cubicBezTo>
                <a:cubicBezTo>
                  <a:pt x="2400578" y="8177"/>
                  <a:pt x="2402681" y="8743"/>
                  <a:pt x="2403828" y="9873"/>
                </a:cubicBezTo>
                <a:cubicBezTo>
                  <a:pt x="2404975" y="11004"/>
                  <a:pt x="2405548" y="13216"/>
                  <a:pt x="2405548" y="16508"/>
                </a:cubicBezTo>
                <a:close/>
                <a:moveTo>
                  <a:pt x="2495888" y="137172"/>
                </a:moveTo>
                <a:cubicBezTo>
                  <a:pt x="2495888" y="138058"/>
                  <a:pt x="2495801" y="138842"/>
                  <a:pt x="2495627" y="139523"/>
                </a:cubicBezTo>
                <a:cubicBezTo>
                  <a:pt x="2495454" y="140205"/>
                  <a:pt x="2495228" y="140767"/>
                  <a:pt x="2494950" y="141210"/>
                </a:cubicBezTo>
                <a:cubicBezTo>
                  <a:pt x="2494672" y="141653"/>
                  <a:pt x="2494324" y="141976"/>
                  <a:pt x="2493907" y="142181"/>
                </a:cubicBezTo>
                <a:cubicBezTo>
                  <a:pt x="2493490" y="142385"/>
                  <a:pt x="2493038" y="142487"/>
                  <a:pt x="2492552" y="142487"/>
                </a:cubicBezTo>
                <a:lnTo>
                  <a:pt x="2436356" y="142487"/>
                </a:lnTo>
                <a:cubicBezTo>
                  <a:pt x="2435105" y="142487"/>
                  <a:pt x="2434045" y="142079"/>
                  <a:pt x="2433176" y="141261"/>
                </a:cubicBezTo>
                <a:cubicBezTo>
                  <a:pt x="2432307" y="140443"/>
                  <a:pt x="2431873" y="139080"/>
                  <a:pt x="2431873" y="137172"/>
                </a:cubicBezTo>
                <a:lnTo>
                  <a:pt x="2431873" y="134310"/>
                </a:lnTo>
                <a:cubicBezTo>
                  <a:pt x="2431873" y="133561"/>
                  <a:pt x="2431942" y="132879"/>
                  <a:pt x="2432081" y="132266"/>
                </a:cubicBezTo>
                <a:cubicBezTo>
                  <a:pt x="2432220" y="131653"/>
                  <a:pt x="2432429" y="131005"/>
                  <a:pt x="2432707" y="130324"/>
                </a:cubicBezTo>
                <a:cubicBezTo>
                  <a:pt x="2432985" y="129642"/>
                  <a:pt x="2433350" y="128910"/>
                  <a:pt x="2433802" y="128126"/>
                </a:cubicBezTo>
                <a:cubicBezTo>
                  <a:pt x="2434253" y="127343"/>
                  <a:pt x="2434827" y="126440"/>
                  <a:pt x="2435522" y="125418"/>
                </a:cubicBezTo>
                <a:lnTo>
                  <a:pt x="2480353" y="56423"/>
                </a:lnTo>
                <a:lnTo>
                  <a:pt x="2436356" y="56423"/>
                </a:lnTo>
                <a:cubicBezTo>
                  <a:pt x="2435383" y="56423"/>
                  <a:pt x="2434584" y="55997"/>
                  <a:pt x="2433958" y="55145"/>
                </a:cubicBezTo>
                <a:cubicBezTo>
                  <a:pt x="2433332" y="54293"/>
                  <a:pt x="2433020" y="52947"/>
                  <a:pt x="2433020" y="51107"/>
                </a:cubicBezTo>
                <a:cubicBezTo>
                  <a:pt x="2433020" y="50222"/>
                  <a:pt x="2433107" y="49438"/>
                  <a:pt x="2433280" y="48756"/>
                </a:cubicBezTo>
                <a:cubicBezTo>
                  <a:pt x="2433454" y="48075"/>
                  <a:pt x="2433680" y="47513"/>
                  <a:pt x="2433958" y="47070"/>
                </a:cubicBezTo>
                <a:cubicBezTo>
                  <a:pt x="2434236" y="46627"/>
                  <a:pt x="2434584" y="46303"/>
                  <a:pt x="2435001" y="46099"/>
                </a:cubicBezTo>
                <a:cubicBezTo>
                  <a:pt x="2435418" y="45894"/>
                  <a:pt x="2435869" y="45792"/>
                  <a:pt x="2436356" y="45792"/>
                </a:cubicBezTo>
                <a:lnTo>
                  <a:pt x="2488486" y="45792"/>
                </a:lnTo>
                <a:cubicBezTo>
                  <a:pt x="2489111" y="45792"/>
                  <a:pt x="2489702" y="45894"/>
                  <a:pt x="2490258" y="46099"/>
                </a:cubicBezTo>
                <a:cubicBezTo>
                  <a:pt x="2490814" y="46303"/>
                  <a:pt x="2491283" y="46610"/>
                  <a:pt x="2491665" y="47019"/>
                </a:cubicBezTo>
                <a:cubicBezTo>
                  <a:pt x="2492048" y="47428"/>
                  <a:pt x="2492361" y="47973"/>
                  <a:pt x="2492604" y="48654"/>
                </a:cubicBezTo>
                <a:cubicBezTo>
                  <a:pt x="2492847" y="49336"/>
                  <a:pt x="2492969" y="50153"/>
                  <a:pt x="2492969" y="51107"/>
                </a:cubicBezTo>
                <a:lnTo>
                  <a:pt x="2492969" y="53458"/>
                </a:lnTo>
                <a:cubicBezTo>
                  <a:pt x="2492969" y="54140"/>
                  <a:pt x="2492917" y="54821"/>
                  <a:pt x="2492812" y="55503"/>
                </a:cubicBezTo>
                <a:cubicBezTo>
                  <a:pt x="2492708" y="56184"/>
                  <a:pt x="2492517" y="56883"/>
                  <a:pt x="2492239" y="57598"/>
                </a:cubicBezTo>
                <a:cubicBezTo>
                  <a:pt x="2491961" y="58314"/>
                  <a:pt x="2491579" y="59097"/>
                  <a:pt x="2491092" y="59949"/>
                </a:cubicBezTo>
                <a:cubicBezTo>
                  <a:pt x="2490605" y="60801"/>
                  <a:pt x="2490015" y="61772"/>
                  <a:pt x="2489320" y="62862"/>
                </a:cubicBezTo>
                <a:lnTo>
                  <a:pt x="2444592" y="131857"/>
                </a:lnTo>
                <a:lnTo>
                  <a:pt x="2492552" y="131857"/>
                </a:lnTo>
                <a:cubicBezTo>
                  <a:pt x="2493038" y="131857"/>
                  <a:pt x="2493490" y="131959"/>
                  <a:pt x="2493907" y="132164"/>
                </a:cubicBezTo>
                <a:cubicBezTo>
                  <a:pt x="2494324" y="132368"/>
                  <a:pt x="2494672" y="132692"/>
                  <a:pt x="2494950" y="133135"/>
                </a:cubicBezTo>
                <a:cubicBezTo>
                  <a:pt x="2495228" y="133578"/>
                  <a:pt x="2495454" y="134140"/>
                  <a:pt x="2495627" y="134821"/>
                </a:cubicBezTo>
                <a:cubicBezTo>
                  <a:pt x="2495801" y="135503"/>
                  <a:pt x="2495888" y="136286"/>
                  <a:pt x="2495888" y="137172"/>
                </a:cubicBezTo>
                <a:close/>
                <a:moveTo>
                  <a:pt x="2594570" y="89438"/>
                </a:moveTo>
                <a:cubicBezTo>
                  <a:pt x="2594570" y="91891"/>
                  <a:pt x="2593910" y="93578"/>
                  <a:pt x="2592589" y="94498"/>
                </a:cubicBezTo>
                <a:cubicBezTo>
                  <a:pt x="2591268" y="95418"/>
                  <a:pt x="2589982" y="95878"/>
                  <a:pt x="2588731" y="95878"/>
                </a:cubicBezTo>
                <a:lnTo>
                  <a:pt x="2524403" y="95878"/>
                </a:lnTo>
                <a:cubicBezTo>
                  <a:pt x="2524403" y="101616"/>
                  <a:pt x="2524977" y="106809"/>
                  <a:pt x="2526124" y="111456"/>
                </a:cubicBezTo>
                <a:cubicBezTo>
                  <a:pt x="2527271" y="116102"/>
                  <a:pt x="2529165" y="120082"/>
                  <a:pt x="2531806" y="123396"/>
                </a:cubicBezTo>
                <a:cubicBezTo>
                  <a:pt x="2534447" y="126709"/>
                  <a:pt x="2537888" y="129255"/>
                  <a:pt x="2542128" y="131033"/>
                </a:cubicBezTo>
                <a:cubicBezTo>
                  <a:pt x="2546367" y="132809"/>
                  <a:pt x="2551580" y="133697"/>
                  <a:pt x="2557766" y="133697"/>
                </a:cubicBezTo>
                <a:cubicBezTo>
                  <a:pt x="2562145" y="133697"/>
                  <a:pt x="2566072" y="133317"/>
                  <a:pt x="2569548" y="132557"/>
                </a:cubicBezTo>
                <a:cubicBezTo>
                  <a:pt x="2573023" y="131796"/>
                  <a:pt x="2576029" y="130950"/>
                  <a:pt x="2578566" y="130017"/>
                </a:cubicBezTo>
                <a:cubicBezTo>
                  <a:pt x="2581103" y="129085"/>
                  <a:pt x="2583188" y="128238"/>
                  <a:pt x="2584822" y="127478"/>
                </a:cubicBezTo>
                <a:cubicBezTo>
                  <a:pt x="2586455" y="126718"/>
                  <a:pt x="2587619" y="126338"/>
                  <a:pt x="2588314" y="126338"/>
                </a:cubicBezTo>
                <a:cubicBezTo>
                  <a:pt x="2588731" y="126338"/>
                  <a:pt x="2589114" y="126441"/>
                  <a:pt x="2589461" y="126647"/>
                </a:cubicBezTo>
                <a:cubicBezTo>
                  <a:pt x="2589809" y="126854"/>
                  <a:pt x="2590087" y="127181"/>
                  <a:pt x="2590295" y="127628"/>
                </a:cubicBezTo>
                <a:cubicBezTo>
                  <a:pt x="2590504" y="128075"/>
                  <a:pt x="2590660" y="128643"/>
                  <a:pt x="2590764" y="129331"/>
                </a:cubicBezTo>
                <a:cubicBezTo>
                  <a:pt x="2590869" y="130018"/>
                  <a:pt x="2590921" y="130878"/>
                  <a:pt x="2590921" y="131908"/>
                </a:cubicBezTo>
                <a:cubicBezTo>
                  <a:pt x="2590921" y="132392"/>
                  <a:pt x="2590886" y="132857"/>
                  <a:pt x="2590817" y="133304"/>
                </a:cubicBezTo>
                <a:cubicBezTo>
                  <a:pt x="2590747" y="133751"/>
                  <a:pt x="2590660" y="134164"/>
                  <a:pt x="2590556" y="134543"/>
                </a:cubicBezTo>
                <a:cubicBezTo>
                  <a:pt x="2590452" y="134920"/>
                  <a:pt x="2590295" y="135281"/>
                  <a:pt x="2590087" y="135626"/>
                </a:cubicBezTo>
                <a:cubicBezTo>
                  <a:pt x="2589878" y="135969"/>
                  <a:pt x="2589600" y="136313"/>
                  <a:pt x="2589253" y="136658"/>
                </a:cubicBezTo>
                <a:cubicBezTo>
                  <a:pt x="2588905" y="137001"/>
                  <a:pt x="2587828" y="137598"/>
                  <a:pt x="2586021" y="138450"/>
                </a:cubicBezTo>
                <a:cubicBezTo>
                  <a:pt x="2584213" y="139302"/>
                  <a:pt x="2581850" y="140154"/>
                  <a:pt x="2578931" y="141005"/>
                </a:cubicBezTo>
                <a:cubicBezTo>
                  <a:pt x="2576012" y="141857"/>
                  <a:pt x="2572623" y="142624"/>
                  <a:pt x="2568766" y="143305"/>
                </a:cubicBezTo>
                <a:cubicBezTo>
                  <a:pt x="2564908" y="143987"/>
                  <a:pt x="2560755" y="144327"/>
                  <a:pt x="2556307" y="144327"/>
                </a:cubicBezTo>
                <a:cubicBezTo>
                  <a:pt x="2549009" y="144327"/>
                  <a:pt x="2542545" y="143253"/>
                  <a:pt x="2536915" y="141104"/>
                </a:cubicBezTo>
                <a:cubicBezTo>
                  <a:pt x="2531285" y="138956"/>
                  <a:pt x="2526558" y="135784"/>
                  <a:pt x="2522735" y="131589"/>
                </a:cubicBezTo>
                <a:cubicBezTo>
                  <a:pt x="2518912" y="127394"/>
                  <a:pt x="2516011" y="122192"/>
                  <a:pt x="2514030" y="115985"/>
                </a:cubicBezTo>
                <a:cubicBezTo>
                  <a:pt x="2512049" y="109778"/>
                  <a:pt x="2511058" y="102581"/>
                  <a:pt x="2511058" y="94395"/>
                </a:cubicBezTo>
                <a:cubicBezTo>
                  <a:pt x="2511058" y="86550"/>
                  <a:pt x="2512084" y="79524"/>
                  <a:pt x="2514134" y="73317"/>
                </a:cubicBezTo>
                <a:cubicBezTo>
                  <a:pt x="2516184" y="67109"/>
                  <a:pt x="2519121" y="61840"/>
                  <a:pt x="2522944" y="57509"/>
                </a:cubicBezTo>
                <a:cubicBezTo>
                  <a:pt x="2526767" y="53177"/>
                  <a:pt x="2531371" y="49869"/>
                  <a:pt x="2536758" y="47584"/>
                </a:cubicBezTo>
                <a:cubicBezTo>
                  <a:pt x="2542145" y="45299"/>
                  <a:pt x="2548140" y="44157"/>
                  <a:pt x="2554743" y="44157"/>
                </a:cubicBezTo>
                <a:cubicBezTo>
                  <a:pt x="2561832" y="44157"/>
                  <a:pt x="2567880" y="45315"/>
                  <a:pt x="2572884" y="47632"/>
                </a:cubicBezTo>
                <a:cubicBezTo>
                  <a:pt x="2577888" y="49949"/>
                  <a:pt x="2582007" y="53067"/>
                  <a:pt x="2585239" y="56985"/>
                </a:cubicBezTo>
                <a:cubicBezTo>
                  <a:pt x="2588471" y="60903"/>
                  <a:pt x="2590834" y="65452"/>
                  <a:pt x="2592328" y="70630"/>
                </a:cubicBezTo>
                <a:cubicBezTo>
                  <a:pt x="2593823" y="75809"/>
                  <a:pt x="2594570" y="81261"/>
                  <a:pt x="2594570" y="86985"/>
                </a:cubicBezTo>
                <a:lnTo>
                  <a:pt x="2594570" y="89438"/>
                </a:lnTo>
                <a:moveTo>
                  <a:pt x="2581746" y="85860"/>
                </a:moveTo>
                <a:cubicBezTo>
                  <a:pt x="2581954" y="76048"/>
                  <a:pt x="2579661" y="68382"/>
                  <a:pt x="2574865" y="62862"/>
                </a:cubicBezTo>
                <a:cubicBezTo>
                  <a:pt x="2570069" y="57343"/>
                  <a:pt x="2563084" y="54583"/>
                  <a:pt x="2553909" y="54583"/>
                </a:cubicBezTo>
                <a:cubicBezTo>
                  <a:pt x="2549182" y="54583"/>
                  <a:pt x="2545029" y="55452"/>
                  <a:pt x="2541450" y="57189"/>
                </a:cubicBezTo>
                <a:cubicBezTo>
                  <a:pt x="2537870" y="58927"/>
                  <a:pt x="2534847" y="61227"/>
                  <a:pt x="2532379" y="64089"/>
                </a:cubicBezTo>
                <a:cubicBezTo>
                  <a:pt x="2529912" y="66951"/>
                  <a:pt x="2528018" y="70273"/>
                  <a:pt x="2526697" y="74055"/>
                </a:cubicBezTo>
                <a:cubicBezTo>
                  <a:pt x="2525377" y="77837"/>
                  <a:pt x="2524612" y="81772"/>
                  <a:pt x="2524403" y="85860"/>
                </a:cubicBezTo>
                <a:lnTo>
                  <a:pt x="2581746" y="85860"/>
                </a:lnTo>
                <a:close/>
                <a:moveTo>
                  <a:pt x="2736140" y="140443"/>
                </a:moveTo>
                <a:cubicBezTo>
                  <a:pt x="2736140" y="141125"/>
                  <a:pt x="2735914" y="141653"/>
                  <a:pt x="2735463" y="142027"/>
                </a:cubicBezTo>
                <a:cubicBezTo>
                  <a:pt x="2735011" y="142402"/>
                  <a:pt x="2734420" y="142675"/>
                  <a:pt x="2733690" y="142845"/>
                </a:cubicBezTo>
                <a:cubicBezTo>
                  <a:pt x="2732960" y="143016"/>
                  <a:pt x="2731970" y="143101"/>
                  <a:pt x="2730719" y="143101"/>
                </a:cubicBezTo>
                <a:cubicBezTo>
                  <a:pt x="2729537" y="143101"/>
                  <a:pt x="2728529" y="143016"/>
                  <a:pt x="2727695" y="142845"/>
                </a:cubicBezTo>
                <a:cubicBezTo>
                  <a:pt x="2726861" y="142675"/>
                  <a:pt x="2726218" y="142402"/>
                  <a:pt x="2725766" y="142027"/>
                </a:cubicBezTo>
                <a:cubicBezTo>
                  <a:pt x="2725315" y="141653"/>
                  <a:pt x="2725089" y="141125"/>
                  <a:pt x="2725089" y="140443"/>
                </a:cubicBezTo>
                <a:lnTo>
                  <a:pt x="2725089" y="130119"/>
                </a:lnTo>
                <a:cubicBezTo>
                  <a:pt x="2720849" y="134617"/>
                  <a:pt x="2716175" y="138109"/>
                  <a:pt x="2711066" y="140596"/>
                </a:cubicBezTo>
                <a:cubicBezTo>
                  <a:pt x="2705957" y="143084"/>
                  <a:pt x="2700657" y="144327"/>
                  <a:pt x="2695166" y="144327"/>
                </a:cubicBezTo>
                <a:cubicBezTo>
                  <a:pt x="2690231" y="144327"/>
                  <a:pt x="2685800" y="143697"/>
                  <a:pt x="2681873" y="142436"/>
                </a:cubicBezTo>
                <a:cubicBezTo>
                  <a:pt x="2677946" y="141176"/>
                  <a:pt x="2674627" y="139370"/>
                  <a:pt x="2671917" y="137019"/>
                </a:cubicBezTo>
                <a:cubicBezTo>
                  <a:pt x="2669206" y="134668"/>
                  <a:pt x="2667121" y="131823"/>
                  <a:pt x="2665661" y="128484"/>
                </a:cubicBezTo>
                <a:cubicBezTo>
                  <a:pt x="2664201" y="125145"/>
                  <a:pt x="2663472" y="121397"/>
                  <a:pt x="2663472" y="117240"/>
                </a:cubicBezTo>
                <a:cubicBezTo>
                  <a:pt x="2663472" y="112130"/>
                  <a:pt x="2664549" y="107683"/>
                  <a:pt x="2666704" y="103901"/>
                </a:cubicBezTo>
                <a:cubicBezTo>
                  <a:pt x="2668858" y="100119"/>
                  <a:pt x="2671917" y="96968"/>
                  <a:pt x="2675878" y="94446"/>
                </a:cubicBezTo>
                <a:cubicBezTo>
                  <a:pt x="2679840" y="91925"/>
                  <a:pt x="2684601" y="90034"/>
                  <a:pt x="2690162" y="88774"/>
                </a:cubicBezTo>
                <a:cubicBezTo>
                  <a:pt x="2695722" y="87513"/>
                  <a:pt x="2701908" y="86883"/>
                  <a:pt x="2708720" y="86883"/>
                </a:cubicBezTo>
                <a:lnTo>
                  <a:pt x="2723733" y="86883"/>
                </a:lnTo>
                <a:lnTo>
                  <a:pt x="2723733" y="78884"/>
                </a:lnTo>
                <a:cubicBezTo>
                  <a:pt x="2723733" y="74919"/>
                  <a:pt x="2723316" y="71416"/>
                  <a:pt x="2722482" y="68375"/>
                </a:cubicBezTo>
                <a:cubicBezTo>
                  <a:pt x="2721648" y="65332"/>
                  <a:pt x="2720293" y="62785"/>
                  <a:pt x="2718416" y="60735"/>
                </a:cubicBezTo>
                <a:cubicBezTo>
                  <a:pt x="2716540" y="58684"/>
                  <a:pt x="2714107" y="57147"/>
                  <a:pt x="2711118" y="56122"/>
                </a:cubicBezTo>
                <a:cubicBezTo>
                  <a:pt x="2708129" y="55096"/>
                  <a:pt x="2704480" y="54583"/>
                  <a:pt x="2700171" y="54583"/>
                </a:cubicBezTo>
                <a:cubicBezTo>
                  <a:pt x="2696000" y="54583"/>
                  <a:pt x="2692247" y="55077"/>
                  <a:pt x="2688911" y="56065"/>
                </a:cubicBezTo>
                <a:cubicBezTo>
                  <a:pt x="2685575" y="57053"/>
                  <a:pt x="2682655" y="58160"/>
                  <a:pt x="2680153" y="59387"/>
                </a:cubicBezTo>
                <a:cubicBezTo>
                  <a:pt x="2677651" y="60613"/>
                  <a:pt x="2675583" y="61721"/>
                  <a:pt x="2673950" y="62709"/>
                </a:cubicBezTo>
                <a:cubicBezTo>
                  <a:pt x="2672316" y="63697"/>
                  <a:pt x="2671152" y="64191"/>
                  <a:pt x="2670457" y="64191"/>
                </a:cubicBezTo>
                <a:cubicBezTo>
                  <a:pt x="2670040" y="64191"/>
                  <a:pt x="2669658" y="64123"/>
                  <a:pt x="2669310" y="63986"/>
                </a:cubicBezTo>
                <a:cubicBezTo>
                  <a:pt x="2668963" y="63848"/>
                  <a:pt x="2668667" y="63590"/>
                  <a:pt x="2668424" y="63213"/>
                </a:cubicBezTo>
                <a:cubicBezTo>
                  <a:pt x="2668181" y="62834"/>
                  <a:pt x="2668007" y="62353"/>
                  <a:pt x="2667903" y="61770"/>
                </a:cubicBezTo>
                <a:cubicBezTo>
                  <a:pt x="2667798" y="61184"/>
                  <a:pt x="2667746" y="60479"/>
                  <a:pt x="2667746" y="59655"/>
                </a:cubicBezTo>
                <a:cubicBezTo>
                  <a:pt x="2667746" y="58211"/>
                  <a:pt x="2667851" y="57060"/>
                  <a:pt x="2668059" y="56202"/>
                </a:cubicBezTo>
                <a:cubicBezTo>
                  <a:pt x="2668268" y="55342"/>
                  <a:pt x="2668806" y="54483"/>
                  <a:pt x="2669675" y="53624"/>
                </a:cubicBezTo>
                <a:cubicBezTo>
                  <a:pt x="2670544" y="52764"/>
                  <a:pt x="2672090" y="51762"/>
                  <a:pt x="2674315" y="50619"/>
                </a:cubicBezTo>
                <a:cubicBezTo>
                  <a:pt x="2676539" y="49473"/>
                  <a:pt x="2679093" y="48413"/>
                  <a:pt x="2681978" y="47437"/>
                </a:cubicBezTo>
                <a:cubicBezTo>
                  <a:pt x="2684862" y="46462"/>
                  <a:pt x="2687973" y="45672"/>
                  <a:pt x="2691309" y="45067"/>
                </a:cubicBezTo>
                <a:cubicBezTo>
                  <a:pt x="2694645" y="44460"/>
                  <a:pt x="2697981" y="44157"/>
                  <a:pt x="2701318" y="44157"/>
                </a:cubicBezTo>
                <a:cubicBezTo>
                  <a:pt x="2707782" y="44157"/>
                  <a:pt x="2713238" y="44923"/>
                  <a:pt x="2717686" y="46457"/>
                </a:cubicBezTo>
                <a:cubicBezTo>
                  <a:pt x="2722135" y="47990"/>
                  <a:pt x="2725732" y="50187"/>
                  <a:pt x="2728477" y="53049"/>
                </a:cubicBezTo>
                <a:cubicBezTo>
                  <a:pt x="2731223" y="55912"/>
                  <a:pt x="2733186" y="59438"/>
                  <a:pt x="2734368" y="63629"/>
                </a:cubicBezTo>
                <a:cubicBezTo>
                  <a:pt x="2735549" y="67820"/>
                  <a:pt x="2736140" y="72573"/>
                  <a:pt x="2736140" y="77888"/>
                </a:cubicBezTo>
                <a:lnTo>
                  <a:pt x="2736140" y="140443"/>
                </a:lnTo>
                <a:moveTo>
                  <a:pt x="2723733" y="96900"/>
                </a:moveTo>
                <a:lnTo>
                  <a:pt x="2706531" y="96900"/>
                </a:lnTo>
                <a:cubicBezTo>
                  <a:pt x="2701526" y="96900"/>
                  <a:pt x="2697147" y="97343"/>
                  <a:pt x="2693394" y="98228"/>
                </a:cubicBezTo>
                <a:cubicBezTo>
                  <a:pt x="2689641" y="99114"/>
                  <a:pt x="2686513" y="100409"/>
                  <a:pt x="2684011" y="102113"/>
                </a:cubicBezTo>
                <a:cubicBezTo>
                  <a:pt x="2681508" y="103816"/>
                  <a:pt x="2679649" y="105860"/>
                  <a:pt x="2678433" y="108246"/>
                </a:cubicBezTo>
                <a:cubicBezTo>
                  <a:pt x="2677216" y="110631"/>
                  <a:pt x="2676608" y="113356"/>
                  <a:pt x="2676608" y="116423"/>
                </a:cubicBezTo>
                <a:cubicBezTo>
                  <a:pt x="2676608" y="121738"/>
                  <a:pt x="2678329" y="125980"/>
                  <a:pt x="2681769" y="129148"/>
                </a:cubicBezTo>
                <a:cubicBezTo>
                  <a:pt x="2685210" y="132317"/>
                  <a:pt x="2690058" y="133901"/>
                  <a:pt x="2696313" y="133901"/>
                </a:cubicBezTo>
                <a:cubicBezTo>
                  <a:pt x="2701248" y="133901"/>
                  <a:pt x="2705853" y="132658"/>
                  <a:pt x="2710128" y="130171"/>
                </a:cubicBezTo>
                <a:cubicBezTo>
                  <a:pt x="2714402" y="127683"/>
                  <a:pt x="2718937" y="123850"/>
                  <a:pt x="2723733" y="118671"/>
                </a:cubicBezTo>
                <a:lnTo>
                  <a:pt x="2723733" y="96900"/>
                </a:lnTo>
                <a:close/>
                <a:moveTo>
                  <a:pt x="2847123" y="140440"/>
                </a:moveTo>
                <a:cubicBezTo>
                  <a:pt x="2847123" y="140919"/>
                  <a:pt x="2847036" y="141329"/>
                  <a:pt x="2846863" y="141670"/>
                </a:cubicBezTo>
                <a:cubicBezTo>
                  <a:pt x="2846689" y="142010"/>
                  <a:pt x="2846376" y="142283"/>
                  <a:pt x="2845924" y="142487"/>
                </a:cubicBezTo>
                <a:cubicBezTo>
                  <a:pt x="2845472" y="142692"/>
                  <a:pt x="2844899" y="142845"/>
                  <a:pt x="2844204" y="142947"/>
                </a:cubicBezTo>
                <a:cubicBezTo>
                  <a:pt x="2843509" y="143050"/>
                  <a:pt x="2842640" y="143101"/>
                  <a:pt x="2841597" y="143101"/>
                </a:cubicBezTo>
                <a:cubicBezTo>
                  <a:pt x="2840485" y="143101"/>
                  <a:pt x="2839564" y="143050"/>
                  <a:pt x="2838835" y="142947"/>
                </a:cubicBezTo>
                <a:cubicBezTo>
                  <a:pt x="2838105" y="142847"/>
                  <a:pt x="2837514" y="142695"/>
                  <a:pt x="2837062" y="142491"/>
                </a:cubicBezTo>
                <a:cubicBezTo>
                  <a:pt x="2836610" y="142288"/>
                  <a:pt x="2836263" y="142018"/>
                  <a:pt x="2836020" y="141679"/>
                </a:cubicBezTo>
                <a:cubicBezTo>
                  <a:pt x="2835776" y="141339"/>
                  <a:pt x="2835655" y="140932"/>
                  <a:pt x="2835655" y="140459"/>
                </a:cubicBezTo>
                <a:lnTo>
                  <a:pt x="2835655" y="127241"/>
                </a:lnTo>
                <a:cubicBezTo>
                  <a:pt x="2830650" y="132561"/>
                  <a:pt x="2825472" y="136739"/>
                  <a:pt x="2820120" y="139776"/>
                </a:cubicBezTo>
                <a:cubicBezTo>
                  <a:pt x="2814768" y="142810"/>
                  <a:pt x="2808930" y="144327"/>
                  <a:pt x="2802605" y="144327"/>
                </a:cubicBezTo>
                <a:cubicBezTo>
                  <a:pt x="2795793" y="144327"/>
                  <a:pt x="2789989" y="143032"/>
                  <a:pt x="2785193" y="140440"/>
                </a:cubicBezTo>
                <a:cubicBezTo>
                  <a:pt x="2780397" y="137848"/>
                  <a:pt x="2776488" y="134336"/>
                  <a:pt x="2773464" y="129902"/>
                </a:cubicBezTo>
                <a:cubicBezTo>
                  <a:pt x="2770441" y="125467"/>
                  <a:pt x="2768234" y="120265"/>
                  <a:pt x="2766844" y="114299"/>
                </a:cubicBezTo>
                <a:cubicBezTo>
                  <a:pt x="2765454" y="108330"/>
                  <a:pt x="2764758" y="102002"/>
                  <a:pt x="2764758" y="95315"/>
                </a:cubicBezTo>
                <a:cubicBezTo>
                  <a:pt x="2764758" y="87472"/>
                  <a:pt x="2765627" y="80396"/>
                  <a:pt x="2767365" y="74087"/>
                </a:cubicBezTo>
                <a:cubicBezTo>
                  <a:pt x="2769103" y="67777"/>
                  <a:pt x="2771674" y="62405"/>
                  <a:pt x="2775080" y="57972"/>
                </a:cubicBezTo>
                <a:cubicBezTo>
                  <a:pt x="2778486" y="53536"/>
                  <a:pt x="2782691" y="50125"/>
                  <a:pt x="2787695" y="47738"/>
                </a:cubicBezTo>
                <a:cubicBezTo>
                  <a:pt x="2792700" y="45350"/>
                  <a:pt x="2798504" y="44157"/>
                  <a:pt x="2805107" y="44157"/>
                </a:cubicBezTo>
                <a:cubicBezTo>
                  <a:pt x="2810806" y="44157"/>
                  <a:pt x="2816019" y="45403"/>
                  <a:pt x="2820746" y="47894"/>
                </a:cubicBezTo>
                <a:cubicBezTo>
                  <a:pt x="2825472" y="50383"/>
                  <a:pt x="2830129" y="54049"/>
                  <a:pt x="2834716" y="58892"/>
                </a:cubicBezTo>
                <a:lnTo>
                  <a:pt x="2834716" y="3073"/>
                </a:lnTo>
                <a:cubicBezTo>
                  <a:pt x="2834716" y="2662"/>
                  <a:pt x="2834803" y="2286"/>
                  <a:pt x="2834977" y="1945"/>
                </a:cubicBezTo>
                <a:cubicBezTo>
                  <a:pt x="2835151" y="1605"/>
                  <a:pt x="2835481" y="1332"/>
                  <a:pt x="2835967" y="1128"/>
                </a:cubicBezTo>
                <a:cubicBezTo>
                  <a:pt x="2836454" y="921"/>
                  <a:pt x="2837097" y="750"/>
                  <a:pt x="2837896" y="613"/>
                </a:cubicBezTo>
                <a:cubicBezTo>
                  <a:pt x="2838696" y="477"/>
                  <a:pt x="2839686" y="409"/>
                  <a:pt x="2840868" y="409"/>
                </a:cubicBezTo>
                <a:cubicBezTo>
                  <a:pt x="2842119" y="409"/>
                  <a:pt x="2843144" y="477"/>
                  <a:pt x="2843943" y="613"/>
                </a:cubicBezTo>
                <a:cubicBezTo>
                  <a:pt x="2844743" y="750"/>
                  <a:pt x="2845368" y="920"/>
                  <a:pt x="2845820" y="1124"/>
                </a:cubicBezTo>
                <a:cubicBezTo>
                  <a:pt x="2846272" y="1329"/>
                  <a:pt x="2846602" y="1601"/>
                  <a:pt x="2846810" y="1942"/>
                </a:cubicBezTo>
                <a:cubicBezTo>
                  <a:pt x="2847019" y="2283"/>
                  <a:pt x="2847123" y="2659"/>
                  <a:pt x="2847123" y="3070"/>
                </a:cubicBezTo>
                <a:lnTo>
                  <a:pt x="2847123" y="140440"/>
                </a:lnTo>
                <a:moveTo>
                  <a:pt x="2834716" y="73726"/>
                </a:moveTo>
                <a:cubicBezTo>
                  <a:pt x="2829503" y="67516"/>
                  <a:pt x="2824482" y="62774"/>
                  <a:pt x="2819651" y="59499"/>
                </a:cubicBezTo>
                <a:cubicBezTo>
                  <a:pt x="2814820" y="56221"/>
                  <a:pt x="2809764" y="54583"/>
                  <a:pt x="2804481" y="54583"/>
                </a:cubicBezTo>
                <a:cubicBezTo>
                  <a:pt x="2799685" y="54583"/>
                  <a:pt x="2795584" y="55709"/>
                  <a:pt x="2792179" y="57962"/>
                </a:cubicBezTo>
                <a:cubicBezTo>
                  <a:pt x="2788773" y="60213"/>
                  <a:pt x="2785993" y="63180"/>
                  <a:pt x="2783838" y="66864"/>
                </a:cubicBezTo>
                <a:cubicBezTo>
                  <a:pt x="2781683" y="70548"/>
                  <a:pt x="2780119" y="74711"/>
                  <a:pt x="2779146" y="79351"/>
                </a:cubicBezTo>
                <a:cubicBezTo>
                  <a:pt x="2778173" y="83991"/>
                  <a:pt x="2777687" y="88699"/>
                  <a:pt x="2777687" y="93475"/>
                </a:cubicBezTo>
                <a:cubicBezTo>
                  <a:pt x="2777687" y="98593"/>
                  <a:pt x="2778104" y="103573"/>
                  <a:pt x="2778938" y="108418"/>
                </a:cubicBezTo>
                <a:cubicBezTo>
                  <a:pt x="2779772" y="113263"/>
                  <a:pt x="2781197" y="117578"/>
                  <a:pt x="2783212" y="121364"/>
                </a:cubicBezTo>
                <a:cubicBezTo>
                  <a:pt x="2785228" y="125150"/>
                  <a:pt x="2787904" y="128187"/>
                  <a:pt x="2791240" y="130474"/>
                </a:cubicBezTo>
                <a:cubicBezTo>
                  <a:pt x="2794577" y="132759"/>
                  <a:pt x="2798747" y="133901"/>
                  <a:pt x="2803751" y="133901"/>
                </a:cubicBezTo>
                <a:cubicBezTo>
                  <a:pt x="2806254" y="133901"/>
                  <a:pt x="2808686" y="133561"/>
                  <a:pt x="2811050" y="132879"/>
                </a:cubicBezTo>
                <a:cubicBezTo>
                  <a:pt x="2813413" y="132196"/>
                  <a:pt x="2815845" y="131069"/>
                  <a:pt x="2818348" y="129500"/>
                </a:cubicBezTo>
                <a:cubicBezTo>
                  <a:pt x="2820850" y="127930"/>
                  <a:pt x="2823439" y="125900"/>
                  <a:pt x="2826115" y="123408"/>
                </a:cubicBezTo>
                <a:cubicBezTo>
                  <a:pt x="2828791" y="120917"/>
                  <a:pt x="2831658" y="117828"/>
                  <a:pt x="2834716" y="114142"/>
                </a:cubicBezTo>
                <a:lnTo>
                  <a:pt x="2834716" y="73726"/>
                </a:lnTo>
                <a:close/>
                <a:moveTo>
                  <a:pt x="2947698" y="140443"/>
                </a:moveTo>
                <a:cubicBezTo>
                  <a:pt x="2947698" y="141125"/>
                  <a:pt x="2947472" y="141653"/>
                  <a:pt x="2947020" y="142027"/>
                </a:cubicBezTo>
                <a:cubicBezTo>
                  <a:pt x="2946568" y="142402"/>
                  <a:pt x="2945978" y="142675"/>
                  <a:pt x="2945248" y="142845"/>
                </a:cubicBezTo>
                <a:cubicBezTo>
                  <a:pt x="2944518" y="143016"/>
                  <a:pt x="2943527" y="143101"/>
                  <a:pt x="2942276" y="143101"/>
                </a:cubicBezTo>
                <a:cubicBezTo>
                  <a:pt x="2941095" y="143101"/>
                  <a:pt x="2940087" y="143016"/>
                  <a:pt x="2939253" y="142845"/>
                </a:cubicBezTo>
                <a:cubicBezTo>
                  <a:pt x="2938419" y="142675"/>
                  <a:pt x="2937776" y="142402"/>
                  <a:pt x="2937324" y="142027"/>
                </a:cubicBezTo>
                <a:cubicBezTo>
                  <a:pt x="2936872" y="141653"/>
                  <a:pt x="2936646" y="141125"/>
                  <a:pt x="2936646" y="140443"/>
                </a:cubicBezTo>
                <a:lnTo>
                  <a:pt x="2936646" y="130119"/>
                </a:lnTo>
                <a:cubicBezTo>
                  <a:pt x="2932406" y="134617"/>
                  <a:pt x="2927732" y="138109"/>
                  <a:pt x="2922624" y="140596"/>
                </a:cubicBezTo>
                <a:cubicBezTo>
                  <a:pt x="2917515" y="143084"/>
                  <a:pt x="2912215" y="144327"/>
                  <a:pt x="2906724" y="144327"/>
                </a:cubicBezTo>
                <a:cubicBezTo>
                  <a:pt x="2901789" y="144327"/>
                  <a:pt x="2897358" y="143697"/>
                  <a:pt x="2893431" y="142436"/>
                </a:cubicBezTo>
                <a:cubicBezTo>
                  <a:pt x="2889504" y="141176"/>
                  <a:pt x="2886185" y="139370"/>
                  <a:pt x="2883474" y="137019"/>
                </a:cubicBezTo>
                <a:cubicBezTo>
                  <a:pt x="2880763" y="134668"/>
                  <a:pt x="2878678" y="131823"/>
                  <a:pt x="2877219" y="128484"/>
                </a:cubicBezTo>
                <a:cubicBezTo>
                  <a:pt x="2875759" y="125145"/>
                  <a:pt x="2875029" y="121397"/>
                  <a:pt x="2875029" y="117240"/>
                </a:cubicBezTo>
                <a:cubicBezTo>
                  <a:pt x="2875029" y="112130"/>
                  <a:pt x="2876107" y="107683"/>
                  <a:pt x="2878261" y="103901"/>
                </a:cubicBezTo>
                <a:cubicBezTo>
                  <a:pt x="2880416" y="100119"/>
                  <a:pt x="2883474" y="96968"/>
                  <a:pt x="2887436" y="94446"/>
                </a:cubicBezTo>
                <a:cubicBezTo>
                  <a:pt x="2891398" y="91925"/>
                  <a:pt x="2896159" y="90034"/>
                  <a:pt x="2901720" y="88774"/>
                </a:cubicBezTo>
                <a:cubicBezTo>
                  <a:pt x="2907280" y="87513"/>
                  <a:pt x="2913466" y="86883"/>
                  <a:pt x="2920278" y="86883"/>
                </a:cubicBezTo>
                <a:lnTo>
                  <a:pt x="2935291" y="86883"/>
                </a:lnTo>
                <a:lnTo>
                  <a:pt x="2935291" y="78884"/>
                </a:lnTo>
                <a:cubicBezTo>
                  <a:pt x="2935291" y="74919"/>
                  <a:pt x="2934874" y="71416"/>
                  <a:pt x="2934040" y="68375"/>
                </a:cubicBezTo>
                <a:cubicBezTo>
                  <a:pt x="2933206" y="65332"/>
                  <a:pt x="2931850" y="62785"/>
                  <a:pt x="2929974" y="60735"/>
                </a:cubicBezTo>
                <a:cubicBezTo>
                  <a:pt x="2928097" y="58684"/>
                  <a:pt x="2925664" y="57147"/>
                  <a:pt x="2922676" y="56122"/>
                </a:cubicBezTo>
                <a:cubicBezTo>
                  <a:pt x="2919687" y="55096"/>
                  <a:pt x="2916038" y="54583"/>
                  <a:pt x="2911728" y="54583"/>
                </a:cubicBezTo>
                <a:cubicBezTo>
                  <a:pt x="2907558" y="54583"/>
                  <a:pt x="2903805" y="55077"/>
                  <a:pt x="2900468" y="56065"/>
                </a:cubicBezTo>
                <a:cubicBezTo>
                  <a:pt x="2897132" y="57053"/>
                  <a:pt x="2894213" y="58160"/>
                  <a:pt x="2891711" y="59387"/>
                </a:cubicBezTo>
                <a:cubicBezTo>
                  <a:pt x="2889208" y="60613"/>
                  <a:pt x="2887141" y="61721"/>
                  <a:pt x="2885507" y="62709"/>
                </a:cubicBezTo>
                <a:cubicBezTo>
                  <a:pt x="2883874" y="63697"/>
                  <a:pt x="2882710" y="64191"/>
                  <a:pt x="2882015" y="64191"/>
                </a:cubicBezTo>
                <a:cubicBezTo>
                  <a:pt x="2881598" y="64191"/>
                  <a:pt x="2881215" y="64123"/>
                  <a:pt x="2880868" y="63986"/>
                </a:cubicBezTo>
                <a:cubicBezTo>
                  <a:pt x="2880520" y="63848"/>
                  <a:pt x="2880225" y="63590"/>
                  <a:pt x="2879982" y="63213"/>
                </a:cubicBezTo>
                <a:cubicBezTo>
                  <a:pt x="2879738" y="62834"/>
                  <a:pt x="2879564" y="62353"/>
                  <a:pt x="2879460" y="61770"/>
                </a:cubicBezTo>
                <a:cubicBezTo>
                  <a:pt x="2879356" y="61184"/>
                  <a:pt x="2879304" y="60479"/>
                  <a:pt x="2879304" y="59655"/>
                </a:cubicBezTo>
                <a:cubicBezTo>
                  <a:pt x="2879304" y="58211"/>
                  <a:pt x="2879408" y="57060"/>
                  <a:pt x="2879617" y="56202"/>
                </a:cubicBezTo>
                <a:cubicBezTo>
                  <a:pt x="2879825" y="55342"/>
                  <a:pt x="2880364" y="54483"/>
                  <a:pt x="2881233" y="53624"/>
                </a:cubicBezTo>
                <a:cubicBezTo>
                  <a:pt x="2882101" y="52764"/>
                  <a:pt x="2883648" y="51762"/>
                  <a:pt x="2885872" y="50619"/>
                </a:cubicBezTo>
                <a:cubicBezTo>
                  <a:pt x="2888096" y="49473"/>
                  <a:pt x="2890651" y="48413"/>
                  <a:pt x="2893535" y="47437"/>
                </a:cubicBezTo>
                <a:cubicBezTo>
                  <a:pt x="2896420" y="46462"/>
                  <a:pt x="2899530" y="45672"/>
                  <a:pt x="2902866" y="45067"/>
                </a:cubicBezTo>
                <a:cubicBezTo>
                  <a:pt x="2906203" y="44460"/>
                  <a:pt x="2909539" y="44157"/>
                  <a:pt x="2912875" y="44157"/>
                </a:cubicBezTo>
                <a:cubicBezTo>
                  <a:pt x="2919339" y="44157"/>
                  <a:pt x="2924796" y="44923"/>
                  <a:pt x="2929244" y="46457"/>
                </a:cubicBezTo>
                <a:cubicBezTo>
                  <a:pt x="2933692" y="47990"/>
                  <a:pt x="2937289" y="50187"/>
                  <a:pt x="2940035" y="53049"/>
                </a:cubicBezTo>
                <a:cubicBezTo>
                  <a:pt x="2942780" y="55912"/>
                  <a:pt x="2944744" y="59438"/>
                  <a:pt x="2945925" y="63629"/>
                </a:cubicBezTo>
                <a:cubicBezTo>
                  <a:pt x="2947107" y="67820"/>
                  <a:pt x="2947698" y="72573"/>
                  <a:pt x="2947698" y="77888"/>
                </a:cubicBezTo>
                <a:lnTo>
                  <a:pt x="2947698" y="140443"/>
                </a:lnTo>
                <a:moveTo>
                  <a:pt x="2935291" y="96900"/>
                </a:moveTo>
                <a:lnTo>
                  <a:pt x="2918088" y="96900"/>
                </a:lnTo>
                <a:cubicBezTo>
                  <a:pt x="2913084" y="96900"/>
                  <a:pt x="2908705" y="97343"/>
                  <a:pt x="2904952" y="98228"/>
                </a:cubicBezTo>
                <a:cubicBezTo>
                  <a:pt x="2901198" y="99114"/>
                  <a:pt x="2898070" y="100409"/>
                  <a:pt x="2895568" y="102113"/>
                </a:cubicBezTo>
                <a:cubicBezTo>
                  <a:pt x="2893066" y="103816"/>
                  <a:pt x="2891207" y="105860"/>
                  <a:pt x="2889990" y="108246"/>
                </a:cubicBezTo>
                <a:cubicBezTo>
                  <a:pt x="2888774" y="110631"/>
                  <a:pt x="2888166" y="113356"/>
                  <a:pt x="2888166" y="116423"/>
                </a:cubicBezTo>
                <a:cubicBezTo>
                  <a:pt x="2888166" y="121738"/>
                  <a:pt x="2889886" y="125980"/>
                  <a:pt x="2893327" y="129148"/>
                </a:cubicBezTo>
                <a:cubicBezTo>
                  <a:pt x="2896767" y="132317"/>
                  <a:pt x="2901615" y="133901"/>
                  <a:pt x="2907871" y="133901"/>
                </a:cubicBezTo>
                <a:cubicBezTo>
                  <a:pt x="2912806" y="133901"/>
                  <a:pt x="2917411" y="132658"/>
                  <a:pt x="2921685" y="130171"/>
                </a:cubicBezTo>
                <a:cubicBezTo>
                  <a:pt x="2925960" y="127683"/>
                  <a:pt x="2930495" y="123850"/>
                  <a:pt x="2935291" y="118671"/>
                </a:cubicBezTo>
                <a:lnTo>
                  <a:pt x="2935291" y="96900"/>
                </a:lnTo>
                <a:close/>
                <a:moveTo>
                  <a:pt x="3064937" y="92862"/>
                </a:moveTo>
                <a:cubicBezTo>
                  <a:pt x="3064937" y="100773"/>
                  <a:pt x="3064050" y="107901"/>
                  <a:pt x="3062278" y="114244"/>
                </a:cubicBezTo>
                <a:cubicBezTo>
                  <a:pt x="3060506" y="120588"/>
                  <a:pt x="3057899" y="125978"/>
                  <a:pt x="3054459" y="130413"/>
                </a:cubicBezTo>
                <a:cubicBezTo>
                  <a:pt x="3051018" y="134847"/>
                  <a:pt x="3046761" y="138274"/>
                  <a:pt x="3041687" y="140696"/>
                </a:cubicBezTo>
                <a:cubicBezTo>
                  <a:pt x="3036613" y="143117"/>
                  <a:pt x="3030809" y="144327"/>
                  <a:pt x="3024276" y="144327"/>
                </a:cubicBezTo>
                <a:cubicBezTo>
                  <a:pt x="3021495" y="144327"/>
                  <a:pt x="3018889" y="144037"/>
                  <a:pt x="3016456" y="143455"/>
                </a:cubicBezTo>
                <a:cubicBezTo>
                  <a:pt x="3014023" y="142876"/>
                  <a:pt x="3011643" y="141973"/>
                  <a:pt x="3009314" y="140747"/>
                </a:cubicBezTo>
                <a:cubicBezTo>
                  <a:pt x="3006986" y="139518"/>
                  <a:pt x="3004657" y="137983"/>
                  <a:pt x="3002329" y="136141"/>
                </a:cubicBezTo>
                <a:cubicBezTo>
                  <a:pt x="3000001" y="134299"/>
                  <a:pt x="2997550" y="132082"/>
                  <a:pt x="2994979" y="129490"/>
                </a:cubicBezTo>
                <a:lnTo>
                  <a:pt x="2994979" y="177241"/>
                </a:lnTo>
                <a:cubicBezTo>
                  <a:pt x="2994979" y="177649"/>
                  <a:pt x="2994874" y="178024"/>
                  <a:pt x="2994666" y="178365"/>
                </a:cubicBezTo>
                <a:cubicBezTo>
                  <a:pt x="2994457" y="178706"/>
                  <a:pt x="2994127" y="178995"/>
                  <a:pt x="2993675" y="179234"/>
                </a:cubicBezTo>
                <a:cubicBezTo>
                  <a:pt x="2993224" y="179472"/>
                  <a:pt x="2992598" y="179643"/>
                  <a:pt x="2991799" y="179745"/>
                </a:cubicBezTo>
                <a:cubicBezTo>
                  <a:pt x="2990999" y="179847"/>
                  <a:pt x="2989974" y="179898"/>
                  <a:pt x="2988723" y="179898"/>
                </a:cubicBezTo>
                <a:cubicBezTo>
                  <a:pt x="2987542" y="179898"/>
                  <a:pt x="2986551" y="179847"/>
                  <a:pt x="2985752" y="179745"/>
                </a:cubicBezTo>
                <a:cubicBezTo>
                  <a:pt x="2984952" y="179643"/>
                  <a:pt x="2984310" y="179472"/>
                  <a:pt x="2983823" y="179234"/>
                </a:cubicBezTo>
                <a:cubicBezTo>
                  <a:pt x="2983336" y="178995"/>
                  <a:pt x="2983006" y="178705"/>
                  <a:pt x="2982833" y="178362"/>
                </a:cubicBezTo>
                <a:cubicBezTo>
                  <a:pt x="2982659" y="178021"/>
                  <a:pt x="2982572" y="177646"/>
                  <a:pt x="2982572" y="177237"/>
                </a:cubicBezTo>
                <a:lnTo>
                  <a:pt x="2982572" y="47840"/>
                </a:lnTo>
                <a:cubicBezTo>
                  <a:pt x="2982572" y="47363"/>
                  <a:pt x="2982659" y="46954"/>
                  <a:pt x="2982833" y="46613"/>
                </a:cubicBezTo>
                <a:cubicBezTo>
                  <a:pt x="2983006" y="46270"/>
                  <a:pt x="2983319" y="45997"/>
                  <a:pt x="2983771" y="45792"/>
                </a:cubicBezTo>
                <a:cubicBezTo>
                  <a:pt x="2984223" y="45588"/>
                  <a:pt x="2984813" y="45434"/>
                  <a:pt x="2985543" y="45332"/>
                </a:cubicBezTo>
                <a:cubicBezTo>
                  <a:pt x="2986273" y="45230"/>
                  <a:pt x="2987159" y="45179"/>
                  <a:pt x="2988202" y="45179"/>
                </a:cubicBezTo>
                <a:cubicBezTo>
                  <a:pt x="2989244" y="45179"/>
                  <a:pt x="2990113" y="45231"/>
                  <a:pt x="2990808" y="45335"/>
                </a:cubicBezTo>
                <a:cubicBezTo>
                  <a:pt x="2991503" y="45438"/>
                  <a:pt x="2992094" y="45592"/>
                  <a:pt x="2992581" y="45799"/>
                </a:cubicBezTo>
                <a:cubicBezTo>
                  <a:pt x="2993067" y="46003"/>
                  <a:pt x="2993415" y="46277"/>
                  <a:pt x="2993623" y="46620"/>
                </a:cubicBezTo>
                <a:cubicBezTo>
                  <a:pt x="2993832" y="46962"/>
                  <a:pt x="2993936" y="47374"/>
                  <a:pt x="2993936" y="47856"/>
                </a:cubicBezTo>
                <a:lnTo>
                  <a:pt x="2993936" y="61345"/>
                </a:lnTo>
                <a:cubicBezTo>
                  <a:pt x="2996855" y="58413"/>
                  <a:pt x="2999636" y="55872"/>
                  <a:pt x="3002277" y="53723"/>
                </a:cubicBezTo>
                <a:cubicBezTo>
                  <a:pt x="3004918" y="51575"/>
                  <a:pt x="3007559" y="49785"/>
                  <a:pt x="3010201" y="48354"/>
                </a:cubicBezTo>
                <a:cubicBezTo>
                  <a:pt x="3012842" y="46921"/>
                  <a:pt x="3015553" y="45864"/>
                  <a:pt x="3018333" y="45182"/>
                </a:cubicBezTo>
                <a:cubicBezTo>
                  <a:pt x="3021113" y="44499"/>
                  <a:pt x="3024067" y="44157"/>
                  <a:pt x="3027195" y="44157"/>
                </a:cubicBezTo>
                <a:cubicBezTo>
                  <a:pt x="3034006" y="44157"/>
                  <a:pt x="3039810" y="45436"/>
                  <a:pt x="3044606" y="47993"/>
                </a:cubicBezTo>
                <a:cubicBezTo>
                  <a:pt x="3049402" y="50551"/>
                  <a:pt x="3053312" y="54047"/>
                  <a:pt x="3056335" y="58483"/>
                </a:cubicBezTo>
                <a:cubicBezTo>
                  <a:pt x="3059359" y="62916"/>
                  <a:pt x="3061548" y="68084"/>
                  <a:pt x="3062904" y="73984"/>
                </a:cubicBezTo>
                <a:cubicBezTo>
                  <a:pt x="3064259" y="79883"/>
                  <a:pt x="3064937" y="86176"/>
                  <a:pt x="3064937" y="92862"/>
                </a:cubicBezTo>
                <a:moveTo>
                  <a:pt x="3051904" y="94804"/>
                </a:moveTo>
                <a:cubicBezTo>
                  <a:pt x="3051904" y="89619"/>
                  <a:pt x="3051487" y="84621"/>
                  <a:pt x="3050653" y="79811"/>
                </a:cubicBezTo>
                <a:cubicBezTo>
                  <a:pt x="3049819" y="75000"/>
                  <a:pt x="3048412" y="70719"/>
                  <a:pt x="3046431" y="66967"/>
                </a:cubicBezTo>
                <a:cubicBezTo>
                  <a:pt x="3044450" y="63215"/>
                  <a:pt x="3041808" y="60213"/>
                  <a:pt x="3038507" y="57962"/>
                </a:cubicBezTo>
                <a:cubicBezTo>
                  <a:pt x="3035205" y="55709"/>
                  <a:pt x="3031052" y="54583"/>
                  <a:pt x="3026048" y="54583"/>
                </a:cubicBezTo>
                <a:cubicBezTo>
                  <a:pt x="3023546" y="54583"/>
                  <a:pt x="3021096" y="54924"/>
                  <a:pt x="3018698" y="55608"/>
                </a:cubicBezTo>
                <a:cubicBezTo>
                  <a:pt x="3016300" y="56289"/>
                  <a:pt x="3013850" y="57415"/>
                  <a:pt x="3011347" y="58984"/>
                </a:cubicBezTo>
                <a:cubicBezTo>
                  <a:pt x="3008845" y="60554"/>
                  <a:pt x="3006239" y="62584"/>
                  <a:pt x="3003528" y="65076"/>
                </a:cubicBezTo>
                <a:cubicBezTo>
                  <a:pt x="3000817" y="67567"/>
                  <a:pt x="2997967" y="70656"/>
                  <a:pt x="2994979" y="74342"/>
                </a:cubicBezTo>
                <a:lnTo>
                  <a:pt x="2994979" y="114656"/>
                </a:lnTo>
                <a:cubicBezTo>
                  <a:pt x="3000192" y="120866"/>
                  <a:pt x="3005179" y="125626"/>
                  <a:pt x="3009940" y="128938"/>
                </a:cubicBezTo>
                <a:cubicBezTo>
                  <a:pt x="3014701" y="132247"/>
                  <a:pt x="3019688" y="133901"/>
                  <a:pt x="3024901" y="133901"/>
                </a:cubicBezTo>
                <a:cubicBezTo>
                  <a:pt x="3029697" y="133901"/>
                  <a:pt x="3033815" y="132759"/>
                  <a:pt x="3037256" y="130474"/>
                </a:cubicBezTo>
                <a:cubicBezTo>
                  <a:pt x="3040696" y="128187"/>
                  <a:pt x="3043494" y="125184"/>
                  <a:pt x="3045649" y="121466"/>
                </a:cubicBezTo>
                <a:cubicBezTo>
                  <a:pt x="3047803" y="117748"/>
                  <a:pt x="3049385" y="113552"/>
                  <a:pt x="3050392" y="108878"/>
                </a:cubicBezTo>
                <a:cubicBezTo>
                  <a:pt x="3051400" y="104204"/>
                  <a:pt x="3051904" y="99513"/>
                  <a:pt x="3051904" y="94804"/>
                </a:cubicBezTo>
                <a:close/>
                <a:moveTo>
                  <a:pt x="3137545" y="135026"/>
                </a:moveTo>
                <a:cubicBezTo>
                  <a:pt x="3137545" y="136457"/>
                  <a:pt x="3137423" y="137615"/>
                  <a:pt x="3137180" y="138501"/>
                </a:cubicBezTo>
                <a:cubicBezTo>
                  <a:pt x="3136937" y="139387"/>
                  <a:pt x="3136554" y="140085"/>
                  <a:pt x="3136033" y="140596"/>
                </a:cubicBezTo>
                <a:cubicBezTo>
                  <a:pt x="3135512" y="141108"/>
                  <a:pt x="3134747" y="141585"/>
                  <a:pt x="3133739" y="142027"/>
                </a:cubicBezTo>
                <a:cubicBezTo>
                  <a:pt x="3132732" y="142470"/>
                  <a:pt x="3131567" y="142845"/>
                  <a:pt x="3130247" y="143152"/>
                </a:cubicBezTo>
                <a:cubicBezTo>
                  <a:pt x="3128926" y="143459"/>
                  <a:pt x="3127536" y="143697"/>
                  <a:pt x="3126076" y="143867"/>
                </a:cubicBezTo>
                <a:cubicBezTo>
                  <a:pt x="3124617" y="144038"/>
                  <a:pt x="3123192" y="144123"/>
                  <a:pt x="3121802" y="144123"/>
                </a:cubicBezTo>
                <a:cubicBezTo>
                  <a:pt x="3117145" y="144123"/>
                  <a:pt x="3113183" y="143510"/>
                  <a:pt x="3109916" y="142283"/>
                </a:cubicBezTo>
                <a:cubicBezTo>
                  <a:pt x="3106649" y="141056"/>
                  <a:pt x="3103973" y="139200"/>
                  <a:pt x="3101888" y="136712"/>
                </a:cubicBezTo>
                <a:cubicBezTo>
                  <a:pt x="3099803" y="134225"/>
                  <a:pt x="3098291" y="131073"/>
                  <a:pt x="3097353" y="127257"/>
                </a:cubicBezTo>
                <a:cubicBezTo>
                  <a:pt x="3096415" y="123441"/>
                  <a:pt x="3095945" y="118944"/>
                  <a:pt x="3095945" y="113765"/>
                </a:cubicBezTo>
                <a:lnTo>
                  <a:pt x="3095945" y="56218"/>
                </a:lnTo>
                <a:lnTo>
                  <a:pt x="3081870" y="56218"/>
                </a:lnTo>
                <a:cubicBezTo>
                  <a:pt x="3080897" y="56218"/>
                  <a:pt x="3080133" y="55788"/>
                  <a:pt x="3079577" y="54928"/>
                </a:cubicBezTo>
                <a:cubicBezTo>
                  <a:pt x="3079021" y="54067"/>
                  <a:pt x="3078743" y="52777"/>
                  <a:pt x="3078743" y="51056"/>
                </a:cubicBezTo>
                <a:cubicBezTo>
                  <a:pt x="3078743" y="50162"/>
                  <a:pt x="3078812" y="49388"/>
                  <a:pt x="3078951" y="48734"/>
                </a:cubicBezTo>
                <a:cubicBezTo>
                  <a:pt x="3079090" y="48080"/>
                  <a:pt x="3079299" y="47530"/>
                  <a:pt x="3079577" y="47083"/>
                </a:cubicBezTo>
                <a:cubicBezTo>
                  <a:pt x="3079855" y="46636"/>
                  <a:pt x="3080185" y="46309"/>
                  <a:pt x="3080567" y="46102"/>
                </a:cubicBezTo>
                <a:cubicBezTo>
                  <a:pt x="3080950" y="45896"/>
                  <a:pt x="3081384" y="45792"/>
                  <a:pt x="3081870" y="45792"/>
                </a:cubicBezTo>
                <a:lnTo>
                  <a:pt x="3095945" y="45792"/>
                </a:lnTo>
                <a:lnTo>
                  <a:pt x="3095945" y="23101"/>
                </a:lnTo>
                <a:cubicBezTo>
                  <a:pt x="3095945" y="22692"/>
                  <a:pt x="3096032" y="22317"/>
                  <a:pt x="3096206" y="21976"/>
                </a:cubicBezTo>
                <a:cubicBezTo>
                  <a:pt x="3096380" y="21635"/>
                  <a:pt x="3096710" y="21346"/>
                  <a:pt x="3097197" y="21107"/>
                </a:cubicBezTo>
                <a:cubicBezTo>
                  <a:pt x="3097683" y="20869"/>
                  <a:pt x="3098326" y="20699"/>
                  <a:pt x="3099125" y="20596"/>
                </a:cubicBezTo>
                <a:cubicBezTo>
                  <a:pt x="3099925" y="20494"/>
                  <a:pt x="3100915" y="20443"/>
                  <a:pt x="3102097" y="20443"/>
                </a:cubicBezTo>
                <a:cubicBezTo>
                  <a:pt x="3103348" y="20443"/>
                  <a:pt x="3104373" y="20494"/>
                  <a:pt x="3105172" y="20596"/>
                </a:cubicBezTo>
                <a:cubicBezTo>
                  <a:pt x="3105972" y="20699"/>
                  <a:pt x="3106597" y="20869"/>
                  <a:pt x="3107049" y="21107"/>
                </a:cubicBezTo>
                <a:cubicBezTo>
                  <a:pt x="3107501" y="21346"/>
                  <a:pt x="3107831" y="21635"/>
                  <a:pt x="3108039" y="21976"/>
                </a:cubicBezTo>
                <a:cubicBezTo>
                  <a:pt x="3108248" y="22317"/>
                  <a:pt x="3108352" y="22692"/>
                  <a:pt x="3108352" y="23101"/>
                </a:cubicBezTo>
                <a:lnTo>
                  <a:pt x="3108352" y="45792"/>
                </a:lnTo>
                <a:lnTo>
                  <a:pt x="3134417" y="45792"/>
                </a:lnTo>
                <a:cubicBezTo>
                  <a:pt x="3134904" y="45792"/>
                  <a:pt x="3135338" y="45896"/>
                  <a:pt x="3135720" y="46102"/>
                </a:cubicBezTo>
                <a:cubicBezTo>
                  <a:pt x="3136103" y="46309"/>
                  <a:pt x="3136433" y="46636"/>
                  <a:pt x="3136711" y="47083"/>
                </a:cubicBezTo>
                <a:cubicBezTo>
                  <a:pt x="3136989" y="47530"/>
                  <a:pt x="3137197" y="48080"/>
                  <a:pt x="3137336" y="48734"/>
                </a:cubicBezTo>
                <a:cubicBezTo>
                  <a:pt x="3137475" y="49388"/>
                  <a:pt x="3137545" y="50162"/>
                  <a:pt x="3137545" y="51056"/>
                </a:cubicBezTo>
                <a:cubicBezTo>
                  <a:pt x="3137545" y="52777"/>
                  <a:pt x="3137249" y="54067"/>
                  <a:pt x="3136659" y="54928"/>
                </a:cubicBezTo>
                <a:cubicBezTo>
                  <a:pt x="3136068" y="55788"/>
                  <a:pt x="3135321" y="56218"/>
                  <a:pt x="3134417" y="56218"/>
                </a:cubicBezTo>
                <a:lnTo>
                  <a:pt x="3108352" y="56218"/>
                </a:lnTo>
                <a:lnTo>
                  <a:pt x="3108352" y="112130"/>
                </a:lnTo>
                <a:cubicBezTo>
                  <a:pt x="3108352" y="119148"/>
                  <a:pt x="3109377" y="124498"/>
                  <a:pt x="3111428" y="128177"/>
                </a:cubicBezTo>
                <a:cubicBezTo>
                  <a:pt x="3113478" y="131857"/>
                  <a:pt x="3117214" y="133697"/>
                  <a:pt x="3122636" y="133697"/>
                </a:cubicBezTo>
                <a:cubicBezTo>
                  <a:pt x="3124304" y="133697"/>
                  <a:pt x="3125816" y="133527"/>
                  <a:pt x="3127171" y="133186"/>
                </a:cubicBezTo>
                <a:cubicBezTo>
                  <a:pt x="3128526" y="132845"/>
                  <a:pt x="3129725" y="132470"/>
                  <a:pt x="3130768" y="132062"/>
                </a:cubicBezTo>
                <a:cubicBezTo>
                  <a:pt x="3131811" y="131653"/>
                  <a:pt x="3132697" y="131278"/>
                  <a:pt x="3133427" y="130937"/>
                </a:cubicBezTo>
                <a:cubicBezTo>
                  <a:pt x="3134156" y="130596"/>
                  <a:pt x="3134799" y="130426"/>
                  <a:pt x="3135355" y="130426"/>
                </a:cubicBezTo>
                <a:cubicBezTo>
                  <a:pt x="3135703" y="130426"/>
                  <a:pt x="3136016" y="130494"/>
                  <a:pt x="3136294" y="130631"/>
                </a:cubicBezTo>
                <a:cubicBezTo>
                  <a:pt x="3136572" y="130767"/>
                  <a:pt x="3136798" y="131022"/>
                  <a:pt x="3136971" y="131397"/>
                </a:cubicBezTo>
                <a:cubicBezTo>
                  <a:pt x="3137145" y="131772"/>
                  <a:pt x="3137284" y="132249"/>
                  <a:pt x="3137388" y="132828"/>
                </a:cubicBezTo>
                <a:cubicBezTo>
                  <a:pt x="3137493" y="133407"/>
                  <a:pt x="3137545" y="134140"/>
                  <a:pt x="3137545" y="135026"/>
                </a:cubicBezTo>
                <a:close/>
                <a:moveTo>
                  <a:pt x="3175149" y="140440"/>
                </a:moveTo>
                <a:cubicBezTo>
                  <a:pt x="3175149" y="140849"/>
                  <a:pt x="3175045" y="141225"/>
                  <a:pt x="3174836" y="141568"/>
                </a:cubicBezTo>
                <a:cubicBezTo>
                  <a:pt x="3174628" y="141908"/>
                  <a:pt x="3174298" y="142181"/>
                  <a:pt x="3173846" y="142385"/>
                </a:cubicBezTo>
                <a:cubicBezTo>
                  <a:pt x="3173394" y="142590"/>
                  <a:pt x="3172769" y="142760"/>
                  <a:pt x="3171969" y="142896"/>
                </a:cubicBezTo>
                <a:cubicBezTo>
                  <a:pt x="3171170" y="143033"/>
                  <a:pt x="3170145" y="143101"/>
                  <a:pt x="3168894" y="143101"/>
                </a:cubicBezTo>
                <a:cubicBezTo>
                  <a:pt x="3167712" y="143101"/>
                  <a:pt x="3166722" y="143033"/>
                  <a:pt x="3165922" y="142896"/>
                </a:cubicBezTo>
                <a:cubicBezTo>
                  <a:pt x="3165123" y="142760"/>
                  <a:pt x="3164480" y="142590"/>
                  <a:pt x="3163994" y="142385"/>
                </a:cubicBezTo>
                <a:cubicBezTo>
                  <a:pt x="3163507" y="142181"/>
                  <a:pt x="3163177" y="141908"/>
                  <a:pt x="3163003" y="141568"/>
                </a:cubicBezTo>
                <a:cubicBezTo>
                  <a:pt x="3162829" y="141225"/>
                  <a:pt x="3162742" y="140849"/>
                  <a:pt x="3162742" y="140440"/>
                </a:cubicBezTo>
                <a:lnTo>
                  <a:pt x="3162742" y="47840"/>
                </a:lnTo>
                <a:cubicBezTo>
                  <a:pt x="3162742" y="47431"/>
                  <a:pt x="3162829" y="47056"/>
                  <a:pt x="3163003" y="46715"/>
                </a:cubicBezTo>
                <a:cubicBezTo>
                  <a:pt x="3163177" y="46373"/>
                  <a:pt x="3163507" y="46082"/>
                  <a:pt x="3163994" y="45843"/>
                </a:cubicBezTo>
                <a:cubicBezTo>
                  <a:pt x="3164480" y="45605"/>
                  <a:pt x="3165123" y="45434"/>
                  <a:pt x="3165922" y="45332"/>
                </a:cubicBezTo>
                <a:cubicBezTo>
                  <a:pt x="3166722" y="45230"/>
                  <a:pt x="3167712" y="45179"/>
                  <a:pt x="3168894" y="45179"/>
                </a:cubicBezTo>
                <a:cubicBezTo>
                  <a:pt x="3170145" y="45179"/>
                  <a:pt x="3171170" y="45230"/>
                  <a:pt x="3171969" y="45332"/>
                </a:cubicBezTo>
                <a:cubicBezTo>
                  <a:pt x="3172769" y="45434"/>
                  <a:pt x="3173394" y="45605"/>
                  <a:pt x="3173846" y="45843"/>
                </a:cubicBezTo>
                <a:cubicBezTo>
                  <a:pt x="3174298" y="46082"/>
                  <a:pt x="3174628" y="46373"/>
                  <a:pt x="3174836" y="46715"/>
                </a:cubicBezTo>
                <a:cubicBezTo>
                  <a:pt x="3175045" y="47056"/>
                  <a:pt x="3175149" y="47431"/>
                  <a:pt x="3175149" y="47840"/>
                </a:cubicBezTo>
                <a:lnTo>
                  <a:pt x="3175149" y="140440"/>
                </a:lnTo>
                <a:moveTo>
                  <a:pt x="3177026" y="16508"/>
                </a:moveTo>
                <a:cubicBezTo>
                  <a:pt x="3177026" y="19798"/>
                  <a:pt x="3176435" y="22026"/>
                  <a:pt x="3175253" y="23193"/>
                </a:cubicBezTo>
                <a:cubicBezTo>
                  <a:pt x="3174072" y="24358"/>
                  <a:pt x="3171917" y="24940"/>
                  <a:pt x="3168789" y="24940"/>
                </a:cubicBezTo>
                <a:cubicBezTo>
                  <a:pt x="3165731" y="24940"/>
                  <a:pt x="3163629" y="24375"/>
                  <a:pt x="3162482" y="23244"/>
                </a:cubicBezTo>
                <a:cubicBezTo>
                  <a:pt x="3161335" y="22114"/>
                  <a:pt x="3160761" y="19902"/>
                  <a:pt x="3160761" y="16610"/>
                </a:cubicBezTo>
                <a:cubicBezTo>
                  <a:pt x="3160761" y="13320"/>
                  <a:pt x="3161352" y="11092"/>
                  <a:pt x="3162534" y="9928"/>
                </a:cubicBezTo>
                <a:cubicBezTo>
                  <a:pt x="3163715" y="8761"/>
                  <a:pt x="3165870" y="8177"/>
                  <a:pt x="3168998" y="8177"/>
                </a:cubicBezTo>
                <a:cubicBezTo>
                  <a:pt x="3172056" y="8177"/>
                  <a:pt x="3174159" y="8743"/>
                  <a:pt x="3175306" y="9873"/>
                </a:cubicBezTo>
                <a:cubicBezTo>
                  <a:pt x="3176452" y="11004"/>
                  <a:pt x="3177026" y="13216"/>
                  <a:pt x="3177026" y="16508"/>
                </a:cubicBezTo>
                <a:close/>
                <a:moveTo>
                  <a:pt x="3282588" y="47635"/>
                </a:moveTo>
                <a:cubicBezTo>
                  <a:pt x="3282588" y="47840"/>
                  <a:pt x="3282571" y="48061"/>
                  <a:pt x="3282536" y="48300"/>
                </a:cubicBezTo>
                <a:cubicBezTo>
                  <a:pt x="3282501" y="48538"/>
                  <a:pt x="3282467" y="48760"/>
                  <a:pt x="3282432" y="48964"/>
                </a:cubicBezTo>
                <a:cubicBezTo>
                  <a:pt x="3282397" y="49169"/>
                  <a:pt x="3282345" y="49391"/>
                  <a:pt x="3282275" y="49632"/>
                </a:cubicBezTo>
                <a:cubicBezTo>
                  <a:pt x="3282206" y="49870"/>
                  <a:pt x="3282136" y="50092"/>
                  <a:pt x="3282067" y="50296"/>
                </a:cubicBezTo>
                <a:lnTo>
                  <a:pt x="3247870" y="140440"/>
                </a:lnTo>
                <a:cubicBezTo>
                  <a:pt x="3247661" y="140985"/>
                  <a:pt x="3247349" y="141429"/>
                  <a:pt x="3246932" y="141772"/>
                </a:cubicBezTo>
                <a:cubicBezTo>
                  <a:pt x="3246515" y="142113"/>
                  <a:pt x="3245993" y="142385"/>
                  <a:pt x="3245368" y="142590"/>
                </a:cubicBezTo>
                <a:cubicBezTo>
                  <a:pt x="3244742" y="142794"/>
                  <a:pt x="3243995" y="142930"/>
                  <a:pt x="3243126" y="142999"/>
                </a:cubicBezTo>
                <a:cubicBezTo>
                  <a:pt x="3242257" y="143067"/>
                  <a:pt x="3241232" y="143101"/>
                  <a:pt x="3240050" y="143101"/>
                </a:cubicBezTo>
                <a:cubicBezTo>
                  <a:pt x="3238869" y="143101"/>
                  <a:pt x="3237826" y="143050"/>
                  <a:pt x="3236923" y="142947"/>
                </a:cubicBezTo>
                <a:cubicBezTo>
                  <a:pt x="3236019" y="142845"/>
                  <a:pt x="3235255" y="142692"/>
                  <a:pt x="3234629" y="142487"/>
                </a:cubicBezTo>
                <a:cubicBezTo>
                  <a:pt x="3234003" y="142283"/>
                  <a:pt x="3233482" y="142010"/>
                  <a:pt x="3233065" y="141670"/>
                </a:cubicBezTo>
                <a:cubicBezTo>
                  <a:pt x="3232648" y="141327"/>
                  <a:pt x="3232335" y="140917"/>
                  <a:pt x="3232127" y="140440"/>
                </a:cubicBezTo>
                <a:lnTo>
                  <a:pt x="3197930" y="50296"/>
                </a:lnTo>
                <a:cubicBezTo>
                  <a:pt x="3197721" y="49749"/>
                  <a:pt x="3197565" y="49305"/>
                  <a:pt x="3197461" y="48964"/>
                </a:cubicBezTo>
                <a:cubicBezTo>
                  <a:pt x="3197356" y="48623"/>
                  <a:pt x="3197287" y="48351"/>
                  <a:pt x="3197252" y="48146"/>
                </a:cubicBezTo>
                <a:cubicBezTo>
                  <a:pt x="3197217" y="47942"/>
                  <a:pt x="3197200" y="47772"/>
                  <a:pt x="3197200" y="47635"/>
                </a:cubicBezTo>
                <a:cubicBezTo>
                  <a:pt x="3197200" y="47158"/>
                  <a:pt x="3197304" y="46749"/>
                  <a:pt x="3197513" y="46409"/>
                </a:cubicBezTo>
                <a:cubicBezTo>
                  <a:pt x="3197721" y="46066"/>
                  <a:pt x="3198051" y="45809"/>
                  <a:pt x="3198503" y="45639"/>
                </a:cubicBezTo>
                <a:cubicBezTo>
                  <a:pt x="3198955" y="45469"/>
                  <a:pt x="3199563" y="45349"/>
                  <a:pt x="3200328" y="45281"/>
                </a:cubicBezTo>
                <a:cubicBezTo>
                  <a:pt x="3201092" y="45213"/>
                  <a:pt x="3202031" y="45179"/>
                  <a:pt x="3203143" y="45179"/>
                </a:cubicBezTo>
                <a:cubicBezTo>
                  <a:pt x="3204672" y="45179"/>
                  <a:pt x="3205888" y="45230"/>
                  <a:pt x="3206792" y="45332"/>
                </a:cubicBezTo>
                <a:cubicBezTo>
                  <a:pt x="3207695" y="45434"/>
                  <a:pt x="3208408" y="45588"/>
                  <a:pt x="3208929" y="45792"/>
                </a:cubicBezTo>
                <a:cubicBezTo>
                  <a:pt x="3209450" y="45997"/>
                  <a:pt x="3209833" y="46270"/>
                  <a:pt x="3210076" y="46613"/>
                </a:cubicBezTo>
                <a:cubicBezTo>
                  <a:pt x="3210319" y="46954"/>
                  <a:pt x="3210545" y="47363"/>
                  <a:pt x="3210754" y="47840"/>
                </a:cubicBezTo>
                <a:lnTo>
                  <a:pt x="3240259" y="128672"/>
                </a:lnTo>
                <a:lnTo>
                  <a:pt x="3240468" y="129184"/>
                </a:lnTo>
                <a:lnTo>
                  <a:pt x="3240676" y="128672"/>
                </a:lnTo>
                <a:lnTo>
                  <a:pt x="3269660" y="47840"/>
                </a:lnTo>
                <a:cubicBezTo>
                  <a:pt x="3269799" y="47363"/>
                  <a:pt x="3270008" y="46954"/>
                  <a:pt x="3270286" y="46613"/>
                </a:cubicBezTo>
                <a:cubicBezTo>
                  <a:pt x="3270564" y="46270"/>
                  <a:pt x="3270963" y="45997"/>
                  <a:pt x="3271485" y="45792"/>
                </a:cubicBezTo>
                <a:cubicBezTo>
                  <a:pt x="3272006" y="45588"/>
                  <a:pt x="3272701" y="45434"/>
                  <a:pt x="3273570" y="45332"/>
                </a:cubicBezTo>
                <a:cubicBezTo>
                  <a:pt x="3274439" y="45230"/>
                  <a:pt x="3275568" y="45179"/>
                  <a:pt x="3276958" y="45179"/>
                </a:cubicBezTo>
                <a:cubicBezTo>
                  <a:pt x="3278070" y="45179"/>
                  <a:pt x="3278991" y="45213"/>
                  <a:pt x="3279721" y="45281"/>
                </a:cubicBezTo>
                <a:cubicBezTo>
                  <a:pt x="3280451" y="45349"/>
                  <a:pt x="3281024" y="45486"/>
                  <a:pt x="3281441" y="45690"/>
                </a:cubicBezTo>
                <a:cubicBezTo>
                  <a:pt x="3281858" y="45894"/>
                  <a:pt x="3282154" y="46151"/>
                  <a:pt x="3282328" y="46460"/>
                </a:cubicBezTo>
                <a:cubicBezTo>
                  <a:pt x="3282501" y="46766"/>
                  <a:pt x="3282588" y="47158"/>
                  <a:pt x="3282588" y="47635"/>
                </a:cubicBezTo>
                <a:close/>
                <a:moveTo>
                  <a:pt x="3378646" y="89438"/>
                </a:moveTo>
                <a:cubicBezTo>
                  <a:pt x="3378646" y="91891"/>
                  <a:pt x="3377986" y="93578"/>
                  <a:pt x="3376665" y="94498"/>
                </a:cubicBezTo>
                <a:cubicBezTo>
                  <a:pt x="3375345" y="95418"/>
                  <a:pt x="3374059" y="95878"/>
                  <a:pt x="3372808" y="95878"/>
                </a:cubicBezTo>
                <a:lnTo>
                  <a:pt x="3308480" y="95878"/>
                </a:lnTo>
                <a:cubicBezTo>
                  <a:pt x="3308480" y="101616"/>
                  <a:pt x="3309053" y="106809"/>
                  <a:pt x="3310200" y="111456"/>
                </a:cubicBezTo>
                <a:cubicBezTo>
                  <a:pt x="3311347" y="116102"/>
                  <a:pt x="3313241" y="120082"/>
                  <a:pt x="3315882" y="123396"/>
                </a:cubicBezTo>
                <a:cubicBezTo>
                  <a:pt x="3318524" y="126709"/>
                  <a:pt x="3321964" y="129255"/>
                  <a:pt x="3326204" y="131033"/>
                </a:cubicBezTo>
                <a:cubicBezTo>
                  <a:pt x="3330444" y="132809"/>
                  <a:pt x="3335657" y="133697"/>
                  <a:pt x="3341843" y="133697"/>
                </a:cubicBezTo>
                <a:cubicBezTo>
                  <a:pt x="3346222" y="133697"/>
                  <a:pt x="3350149" y="133317"/>
                  <a:pt x="3353624" y="132557"/>
                </a:cubicBezTo>
                <a:cubicBezTo>
                  <a:pt x="3357100" y="131796"/>
                  <a:pt x="3360106" y="130950"/>
                  <a:pt x="3362643" y="130017"/>
                </a:cubicBezTo>
                <a:cubicBezTo>
                  <a:pt x="3365180" y="129085"/>
                  <a:pt x="3367265" y="128238"/>
                  <a:pt x="3368898" y="127478"/>
                </a:cubicBezTo>
                <a:cubicBezTo>
                  <a:pt x="3370532" y="126718"/>
                  <a:pt x="3371696" y="126338"/>
                  <a:pt x="3372391" y="126338"/>
                </a:cubicBezTo>
                <a:cubicBezTo>
                  <a:pt x="3372808" y="126338"/>
                  <a:pt x="3373190" y="126441"/>
                  <a:pt x="3373538" y="126647"/>
                </a:cubicBezTo>
                <a:cubicBezTo>
                  <a:pt x="3373885" y="126854"/>
                  <a:pt x="3374163" y="127181"/>
                  <a:pt x="3374372" y="127628"/>
                </a:cubicBezTo>
                <a:cubicBezTo>
                  <a:pt x="3374580" y="128075"/>
                  <a:pt x="3374737" y="128643"/>
                  <a:pt x="3374841" y="129331"/>
                </a:cubicBezTo>
                <a:cubicBezTo>
                  <a:pt x="3374945" y="130018"/>
                  <a:pt x="3374997" y="130878"/>
                  <a:pt x="3374997" y="131908"/>
                </a:cubicBezTo>
                <a:cubicBezTo>
                  <a:pt x="3374997" y="132392"/>
                  <a:pt x="3374963" y="132857"/>
                  <a:pt x="3374893" y="133304"/>
                </a:cubicBezTo>
                <a:cubicBezTo>
                  <a:pt x="3374824" y="133751"/>
                  <a:pt x="3374737" y="134164"/>
                  <a:pt x="3374632" y="134543"/>
                </a:cubicBezTo>
                <a:cubicBezTo>
                  <a:pt x="3374528" y="134920"/>
                  <a:pt x="3374372" y="135281"/>
                  <a:pt x="3374163" y="135626"/>
                </a:cubicBezTo>
                <a:cubicBezTo>
                  <a:pt x="3373955" y="135969"/>
                  <a:pt x="3373677" y="136313"/>
                  <a:pt x="3373329" y="136658"/>
                </a:cubicBezTo>
                <a:cubicBezTo>
                  <a:pt x="3372982" y="137001"/>
                  <a:pt x="3371904" y="137598"/>
                  <a:pt x="3370097" y="138450"/>
                </a:cubicBezTo>
                <a:cubicBezTo>
                  <a:pt x="3368290" y="139302"/>
                  <a:pt x="3365927" y="140154"/>
                  <a:pt x="3363008" y="141005"/>
                </a:cubicBezTo>
                <a:cubicBezTo>
                  <a:pt x="3360088" y="141857"/>
                  <a:pt x="3356700" y="142624"/>
                  <a:pt x="3352842" y="143305"/>
                </a:cubicBezTo>
                <a:cubicBezTo>
                  <a:pt x="3348985" y="143987"/>
                  <a:pt x="3344832" y="144327"/>
                  <a:pt x="3340383" y="144327"/>
                </a:cubicBezTo>
                <a:cubicBezTo>
                  <a:pt x="3333085" y="144327"/>
                  <a:pt x="3326621" y="143253"/>
                  <a:pt x="3320991" y="141104"/>
                </a:cubicBezTo>
                <a:cubicBezTo>
                  <a:pt x="3315361" y="138956"/>
                  <a:pt x="3310635" y="135784"/>
                  <a:pt x="3306812" y="131589"/>
                </a:cubicBezTo>
                <a:cubicBezTo>
                  <a:pt x="3302989" y="127394"/>
                  <a:pt x="3300087" y="122192"/>
                  <a:pt x="3298106" y="115985"/>
                </a:cubicBezTo>
                <a:cubicBezTo>
                  <a:pt x="3296125" y="109778"/>
                  <a:pt x="3295135" y="102581"/>
                  <a:pt x="3295135" y="94395"/>
                </a:cubicBezTo>
                <a:cubicBezTo>
                  <a:pt x="3295135" y="86550"/>
                  <a:pt x="3296160" y="79524"/>
                  <a:pt x="3298211" y="73317"/>
                </a:cubicBezTo>
                <a:cubicBezTo>
                  <a:pt x="3300261" y="67109"/>
                  <a:pt x="3303198" y="61840"/>
                  <a:pt x="3307020" y="57509"/>
                </a:cubicBezTo>
                <a:cubicBezTo>
                  <a:pt x="3310843" y="53177"/>
                  <a:pt x="3315448" y="49869"/>
                  <a:pt x="3320835" y="47584"/>
                </a:cubicBezTo>
                <a:cubicBezTo>
                  <a:pt x="3326221" y="45299"/>
                  <a:pt x="3332216" y="44157"/>
                  <a:pt x="3338819" y="44157"/>
                </a:cubicBezTo>
                <a:cubicBezTo>
                  <a:pt x="3345909" y="44157"/>
                  <a:pt x="3351956" y="45315"/>
                  <a:pt x="3356961" y="47632"/>
                </a:cubicBezTo>
                <a:cubicBezTo>
                  <a:pt x="3361965" y="49949"/>
                  <a:pt x="3366083" y="53067"/>
                  <a:pt x="3369315" y="56985"/>
                </a:cubicBezTo>
                <a:cubicBezTo>
                  <a:pt x="3372547" y="60903"/>
                  <a:pt x="3374910" y="65452"/>
                  <a:pt x="3376405" y="70630"/>
                </a:cubicBezTo>
                <a:cubicBezTo>
                  <a:pt x="3377899" y="75809"/>
                  <a:pt x="3378646" y="81261"/>
                  <a:pt x="3378646" y="86985"/>
                </a:cubicBezTo>
                <a:lnTo>
                  <a:pt x="3378646" y="89438"/>
                </a:lnTo>
                <a:moveTo>
                  <a:pt x="3365823" y="85860"/>
                </a:moveTo>
                <a:cubicBezTo>
                  <a:pt x="3366031" y="76048"/>
                  <a:pt x="3363737" y="68382"/>
                  <a:pt x="3358941" y="62862"/>
                </a:cubicBezTo>
                <a:cubicBezTo>
                  <a:pt x="3354146" y="57343"/>
                  <a:pt x="3347160" y="54583"/>
                  <a:pt x="3337985" y="54583"/>
                </a:cubicBezTo>
                <a:cubicBezTo>
                  <a:pt x="3333259" y="54583"/>
                  <a:pt x="3329106" y="55452"/>
                  <a:pt x="3325526" y="57189"/>
                </a:cubicBezTo>
                <a:cubicBezTo>
                  <a:pt x="3321947" y="58927"/>
                  <a:pt x="3318923" y="61227"/>
                  <a:pt x="3316456" y="64089"/>
                </a:cubicBezTo>
                <a:cubicBezTo>
                  <a:pt x="3313988" y="66951"/>
                  <a:pt x="3312094" y="70273"/>
                  <a:pt x="3310774" y="74055"/>
                </a:cubicBezTo>
                <a:cubicBezTo>
                  <a:pt x="3309453" y="77837"/>
                  <a:pt x="3308689" y="81772"/>
                  <a:pt x="3308480" y="85860"/>
                </a:cubicBezTo>
                <a:lnTo>
                  <a:pt x="3365823" y="85860"/>
                </a:lnTo>
                <a:close/>
                <a:moveTo>
                  <a:pt x="3520217" y="140443"/>
                </a:moveTo>
                <a:cubicBezTo>
                  <a:pt x="3520217" y="141125"/>
                  <a:pt x="3519991" y="141653"/>
                  <a:pt x="3519539" y="142027"/>
                </a:cubicBezTo>
                <a:cubicBezTo>
                  <a:pt x="3519087" y="142402"/>
                  <a:pt x="3518496" y="142675"/>
                  <a:pt x="3517766" y="142845"/>
                </a:cubicBezTo>
                <a:cubicBezTo>
                  <a:pt x="3517037" y="143016"/>
                  <a:pt x="3516046" y="143101"/>
                  <a:pt x="3514795" y="143101"/>
                </a:cubicBezTo>
                <a:cubicBezTo>
                  <a:pt x="3513613" y="143101"/>
                  <a:pt x="3512606" y="143016"/>
                  <a:pt x="3511772" y="142845"/>
                </a:cubicBezTo>
                <a:cubicBezTo>
                  <a:pt x="3510937" y="142675"/>
                  <a:pt x="3510295" y="142402"/>
                  <a:pt x="3509843" y="142027"/>
                </a:cubicBezTo>
                <a:cubicBezTo>
                  <a:pt x="3509391" y="141653"/>
                  <a:pt x="3509165" y="141125"/>
                  <a:pt x="3509165" y="140443"/>
                </a:cubicBezTo>
                <a:lnTo>
                  <a:pt x="3509165" y="130119"/>
                </a:lnTo>
                <a:cubicBezTo>
                  <a:pt x="3504925" y="134617"/>
                  <a:pt x="3500251" y="138109"/>
                  <a:pt x="3495142" y="140596"/>
                </a:cubicBezTo>
                <a:cubicBezTo>
                  <a:pt x="3490034" y="143084"/>
                  <a:pt x="3484734" y="144327"/>
                  <a:pt x="3479243" y="144327"/>
                </a:cubicBezTo>
                <a:cubicBezTo>
                  <a:pt x="3474308" y="144327"/>
                  <a:pt x="3469877" y="143697"/>
                  <a:pt x="3465950" y="142436"/>
                </a:cubicBezTo>
                <a:cubicBezTo>
                  <a:pt x="3462023" y="141176"/>
                  <a:pt x="3458704" y="139370"/>
                  <a:pt x="3455993" y="137019"/>
                </a:cubicBezTo>
                <a:cubicBezTo>
                  <a:pt x="3453282" y="134668"/>
                  <a:pt x="3451197" y="131823"/>
                  <a:pt x="3449737" y="128484"/>
                </a:cubicBezTo>
                <a:cubicBezTo>
                  <a:pt x="3448278" y="125145"/>
                  <a:pt x="3447548" y="121397"/>
                  <a:pt x="3447548" y="117240"/>
                </a:cubicBezTo>
                <a:cubicBezTo>
                  <a:pt x="3447548" y="112130"/>
                  <a:pt x="3448625" y="107683"/>
                  <a:pt x="3450780" y="103901"/>
                </a:cubicBezTo>
                <a:cubicBezTo>
                  <a:pt x="3452935" y="100119"/>
                  <a:pt x="3455993" y="96968"/>
                  <a:pt x="3459955" y="94446"/>
                </a:cubicBezTo>
                <a:cubicBezTo>
                  <a:pt x="3463917" y="91925"/>
                  <a:pt x="3468678" y="90034"/>
                  <a:pt x="3474238" y="88774"/>
                </a:cubicBezTo>
                <a:cubicBezTo>
                  <a:pt x="3479799" y="87513"/>
                  <a:pt x="3485985" y="86883"/>
                  <a:pt x="3492796" y="86883"/>
                </a:cubicBezTo>
                <a:lnTo>
                  <a:pt x="3507810" y="86883"/>
                </a:lnTo>
                <a:lnTo>
                  <a:pt x="3507810" y="78884"/>
                </a:lnTo>
                <a:cubicBezTo>
                  <a:pt x="3507810" y="74919"/>
                  <a:pt x="3507393" y="71416"/>
                  <a:pt x="3506559" y="68375"/>
                </a:cubicBezTo>
                <a:cubicBezTo>
                  <a:pt x="3505725" y="65332"/>
                  <a:pt x="3504369" y="62785"/>
                  <a:pt x="3502492" y="60735"/>
                </a:cubicBezTo>
                <a:cubicBezTo>
                  <a:pt x="3500616" y="58684"/>
                  <a:pt x="3498183" y="57147"/>
                  <a:pt x="3495194" y="56122"/>
                </a:cubicBezTo>
                <a:cubicBezTo>
                  <a:pt x="3492206" y="55096"/>
                  <a:pt x="3488557" y="54583"/>
                  <a:pt x="3484247" y="54583"/>
                </a:cubicBezTo>
                <a:cubicBezTo>
                  <a:pt x="3480077" y="54583"/>
                  <a:pt x="3476323" y="55077"/>
                  <a:pt x="3472987" y="56065"/>
                </a:cubicBezTo>
                <a:cubicBezTo>
                  <a:pt x="3469651" y="57053"/>
                  <a:pt x="3466732" y="58160"/>
                  <a:pt x="3464229" y="59387"/>
                </a:cubicBezTo>
                <a:cubicBezTo>
                  <a:pt x="3461727" y="60613"/>
                  <a:pt x="3459659" y="61721"/>
                  <a:pt x="3458026" y="62709"/>
                </a:cubicBezTo>
                <a:cubicBezTo>
                  <a:pt x="3456393" y="63697"/>
                  <a:pt x="3455228" y="64191"/>
                  <a:pt x="3454533" y="64191"/>
                </a:cubicBezTo>
                <a:cubicBezTo>
                  <a:pt x="3454116" y="64191"/>
                  <a:pt x="3453734" y="64123"/>
                  <a:pt x="3453386" y="63986"/>
                </a:cubicBezTo>
                <a:cubicBezTo>
                  <a:pt x="3453039" y="63848"/>
                  <a:pt x="3452743" y="63590"/>
                  <a:pt x="3452500" y="63213"/>
                </a:cubicBezTo>
                <a:cubicBezTo>
                  <a:pt x="3452257" y="62834"/>
                  <a:pt x="3452083" y="62353"/>
                  <a:pt x="3451979" y="61770"/>
                </a:cubicBezTo>
                <a:cubicBezTo>
                  <a:pt x="3451875" y="61184"/>
                  <a:pt x="3451823" y="60479"/>
                  <a:pt x="3451823" y="59655"/>
                </a:cubicBezTo>
                <a:cubicBezTo>
                  <a:pt x="3451823" y="58211"/>
                  <a:pt x="3451927" y="57060"/>
                  <a:pt x="3452135" y="56202"/>
                </a:cubicBezTo>
                <a:cubicBezTo>
                  <a:pt x="3452344" y="55342"/>
                  <a:pt x="3452883" y="54483"/>
                  <a:pt x="3453751" y="53624"/>
                </a:cubicBezTo>
                <a:cubicBezTo>
                  <a:pt x="3454620" y="52764"/>
                  <a:pt x="3456167" y="51762"/>
                  <a:pt x="3458391" y="50619"/>
                </a:cubicBezTo>
                <a:cubicBezTo>
                  <a:pt x="3460615" y="49473"/>
                  <a:pt x="3463169" y="48413"/>
                  <a:pt x="3466054" y="47437"/>
                </a:cubicBezTo>
                <a:cubicBezTo>
                  <a:pt x="3468938" y="46462"/>
                  <a:pt x="3472049" y="45672"/>
                  <a:pt x="3475385" y="45067"/>
                </a:cubicBezTo>
                <a:cubicBezTo>
                  <a:pt x="3478721" y="44460"/>
                  <a:pt x="3482058" y="44157"/>
                  <a:pt x="3485394" y="44157"/>
                </a:cubicBezTo>
                <a:cubicBezTo>
                  <a:pt x="3491858" y="44157"/>
                  <a:pt x="3497314" y="44923"/>
                  <a:pt x="3501763" y="46457"/>
                </a:cubicBezTo>
                <a:cubicBezTo>
                  <a:pt x="3506211" y="47990"/>
                  <a:pt x="3509808" y="50187"/>
                  <a:pt x="3512553" y="53049"/>
                </a:cubicBezTo>
                <a:cubicBezTo>
                  <a:pt x="3515299" y="55912"/>
                  <a:pt x="3517263" y="59438"/>
                  <a:pt x="3518444" y="63629"/>
                </a:cubicBezTo>
                <a:cubicBezTo>
                  <a:pt x="3519626" y="67820"/>
                  <a:pt x="3520217" y="72573"/>
                  <a:pt x="3520217" y="77888"/>
                </a:cubicBezTo>
                <a:lnTo>
                  <a:pt x="3520217" y="140443"/>
                </a:lnTo>
                <a:moveTo>
                  <a:pt x="3507810" y="96900"/>
                </a:moveTo>
                <a:lnTo>
                  <a:pt x="3490607" y="96900"/>
                </a:lnTo>
                <a:cubicBezTo>
                  <a:pt x="3485602" y="96900"/>
                  <a:pt x="3481224" y="97343"/>
                  <a:pt x="3477470" y="98228"/>
                </a:cubicBezTo>
                <a:cubicBezTo>
                  <a:pt x="3473717" y="99114"/>
                  <a:pt x="3470589" y="100409"/>
                  <a:pt x="3468087" y="102113"/>
                </a:cubicBezTo>
                <a:cubicBezTo>
                  <a:pt x="3465585" y="103816"/>
                  <a:pt x="3463725" y="105860"/>
                  <a:pt x="3462509" y="108246"/>
                </a:cubicBezTo>
                <a:cubicBezTo>
                  <a:pt x="3461293" y="110631"/>
                  <a:pt x="3460685" y="113356"/>
                  <a:pt x="3460685" y="116423"/>
                </a:cubicBezTo>
                <a:cubicBezTo>
                  <a:pt x="3460685" y="121738"/>
                  <a:pt x="3462405" y="125980"/>
                  <a:pt x="3465845" y="129148"/>
                </a:cubicBezTo>
                <a:cubicBezTo>
                  <a:pt x="3469286" y="132317"/>
                  <a:pt x="3474134" y="133901"/>
                  <a:pt x="3480390" y="133901"/>
                </a:cubicBezTo>
                <a:cubicBezTo>
                  <a:pt x="3485324" y="133901"/>
                  <a:pt x="3489929" y="132658"/>
                  <a:pt x="3494204" y="130171"/>
                </a:cubicBezTo>
                <a:cubicBezTo>
                  <a:pt x="3498478" y="127683"/>
                  <a:pt x="3503014" y="123850"/>
                  <a:pt x="3507810" y="118671"/>
                </a:cubicBezTo>
                <a:lnTo>
                  <a:pt x="3507810" y="96900"/>
                </a:lnTo>
                <a:close/>
                <a:moveTo>
                  <a:pt x="3598626" y="135026"/>
                </a:moveTo>
                <a:cubicBezTo>
                  <a:pt x="3598626" y="136457"/>
                  <a:pt x="3598504" y="137615"/>
                  <a:pt x="3598261" y="138501"/>
                </a:cubicBezTo>
                <a:cubicBezTo>
                  <a:pt x="3598018" y="139387"/>
                  <a:pt x="3597635" y="140085"/>
                  <a:pt x="3597114" y="140596"/>
                </a:cubicBezTo>
                <a:cubicBezTo>
                  <a:pt x="3596593" y="141108"/>
                  <a:pt x="3595828" y="141585"/>
                  <a:pt x="3594820" y="142027"/>
                </a:cubicBezTo>
                <a:cubicBezTo>
                  <a:pt x="3593813" y="142470"/>
                  <a:pt x="3592648" y="142845"/>
                  <a:pt x="3591328" y="143152"/>
                </a:cubicBezTo>
                <a:cubicBezTo>
                  <a:pt x="3590007" y="143459"/>
                  <a:pt x="3588617" y="143697"/>
                  <a:pt x="3587157" y="143867"/>
                </a:cubicBezTo>
                <a:cubicBezTo>
                  <a:pt x="3585698" y="144038"/>
                  <a:pt x="3584273" y="144123"/>
                  <a:pt x="3582883" y="144123"/>
                </a:cubicBezTo>
                <a:cubicBezTo>
                  <a:pt x="3578226" y="144123"/>
                  <a:pt x="3574264" y="143510"/>
                  <a:pt x="3570997" y="142283"/>
                </a:cubicBezTo>
                <a:cubicBezTo>
                  <a:pt x="3567730" y="141056"/>
                  <a:pt x="3565054" y="139200"/>
                  <a:pt x="3562969" y="136712"/>
                </a:cubicBezTo>
                <a:cubicBezTo>
                  <a:pt x="3560884" y="134225"/>
                  <a:pt x="3559372" y="131073"/>
                  <a:pt x="3558434" y="127257"/>
                </a:cubicBezTo>
                <a:cubicBezTo>
                  <a:pt x="3557496" y="123441"/>
                  <a:pt x="3557026" y="118944"/>
                  <a:pt x="3557026" y="113765"/>
                </a:cubicBezTo>
                <a:lnTo>
                  <a:pt x="3557026" y="56218"/>
                </a:lnTo>
                <a:lnTo>
                  <a:pt x="3542952" y="56218"/>
                </a:lnTo>
                <a:cubicBezTo>
                  <a:pt x="3541978" y="56218"/>
                  <a:pt x="3541214" y="55788"/>
                  <a:pt x="3540658" y="54928"/>
                </a:cubicBezTo>
                <a:cubicBezTo>
                  <a:pt x="3540102" y="54067"/>
                  <a:pt x="3539824" y="52777"/>
                  <a:pt x="3539824" y="51056"/>
                </a:cubicBezTo>
                <a:cubicBezTo>
                  <a:pt x="3539824" y="50162"/>
                  <a:pt x="3539893" y="49388"/>
                  <a:pt x="3540032" y="48734"/>
                </a:cubicBezTo>
                <a:cubicBezTo>
                  <a:pt x="3540171" y="48080"/>
                  <a:pt x="3540380" y="47530"/>
                  <a:pt x="3540658" y="47083"/>
                </a:cubicBezTo>
                <a:cubicBezTo>
                  <a:pt x="3540936" y="46636"/>
                  <a:pt x="3541266" y="46309"/>
                  <a:pt x="3541648" y="46102"/>
                </a:cubicBezTo>
                <a:cubicBezTo>
                  <a:pt x="3542031" y="45896"/>
                  <a:pt x="3542465" y="45792"/>
                  <a:pt x="3542952" y="45792"/>
                </a:cubicBezTo>
                <a:lnTo>
                  <a:pt x="3557026" y="45792"/>
                </a:lnTo>
                <a:lnTo>
                  <a:pt x="3557026" y="23101"/>
                </a:lnTo>
                <a:cubicBezTo>
                  <a:pt x="3557026" y="22692"/>
                  <a:pt x="3557113" y="22317"/>
                  <a:pt x="3557287" y="21976"/>
                </a:cubicBezTo>
                <a:cubicBezTo>
                  <a:pt x="3557461" y="21635"/>
                  <a:pt x="3557791" y="21346"/>
                  <a:pt x="3558278" y="21107"/>
                </a:cubicBezTo>
                <a:cubicBezTo>
                  <a:pt x="3558764" y="20869"/>
                  <a:pt x="3559407" y="20699"/>
                  <a:pt x="3560206" y="20596"/>
                </a:cubicBezTo>
                <a:cubicBezTo>
                  <a:pt x="3561006" y="20494"/>
                  <a:pt x="3561996" y="20443"/>
                  <a:pt x="3563178" y="20443"/>
                </a:cubicBezTo>
                <a:cubicBezTo>
                  <a:pt x="3564429" y="20443"/>
                  <a:pt x="3565454" y="20494"/>
                  <a:pt x="3566253" y="20596"/>
                </a:cubicBezTo>
                <a:cubicBezTo>
                  <a:pt x="3567053" y="20699"/>
                  <a:pt x="3567678" y="20869"/>
                  <a:pt x="3568130" y="21107"/>
                </a:cubicBezTo>
                <a:cubicBezTo>
                  <a:pt x="3568582" y="21346"/>
                  <a:pt x="3568912" y="21635"/>
                  <a:pt x="3569121" y="21976"/>
                </a:cubicBezTo>
                <a:cubicBezTo>
                  <a:pt x="3569329" y="22317"/>
                  <a:pt x="3569433" y="22692"/>
                  <a:pt x="3569433" y="23101"/>
                </a:cubicBezTo>
                <a:lnTo>
                  <a:pt x="3569433" y="45792"/>
                </a:lnTo>
                <a:lnTo>
                  <a:pt x="3595498" y="45792"/>
                </a:lnTo>
                <a:cubicBezTo>
                  <a:pt x="3595985" y="45792"/>
                  <a:pt x="3596419" y="45896"/>
                  <a:pt x="3596801" y="46102"/>
                </a:cubicBezTo>
                <a:cubicBezTo>
                  <a:pt x="3597184" y="46309"/>
                  <a:pt x="3597514" y="46636"/>
                  <a:pt x="3597792" y="47083"/>
                </a:cubicBezTo>
                <a:cubicBezTo>
                  <a:pt x="3598070" y="47530"/>
                  <a:pt x="3598278" y="48080"/>
                  <a:pt x="3598417" y="48734"/>
                </a:cubicBezTo>
                <a:cubicBezTo>
                  <a:pt x="3598556" y="49388"/>
                  <a:pt x="3598626" y="50162"/>
                  <a:pt x="3598626" y="51056"/>
                </a:cubicBezTo>
                <a:cubicBezTo>
                  <a:pt x="3598626" y="52777"/>
                  <a:pt x="3598330" y="54067"/>
                  <a:pt x="3597740" y="54928"/>
                </a:cubicBezTo>
                <a:cubicBezTo>
                  <a:pt x="3597149" y="55788"/>
                  <a:pt x="3596402" y="56218"/>
                  <a:pt x="3595498" y="56218"/>
                </a:cubicBezTo>
                <a:lnTo>
                  <a:pt x="3569433" y="56218"/>
                </a:lnTo>
                <a:lnTo>
                  <a:pt x="3569433" y="112130"/>
                </a:lnTo>
                <a:cubicBezTo>
                  <a:pt x="3569433" y="119148"/>
                  <a:pt x="3570459" y="124498"/>
                  <a:pt x="3572509" y="128177"/>
                </a:cubicBezTo>
                <a:cubicBezTo>
                  <a:pt x="3574559" y="131857"/>
                  <a:pt x="3578295" y="133697"/>
                  <a:pt x="3583717" y="133697"/>
                </a:cubicBezTo>
                <a:cubicBezTo>
                  <a:pt x="3585385" y="133697"/>
                  <a:pt x="3586897" y="133527"/>
                  <a:pt x="3588252" y="133186"/>
                </a:cubicBezTo>
                <a:cubicBezTo>
                  <a:pt x="3589607" y="132845"/>
                  <a:pt x="3590806" y="132470"/>
                  <a:pt x="3591849" y="132062"/>
                </a:cubicBezTo>
                <a:cubicBezTo>
                  <a:pt x="3592892" y="131653"/>
                  <a:pt x="3593778" y="131278"/>
                  <a:pt x="3594508" y="130937"/>
                </a:cubicBezTo>
                <a:cubicBezTo>
                  <a:pt x="3595237" y="130596"/>
                  <a:pt x="3595880" y="130426"/>
                  <a:pt x="3596436" y="130426"/>
                </a:cubicBezTo>
                <a:cubicBezTo>
                  <a:pt x="3596784" y="130426"/>
                  <a:pt x="3597097" y="130494"/>
                  <a:pt x="3597375" y="130631"/>
                </a:cubicBezTo>
                <a:cubicBezTo>
                  <a:pt x="3597653" y="130767"/>
                  <a:pt x="3597879" y="131022"/>
                  <a:pt x="3598052" y="131397"/>
                </a:cubicBezTo>
                <a:cubicBezTo>
                  <a:pt x="3598226" y="131772"/>
                  <a:pt x="3598365" y="132249"/>
                  <a:pt x="3598469" y="132828"/>
                </a:cubicBezTo>
                <a:cubicBezTo>
                  <a:pt x="3598574" y="133407"/>
                  <a:pt x="3598626" y="134140"/>
                  <a:pt x="3598626" y="135026"/>
                </a:cubicBezTo>
                <a:close/>
                <a:moveTo>
                  <a:pt x="3666077" y="135026"/>
                </a:moveTo>
                <a:cubicBezTo>
                  <a:pt x="3666077" y="136457"/>
                  <a:pt x="3665956" y="137615"/>
                  <a:pt x="3665712" y="138501"/>
                </a:cubicBezTo>
                <a:cubicBezTo>
                  <a:pt x="3665469" y="139387"/>
                  <a:pt x="3665087" y="140085"/>
                  <a:pt x="3664565" y="140596"/>
                </a:cubicBezTo>
                <a:cubicBezTo>
                  <a:pt x="3664044" y="141108"/>
                  <a:pt x="3663280" y="141585"/>
                  <a:pt x="3662272" y="142027"/>
                </a:cubicBezTo>
                <a:cubicBezTo>
                  <a:pt x="3661264" y="142470"/>
                  <a:pt x="3660100" y="142845"/>
                  <a:pt x="3658779" y="143152"/>
                </a:cubicBezTo>
                <a:cubicBezTo>
                  <a:pt x="3657458" y="143459"/>
                  <a:pt x="3656068" y="143697"/>
                  <a:pt x="3654609" y="143867"/>
                </a:cubicBezTo>
                <a:cubicBezTo>
                  <a:pt x="3653149" y="144038"/>
                  <a:pt x="3651724" y="144123"/>
                  <a:pt x="3650334" y="144123"/>
                </a:cubicBezTo>
                <a:cubicBezTo>
                  <a:pt x="3645677" y="144123"/>
                  <a:pt x="3641715" y="143510"/>
                  <a:pt x="3638449" y="142283"/>
                </a:cubicBezTo>
                <a:cubicBezTo>
                  <a:pt x="3635182" y="141056"/>
                  <a:pt x="3632506" y="139200"/>
                  <a:pt x="3630421" y="136712"/>
                </a:cubicBezTo>
                <a:cubicBezTo>
                  <a:pt x="3628335" y="134225"/>
                  <a:pt x="3626824" y="131073"/>
                  <a:pt x="3625885" y="127257"/>
                </a:cubicBezTo>
                <a:cubicBezTo>
                  <a:pt x="3624947" y="123441"/>
                  <a:pt x="3624478" y="118944"/>
                  <a:pt x="3624478" y="113765"/>
                </a:cubicBezTo>
                <a:lnTo>
                  <a:pt x="3624478" y="56218"/>
                </a:lnTo>
                <a:lnTo>
                  <a:pt x="3610403" y="56218"/>
                </a:lnTo>
                <a:cubicBezTo>
                  <a:pt x="3609430" y="56218"/>
                  <a:pt x="3608665" y="55788"/>
                  <a:pt x="3608109" y="54928"/>
                </a:cubicBezTo>
                <a:cubicBezTo>
                  <a:pt x="3607553" y="54067"/>
                  <a:pt x="3607275" y="52777"/>
                  <a:pt x="3607275" y="51056"/>
                </a:cubicBezTo>
                <a:cubicBezTo>
                  <a:pt x="3607275" y="50162"/>
                  <a:pt x="3607345" y="49388"/>
                  <a:pt x="3607484" y="48734"/>
                </a:cubicBezTo>
                <a:cubicBezTo>
                  <a:pt x="3607623" y="48080"/>
                  <a:pt x="3607831" y="47530"/>
                  <a:pt x="3608109" y="47083"/>
                </a:cubicBezTo>
                <a:cubicBezTo>
                  <a:pt x="3608387" y="46636"/>
                  <a:pt x="3608717" y="46309"/>
                  <a:pt x="3609100" y="46102"/>
                </a:cubicBezTo>
                <a:cubicBezTo>
                  <a:pt x="3609482" y="45896"/>
                  <a:pt x="3609916" y="45792"/>
                  <a:pt x="3610403" y="45792"/>
                </a:cubicBezTo>
                <a:lnTo>
                  <a:pt x="3624478" y="45792"/>
                </a:lnTo>
                <a:lnTo>
                  <a:pt x="3624478" y="23101"/>
                </a:lnTo>
                <a:cubicBezTo>
                  <a:pt x="3624478" y="22692"/>
                  <a:pt x="3624565" y="22317"/>
                  <a:pt x="3624738" y="21976"/>
                </a:cubicBezTo>
                <a:cubicBezTo>
                  <a:pt x="3624912" y="21635"/>
                  <a:pt x="3625242" y="21346"/>
                  <a:pt x="3625729" y="21107"/>
                </a:cubicBezTo>
                <a:cubicBezTo>
                  <a:pt x="3626215" y="20869"/>
                  <a:pt x="3626858" y="20699"/>
                  <a:pt x="3627658" y="20596"/>
                </a:cubicBezTo>
                <a:cubicBezTo>
                  <a:pt x="3628457" y="20494"/>
                  <a:pt x="3629447" y="20443"/>
                  <a:pt x="3630629" y="20443"/>
                </a:cubicBezTo>
                <a:cubicBezTo>
                  <a:pt x="3631880" y="20443"/>
                  <a:pt x="3632905" y="20494"/>
                  <a:pt x="3633705" y="20596"/>
                </a:cubicBezTo>
                <a:cubicBezTo>
                  <a:pt x="3634504" y="20699"/>
                  <a:pt x="3635130" y="20869"/>
                  <a:pt x="3635581" y="21107"/>
                </a:cubicBezTo>
                <a:cubicBezTo>
                  <a:pt x="3636033" y="21346"/>
                  <a:pt x="3636363" y="21635"/>
                  <a:pt x="3636572" y="21976"/>
                </a:cubicBezTo>
                <a:cubicBezTo>
                  <a:pt x="3636780" y="22317"/>
                  <a:pt x="3636885" y="22692"/>
                  <a:pt x="3636885" y="23101"/>
                </a:cubicBezTo>
                <a:lnTo>
                  <a:pt x="3636885" y="45792"/>
                </a:lnTo>
                <a:lnTo>
                  <a:pt x="3662949" y="45792"/>
                </a:lnTo>
                <a:cubicBezTo>
                  <a:pt x="3663436" y="45792"/>
                  <a:pt x="3663870" y="45896"/>
                  <a:pt x="3664253" y="46102"/>
                </a:cubicBezTo>
                <a:cubicBezTo>
                  <a:pt x="3664635" y="46309"/>
                  <a:pt x="3664965" y="46636"/>
                  <a:pt x="3665243" y="47083"/>
                </a:cubicBezTo>
                <a:cubicBezTo>
                  <a:pt x="3665521" y="47530"/>
                  <a:pt x="3665730" y="48080"/>
                  <a:pt x="3665869" y="48734"/>
                </a:cubicBezTo>
                <a:cubicBezTo>
                  <a:pt x="3666008" y="49388"/>
                  <a:pt x="3666077" y="50162"/>
                  <a:pt x="3666077" y="51056"/>
                </a:cubicBezTo>
                <a:cubicBezTo>
                  <a:pt x="3666077" y="52777"/>
                  <a:pt x="3665782" y="54067"/>
                  <a:pt x="3665191" y="54928"/>
                </a:cubicBezTo>
                <a:cubicBezTo>
                  <a:pt x="3664600" y="55788"/>
                  <a:pt x="3663853" y="56218"/>
                  <a:pt x="3662949" y="56218"/>
                </a:cubicBezTo>
                <a:lnTo>
                  <a:pt x="3636885" y="56218"/>
                </a:lnTo>
                <a:lnTo>
                  <a:pt x="3636885" y="112130"/>
                </a:lnTo>
                <a:cubicBezTo>
                  <a:pt x="3636885" y="119148"/>
                  <a:pt x="3637910" y="124498"/>
                  <a:pt x="3639960" y="128177"/>
                </a:cubicBezTo>
                <a:cubicBezTo>
                  <a:pt x="3642011" y="131857"/>
                  <a:pt x="3645747" y="133697"/>
                  <a:pt x="3651168" y="133697"/>
                </a:cubicBezTo>
                <a:cubicBezTo>
                  <a:pt x="3652836" y="133697"/>
                  <a:pt x="3654348" y="133527"/>
                  <a:pt x="3655703" y="133186"/>
                </a:cubicBezTo>
                <a:cubicBezTo>
                  <a:pt x="3657059" y="132845"/>
                  <a:pt x="3658258" y="132470"/>
                  <a:pt x="3659300" y="132062"/>
                </a:cubicBezTo>
                <a:cubicBezTo>
                  <a:pt x="3660343" y="131653"/>
                  <a:pt x="3661229" y="131278"/>
                  <a:pt x="3661959" y="130937"/>
                </a:cubicBezTo>
                <a:cubicBezTo>
                  <a:pt x="3662689" y="130596"/>
                  <a:pt x="3663332" y="130426"/>
                  <a:pt x="3663888" y="130426"/>
                </a:cubicBezTo>
                <a:cubicBezTo>
                  <a:pt x="3664235" y="130426"/>
                  <a:pt x="3664548" y="130494"/>
                  <a:pt x="3664826" y="130631"/>
                </a:cubicBezTo>
                <a:cubicBezTo>
                  <a:pt x="3665104" y="130767"/>
                  <a:pt x="3665330" y="131022"/>
                  <a:pt x="3665504" y="131397"/>
                </a:cubicBezTo>
                <a:cubicBezTo>
                  <a:pt x="3665678" y="131772"/>
                  <a:pt x="3665817" y="132249"/>
                  <a:pt x="3665921" y="132828"/>
                </a:cubicBezTo>
                <a:cubicBezTo>
                  <a:pt x="3666025" y="133407"/>
                  <a:pt x="3666077" y="134140"/>
                  <a:pt x="3666077" y="135026"/>
                </a:cubicBezTo>
                <a:close/>
                <a:moveTo>
                  <a:pt x="3754173" y="140443"/>
                </a:moveTo>
                <a:cubicBezTo>
                  <a:pt x="3754173" y="141125"/>
                  <a:pt x="3753948" y="141653"/>
                  <a:pt x="3753496" y="142027"/>
                </a:cubicBezTo>
                <a:cubicBezTo>
                  <a:pt x="3753044" y="142402"/>
                  <a:pt x="3752453" y="142675"/>
                  <a:pt x="3751723" y="142845"/>
                </a:cubicBezTo>
                <a:cubicBezTo>
                  <a:pt x="3750994" y="143016"/>
                  <a:pt x="3750003" y="143101"/>
                  <a:pt x="3748752" y="143101"/>
                </a:cubicBezTo>
                <a:cubicBezTo>
                  <a:pt x="3747570" y="143101"/>
                  <a:pt x="3746563" y="143016"/>
                  <a:pt x="3745728" y="142845"/>
                </a:cubicBezTo>
                <a:cubicBezTo>
                  <a:pt x="3744894" y="142675"/>
                  <a:pt x="3744251" y="142402"/>
                  <a:pt x="3743800" y="142027"/>
                </a:cubicBezTo>
                <a:cubicBezTo>
                  <a:pt x="3743348" y="141653"/>
                  <a:pt x="3743122" y="141125"/>
                  <a:pt x="3743122" y="140443"/>
                </a:cubicBezTo>
                <a:lnTo>
                  <a:pt x="3743122" y="130119"/>
                </a:lnTo>
                <a:cubicBezTo>
                  <a:pt x="3738882" y="134617"/>
                  <a:pt x="3734208" y="138109"/>
                  <a:pt x="3729099" y="140596"/>
                </a:cubicBezTo>
                <a:cubicBezTo>
                  <a:pt x="3723990" y="143084"/>
                  <a:pt x="3718691" y="144327"/>
                  <a:pt x="3713200" y="144327"/>
                </a:cubicBezTo>
                <a:cubicBezTo>
                  <a:pt x="3708265" y="144327"/>
                  <a:pt x="3703834" y="143697"/>
                  <a:pt x="3699907" y="142436"/>
                </a:cubicBezTo>
                <a:cubicBezTo>
                  <a:pt x="3695980" y="141176"/>
                  <a:pt x="3692661" y="139370"/>
                  <a:pt x="3689950" y="137019"/>
                </a:cubicBezTo>
                <a:cubicBezTo>
                  <a:pt x="3687239" y="134668"/>
                  <a:pt x="3685154" y="131823"/>
                  <a:pt x="3683694" y="128484"/>
                </a:cubicBezTo>
                <a:cubicBezTo>
                  <a:pt x="3682235" y="125145"/>
                  <a:pt x="3681505" y="121397"/>
                  <a:pt x="3681505" y="117240"/>
                </a:cubicBezTo>
                <a:cubicBezTo>
                  <a:pt x="3681505" y="112130"/>
                  <a:pt x="3682582" y="107683"/>
                  <a:pt x="3684737" y="103901"/>
                </a:cubicBezTo>
                <a:cubicBezTo>
                  <a:pt x="3686892" y="100119"/>
                  <a:pt x="3689950" y="96968"/>
                  <a:pt x="3693912" y="94446"/>
                </a:cubicBezTo>
                <a:cubicBezTo>
                  <a:pt x="3697874" y="91925"/>
                  <a:pt x="3702635" y="90034"/>
                  <a:pt x="3708195" y="88774"/>
                </a:cubicBezTo>
                <a:cubicBezTo>
                  <a:pt x="3713756" y="87513"/>
                  <a:pt x="3719942" y="86883"/>
                  <a:pt x="3726753" y="86883"/>
                </a:cubicBezTo>
                <a:lnTo>
                  <a:pt x="3741767" y="86883"/>
                </a:lnTo>
                <a:lnTo>
                  <a:pt x="3741767" y="78884"/>
                </a:lnTo>
                <a:cubicBezTo>
                  <a:pt x="3741767" y="74919"/>
                  <a:pt x="3741350" y="71416"/>
                  <a:pt x="3740516" y="68375"/>
                </a:cubicBezTo>
                <a:cubicBezTo>
                  <a:pt x="3739681" y="65332"/>
                  <a:pt x="3738326" y="62785"/>
                  <a:pt x="3736449" y="60735"/>
                </a:cubicBezTo>
                <a:cubicBezTo>
                  <a:pt x="3734573" y="58684"/>
                  <a:pt x="3732140" y="57147"/>
                  <a:pt x="3729151" y="56122"/>
                </a:cubicBezTo>
                <a:cubicBezTo>
                  <a:pt x="3726163" y="55096"/>
                  <a:pt x="3722513" y="54583"/>
                  <a:pt x="3718204" y="54583"/>
                </a:cubicBezTo>
                <a:cubicBezTo>
                  <a:pt x="3714034" y="54583"/>
                  <a:pt x="3710280" y="55077"/>
                  <a:pt x="3706944" y="56065"/>
                </a:cubicBezTo>
                <a:cubicBezTo>
                  <a:pt x="3703608" y="57053"/>
                  <a:pt x="3700689" y="58160"/>
                  <a:pt x="3698186" y="59387"/>
                </a:cubicBezTo>
                <a:cubicBezTo>
                  <a:pt x="3695684" y="60613"/>
                  <a:pt x="3693616" y="61721"/>
                  <a:pt x="3691983" y="62709"/>
                </a:cubicBezTo>
                <a:cubicBezTo>
                  <a:pt x="3690350" y="63697"/>
                  <a:pt x="3689185" y="64191"/>
                  <a:pt x="3688490" y="64191"/>
                </a:cubicBezTo>
                <a:cubicBezTo>
                  <a:pt x="3688073" y="64191"/>
                  <a:pt x="3687691" y="64123"/>
                  <a:pt x="3687343" y="63986"/>
                </a:cubicBezTo>
                <a:cubicBezTo>
                  <a:pt x="3686996" y="63848"/>
                  <a:pt x="3686700" y="63590"/>
                  <a:pt x="3686457" y="63213"/>
                </a:cubicBezTo>
                <a:cubicBezTo>
                  <a:pt x="3686214" y="62834"/>
                  <a:pt x="3686040" y="62353"/>
                  <a:pt x="3685936" y="61770"/>
                </a:cubicBezTo>
                <a:cubicBezTo>
                  <a:pt x="3685832" y="61184"/>
                  <a:pt x="3685779" y="60479"/>
                  <a:pt x="3685779" y="59655"/>
                </a:cubicBezTo>
                <a:cubicBezTo>
                  <a:pt x="3685779" y="58211"/>
                  <a:pt x="3685884" y="57060"/>
                  <a:pt x="3686092" y="56202"/>
                </a:cubicBezTo>
                <a:cubicBezTo>
                  <a:pt x="3686301" y="55342"/>
                  <a:pt x="3686839" y="54483"/>
                  <a:pt x="3687708" y="53624"/>
                </a:cubicBezTo>
                <a:cubicBezTo>
                  <a:pt x="3688577" y="52764"/>
                  <a:pt x="3690124" y="51762"/>
                  <a:pt x="3692348" y="50619"/>
                </a:cubicBezTo>
                <a:cubicBezTo>
                  <a:pt x="3694572" y="49473"/>
                  <a:pt x="3697126" y="48413"/>
                  <a:pt x="3700011" y="47437"/>
                </a:cubicBezTo>
                <a:cubicBezTo>
                  <a:pt x="3702895" y="46462"/>
                  <a:pt x="3706006" y="45672"/>
                  <a:pt x="3709342" y="45067"/>
                </a:cubicBezTo>
                <a:cubicBezTo>
                  <a:pt x="3712678" y="44460"/>
                  <a:pt x="3716015" y="44157"/>
                  <a:pt x="3719351" y="44157"/>
                </a:cubicBezTo>
                <a:cubicBezTo>
                  <a:pt x="3725815" y="44157"/>
                  <a:pt x="3731271" y="44923"/>
                  <a:pt x="3735720" y="46457"/>
                </a:cubicBezTo>
                <a:cubicBezTo>
                  <a:pt x="3740168" y="47990"/>
                  <a:pt x="3743765" y="50187"/>
                  <a:pt x="3746510" y="53049"/>
                </a:cubicBezTo>
                <a:cubicBezTo>
                  <a:pt x="3749256" y="55912"/>
                  <a:pt x="3751219" y="59438"/>
                  <a:pt x="3752401" y="63629"/>
                </a:cubicBezTo>
                <a:cubicBezTo>
                  <a:pt x="3753583" y="67820"/>
                  <a:pt x="3754173" y="72573"/>
                  <a:pt x="3754173" y="77888"/>
                </a:cubicBezTo>
                <a:lnTo>
                  <a:pt x="3754173" y="140443"/>
                </a:lnTo>
                <a:moveTo>
                  <a:pt x="3741767" y="96900"/>
                </a:moveTo>
                <a:lnTo>
                  <a:pt x="3724564" y="96900"/>
                </a:lnTo>
                <a:cubicBezTo>
                  <a:pt x="3719559" y="96900"/>
                  <a:pt x="3715181" y="97343"/>
                  <a:pt x="3711427" y="98228"/>
                </a:cubicBezTo>
                <a:cubicBezTo>
                  <a:pt x="3707674" y="99114"/>
                  <a:pt x="3704546" y="100409"/>
                  <a:pt x="3702044" y="102113"/>
                </a:cubicBezTo>
                <a:cubicBezTo>
                  <a:pt x="3699542" y="103816"/>
                  <a:pt x="3697682" y="105860"/>
                  <a:pt x="3696466" y="108246"/>
                </a:cubicBezTo>
                <a:cubicBezTo>
                  <a:pt x="3695250" y="110631"/>
                  <a:pt x="3694642" y="113356"/>
                  <a:pt x="3694642" y="116423"/>
                </a:cubicBezTo>
                <a:cubicBezTo>
                  <a:pt x="3694642" y="121738"/>
                  <a:pt x="3696362" y="125980"/>
                  <a:pt x="3699802" y="129148"/>
                </a:cubicBezTo>
                <a:cubicBezTo>
                  <a:pt x="3703243" y="132317"/>
                  <a:pt x="3708091" y="133901"/>
                  <a:pt x="3714346" y="133901"/>
                </a:cubicBezTo>
                <a:cubicBezTo>
                  <a:pt x="3719281" y="133901"/>
                  <a:pt x="3723886" y="132658"/>
                  <a:pt x="3728161" y="130171"/>
                </a:cubicBezTo>
                <a:cubicBezTo>
                  <a:pt x="3732435" y="127683"/>
                  <a:pt x="3736971" y="123850"/>
                  <a:pt x="3741767" y="118671"/>
                </a:cubicBezTo>
                <a:lnTo>
                  <a:pt x="3741767" y="96900"/>
                </a:lnTo>
                <a:close/>
                <a:moveTo>
                  <a:pt x="3854939" y="126849"/>
                </a:moveTo>
                <a:cubicBezTo>
                  <a:pt x="3854939" y="127666"/>
                  <a:pt x="3854904" y="128399"/>
                  <a:pt x="3854834" y="129046"/>
                </a:cubicBezTo>
                <a:cubicBezTo>
                  <a:pt x="3854765" y="129694"/>
                  <a:pt x="3854661" y="130256"/>
                  <a:pt x="3854522" y="130733"/>
                </a:cubicBezTo>
                <a:cubicBezTo>
                  <a:pt x="3854383" y="131210"/>
                  <a:pt x="3854192" y="131636"/>
                  <a:pt x="3853948" y="132010"/>
                </a:cubicBezTo>
                <a:cubicBezTo>
                  <a:pt x="3853705" y="132385"/>
                  <a:pt x="3853132" y="133016"/>
                  <a:pt x="3852228" y="133901"/>
                </a:cubicBezTo>
                <a:cubicBezTo>
                  <a:pt x="3851324" y="134787"/>
                  <a:pt x="3849813" y="135912"/>
                  <a:pt x="3847693" y="137275"/>
                </a:cubicBezTo>
                <a:cubicBezTo>
                  <a:pt x="3845573" y="138637"/>
                  <a:pt x="3843192" y="139830"/>
                  <a:pt x="3840551" y="140852"/>
                </a:cubicBezTo>
                <a:cubicBezTo>
                  <a:pt x="3837910" y="141874"/>
                  <a:pt x="3835060" y="142709"/>
                  <a:pt x="3832002" y="143356"/>
                </a:cubicBezTo>
                <a:cubicBezTo>
                  <a:pt x="3828943" y="144004"/>
                  <a:pt x="3825781" y="144327"/>
                  <a:pt x="3822514" y="144327"/>
                </a:cubicBezTo>
                <a:cubicBezTo>
                  <a:pt x="3815981" y="144327"/>
                  <a:pt x="3810194" y="143253"/>
                  <a:pt x="3805155" y="141104"/>
                </a:cubicBezTo>
                <a:cubicBezTo>
                  <a:pt x="3800116" y="138956"/>
                  <a:pt x="3795893" y="135784"/>
                  <a:pt x="3792488" y="131589"/>
                </a:cubicBezTo>
                <a:cubicBezTo>
                  <a:pt x="3789082" y="127394"/>
                  <a:pt x="3786493" y="122244"/>
                  <a:pt x="3784720" y="116138"/>
                </a:cubicBezTo>
                <a:cubicBezTo>
                  <a:pt x="3782948" y="110033"/>
                  <a:pt x="3782062" y="102990"/>
                  <a:pt x="3782062" y="95009"/>
                </a:cubicBezTo>
                <a:cubicBezTo>
                  <a:pt x="3782062" y="86005"/>
                  <a:pt x="3783156" y="78298"/>
                  <a:pt x="3785346" y="71886"/>
                </a:cubicBezTo>
                <a:cubicBezTo>
                  <a:pt x="3787535" y="65474"/>
                  <a:pt x="3790541" y="60222"/>
                  <a:pt x="3794364" y="56129"/>
                </a:cubicBezTo>
                <a:cubicBezTo>
                  <a:pt x="3798187" y="52036"/>
                  <a:pt x="3802653" y="49017"/>
                  <a:pt x="3807761" y="47073"/>
                </a:cubicBezTo>
                <a:cubicBezTo>
                  <a:pt x="3812870" y="45129"/>
                  <a:pt x="3818344" y="44157"/>
                  <a:pt x="3824182" y="44157"/>
                </a:cubicBezTo>
                <a:cubicBezTo>
                  <a:pt x="3827310" y="44157"/>
                  <a:pt x="3830299" y="44450"/>
                  <a:pt x="3833149" y="45035"/>
                </a:cubicBezTo>
                <a:cubicBezTo>
                  <a:pt x="3835998" y="45619"/>
                  <a:pt x="3838622" y="46392"/>
                  <a:pt x="3841020" y="47354"/>
                </a:cubicBezTo>
                <a:cubicBezTo>
                  <a:pt x="3843418" y="48315"/>
                  <a:pt x="3845555" y="49413"/>
                  <a:pt x="3847432" y="50651"/>
                </a:cubicBezTo>
                <a:cubicBezTo>
                  <a:pt x="3849309" y="51888"/>
                  <a:pt x="3850681" y="52937"/>
                  <a:pt x="3851550" y="53797"/>
                </a:cubicBezTo>
                <a:cubicBezTo>
                  <a:pt x="3852419" y="54655"/>
                  <a:pt x="3853010" y="55308"/>
                  <a:pt x="3853323" y="55755"/>
                </a:cubicBezTo>
                <a:cubicBezTo>
                  <a:pt x="3853635" y="56200"/>
                  <a:pt x="3853879" y="56695"/>
                  <a:pt x="3854053" y="57240"/>
                </a:cubicBezTo>
                <a:cubicBezTo>
                  <a:pt x="3854226" y="57785"/>
                  <a:pt x="3854348" y="58382"/>
                  <a:pt x="3854417" y="59029"/>
                </a:cubicBezTo>
                <a:cubicBezTo>
                  <a:pt x="3854487" y="59676"/>
                  <a:pt x="3854522" y="60443"/>
                  <a:pt x="3854522" y="61329"/>
                </a:cubicBezTo>
                <a:cubicBezTo>
                  <a:pt x="3854522" y="63305"/>
                  <a:pt x="3854226" y="64685"/>
                  <a:pt x="3853635" y="65469"/>
                </a:cubicBezTo>
                <a:cubicBezTo>
                  <a:pt x="3853045" y="66252"/>
                  <a:pt x="3852402" y="66644"/>
                  <a:pt x="3851707" y="66644"/>
                </a:cubicBezTo>
                <a:cubicBezTo>
                  <a:pt x="3850734" y="66644"/>
                  <a:pt x="3849535" y="66025"/>
                  <a:pt x="3848110" y="64788"/>
                </a:cubicBezTo>
                <a:cubicBezTo>
                  <a:pt x="3846685" y="63551"/>
                  <a:pt x="3844860" y="62193"/>
                  <a:pt x="3842636" y="60716"/>
                </a:cubicBezTo>
                <a:cubicBezTo>
                  <a:pt x="3840412" y="59238"/>
                  <a:pt x="3837719" y="57880"/>
                  <a:pt x="3834556" y="56643"/>
                </a:cubicBezTo>
                <a:cubicBezTo>
                  <a:pt x="3831394" y="55406"/>
                  <a:pt x="3827623" y="54787"/>
                  <a:pt x="3823244" y="54787"/>
                </a:cubicBezTo>
                <a:cubicBezTo>
                  <a:pt x="3814208" y="54787"/>
                  <a:pt x="3807240" y="58199"/>
                  <a:pt x="3802340" y="65021"/>
                </a:cubicBezTo>
                <a:cubicBezTo>
                  <a:pt x="3797440" y="71844"/>
                  <a:pt x="3794990" y="81704"/>
                  <a:pt x="3794990" y="94600"/>
                </a:cubicBezTo>
                <a:cubicBezTo>
                  <a:pt x="3794990" y="101082"/>
                  <a:pt x="3795650" y="106762"/>
                  <a:pt x="3796971" y="111641"/>
                </a:cubicBezTo>
                <a:cubicBezTo>
                  <a:pt x="3798291" y="116520"/>
                  <a:pt x="3800185" y="120579"/>
                  <a:pt x="3802653" y="123820"/>
                </a:cubicBezTo>
                <a:cubicBezTo>
                  <a:pt x="3805120" y="127062"/>
                  <a:pt x="3808126" y="129484"/>
                  <a:pt x="3811671" y="131087"/>
                </a:cubicBezTo>
                <a:cubicBezTo>
                  <a:pt x="3815216" y="132691"/>
                  <a:pt x="3819213" y="133493"/>
                  <a:pt x="3823661" y="133493"/>
                </a:cubicBezTo>
                <a:cubicBezTo>
                  <a:pt x="3827831" y="133493"/>
                  <a:pt x="3831515" y="132845"/>
                  <a:pt x="3834712" y="131550"/>
                </a:cubicBezTo>
                <a:cubicBezTo>
                  <a:pt x="3837910" y="130256"/>
                  <a:pt x="3840690" y="128825"/>
                  <a:pt x="3843053" y="127257"/>
                </a:cubicBezTo>
                <a:cubicBezTo>
                  <a:pt x="3845416" y="125690"/>
                  <a:pt x="3847380" y="124259"/>
                  <a:pt x="3848944" y="122964"/>
                </a:cubicBezTo>
                <a:cubicBezTo>
                  <a:pt x="3850508" y="121670"/>
                  <a:pt x="3851672" y="121022"/>
                  <a:pt x="3852437" y="121022"/>
                </a:cubicBezTo>
                <a:cubicBezTo>
                  <a:pt x="3852854" y="121022"/>
                  <a:pt x="3853218" y="121142"/>
                  <a:pt x="3853531" y="121380"/>
                </a:cubicBezTo>
                <a:cubicBezTo>
                  <a:pt x="3853844" y="121619"/>
                  <a:pt x="3854105" y="121993"/>
                  <a:pt x="3854313" y="122504"/>
                </a:cubicBezTo>
                <a:cubicBezTo>
                  <a:pt x="3854522" y="123016"/>
                  <a:pt x="3854678" y="123629"/>
                  <a:pt x="3854782" y="124344"/>
                </a:cubicBezTo>
                <a:cubicBezTo>
                  <a:pt x="3854887" y="125060"/>
                  <a:pt x="3854939" y="125895"/>
                  <a:pt x="3854939" y="126849"/>
                </a:cubicBezTo>
                <a:close/>
                <a:moveTo>
                  <a:pt x="3952566" y="140236"/>
                </a:moveTo>
                <a:cubicBezTo>
                  <a:pt x="3952566" y="140713"/>
                  <a:pt x="3952462" y="141122"/>
                  <a:pt x="3952253" y="141465"/>
                </a:cubicBezTo>
                <a:cubicBezTo>
                  <a:pt x="3952044" y="141806"/>
                  <a:pt x="3951697" y="142096"/>
                  <a:pt x="3951210" y="142334"/>
                </a:cubicBezTo>
                <a:cubicBezTo>
                  <a:pt x="3950724" y="142573"/>
                  <a:pt x="3950064" y="142760"/>
                  <a:pt x="3949229" y="142896"/>
                </a:cubicBezTo>
                <a:cubicBezTo>
                  <a:pt x="3948395" y="143033"/>
                  <a:pt x="3947318" y="143101"/>
                  <a:pt x="3945997" y="143101"/>
                </a:cubicBezTo>
                <a:cubicBezTo>
                  <a:pt x="3944607" y="143101"/>
                  <a:pt x="3943460" y="143050"/>
                  <a:pt x="3942557" y="142947"/>
                </a:cubicBezTo>
                <a:cubicBezTo>
                  <a:pt x="3941653" y="142845"/>
                  <a:pt x="3940871" y="142692"/>
                  <a:pt x="3940211" y="142487"/>
                </a:cubicBezTo>
                <a:cubicBezTo>
                  <a:pt x="3939551" y="142283"/>
                  <a:pt x="3938995" y="142010"/>
                  <a:pt x="3938543" y="141670"/>
                </a:cubicBezTo>
                <a:cubicBezTo>
                  <a:pt x="3938091" y="141327"/>
                  <a:pt x="3937657" y="140917"/>
                  <a:pt x="3937240" y="140440"/>
                </a:cubicBezTo>
                <a:lnTo>
                  <a:pt x="3893034" y="87847"/>
                </a:lnTo>
                <a:lnTo>
                  <a:pt x="3893034" y="140440"/>
                </a:lnTo>
                <a:cubicBezTo>
                  <a:pt x="3893034" y="140849"/>
                  <a:pt x="3892930" y="141225"/>
                  <a:pt x="3892721" y="141568"/>
                </a:cubicBezTo>
                <a:cubicBezTo>
                  <a:pt x="3892513" y="141908"/>
                  <a:pt x="3892182" y="142181"/>
                  <a:pt x="3891731" y="142385"/>
                </a:cubicBezTo>
                <a:cubicBezTo>
                  <a:pt x="3891279" y="142590"/>
                  <a:pt x="3890653" y="142760"/>
                  <a:pt x="3889854" y="142896"/>
                </a:cubicBezTo>
                <a:cubicBezTo>
                  <a:pt x="3889055" y="143033"/>
                  <a:pt x="3888029" y="143101"/>
                  <a:pt x="3886778" y="143101"/>
                </a:cubicBezTo>
                <a:cubicBezTo>
                  <a:pt x="3885597" y="143101"/>
                  <a:pt x="3884606" y="143033"/>
                  <a:pt x="3883807" y="142896"/>
                </a:cubicBezTo>
                <a:cubicBezTo>
                  <a:pt x="3883008" y="142760"/>
                  <a:pt x="3882365" y="142590"/>
                  <a:pt x="3881878" y="142385"/>
                </a:cubicBezTo>
                <a:cubicBezTo>
                  <a:pt x="3881392" y="142181"/>
                  <a:pt x="3881061" y="141908"/>
                  <a:pt x="3880888" y="141568"/>
                </a:cubicBezTo>
                <a:cubicBezTo>
                  <a:pt x="3880714" y="141227"/>
                  <a:pt x="3880627" y="140852"/>
                  <a:pt x="3880627" y="140443"/>
                </a:cubicBezTo>
                <a:lnTo>
                  <a:pt x="3880627" y="2658"/>
                </a:lnTo>
                <a:cubicBezTo>
                  <a:pt x="3880627" y="2249"/>
                  <a:pt x="3880714" y="1874"/>
                  <a:pt x="3880888" y="1533"/>
                </a:cubicBezTo>
                <a:cubicBezTo>
                  <a:pt x="3881061" y="1193"/>
                  <a:pt x="3881392" y="903"/>
                  <a:pt x="3881878" y="664"/>
                </a:cubicBezTo>
                <a:cubicBezTo>
                  <a:pt x="3882365" y="426"/>
                  <a:pt x="3883008" y="256"/>
                  <a:pt x="3883807" y="153"/>
                </a:cubicBezTo>
                <a:cubicBezTo>
                  <a:pt x="3884606" y="51"/>
                  <a:pt x="3885597" y="0"/>
                  <a:pt x="3886778" y="0"/>
                </a:cubicBezTo>
                <a:cubicBezTo>
                  <a:pt x="3888029" y="0"/>
                  <a:pt x="3889055" y="51"/>
                  <a:pt x="3889854" y="153"/>
                </a:cubicBezTo>
                <a:cubicBezTo>
                  <a:pt x="3890653" y="256"/>
                  <a:pt x="3891279" y="426"/>
                  <a:pt x="3891731" y="664"/>
                </a:cubicBezTo>
                <a:cubicBezTo>
                  <a:pt x="3892182" y="903"/>
                  <a:pt x="3892513" y="1193"/>
                  <a:pt x="3892721" y="1533"/>
                </a:cubicBezTo>
                <a:cubicBezTo>
                  <a:pt x="3892930" y="1874"/>
                  <a:pt x="3893034" y="2248"/>
                  <a:pt x="3893034" y="2654"/>
                </a:cubicBezTo>
                <a:lnTo>
                  <a:pt x="3893034" y="87643"/>
                </a:lnTo>
                <a:lnTo>
                  <a:pt x="3932757" y="48249"/>
                </a:lnTo>
                <a:cubicBezTo>
                  <a:pt x="3933313" y="47635"/>
                  <a:pt x="3933886" y="47141"/>
                  <a:pt x="3934477" y="46766"/>
                </a:cubicBezTo>
                <a:cubicBezTo>
                  <a:pt x="3935068" y="46390"/>
                  <a:pt x="3935711" y="46082"/>
                  <a:pt x="3936406" y="45843"/>
                </a:cubicBezTo>
                <a:cubicBezTo>
                  <a:pt x="3937101" y="45605"/>
                  <a:pt x="3937900" y="45434"/>
                  <a:pt x="3938804" y="45332"/>
                </a:cubicBezTo>
                <a:cubicBezTo>
                  <a:pt x="3939707" y="45230"/>
                  <a:pt x="3940750" y="45179"/>
                  <a:pt x="3941931" y="45179"/>
                </a:cubicBezTo>
                <a:cubicBezTo>
                  <a:pt x="3943113" y="45179"/>
                  <a:pt x="3944138" y="45213"/>
                  <a:pt x="3945007" y="45281"/>
                </a:cubicBezTo>
                <a:cubicBezTo>
                  <a:pt x="3945876" y="45349"/>
                  <a:pt x="3946588" y="45486"/>
                  <a:pt x="3947144" y="45690"/>
                </a:cubicBezTo>
                <a:cubicBezTo>
                  <a:pt x="3947700" y="45894"/>
                  <a:pt x="3948117" y="46151"/>
                  <a:pt x="3948395" y="46460"/>
                </a:cubicBezTo>
                <a:cubicBezTo>
                  <a:pt x="3948673" y="46766"/>
                  <a:pt x="3948812" y="47158"/>
                  <a:pt x="3948812" y="47635"/>
                </a:cubicBezTo>
                <a:cubicBezTo>
                  <a:pt x="3948812" y="48317"/>
                  <a:pt x="3948604" y="48982"/>
                  <a:pt x="3948187" y="49632"/>
                </a:cubicBezTo>
                <a:cubicBezTo>
                  <a:pt x="3947770" y="50279"/>
                  <a:pt x="3947040" y="51114"/>
                  <a:pt x="3945997" y="52136"/>
                </a:cubicBezTo>
                <a:lnTo>
                  <a:pt x="3908256" y="87132"/>
                </a:lnTo>
                <a:lnTo>
                  <a:pt x="3950168" y="136246"/>
                </a:lnTo>
                <a:cubicBezTo>
                  <a:pt x="3951071" y="137268"/>
                  <a:pt x="3951697" y="138053"/>
                  <a:pt x="3952044" y="138600"/>
                </a:cubicBezTo>
                <a:cubicBezTo>
                  <a:pt x="3952392" y="139145"/>
                  <a:pt x="3952566" y="139690"/>
                  <a:pt x="3952566" y="14023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:Solvinginnermaxtooptimizeadaptiveattack">
            <a:extLst xmlns:a="http://schemas.openxmlformats.org/drawingml/2006/main">
              <a:ext uri="{FF2B5EF4-FFF2-40B4-BE49-F238E27FC236}">
                <a16:creationId xmlns:a16="http://schemas.microsoft.com/office/drawing/2014/main" id="{9CE2B463-D740-481A-B88A-63F9A061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379" y="157045"/>
            <a:ext cx="3952566" cy="179898"/>
          </a:xfrm>
          <a:custGeom xmlns:a="http://schemas.openxmlformats.org/drawingml/2006/main">
            <a:pathLst>
              <a:path w="3952566" h="179898" fill="none">
                <a:moveTo>
                  <a:pt x="17828" y="60000"/>
                </a:moveTo>
                <a:cubicBezTo>
                  <a:pt x="17828" y="61840"/>
                  <a:pt x="17707" y="63390"/>
                  <a:pt x="17463" y="64651"/>
                </a:cubicBezTo>
                <a:cubicBezTo>
                  <a:pt x="17220" y="65912"/>
                  <a:pt x="16751" y="66917"/>
                  <a:pt x="16056" y="67666"/>
                </a:cubicBezTo>
                <a:cubicBezTo>
                  <a:pt x="15361" y="68416"/>
                  <a:pt x="14440" y="68944"/>
                  <a:pt x="13293" y="69251"/>
                </a:cubicBezTo>
                <a:cubicBezTo>
                  <a:pt x="12146" y="69557"/>
                  <a:pt x="10669" y="69711"/>
                  <a:pt x="8862" y="69711"/>
                </a:cubicBezTo>
                <a:cubicBezTo>
                  <a:pt x="7055" y="69711"/>
                  <a:pt x="5595" y="69557"/>
                  <a:pt x="4483" y="69251"/>
                </a:cubicBezTo>
                <a:cubicBezTo>
                  <a:pt x="3371" y="68944"/>
                  <a:pt x="2467" y="68416"/>
                  <a:pt x="1772" y="67666"/>
                </a:cubicBezTo>
                <a:cubicBezTo>
                  <a:pt x="1077" y="66917"/>
                  <a:pt x="608" y="65912"/>
                  <a:pt x="365" y="64651"/>
                </a:cubicBezTo>
                <a:cubicBezTo>
                  <a:pt x="122" y="63390"/>
                  <a:pt x="0" y="61840"/>
                  <a:pt x="0" y="60000"/>
                </a:cubicBezTo>
                <a:cubicBezTo>
                  <a:pt x="0" y="58024"/>
                  <a:pt x="122" y="56406"/>
                  <a:pt x="365" y="55145"/>
                </a:cubicBezTo>
                <a:cubicBezTo>
                  <a:pt x="608" y="53884"/>
                  <a:pt x="1077" y="52879"/>
                  <a:pt x="1772" y="52130"/>
                </a:cubicBezTo>
                <a:cubicBezTo>
                  <a:pt x="2467" y="51380"/>
                  <a:pt x="3371" y="50852"/>
                  <a:pt x="4483" y="50545"/>
                </a:cubicBezTo>
                <a:cubicBezTo>
                  <a:pt x="5595" y="50239"/>
                  <a:pt x="7055" y="50085"/>
                  <a:pt x="8862" y="50085"/>
                </a:cubicBezTo>
                <a:cubicBezTo>
                  <a:pt x="10669" y="50085"/>
                  <a:pt x="12146" y="50239"/>
                  <a:pt x="13293" y="50545"/>
                </a:cubicBezTo>
                <a:cubicBezTo>
                  <a:pt x="14440" y="50852"/>
                  <a:pt x="15361" y="51380"/>
                  <a:pt x="16056" y="52130"/>
                </a:cubicBezTo>
                <a:cubicBezTo>
                  <a:pt x="16751" y="52879"/>
                  <a:pt x="17220" y="53884"/>
                  <a:pt x="17463" y="55145"/>
                </a:cubicBezTo>
                <a:cubicBezTo>
                  <a:pt x="17707" y="56406"/>
                  <a:pt x="17828" y="58024"/>
                  <a:pt x="17828" y="60000"/>
                </a:cubicBezTo>
                <a:moveTo>
                  <a:pt x="17828" y="133493"/>
                </a:moveTo>
                <a:cubicBezTo>
                  <a:pt x="17828" y="135401"/>
                  <a:pt x="17707" y="136985"/>
                  <a:pt x="17463" y="138246"/>
                </a:cubicBezTo>
                <a:cubicBezTo>
                  <a:pt x="17220" y="139506"/>
                  <a:pt x="16751" y="140511"/>
                  <a:pt x="16056" y="141261"/>
                </a:cubicBezTo>
                <a:cubicBezTo>
                  <a:pt x="15361" y="142010"/>
                  <a:pt x="14440" y="142539"/>
                  <a:pt x="13293" y="142845"/>
                </a:cubicBezTo>
                <a:cubicBezTo>
                  <a:pt x="12146" y="143152"/>
                  <a:pt x="10669" y="143305"/>
                  <a:pt x="8862" y="143305"/>
                </a:cubicBezTo>
                <a:cubicBezTo>
                  <a:pt x="7055" y="143305"/>
                  <a:pt x="5595" y="143152"/>
                  <a:pt x="4483" y="142845"/>
                </a:cubicBezTo>
                <a:cubicBezTo>
                  <a:pt x="3371" y="142539"/>
                  <a:pt x="2467" y="142010"/>
                  <a:pt x="1772" y="141261"/>
                </a:cubicBezTo>
                <a:cubicBezTo>
                  <a:pt x="1077" y="140511"/>
                  <a:pt x="608" y="139506"/>
                  <a:pt x="365" y="138246"/>
                </a:cubicBezTo>
                <a:cubicBezTo>
                  <a:pt x="122" y="136985"/>
                  <a:pt x="0" y="135401"/>
                  <a:pt x="0" y="133493"/>
                </a:cubicBezTo>
                <a:cubicBezTo>
                  <a:pt x="0" y="131585"/>
                  <a:pt x="122" y="129983"/>
                  <a:pt x="365" y="128688"/>
                </a:cubicBezTo>
                <a:cubicBezTo>
                  <a:pt x="608" y="127394"/>
                  <a:pt x="1077" y="126389"/>
                  <a:pt x="1772" y="125673"/>
                </a:cubicBezTo>
                <a:cubicBezTo>
                  <a:pt x="2467" y="124958"/>
                  <a:pt x="3371" y="124447"/>
                  <a:pt x="4483" y="124140"/>
                </a:cubicBezTo>
                <a:cubicBezTo>
                  <a:pt x="5595" y="123833"/>
                  <a:pt x="7055" y="123680"/>
                  <a:pt x="8862" y="123680"/>
                </a:cubicBezTo>
                <a:cubicBezTo>
                  <a:pt x="10669" y="123680"/>
                  <a:pt x="12146" y="123833"/>
                  <a:pt x="13293" y="124140"/>
                </a:cubicBezTo>
                <a:cubicBezTo>
                  <a:pt x="14440" y="124447"/>
                  <a:pt x="15361" y="124958"/>
                  <a:pt x="16056" y="125673"/>
                </a:cubicBezTo>
                <a:cubicBezTo>
                  <a:pt x="16751" y="126389"/>
                  <a:pt x="17220" y="127394"/>
                  <a:pt x="17463" y="128688"/>
                </a:cubicBezTo>
                <a:cubicBezTo>
                  <a:pt x="17707" y="129983"/>
                  <a:pt x="17828" y="131585"/>
                  <a:pt x="17828" y="133493"/>
                </a:cubicBezTo>
                <a:close/>
                <a:moveTo>
                  <a:pt x="169810" y="106767"/>
                </a:moveTo>
                <a:cubicBezTo>
                  <a:pt x="169810" y="112635"/>
                  <a:pt x="168732" y="117890"/>
                  <a:pt x="166578" y="122530"/>
                </a:cubicBezTo>
                <a:cubicBezTo>
                  <a:pt x="164423" y="127168"/>
                  <a:pt x="161400" y="131108"/>
                  <a:pt x="157507" y="134349"/>
                </a:cubicBezTo>
                <a:cubicBezTo>
                  <a:pt x="153615" y="137590"/>
                  <a:pt x="148993" y="140063"/>
                  <a:pt x="143641" y="141769"/>
                </a:cubicBezTo>
                <a:cubicBezTo>
                  <a:pt x="138289" y="143474"/>
                  <a:pt x="132450" y="144327"/>
                  <a:pt x="126125" y="144327"/>
                </a:cubicBezTo>
                <a:cubicBezTo>
                  <a:pt x="121816" y="144327"/>
                  <a:pt x="117750" y="143931"/>
                  <a:pt x="113927" y="143139"/>
                </a:cubicBezTo>
                <a:cubicBezTo>
                  <a:pt x="110104" y="142349"/>
                  <a:pt x="106698" y="141405"/>
                  <a:pt x="103710" y="140306"/>
                </a:cubicBezTo>
                <a:cubicBezTo>
                  <a:pt x="100721" y="139205"/>
                  <a:pt x="98201" y="138088"/>
                  <a:pt x="96151" y="136955"/>
                </a:cubicBezTo>
                <a:cubicBezTo>
                  <a:pt x="94100" y="135820"/>
                  <a:pt x="92693" y="134858"/>
                  <a:pt x="91928" y="134068"/>
                </a:cubicBezTo>
                <a:cubicBezTo>
                  <a:pt x="91164" y="133275"/>
                  <a:pt x="90608" y="132351"/>
                  <a:pt x="90260" y="131295"/>
                </a:cubicBezTo>
                <a:cubicBezTo>
                  <a:pt x="89913" y="130239"/>
                  <a:pt x="89739" y="128927"/>
                  <a:pt x="89739" y="127360"/>
                </a:cubicBezTo>
                <a:cubicBezTo>
                  <a:pt x="89739" y="126201"/>
                  <a:pt x="89808" y="125247"/>
                  <a:pt x="89947" y="124498"/>
                </a:cubicBezTo>
                <a:cubicBezTo>
                  <a:pt x="90086" y="123748"/>
                  <a:pt x="90277" y="123135"/>
                  <a:pt x="90521" y="122658"/>
                </a:cubicBezTo>
                <a:cubicBezTo>
                  <a:pt x="90764" y="122181"/>
                  <a:pt x="91077" y="121857"/>
                  <a:pt x="91459" y="121687"/>
                </a:cubicBezTo>
                <a:cubicBezTo>
                  <a:pt x="91841" y="121516"/>
                  <a:pt x="92241" y="121431"/>
                  <a:pt x="92658" y="121431"/>
                </a:cubicBezTo>
                <a:cubicBezTo>
                  <a:pt x="93631" y="121431"/>
                  <a:pt x="95004" y="122033"/>
                  <a:pt x="96776" y="123236"/>
                </a:cubicBezTo>
                <a:cubicBezTo>
                  <a:pt x="98549" y="124439"/>
                  <a:pt x="100842" y="125746"/>
                  <a:pt x="103657" y="127155"/>
                </a:cubicBezTo>
                <a:cubicBezTo>
                  <a:pt x="106472" y="128565"/>
                  <a:pt x="109843" y="129871"/>
                  <a:pt x="113771" y="131075"/>
                </a:cubicBezTo>
                <a:cubicBezTo>
                  <a:pt x="117698" y="132278"/>
                  <a:pt x="122268" y="132879"/>
                  <a:pt x="127481" y="132879"/>
                </a:cubicBezTo>
                <a:cubicBezTo>
                  <a:pt x="131720" y="132879"/>
                  <a:pt x="135613" y="132316"/>
                  <a:pt x="139158" y="131190"/>
                </a:cubicBezTo>
                <a:cubicBezTo>
                  <a:pt x="142702" y="130063"/>
                  <a:pt x="145761" y="128441"/>
                  <a:pt x="148332" y="126325"/>
                </a:cubicBezTo>
                <a:cubicBezTo>
                  <a:pt x="150904" y="124206"/>
                  <a:pt x="152902" y="121593"/>
                  <a:pt x="154327" y="118486"/>
                </a:cubicBezTo>
                <a:cubicBezTo>
                  <a:pt x="155752" y="115379"/>
                  <a:pt x="156465" y="111845"/>
                  <a:pt x="156465" y="107885"/>
                </a:cubicBezTo>
                <a:cubicBezTo>
                  <a:pt x="156465" y="103790"/>
                  <a:pt x="155561" y="100275"/>
                  <a:pt x="153754" y="97340"/>
                </a:cubicBezTo>
                <a:cubicBezTo>
                  <a:pt x="151947" y="94404"/>
                  <a:pt x="149566" y="91827"/>
                  <a:pt x="146612" y="89610"/>
                </a:cubicBezTo>
                <a:cubicBezTo>
                  <a:pt x="143658" y="87392"/>
                  <a:pt x="140304" y="85378"/>
                  <a:pt x="136551" y="83570"/>
                </a:cubicBezTo>
                <a:cubicBezTo>
                  <a:pt x="132798" y="81760"/>
                  <a:pt x="128958" y="79951"/>
                  <a:pt x="125030" y="78143"/>
                </a:cubicBezTo>
                <a:cubicBezTo>
                  <a:pt x="121103" y="76333"/>
                  <a:pt x="117263" y="74371"/>
                  <a:pt x="113510" y="72256"/>
                </a:cubicBezTo>
                <a:cubicBezTo>
                  <a:pt x="109757" y="70140"/>
                  <a:pt x="106403" y="67665"/>
                  <a:pt x="103449" y="64833"/>
                </a:cubicBezTo>
                <a:cubicBezTo>
                  <a:pt x="100495" y="61999"/>
                  <a:pt x="98114" y="58670"/>
                  <a:pt x="96307" y="54848"/>
                </a:cubicBezTo>
                <a:cubicBezTo>
                  <a:pt x="94500" y="51025"/>
                  <a:pt x="93596" y="46488"/>
                  <a:pt x="93596" y="41234"/>
                </a:cubicBezTo>
                <a:cubicBezTo>
                  <a:pt x="93596" y="36117"/>
                  <a:pt x="94535" y="31529"/>
                  <a:pt x="96411" y="27470"/>
                </a:cubicBezTo>
                <a:cubicBezTo>
                  <a:pt x="98288" y="23409"/>
                  <a:pt x="100929" y="19964"/>
                  <a:pt x="104335" y="17134"/>
                </a:cubicBezTo>
                <a:cubicBezTo>
                  <a:pt x="107741" y="14302"/>
                  <a:pt x="111824" y="12135"/>
                  <a:pt x="116586" y="10634"/>
                </a:cubicBezTo>
                <a:cubicBezTo>
                  <a:pt x="121347" y="9132"/>
                  <a:pt x="126577" y="8382"/>
                  <a:pt x="132277" y="8382"/>
                </a:cubicBezTo>
                <a:cubicBezTo>
                  <a:pt x="135126" y="8382"/>
                  <a:pt x="138011" y="8651"/>
                  <a:pt x="140930" y="9190"/>
                </a:cubicBezTo>
                <a:cubicBezTo>
                  <a:pt x="143849" y="9729"/>
                  <a:pt x="146612" y="10420"/>
                  <a:pt x="149219" y="11263"/>
                </a:cubicBezTo>
                <a:cubicBezTo>
                  <a:pt x="151825" y="12106"/>
                  <a:pt x="154154" y="13051"/>
                  <a:pt x="156204" y="14096"/>
                </a:cubicBezTo>
                <a:cubicBezTo>
                  <a:pt x="158254" y="15140"/>
                  <a:pt x="159610" y="15982"/>
                  <a:pt x="160270" y="16623"/>
                </a:cubicBezTo>
                <a:cubicBezTo>
                  <a:pt x="160930" y="17262"/>
                  <a:pt x="161347" y="17736"/>
                  <a:pt x="161521" y="18047"/>
                </a:cubicBezTo>
                <a:cubicBezTo>
                  <a:pt x="161695" y="18356"/>
                  <a:pt x="161851" y="18751"/>
                  <a:pt x="161990" y="19232"/>
                </a:cubicBezTo>
                <a:cubicBezTo>
                  <a:pt x="162129" y="19714"/>
                  <a:pt x="162234" y="20281"/>
                  <a:pt x="162303" y="20935"/>
                </a:cubicBezTo>
                <a:cubicBezTo>
                  <a:pt x="162373" y="21586"/>
                  <a:pt x="162407" y="22394"/>
                  <a:pt x="162407" y="23356"/>
                </a:cubicBezTo>
                <a:cubicBezTo>
                  <a:pt x="162407" y="24250"/>
                  <a:pt x="162355" y="25059"/>
                  <a:pt x="162251" y="25780"/>
                </a:cubicBezTo>
                <a:cubicBezTo>
                  <a:pt x="162147" y="26500"/>
                  <a:pt x="161990" y="27119"/>
                  <a:pt x="161782" y="27636"/>
                </a:cubicBezTo>
                <a:cubicBezTo>
                  <a:pt x="161573" y="28152"/>
                  <a:pt x="161313" y="28547"/>
                  <a:pt x="161000" y="28821"/>
                </a:cubicBezTo>
                <a:cubicBezTo>
                  <a:pt x="160687" y="29096"/>
                  <a:pt x="160322" y="29233"/>
                  <a:pt x="159905" y="29233"/>
                </a:cubicBezTo>
                <a:cubicBezTo>
                  <a:pt x="159141" y="29233"/>
                  <a:pt x="157976" y="28739"/>
                  <a:pt x="156412" y="27751"/>
                </a:cubicBezTo>
                <a:cubicBezTo>
                  <a:pt x="154849" y="26763"/>
                  <a:pt x="152885" y="25656"/>
                  <a:pt x="150522" y="24429"/>
                </a:cubicBezTo>
                <a:cubicBezTo>
                  <a:pt x="148159" y="23203"/>
                  <a:pt x="145344" y="22095"/>
                  <a:pt x="142077" y="21107"/>
                </a:cubicBezTo>
                <a:cubicBezTo>
                  <a:pt x="138810" y="20119"/>
                  <a:pt x="135091" y="19625"/>
                  <a:pt x="130921" y="19625"/>
                </a:cubicBezTo>
                <a:cubicBezTo>
                  <a:pt x="126820" y="19625"/>
                  <a:pt x="123241" y="20171"/>
                  <a:pt x="120182" y="21264"/>
                </a:cubicBezTo>
                <a:cubicBezTo>
                  <a:pt x="117124" y="22356"/>
                  <a:pt x="114587" y="23842"/>
                  <a:pt x="112572" y="25720"/>
                </a:cubicBezTo>
                <a:cubicBezTo>
                  <a:pt x="110556" y="27598"/>
                  <a:pt x="109044" y="29801"/>
                  <a:pt x="108036" y="32329"/>
                </a:cubicBezTo>
                <a:cubicBezTo>
                  <a:pt x="107028" y="34856"/>
                  <a:pt x="106524" y="37520"/>
                  <a:pt x="106524" y="40321"/>
                </a:cubicBezTo>
                <a:cubicBezTo>
                  <a:pt x="106524" y="44416"/>
                  <a:pt x="107428" y="47931"/>
                  <a:pt x="109235" y="50868"/>
                </a:cubicBezTo>
                <a:cubicBezTo>
                  <a:pt x="111042" y="53802"/>
                  <a:pt x="113440" y="56396"/>
                  <a:pt x="116429" y="58649"/>
                </a:cubicBezTo>
                <a:cubicBezTo>
                  <a:pt x="119418" y="60900"/>
                  <a:pt x="122806" y="62930"/>
                  <a:pt x="126594" y="64740"/>
                </a:cubicBezTo>
                <a:cubicBezTo>
                  <a:pt x="130382" y="66548"/>
                  <a:pt x="134240" y="68357"/>
                  <a:pt x="138167" y="70167"/>
                </a:cubicBezTo>
                <a:cubicBezTo>
                  <a:pt x="142094" y="71975"/>
                  <a:pt x="145952" y="73920"/>
                  <a:pt x="149740" y="76003"/>
                </a:cubicBezTo>
                <a:cubicBezTo>
                  <a:pt x="153528" y="78086"/>
                  <a:pt x="156916" y="80543"/>
                  <a:pt x="159905" y="83375"/>
                </a:cubicBezTo>
                <a:cubicBezTo>
                  <a:pt x="162894" y="86208"/>
                  <a:pt x="165292" y="89518"/>
                  <a:pt x="167099" y="93306"/>
                </a:cubicBezTo>
                <a:cubicBezTo>
                  <a:pt x="168906" y="97095"/>
                  <a:pt x="169810" y="101581"/>
                  <a:pt x="169810" y="106767"/>
                </a:cubicBezTo>
                <a:close/>
                <a:moveTo>
                  <a:pt x="280083" y="93271"/>
                </a:moveTo>
                <a:cubicBezTo>
                  <a:pt x="280083" y="100637"/>
                  <a:pt x="279110" y="107424"/>
                  <a:pt x="277163" y="113631"/>
                </a:cubicBezTo>
                <a:cubicBezTo>
                  <a:pt x="275217" y="119838"/>
                  <a:pt x="272315" y="125228"/>
                  <a:pt x="268458" y="129800"/>
                </a:cubicBezTo>
                <a:cubicBezTo>
                  <a:pt x="264600" y="134370"/>
                  <a:pt x="259787" y="137934"/>
                  <a:pt x="254018" y="140491"/>
                </a:cubicBezTo>
                <a:cubicBezTo>
                  <a:pt x="248249" y="143049"/>
                  <a:pt x="241542" y="144327"/>
                  <a:pt x="233896" y="144327"/>
                </a:cubicBezTo>
                <a:cubicBezTo>
                  <a:pt x="226528" y="144327"/>
                  <a:pt x="220082" y="143185"/>
                  <a:pt x="214556" y="140900"/>
                </a:cubicBezTo>
                <a:cubicBezTo>
                  <a:pt x="209030" y="138615"/>
                  <a:pt x="204408" y="135341"/>
                  <a:pt x="200689" y="131078"/>
                </a:cubicBezTo>
                <a:cubicBezTo>
                  <a:pt x="196971" y="126815"/>
                  <a:pt x="194191" y="121647"/>
                  <a:pt x="192349" y="115576"/>
                </a:cubicBezTo>
                <a:cubicBezTo>
                  <a:pt x="190507" y="109505"/>
                  <a:pt x="189586" y="102649"/>
                  <a:pt x="189586" y="95009"/>
                </a:cubicBezTo>
                <a:cubicBezTo>
                  <a:pt x="189586" y="87643"/>
                  <a:pt x="190541" y="80856"/>
                  <a:pt x="192453" y="74649"/>
                </a:cubicBezTo>
                <a:cubicBezTo>
                  <a:pt x="194364" y="68441"/>
                  <a:pt x="197249" y="63070"/>
                  <a:pt x="201106" y="58534"/>
                </a:cubicBezTo>
                <a:cubicBezTo>
                  <a:pt x="204964" y="53996"/>
                  <a:pt x="209777" y="50465"/>
                  <a:pt x="215546" y="47942"/>
                </a:cubicBezTo>
                <a:cubicBezTo>
                  <a:pt x="221315" y="45419"/>
                  <a:pt x="228057" y="44157"/>
                  <a:pt x="235773" y="44157"/>
                </a:cubicBezTo>
                <a:cubicBezTo>
                  <a:pt x="243140" y="44157"/>
                  <a:pt x="249587" y="45282"/>
                  <a:pt x="255113" y="47533"/>
                </a:cubicBezTo>
                <a:cubicBezTo>
                  <a:pt x="260638" y="49784"/>
                  <a:pt x="265243" y="53041"/>
                  <a:pt x="268927" y="57304"/>
                </a:cubicBezTo>
                <a:cubicBezTo>
                  <a:pt x="272611" y="61567"/>
                  <a:pt x="275391" y="66735"/>
                  <a:pt x="277268" y="72806"/>
                </a:cubicBezTo>
                <a:cubicBezTo>
                  <a:pt x="279144" y="78877"/>
                  <a:pt x="280083" y="85699"/>
                  <a:pt x="280083" y="93271"/>
                </a:cubicBezTo>
                <a:moveTo>
                  <a:pt x="266946" y="94395"/>
                </a:moveTo>
                <a:cubicBezTo>
                  <a:pt x="266946" y="89142"/>
                  <a:pt x="266425" y="84127"/>
                  <a:pt x="265382" y="79351"/>
                </a:cubicBezTo>
                <a:cubicBezTo>
                  <a:pt x="264340" y="74574"/>
                  <a:pt x="262602" y="70361"/>
                  <a:pt x="260169" y="66711"/>
                </a:cubicBezTo>
                <a:cubicBezTo>
                  <a:pt x="257736" y="63061"/>
                  <a:pt x="254470" y="60162"/>
                  <a:pt x="250369" y="58013"/>
                </a:cubicBezTo>
                <a:cubicBezTo>
                  <a:pt x="246268" y="55863"/>
                  <a:pt x="241159" y="54787"/>
                  <a:pt x="235043" y="54787"/>
                </a:cubicBezTo>
                <a:cubicBezTo>
                  <a:pt x="229413" y="54787"/>
                  <a:pt x="224547" y="55776"/>
                  <a:pt x="220446" y="57755"/>
                </a:cubicBezTo>
                <a:cubicBezTo>
                  <a:pt x="216346" y="59733"/>
                  <a:pt x="212992" y="62480"/>
                  <a:pt x="210385" y="65996"/>
                </a:cubicBezTo>
                <a:cubicBezTo>
                  <a:pt x="207779" y="69509"/>
                  <a:pt x="205850" y="73654"/>
                  <a:pt x="204599" y="78431"/>
                </a:cubicBezTo>
                <a:cubicBezTo>
                  <a:pt x="203348" y="83207"/>
                  <a:pt x="202722" y="88358"/>
                  <a:pt x="202722" y="93884"/>
                </a:cubicBezTo>
                <a:cubicBezTo>
                  <a:pt x="202722" y="99206"/>
                  <a:pt x="203244" y="104272"/>
                  <a:pt x="204286" y="109082"/>
                </a:cubicBezTo>
                <a:cubicBezTo>
                  <a:pt x="205329" y="113893"/>
                  <a:pt x="207067" y="118106"/>
                  <a:pt x="209499" y="121722"/>
                </a:cubicBezTo>
                <a:cubicBezTo>
                  <a:pt x="211932" y="125338"/>
                  <a:pt x="215199" y="128204"/>
                  <a:pt x="219300" y="130321"/>
                </a:cubicBezTo>
                <a:cubicBezTo>
                  <a:pt x="223400" y="132435"/>
                  <a:pt x="228509" y="133493"/>
                  <a:pt x="234626" y="133493"/>
                </a:cubicBezTo>
                <a:cubicBezTo>
                  <a:pt x="240256" y="133493"/>
                  <a:pt x="245121" y="132503"/>
                  <a:pt x="249222" y="130525"/>
                </a:cubicBezTo>
                <a:cubicBezTo>
                  <a:pt x="253323" y="128547"/>
                  <a:pt x="256676" y="125818"/>
                  <a:pt x="259283" y="122338"/>
                </a:cubicBezTo>
                <a:cubicBezTo>
                  <a:pt x="261889" y="118857"/>
                  <a:pt x="263818" y="114729"/>
                  <a:pt x="265069" y="109954"/>
                </a:cubicBezTo>
                <a:cubicBezTo>
                  <a:pt x="266320" y="105178"/>
                  <a:pt x="266946" y="99992"/>
                  <a:pt x="266946" y="94395"/>
                </a:cubicBezTo>
                <a:close/>
                <a:moveTo>
                  <a:pt x="319561" y="140443"/>
                </a:moveTo>
                <a:cubicBezTo>
                  <a:pt x="319561" y="140852"/>
                  <a:pt x="319457" y="141227"/>
                  <a:pt x="319249" y="141568"/>
                </a:cubicBezTo>
                <a:cubicBezTo>
                  <a:pt x="319040" y="141908"/>
                  <a:pt x="318710" y="142181"/>
                  <a:pt x="318258" y="142385"/>
                </a:cubicBezTo>
                <a:cubicBezTo>
                  <a:pt x="317806" y="142590"/>
                  <a:pt x="317181" y="142760"/>
                  <a:pt x="316382" y="142896"/>
                </a:cubicBezTo>
                <a:cubicBezTo>
                  <a:pt x="315582" y="143033"/>
                  <a:pt x="314557" y="143101"/>
                  <a:pt x="313306" y="143101"/>
                </a:cubicBezTo>
                <a:cubicBezTo>
                  <a:pt x="312124" y="143101"/>
                  <a:pt x="311134" y="143033"/>
                  <a:pt x="310335" y="142896"/>
                </a:cubicBezTo>
                <a:cubicBezTo>
                  <a:pt x="309535" y="142760"/>
                  <a:pt x="308892" y="142590"/>
                  <a:pt x="308406" y="142385"/>
                </a:cubicBezTo>
                <a:cubicBezTo>
                  <a:pt x="307919" y="142181"/>
                  <a:pt x="307589" y="141908"/>
                  <a:pt x="307415" y="141568"/>
                </a:cubicBezTo>
                <a:cubicBezTo>
                  <a:pt x="307242" y="141227"/>
                  <a:pt x="307155" y="140852"/>
                  <a:pt x="307155" y="140443"/>
                </a:cubicBezTo>
                <a:lnTo>
                  <a:pt x="307155" y="2658"/>
                </a:lnTo>
                <a:cubicBezTo>
                  <a:pt x="307155" y="2249"/>
                  <a:pt x="307242" y="1874"/>
                  <a:pt x="307415" y="1533"/>
                </a:cubicBezTo>
                <a:cubicBezTo>
                  <a:pt x="307589" y="1193"/>
                  <a:pt x="307919" y="903"/>
                  <a:pt x="308406" y="664"/>
                </a:cubicBezTo>
                <a:cubicBezTo>
                  <a:pt x="308892" y="426"/>
                  <a:pt x="309535" y="256"/>
                  <a:pt x="310335" y="153"/>
                </a:cubicBezTo>
                <a:cubicBezTo>
                  <a:pt x="311134" y="51"/>
                  <a:pt x="312124" y="0"/>
                  <a:pt x="313306" y="0"/>
                </a:cubicBezTo>
                <a:cubicBezTo>
                  <a:pt x="314557" y="0"/>
                  <a:pt x="315582" y="51"/>
                  <a:pt x="316382" y="153"/>
                </a:cubicBezTo>
                <a:cubicBezTo>
                  <a:pt x="317181" y="256"/>
                  <a:pt x="317806" y="426"/>
                  <a:pt x="318258" y="664"/>
                </a:cubicBezTo>
                <a:cubicBezTo>
                  <a:pt x="318710" y="903"/>
                  <a:pt x="319040" y="1193"/>
                  <a:pt x="319249" y="1533"/>
                </a:cubicBezTo>
                <a:cubicBezTo>
                  <a:pt x="319457" y="1874"/>
                  <a:pt x="319561" y="2249"/>
                  <a:pt x="319561" y="2658"/>
                </a:cubicBezTo>
                <a:lnTo>
                  <a:pt x="319561" y="140443"/>
                </a:lnTo>
                <a:close/>
                <a:moveTo>
                  <a:pt x="427000" y="47635"/>
                </a:moveTo>
                <a:cubicBezTo>
                  <a:pt x="427000" y="47840"/>
                  <a:pt x="426983" y="48061"/>
                  <a:pt x="426948" y="48300"/>
                </a:cubicBezTo>
                <a:cubicBezTo>
                  <a:pt x="426914" y="48538"/>
                  <a:pt x="426879" y="48760"/>
                  <a:pt x="426844" y="48964"/>
                </a:cubicBezTo>
                <a:cubicBezTo>
                  <a:pt x="426809" y="49169"/>
                  <a:pt x="426757" y="49391"/>
                  <a:pt x="426688" y="49632"/>
                </a:cubicBezTo>
                <a:cubicBezTo>
                  <a:pt x="426618" y="49870"/>
                  <a:pt x="426549" y="50092"/>
                  <a:pt x="426479" y="50296"/>
                </a:cubicBezTo>
                <a:lnTo>
                  <a:pt x="392282" y="140440"/>
                </a:lnTo>
                <a:cubicBezTo>
                  <a:pt x="392074" y="140985"/>
                  <a:pt x="391761" y="141429"/>
                  <a:pt x="391344" y="141772"/>
                </a:cubicBezTo>
                <a:cubicBezTo>
                  <a:pt x="390927" y="142113"/>
                  <a:pt x="390405" y="142385"/>
                  <a:pt x="389780" y="142590"/>
                </a:cubicBezTo>
                <a:cubicBezTo>
                  <a:pt x="389154" y="142794"/>
                  <a:pt x="388407" y="142930"/>
                  <a:pt x="387538" y="142999"/>
                </a:cubicBezTo>
                <a:cubicBezTo>
                  <a:pt x="386670" y="143067"/>
                  <a:pt x="385644" y="143101"/>
                  <a:pt x="384463" y="143101"/>
                </a:cubicBezTo>
                <a:cubicBezTo>
                  <a:pt x="383281" y="143101"/>
                  <a:pt x="382239" y="143050"/>
                  <a:pt x="381335" y="142947"/>
                </a:cubicBezTo>
                <a:cubicBezTo>
                  <a:pt x="380431" y="142845"/>
                  <a:pt x="379667" y="142692"/>
                  <a:pt x="379041" y="142487"/>
                </a:cubicBezTo>
                <a:cubicBezTo>
                  <a:pt x="378416" y="142283"/>
                  <a:pt x="377894" y="142010"/>
                  <a:pt x="377477" y="141670"/>
                </a:cubicBezTo>
                <a:cubicBezTo>
                  <a:pt x="377060" y="141327"/>
                  <a:pt x="376748" y="140917"/>
                  <a:pt x="376539" y="140440"/>
                </a:cubicBezTo>
                <a:lnTo>
                  <a:pt x="342342" y="50296"/>
                </a:lnTo>
                <a:cubicBezTo>
                  <a:pt x="342134" y="49749"/>
                  <a:pt x="341977" y="49305"/>
                  <a:pt x="341873" y="48964"/>
                </a:cubicBezTo>
                <a:cubicBezTo>
                  <a:pt x="341769" y="48623"/>
                  <a:pt x="341699" y="48351"/>
                  <a:pt x="341664" y="48146"/>
                </a:cubicBezTo>
                <a:cubicBezTo>
                  <a:pt x="341630" y="47942"/>
                  <a:pt x="341612" y="47772"/>
                  <a:pt x="341612" y="47635"/>
                </a:cubicBezTo>
                <a:cubicBezTo>
                  <a:pt x="341612" y="47158"/>
                  <a:pt x="341716" y="46749"/>
                  <a:pt x="341925" y="46409"/>
                </a:cubicBezTo>
                <a:cubicBezTo>
                  <a:pt x="342134" y="46066"/>
                  <a:pt x="342464" y="45809"/>
                  <a:pt x="342915" y="45639"/>
                </a:cubicBezTo>
                <a:cubicBezTo>
                  <a:pt x="343367" y="45469"/>
                  <a:pt x="343975" y="45349"/>
                  <a:pt x="344740" y="45281"/>
                </a:cubicBezTo>
                <a:cubicBezTo>
                  <a:pt x="345505" y="45213"/>
                  <a:pt x="346443" y="45179"/>
                  <a:pt x="347555" y="45179"/>
                </a:cubicBezTo>
                <a:cubicBezTo>
                  <a:pt x="349084" y="45179"/>
                  <a:pt x="350300" y="45230"/>
                  <a:pt x="351204" y="45332"/>
                </a:cubicBezTo>
                <a:cubicBezTo>
                  <a:pt x="352108" y="45434"/>
                  <a:pt x="352820" y="45588"/>
                  <a:pt x="353341" y="45792"/>
                </a:cubicBezTo>
                <a:cubicBezTo>
                  <a:pt x="353863" y="45997"/>
                  <a:pt x="354245" y="46270"/>
                  <a:pt x="354488" y="46613"/>
                </a:cubicBezTo>
                <a:cubicBezTo>
                  <a:pt x="354731" y="46954"/>
                  <a:pt x="354957" y="47363"/>
                  <a:pt x="355166" y="47840"/>
                </a:cubicBezTo>
                <a:lnTo>
                  <a:pt x="384671" y="128672"/>
                </a:lnTo>
                <a:lnTo>
                  <a:pt x="384880" y="129184"/>
                </a:lnTo>
                <a:lnTo>
                  <a:pt x="385088" y="128672"/>
                </a:lnTo>
                <a:lnTo>
                  <a:pt x="414072" y="47840"/>
                </a:lnTo>
                <a:cubicBezTo>
                  <a:pt x="414211" y="47363"/>
                  <a:pt x="414420" y="46954"/>
                  <a:pt x="414698" y="46613"/>
                </a:cubicBezTo>
                <a:cubicBezTo>
                  <a:pt x="414976" y="46270"/>
                  <a:pt x="415376" y="45997"/>
                  <a:pt x="415897" y="45792"/>
                </a:cubicBezTo>
                <a:cubicBezTo>
                  <a:pt x="416418" y="45588"/>
                  <a:pt x="417113" y="45434"/>
                  <a:pt x="417982" y="45332"/>
                </a:cubicBezTo>
                <a:cubicBezTo>
                  <a:pt x="418851" y="45230"/>
                  <a:pt x="419980" y="45179"/>
                  <a:pt x="421370" y="45179"/>
                </a:cubicBezTo>
                <a:cubicBezTo>
                  <a:pt x="422483" y="45179"/>
                  <a:pt x="423403" y="45213"/>
                  <a:pt x="424133" y="45281"/>
                </a:cubicBezTo>
                <a:cubicBezTo>
                  <a:pt x="424863" y="45349"/>
                  <a:pt x="425437" y="45486"/>
                  <a:pt x="425854" y="45690"/>
                </a:cubicBezTo>
                <a:cubicBezTo>
                  <a:pt x="426271" y="45894"/>
                  <a:pt x="426566" y="46151"/>
                  <a:pt x="426740" y="46460"/>
                </a:cubicBezTo>
                <a:cubicBezTo>
                  <a:pt x="426914" y="46766"/>
                  <a:pt x="427000" y="47158"/>
                  <a:pt x="427000" y="47635"/>
                </a:cubicBezTo>
                <a:close/>
                <a:moveTo>
                  <a:pt x="460657" y="140440"/>
                </a:moveTo>
                <a:cubicBezTo>
                  <a:pt x="460657" y="140849"/>
                  <a:pt x="460553" y="141225"/>
                  <a:pt x="460344" y="141568"/>
                </a:cubicBezTo>
                <a:cubicBezTo>
                  <a:pt x="460136" y="141908"/>
                  <a:pt x="459806" y="142181"/>
                  <a:pt x="459354" y="142385"/>
                </a:cubicBezTo>
                <a:cubicBezTo>
                  <a:pt x="458902" y="142590"/>
                  <a:pt x="458277" y="142760"/>
                  <a:pt x="457477" y="142896"/>
                </a:cubicBezTo>
                <a:cubicBezTo>
                  <a:pt x="456678" y="143033"/>
                  <a:pt x="455653" y="143101"/>
                  <a:pt x="454402" y="143101"/>
                </a:cubicBezTo>
                <a:cubicBezTo>
                  <a:pt x="453220" y="143101"/>
                  <a:pt x="452229" y="143033"/>
                  <a:pt x="451430" y="142896"/>
                </a:cubicBezTo>
                <a:cubicBezTo>
                  <a:pt x="450631" y="142760"/>
                  <a:pt x="449988" y="142590"/>
                  <a:pt x="449501" y="142385"/>
                </a:cubicBezTo>
                <a:cubicBezTo>
                  <a:pt x="449015" y="142181"/>
                  <a:pt x="448685" y="141908"/>
                  <a:pt x="448511" y="141568"/>
                </a:cubicBezTo>
                <a:cubicBezTo>
                  <a:pt x="448337" y="141225"/>
                  <a:pt x="448250" y="140849"/>
                  <a:pt x="448250" y="140440"/>
                </a:cubicBezTo>
                <a:lnTo>
                  <a:pt x="448250" y="47840"/>
                </a:lnTo>
                <a:cubicBezTo>
                  <a:pt x="448250" y="47431"/>
                  <a:pt x="448337" y="47056"/>
                  <a:pt x="448511" y="46715"/>
                </a:cubicBezTo>
                <a:cubicBezTo>
                  <a:pt x="448685" y="46373"/>
                  <a:pt x="449015" y="46082"/>
                  <a:pt x="449501" y="45843"/>
                </a:cubicBezTo>
                <a:cubicBezTo>
                  <a:pt x="449988" y="45605"/>
                  <a:pt x="450631" y="45434"/>
                  <a:pt x="451430" y="45332"/>
                </a:cubicBezTo>
                <a:cubicBezTo>
                  <a:pt x="452229" y="45230"/>
                  <a:pt x="453220" y="45179"/>
                  <a:pt x="454402" y="45179"/>
                </a:cubicBezTo>
                <a:cubicBezTo>
                  <a:pt x="455653" y="45179"/>
                  <a:pt x="456678" y="45230"/>
                  <a:pt x="457477" y="45332"/>
                </a:cubicBezTo>
                <a:cubicBezTo>
                  <a:pt x="458277" y="45434"/>
                  <a:pt x="458902" y="45605"/>
                  <a:pt x="459354" y="45843"/>
                </a:cubicBezTo>
                <a:cubicBezTo>
                  <a:pt x="459806" y="46082"/>
                  <a:pt x="460136" y="46373"/>
                  <a:pt x="460344" y="46715"/>
                </a:cubicBezTo>
                <a:cubicBezTo>
                  <a:pt x="460553" y="47056"/>
                  <a:pt x="460657" y="47431"/>
                  <a:pt x="460657" y="47840"/>
                </a:cubicBezTo>
                <a:lnTo>
                  <a:pt x="460657" y="140440"/>
                </a:lnTo>
                <a:moveTo>
                  <a:pt x="462534" y="16508"/>
                </a:moveTo>
                <a:cubicBezTo>
                  <a:pt x="462534" y="19798"/>
                  <a:pt x="461943" y="22026"/>
                  <a:pt x="460761" y="23193"/>
                </a:cubicBezTo>
                <a:cubicBezTo>
                  <a:pt x="459580" y="24358"/>
                  <a:pt x="457425" y="24940"/>
                  <a:pt x="454297" y="24940"/>
                </a:cubicBezTo>
                <a:cubicBezTo>
                  <a:pt x="451239" y="24940"/>
                  <a:pt x="449136" y="24375"/>
                  <a:pt x="447990" y="23244"/>
                </a:cubicBezTo>
                <a:cubicBezTo>
                  <a:pt x="446843" y="22114"/>
                  <a:pt x="446269" y="19902"/>
                  <a:pt x="446269" y="16610"/>
                </a:cubicBezTo>
                <a:cubicBezTo>
                  <a:pt x="446269" y="13320"/>
                  <a:pt x="446860" y="11092"/>
                  <a:pt x="448042" y="9928"/>
                </a:cubicBezTo>
                <a:cubicBezTo>
                  <a:pt x="449223" y="8761"/>
                  <a:pt x="451378" y="8177"/>
                  <a:pt x="454506" y="8177"/>
                </a:cubicBezTo>
                <a:cubicBezTo>
                  <a:pt x="457564" y="8177"/>
                  <a:pt x="459667" y="8743"/>
                  <a:pt x="460813" y="9873"/>
                </a:cubicBezTo>
                <a:cubicBezTo>
                  <a:pt x="461960" y="11004"/>
                  <a:pt x="462534" y="13216"/>
                  <a:pt x="462534" y="16508"/>
                </a:cubicBezTo>
                <a:close/>
                <a:moveTo>
                  <a:pt x="572371" y="140443"/>
                </a:moveTo>
                <a:cubicBezTo>
                  <a:pt x="572371" y="140852"/>
                  <a:pt x="572267" y="141227"/>
                  <a:pt x="572058" y="141568"/>
                </a:cubicBezTo>
                <a:cubicBezTo>
                  <a:pt x="571850" y="141908"/>
                  <a:pt x="571520" y="142181"/>
                  <a:pt x="571068" y="142385"/>
                </a:cubicBezTo>
                <a:cubicBezTo>
                  <a:pt x="570616" y="142590"/>
                  <a:pt x="569991" y="142760"/>
                  <a:pt x="569191" y="142896"/>
                </a:cubicBezTo>
                <a:cubicBezTo>
                  <a:pt x="568392" y="143033"/>
                  <a:pt x="567402" y="143101"/>
                  <a:pt x="566220" y="143101"/>
                </a:cubicBezTo>
                <a:cubicBezTo>
                  <a:pt x="564969" y="143101"/>
                  <a:pt x="563944" y="143033"/>
                  <a:pt x="563144" y="142896"/>
                </a:cubicBezTo>
                <a:cubicBezTo>
                  <a:pt x="562345" y="142760"/>
                  <a:pt x="561719" y="142590"/>
                  <a:pt x="561268" y="142385"/>
                </a:cubicBezTo>
                <a:cubicBezTo>
                  <a:pt x="560816" y="142181"/>
                  <a:pt x="560486" y="141908"/>
                  <a:pt x="560277" y="141568"/>
                </a:cubicBezTo>
                <a:cubicBezTo>
                  <a:pt x="560069" y="141227"/>
                  <a:pt x="559964" y="140852"/>
                  <a:pt x="559964" y="140443"/>
                </a:cubicBezTo>
                <a:lnTo>
                  <a:pt x="559964" y="85554"/>
                </a:lnTo>
                <a:cubicBezTo>
                  <a:pt x="559964" y="79830"/>
                  <a:pt x="559513" y="75179"/>
                  <a:pt x="558609" y="71601"/>
                </a:cubicBezTo>
                <a:cubicBezTo>
                  <a:pt x="557705" y="68024"/>
                  <a:pt x="556350" y="64958"/>
                  <a:pt x="554543" y="62402"/>
                </a:cubicBezTo>
                <a:cubicBezTo>
                  <a:pt x="552736" y="59847"/>
                  <a:pt x="550425" y="57871"/>
                  <a:pt x="547610" y="56474"/>
                </a:cubicBezTo>
                <a:cubicBezTo>
                  <a:pt x="544795" y="55077"/>
                  <a:pt x="541511" y="54378"/>
                  <a:pt x="537757" y="54378"/>
                </a:cubicBezTo>
                <a:cubicBezTo>
                  <a:pt x="532961" y="54378"/>
                  <a:pt x="528165" y="56048"/>
                  <a:pt x="523369" y="59387"/>
                </a:cubicBezTo>
                <a:cubicBezTo>
                  <a:pt x="518574" y="62726"/>
                  <a:pt x="513534" y="67632"/>
                  <a:pt x="508252" y="74106"/>
                </a:cubicBezTo>
                <a:lnTo>
                  <a:pt x="508252" y="140443"/>
                </a:lnTo>
                <a:cubicBezTo>
                  <a:pt x="508252" y="140852"/>
                  <a:pt x="508148" y="141227"/>
                  <a:pt x="507939" y="141568"/>
                </a:cubicBezTo>
                <a:cubicBezTo>
                  <a:pt x="507731" y="141908"/>
                  <a:pt x="507400" y="142181"/>
                  <a:pt x="506949" y="142385"/>
                </a:cubicBezTo>
                <a:cubicBezTo>
                  <a:pt x="506497" y="142590"/>
                  <a:pt x="505871" y="142760"/>
                  <a:pt x="505072" y="142896"/>
                </a:cubicBezTo>
                <a:cubicBezTo>
                  <a:pt x="504273" y="143033"/>
                  <a:pt x="503247" y="143101"/>
                  <a:pt x="501996" y="143101"/>
                </a:cubicBezTo>
                <a:cubicBezTo>
                  <a:pt x="500815" y="143101"/>
                  <a:pt x="499824" y="143033"/>
                  <a:pt x="499025" y="142896"/>
                </a:cubicBezTo>
                <a:cubicBezTo>
                  <a:pt x="498226" y="142760"/>
                  <a:pt x="497583" y="142590"/>
                  <a:pt x="497096" y="142385"/>
                </a:cubicBezTo>
                <a:cubicBezTo>
                  <a:pt x="496610" y="142181"/>
                  <a:pt x="496279" y="141908"/>
                  <a:pt x="496106" y="141568"/>
                </a:cubicBezTo>
                <a:cubicBezTo>
                  <a:pt x="495932" y="141225"/>
                  <a:pt x="495845" y="140849"/>
                  <a:pt x="495845" y="140440"/>
                </a:cubicBezTo>
                <a:lnTo>
                  <a:pt x="495845" y="47840"/>
                </a:lnTo>
                <a:cubicBezTo>
                  <a:pt x="495845" y="47431"/>
                  <a:pt x="495932" y="47056"/>
                  <a:pt x="496106" y="46715"/>
                </a:cubicBezTo>
                <a:cubicBezTo>
                  <a:pt x="496279" y="46373"/>
                  <a:pt x="496610" y="46082"/>
                  <a:pt x="497096" y="45843"/>
                </a:cubicBezTo>
                <a:cubicBezTo>
                  <a:pt x="497583" y="45605"/>
                  <a:pt x="498191" y="45434"/>
                  <a:pt x="498921" y="45332"/>
                </a:cubicBezTo>
                <a:cubicBezTo>
                  <a:pt x="499651" y="45230"/>
                  <a:pt x="500606" y="45179"/>
                  <a:pt x="501788" y="45179"/>
                </a:cubicBezTo>
                <a:cubicBezTo>
                  <a:pt x="502969" y="45179"/>
                  <a:pt x="503943" y="45230"/>
                  <a:pt x="504707" y="45332"/>
                </a:cubicBezTo>
                <a:cubicBezTo>
                  <a:pt x="505472" y="45434"/>
                  <a:pt x="506062" y="45605"/>
                  <a:pt x="506480" y="45843"/>
                </a:cubicBezTo>
                <a:cubicBezTo>
                  <a:pt x="506897" y="46082"/>
                  <a:pt x="507192" y="46373"/>
                  <a:pt x="507366" y="46715"/>
                </a:cubicBezTo>
                <a:cubicBezTo>
                  <a:pt x="507539" y="47056"/>
                  <a:pt x="507626" y="47431"/>
                  <a:pt x="507626" y="47840"/>
                </a:cubicBezTo>
                <a:lnTo>
                  <a:pt x="507626" y="60936"/>
                </a:lnTo>
                <a:cubicBezTo>
                  <a:pt x="513048" y="55037"/>
                  <a:pt x="518365" y="50767"/>
                  <a:pt x="523578" y="48124"/>
                </a:cubicBezTo>
                <a:cubicBezTo>
                  <a:pt x="528791" y="45479"/>
                  <a:pt x="533969" y="44157"/>
                  <a:pt x="539113" y="44157"/>
                </a:cubicBezTo>
                <a:cubicBezTo>
                  <a:pt x="545299" y="44157"/>
                  <a:pt x="550512" y="45179"/>
                  <a:pt x="554751" y="47223"/>
                </a:cubicBezTo>
                <a:cubicBezTo>
                  <a:pt x="558991" y="49268"/>
                  <a:pt x="562415" y="52027"/>
                  <a:pt x="565021" y="55503"/>
                </a:cubicBezTo>
                <a:cubicBezTo>
                  <a:pt x="567627" y="58978"/>
                  <a:pt x="569504" y="63032"/>
                  <a:pt x="570651" y="67666"/>
                </a:cubicBezTo>
                <a:cubicBezTo>
                  <a:pt x="571798" y="72300"/>
                  <a:pt x="572371" y="77888"/>
                  <a:pt x="572371" y="84429"/>
                </a:cubicBezTo>
                <a:lnTo>
                  <a:pt x="572371" y="140443"/>
                </a:lnTo>
                <a:close/>
                <a:moveTo>
                  <a:pt x="682016" y="51056"/>
                </a:moveTo>
                <a:cubicBezTo>
                  <a:pt x="682016" y="52983"/>
                  <a:pt x="681703" y="54326"/>
                  <a:pt x="681078" y="55084"/>
                </a:cubicBezTo>
                <a:cubicBezTo>
                  <a:pt x="680452" y="55840"/>
                  <a:pt x="679653" y="56218"/>
                  <a:pt x="678680" y="56218"/>
                </a:cubicBezTo>
                <a:lnTo>
                  <a:pt x="663771" y="56218"/>
                </a:lnTo>
                <a:cubicBezTo>
                  <a:pt x="666690" y="59127"/>
                  <a:pt x="668723" y="62289"/>
                  <a:pt x="669870" y="65705"/>
                </a:cubicBezTo>
                <a:cubicBezTo>
                  <a:pt x="671017" y="69119"/>
                  <a:pt x="671590" y="72719"/>
                  <a:pt x="671590" y="76508"/>
                </a:cubicBezTo>
                <a:cubicBezTo>
                  <a:pt x="671590" y="81746"/>
                  <a:pt x="670739" y="86407"/>
                  <a:pt x="669036" y="90489"/>
                </a:cubicBezTo>
                <a:cubicBezTo>
                  <a:pt x="667333" y="94571"/>
                  <a:pt x="664918" y="98024"/>
                  <a:pt x="661790" y="100848"/>
                </a:cubicBezTo>
                <a:cubicBezTo>
                  <a:pt x="658662" y="103671"/>
                  <a:pt x="654944" y="105832"/>
                  <a:pt x="650634" y="107329"/>
                </a:cubicBezTo>
                <a:cubicBezTo>
                  <a:pt x="646325" y="108826"/>
                  <a:pt x="641564" y="109574"/>
                  <a:pt x="636351" y="109574"/>
                </a:cubicBezTo>
                <a:cubicBezTo>
                  <a:pt x="632111" y="109574"/>
                  <a:pt x="628079" y="108996"/>
                  <a:pt x="624257" y="107840"/>
                </a:cubicBezTo>
                <a:cubicBezTo>
                  <a:pt x="620434" y="106684"/>
                  <a:pt x="617445" y="105255"/>
                  <a:pt x="615290" y="103553"/>
                </a:cubicBezTo>
                <a:cubicBezTo>
                  <a:pt x="613900" y="104922"/>
                  <a:pt x="612753" y="106497"/>
                  <a:pt x="611850" y="108277"/>
                </a:cubicBezTo>
                <a:cubicBezTo>
                  <a:pt x="610946" y="110058"/>
                  <a:pt x="610494" y="112112"/>
                  <a:pt x="610494" y="114439"/>
                </a:cubicBezTo>
                <a:cubicBezTo>
                  <a:pt x="610494" y="117039"/>
                  <a:pt x="611763" y="119229"/>
                  <a:pt x="614300" y="121010"/>
                </a:cubicBezTo>
                <a:cubicBezTo>
                  <a:pt x="616837" y="122790"/>
                  <a:pt x="620121" y="123748"/>
                  <a:pt x="624152" y="123884"/>
                </a:cubicBezTo>
                <a:lnTo>
                  <a:pt x="649696" y="124910"/>
                </a:lnTo>
                <a:cubicBezTo>
                  <a:pt x="654005" y="125046"/>
                  <a:pt x="658054" y="125626"/>
                  <a:pt x="661842" y="126651"/>
                </a:cubicBezTo>
                <a:cubicBezTo>
                  <a:pt x="665630" y="127673"/>
                  <a:pt x="668949" y="129191"/>
                  <a:pt x="671799" y="131206"/>
                </a:cubicBezTo>
                <a:cubicBezTo>
                  <a:pt x="674649" y="133220"/>
                  <a:pt x="676907" y="135696"/>
                  <a:pt x="678576" y="138632"/>
                </a:cubicBezTo>
                <a:cubicBezTo>
                  <a:pt x="680244" y="141566"/>
                  <a:pt x="681078" y="145013"/>
                  <a:pt x="681078" y="148972"/>
                </a:cubicBezTo>
                <a:cubicBezTo>
                  <a:pt x="681078" y="153069"/>
                  <a:pt x="680226" y="156995"/>
                  <a:pt x="678524" y="160749"/>
                </a:cubicBezTo>
                <a:cubicBezTo>
                  <a:pt x="676821" y="164503"/>
                  <a:pt x="674179" y="167796"/>
                  <a:pt x="670600" y="170628"/>
                </a:cubicBezTo>
                <a:cubicBezTo>
                  <a:pt x="667020" y="173463"/>
                  <a:pt x="662450" y="175716"/>
                  <a:pt x="656890" y="177387"/>
                </a:cubicBezTo>
                <a:cubicBezTo>
                  <a:pt x="651329" y="179061"/>
                  <a:pt x="644691" y="179898"/>
                  <a:pt x="636976" y="179898"/>
                </a:cubicBezTo>
                <a:cubicBezTo>
                  <a:pt x="629609" y="179898"/>
                  <a:pt x="623336" y="179267"/>
                  <a:pt x="618157" y="178004"/>
                </a:cubicBezTo>
                <a:cubicBezTo>
                  <a:pt x="612979" y="176743"/>
                  <a:pt x="608739" y="175005"/>
                  <a:pt x="605438" y="172788"/>
                </a:cubicBezTo>
                <a:cubicBezTo>
                  <a:pt x="602136" y="170573"/>
                  <a:pt x="599738" y="167966"/>
                  <a:pt x="598244" y="164965"/>
                </a:cubicBezTo>
                <a:cubicBezTo>
                  <a:pt x="596750" y="161965"/>
                  <a:pt x="596002" y="158725"/>
                  <a:pt x="596002" y="155245"/>
                </a:cubicBezTo>
                <a:cubicBezTo>
                  <a:pt x="596002" y="152860"/>
                  <a:pt x="596280" y="150610"/>
                  <a:pt x="596836" y="148496"/>
                </a:cubicBezTo>
                <a:cubicBezTo>
                  <a:pt x="597393" y="146381"/>
                  <a:pt x="598244" y="144370"/>
                  <a:pt x="599391" y="142462"/>
                </a:cubicBezTo>
                <a:cubicBezTo>
                  <a:pt x="600538" y="140552"/>
                  <a:pt x="601963" y="138711"/>
                  <a:pt x="603665" y="136939"/>
                </a:cubicBezTo>
                <a:cubicBezTo>
                  <a:pt x="605368" y="135165"/>
                  <a:pt x="607332" y="133357"/>
                  <a:pt x="609556" y="131515"/>
                </a:cubicBezTo>
                <a:cubicBezTo>
                  <a:pt x="606011" y="129735"/>
                  <a:pt x="603405" y="127579"/>
                  <a:pt x="601737" y="125047"/>
                </a:cubicBezTo>
                <a:cubicBezTo>
                  <a:pt x="600069" y="122515"/>
                  <a:pt x="599234" y="119812"/>
                  <a:pt x="599234" y="116937"/>
                </a:cubicBezTo>
                <a:cubicBezTo>
                  <a:pt x="599234" y="112695"/>
                  <a:pt x="600069" y="108948"/>
                  <a:pt x="601737" y="105697"/>
                </a:cubicBezTo>
                <a:cubicBezTo>
                  <a:pt x="603405" y="102445"/>
                  <a:pt x="605420" y="99519"/>
                  <a:pt x="607784" y="96919"/>
                </a:cubicBezTo>
                <a:cubicBezTo>
                  <a:pt x="605768" y="94334"/>
                  <a:pt x="604204" y="91510"/>
                  <a:pt x="603092" y="88448"/>
                </a:cubicBezTo>
                <a:cubicBezTo>
                  <a:pt x="601980" y="85386"/>
                  <a:pt x="601424" y="81712"/>
                  <a:pt x="601424" y="77428"/>
                </a:cubicBezTo>
                <a:cubicBezTo>
                  <a:pt x="601424" y="72255"/>
                  <a:pt x="602293" y="67612"/>
                  <a:pt x="604030" y="63498"/>
                </a:cubicBezTo>
                <a:cubicBezTo>
                  <a:pt x="605768" y="59381"/>
                  <a:pt x="608183" y="55894"/>
                  <a:pt x="611276" y="53037"/>
                </a:cubicBezTo>
                <a:cubicBezTo>
                  <a:pt x="614369" y="50179"/>
                  <a:pt x="618071" y="47985"/>
                  <a:pt x="622380" y="46453"/>
                </a:cubicBezTo>
                <a:cubicBezTo>
                  <a:pt x="626689" y="44922"/>
                  <a:pt x="631416" y="44157"/>
                  <a:pt x="636559" y="44157"/>
                </a:cubicBezTo>
                <a:cubicBezTo>
                  <a:pt x="639270" y="44157"/>
                  <a:pt x="641824" y="44310"/>
                  <a:pt x="644222" y="44617"/>
                </a:cubicBezTo>
                <a:cubicBezTo>
                  <a:pt x="646620" y="44923"/>
                  <a:pt x="648827" y="45315"/>
                  <a:pt x="650843" y="45792"/>
                </a:cubicBezTo>
                <a:lnTo>
                  <a:pt x="678680" y="45792"/>
                </a:lnTo>
                <a:cubicBezTo>
                  <a:pt x="679861" y="45792"/>
                  <a:pt x="680713" y="46239"/>
                  <a:pt x="681234" y="47134"/>
                </a:cubicBezTo>
                <a:cubicBezTo>
                  <a:pt x="681756" y="48028"/>
                  <a:pt x="682016" y="49336"/>
                  <a:pt x="682016" y="51056"/>
                </a:cubicBezTo>
                <a:moveTo>
                  <a:pt x="658766" y="76712"/>
                </a:moveTo>
                <a:cubicBezTo>
                  <a:pt x="658766" y="69711"/>
                  <a:pt x="656803" y="64238"/>
                  <a:pt x="652876" y="60294"/>
                </a:cubicBezTo>
                <a:cubicBezTo>
                  <a:pt x="648949" y="56350"/>
                  <a:pt x="643371" y="54378"/>
                  <a:pt x="636142" y="54378"/>
                </a:cubicBezTo>
                <a:cubicBezTo>
                  <a:pt x="632458" y="54378"/>
                  <a:pt x="629226" y="54991"/>
                  <a:pt x="626446" y="56215"/>
                </a:cubicBezTo>
                <a:cubicBezTo>
                  <a:pt x="623666" y="57437"/>
                  <a:pt x="621372" y="59103"/>
                  <a:pt x="619565" y="61211"/>
                </a:cubicBezTo>
                <a:cubicBezTo>
                  <a:pt x="617758" y="63319"/>
                  <a:pt x="616402" y="65767"/>
                  <a:pt x="615499" y="68554"/>
                </a:cubicBezTo>
                <a:cubicBezTo>
                  <a:pt x="614595" y="71342"/>
                  <a:pt x="614143" y="74300"/>
                  <a:pt x="614143" y="77428"/>
                </a:cubicBezTo>
                <a:cubicBezTo>
                  <a:pt x="614143" y="84225"/>
                  <a:pt x="616107" y="89579"/>
                  <a:pt x="620034" y="93488"/>
                </a:cubicBezTo>
                <a:cubicBezTo>
                  <a:pt x="623961" y="97398"/>
                  <a:pt x="629470" y="99353"/>
                  <a:pt x="636559" y="99353"/>
                </a:cubicBezTo>
                <a:cubicBezTo>
                  <a:pt x="640313" y="99353"/>
                  <a:pt x="643597" y="98742"/>
                  <a:pt x="646412" y="97519"/>
                </a:cubicBezTo>
                <a:cubicBezTo>
                  <a:pt x="649227" y="96295"/>
                  <a:pt x="651538" y="94646"/>
                  <a:pt x="653345" y="92571"/>
                </a:cubicBezTo>
                <a:cubicBezTo>
                  <a:pt x="655152" y="90497"/>
                  <a:pt x="656507" y="88084"/>
                  <a:pt x="657411" y="85330"/>
                </a:cubicBezTo>
                <a:cubicBezTo>
                  <a:pt x="658315" y="82577"/>
                  <a:pt x="658766" y="79704"/>
                  <a:pt x="658766" y="76712"/>
                </a:cubicBezTo>
                <a:moveTo>
                  <a:pt x="668671" y="149687"/>
                </a:moveTo>
                <a:cubicBezTo>
                  <a:pt x="668671" y="145177"/>
                  <a:pt x="666812" y="141726"/>
                  <a:pt x="663093" y="139335"/>
                </a:cubicBezTo>
                <a:cubicBezTo>
                  <a:pt x="659375" y="136941"/>
                  <a:pt x="654388" y="135642"/>
                  <a:pt x="648132" y="135438"/>
                </a:cubicBezTo>
                <a:lnTo>
                  <a:pt x="620712" y="134515"/>
                </a:lnTo>
                <a:cubicBezTo>
                  <a:pt x="618210" y="136429"/>
                  <a:pt x="616159" y="138240"/>
                  <a:pt x="614561" y="139948"/>
                </a:cubicBezTo>
                <a:cubicBezTo>
                  <a:pt x="612962" y="141656"/>
                  <a:pt x="611693" y="143313"/>
                  <a:pt x="610755" y="144918"/>
                </a:cubicBezTo>
                <a:cubicBezTo>
                  <a:pt x="609817" y="146526"/>
                  <a:pt x="609174" y="148099"/>
                  <a:pt x="608826" y="149636"/>
                </a:cubicBezTo>
                <a:cubicBezTo>
                  <a:pt x="608479" y="151174"/>
                  <a:pt x="608305" y="152728"/>
                  <a:pt x="608305" y="154300"/>
                </a:cubicBezTo>
                <a:cubicBezTo>
                  <a:pt x="608305" y="159357"/>
                  <a:pt x="610894" y="163184"/>
                  <a:pt x="616072" y="165780"/>
                </a:cubicBezTo>
                <a:cubicBezTo>
                  <a:pt x="621250" y="168378"/>
                  <a:pt x="628462" y="169677"/>
                  <a:pt x="637706" y="169677"/>
                </a:cubicBezTo>
                <a:cubicBezTo>
                  <a:pt x="643545" y="169677"/>
                  <a:pt x="648427" y="169112"/>
                  <a:pt x="652354" y="167984"/>
                </a:cubicBezTo>
                <a:cubicBezTo>
                  <a:pt x="656282" y="166857"/>
                  <a:pt x="659461" y="165371"/>
                  <a:pt x="661894" y="163525"/>
                </a:cubicBezTo>
                <a:cubicBezTo>
                  <a:pt x="664327" y="161680"/>
                  <a:pt x="666065" y="159562"/>
                  <a:pt x="667107" y="157168"/>
                </a:cubicBezTo>
                <a:cubicBezTo>
                  <a:pt x="668150" y="154777"/>
                  <a:pt x="668671" y="152283"/>
                  <a:pt x="668671" y="149687"/>
                </a:cubicBezTo>
                <a:close/>
                <a:moveTo>
                  <a:pt x="767403" y="140440"/>
                </a:moveTo>
                <a:cubicBezTo>
                  <a:pt x="767403" y="140849"/>
                  <a:pt x="767299" y="141225"/>
                  <a:pt x="767090" y="141568"/>
                </a:cubicBezTo>
                <a:cubicBezTo>
                  <a:pt x="766882" y="141908"/>
                  <a:pt x="766552" y="142181"/>
                  <a:pt x="766100" y="142385"/>
                </a:cubicBezTo>
                <a:cubicBezTo>
                  <a:pt x="765648" y="142590"/>
                  <a:pt x="765023" y="142760"/>
                  <a:pt x="764223" y="142896"/>
                </a:cubicBezTo>
                <a:cubicBezTo>
                  <a:pt x="763424" y="143033"/>
                  <a:pt x="762399" y="143101"/>
                  <a:pt x="761148" y="143101"/>
                </a:cubicBezTo>
                <a:cubicBezTo>
                  <a:pt x="759966" y="143101"/>
                  <a:pt x="758976" y="143033"/>
                  <a:pt x="758176" y="142896"/>
                </a:cubicBezTo>
                <a:cubicBezTo>
                  <a:pt x="757377" y="142760"/>
                  <a:pt x="756734" y="142590"/>
                  <a:pt x="756247" y="142385"/>
                </a:cubicBezTo>
                <a:cubicBezTo>
                  <a:pt x="755761" y="142181"/>
                  <a:pt x="755431" y="141908"/>
                  <a:pt x="755257" y="141568"/>
                </a:cubicBezTo>
                <a:cubicBezTo>
                  <a:pt x="755083" y="141225"/>
                  <a:pt x="754996" y="140849"/>
                  <a:pt x="754996" y="140440"/>
                </a:cubicBezTo>
                <a:lnTo>
                  <a:pt x="754996" y="47840"/>
                </a:lnTo>
                <a:cubicBezTo>
                  <a:pt x="754996" y="47431"/>
                  <a:pt x="755083" y="47056"/>
                  <a:pt x="755257" y="46715"/>
                </a:cubicBezTo>
                <a:cubicBezTo>
                  <a:pt x="755431" y="46373"/>
                  <a:pt x="755761" y="46082"/>
                  <a:pt x="756247" y="45843"/>
                </a:cubicBezTo>
                <a:cubicBezTo>
                  <a:pt x="756734" y="45605"/>
                  <a:pt x="757377" y="45434"/>
                  <a:pt x="758176" y="45332"/>
                </a:cubicBezTo>
                <a:cubicBezTo>
                  <a:pt x="758976" y="45230"/>
                  <a:pt x="759966" y="45179"/>
                  <a:pt x="761148" y="45179"/>
                </a:cubicBezTo>
                <a:cubicBezTo>
                  <a:pt x="762399" y="45179"/>
                  <a:pt x="763424" y="45230"/>
                  <a:pt x="764223" y="45332"/>
                </a:cubicBezTo>
                <a:cubicBezTo>
                  <a:pt x="765023" y="45434"/>
                  <a:pt x="765648" y="45605"/>
                  <a:pt x="766100" y="45843"/>
                </a:cubicBezTo>
                <a:cubicBezTo>
                  <a:pt x="766552" y="46082"/>
                  <a:pt x="766882" y="46373"/>
                  <a:pt x="767090" y="46715"/>
                </a:cubicBezTo>
                <a:cubicBezTo>
                  <a:pt x="767299" y="47056"/>
                  <a:pt x="767403" y="47431"/>
                  <a:pt x="767403" y="47840"/>
                </a:cubicBezTo>
                <a:lnTo>
                  <a:pt x="767403" y="140440"/>
                </a:lnTo>
                <a:moveTo>
                  <a:pt x="769280" y="16508"/>
                </a:moveTo>
                <a:cubicBezTo>
                  <a:pt x="769280" y="19798"/>
                  <a:pt x="768689" y="22026"/>
                  <a:pt x="767507" y="23193"/>
                </a:cubicBezTo>
                <a:cubicBezTo>
                  <a:pt x="766326" y="24358"/>
                  <a:pt x="764171" y="24940"/>
                  <a:pt x="761043" y="24940"/>
                </a:cubicBezTo>
                <a:cubicBezTo>
                  <a:pt x="757985" y="24940"/>
                  <a:pt x="755883" y="24375"/>
                  <a:pt x="754736" y="23244"/>
                </a:cubicBezTo>
                <a:cubicBezTo>
                  <a:pt x="753589" y="22114"/>
                  <a:pt x="753015" y="19902"/>
                  <a:pt x="753015" y="16610"/>
                </a:cubicBezTo>
                <a:cubicBezTo>
                  <a:pt x="753015" y="13320"/>
                  <a:pt x="753606" y="11092"/>
                  <a:pt x="754788" y="9928"/>
                </a:cubicBezTo>
                <a:cubicBezTo>
                  <a:pt x="755969" y="8761"/>
                  <a:pt x="758124" y="8177"/>
                  <a:pt x="761252" y="8177"/>
                </a:cubicBezTo>
                <a:cubicBezTo>
                  <a:pt x="764310" y="8177"/>
                  <a:pt x="766413" y="8743"/>
                  <a:pt x="767560" y="9873"/>
                </a:cubicBezTo>
                <a:cubicBezTo>
                  <a:pt x="768706" y="11004"/>
                  <a:pt x="769280" y="13216"/>
                  <a:pt x="769280" y="16508"/>
                </a:cubicBezTo>
                <a:close/>
                <a:moveTo>
                  <a:pt x="879117" y="140443"/>
                </a:moveTo>
                <a:cubicBezTo>
                  <a:pt x="879117" y="140852"/>
                  <a:pt x="879013" y="141227"/>
                  <a:pt x="878804" y="141568"/>
                </a:cubicBezTo>
                <a:cubicBezTo>
                  <a:pt x="878596" y="141908"/>
                  <a:pt x="878266" y="142181"/>
                  <a:pt x="877814" y="142385"/>
                </a:cubicBezTo>
                <a:cubicBezTo>
                  <a:pt x="877362" y="142590"/>
                  <a:pt x="876736" y="142760"/>
                  <a:pt x="875937" y="142896"/>
                </a:cubicBezTo>
                <a:cubicBezTo>
                  <a:pt x="875138" y="143033"/>
                  <a:pt x="874147" y="143101"/>
                  <a:pt x="872966" y="143101"/>
                </a:cubicBezTo>
                <a:cubicBezTo>
                  <a:pt x="871715" y="143101"/>
                  <a:pt x="870689" y="143033"/>
                  <a:pt x="869890" y="142896"/>
                </a:cubicBezTo>
                <a:cubicBezTo>
                  <a:pt x="869091" y="142760"/>
                  <a:pt x="868465" y="142590"/>
                  <a:pt x="868013" y="142385"/>
                </a:cubicBezTo>
                <a:cubicBezTo>
                  <a:pt x="867562" y="142181"/>
                  <a:pt x="867231" y="141908"/>
                  <a:pt x="867023" y="141568"/>
                </a:cubicBezTo>
                <a:cubicBezTo>
                  <a:pt x="866814" y="141227"/>
                  <a:pt x="866710" y="140852"/>
                  <a:pt x="866710" y="140443"/>
                </a:cubicBezTo>
                <a:lnTo>
                  <a:pt x="866710" y="85554"/>
                </a:lnTo>
                <a:cubicBezTo>
                  <a:pt x="866710" y="79830"/>
                  <a:pt x="866258" y="75179"/>
                  <a:pt x="865355" y="71601"/>
                </a:cubicBezTo>
                <a:cubicBezTo>
                  <a:pt x="864451" y="68024"/>
                  <a:pt x="863096" y="64958"/>
                  <a:pt x="861289" y="62402"/>
                </a:cubicBezTo>
                <a:cubicBezTo>
                  <a:pt x="859482" y="59847"/>
                  <a:pt x="857170" y="57871"/>
                  <a:pt x="854355" y="56474"/>
                </a:cubicBezTo>
                <a:cubicBezTo>
                  <a:pt x="851540" y="55077"/>
                  <a:pt x="848256" y="54378"/>
                  <a:pt x="844503" y="54378"/>
                </a:cubicBezTo>
                <a:cubicBezTo>
                  <a:pt x="839707" y="54378"/>
                  <a:pt x="834911" y="56048"/>
                  <a:pt x="830115" y="59387"/>
                </a:cubicBezTo>
                <a:cubicBezTo>
                  <a:pt x="825319" y="62726"/>
                  <a:pt x="820280" y="67632"/>
                  <a:pt x="814998" y="74106"/>
                </a:cubicBezTo>
                <a:lnTo>
                  <a:pt x="814998" y="140443"/>
                </a:lnTo>
                <a:cubicBezTo>
                  <a:pt x="814998" y="140852"/>
                  <a:pt x="814893" y="141227"/>
                  <a:pt x="814685" y="141568"/>
                </a:cubicBezTo>
                <a:cubicBezTo>
                  <a:pt x="814476" y="141908"/>
                  <a:pt x="814146" y="142181"/>
                  <a:pt x="813694" y="142385"/>
                </a:cubicBezTo>
                <a:cubicBezTo>
                  <a:pt x="813243" y="142590"/>
                  <a:pt x="812617" y="142760"/>
                  <a:pt x="811818" y="142896"/>
                </a:cubicBezTo>
                <a:cubicBezTo>
                  <a:pt x="811018" y="143033"/>
                  <a:pt x="809993" y="143101"/>
                  <a:pt x="808742" y="143101"/>
                </a:cubicBezTo>
                <a:cubicBezTo>
                  <a:pt x="807561" y="143101"/>
                  <a:pt x="806570" y="143033"/>
                  <a:pt x="805771" y="142896"/>
                </a:cubicBezTo>
                <a:cubicBezTo>
                  <a:pt x="804971" y="142760"/>
                  <a:pt x="804328" y="142590"/>
                  <a:pt x="803842" y="142385"/>
                </a:cubicBezTo>
                <a:cubicBezTo>
                  <a:pt x="803355" y="142181"/>
                  <a:pt x="803025" y="141908"/>
                  <a:pt x="802851" y="141568"/>
                </a:cubicBezTo>
                <a:cubicBezTo>
                  <a:pt x="802678" y="141225"/>
                  <a:pt x="802591" y="140849"/>
                  <a:pt x="802591" y="140440"/>
                </a:cubicBezTo>
                <a:lnTo>
                  <a:pt x="802591" y="47840"/>
                </a:lnTo>
                <a:cubicBezTo>
                  <a:pt x="802591" y="47431"/>
                  <a:pt x="802678" y="47056"/>
                  <a:pt x="802851" y="46715"/>
                </a:cubicBezTo>
                <a:cubicBezTo>
                  <a:pt x="803025" y="46373"/>
                  <a:pt x="803355" y="46082"/>
                  <a:pt x="803842" y="45843"/>
                </a:cubicBezTo>
                <a:cubicBezTo>
                  <a:pt x="804328" y="45605"/>
                  <a:pt x="804937" y="45434"/>
                  <a:pt x="805666" y="45332"/>
                </a:cubicBezTo>
                <a:cubicBezTo>
                  <a:pt x="806396" y="45230"/>
                  <a:pt x="807352" y="45179"/>
                  <a:pt x="808534" y="45179"/>
                </a:cubicBezTo>
                <a:cubicBezTo>
                  <a:pt x="809715" y="45179"/>
                  <a:pt x="810688" y="45230"/>
                  <a:pt x="811453" y="45332"/>
                </a:cubicBezTo>
                <a:cubicBezTo>
                  <a:pt x="812217" y="45434"/>
                  <a:pt x="812808" y="45605"/>
                  <a:pt x="813225" y="45843"/>
                </a:cubicBezTo>
                <a:cubicBezTo>
                  <a:pt x="813642" y="46082"/>
                  <a:pt x="813938" y="46373"/>
                  <a:pt x="814111" y="46715"/>
                </a:cubicBezTo>
                <a:cubicBezTo>
                  <a:pt x="814285" y="47056"/>
                  <a:pt x="814372" y="47431"/>
                  <a:pt x="814372" y="47840"/>
                </a:cubicBezTo>
                <a:lnTo>
                  <a:pt x="814372" y="60936"/>
                </a:lnTo>
                <a:cubicBezTo>
                  <a:pt x="819794" y="55037"/>
                  <a:pt x="825111" y="50767"/>
                  <a:pt x="830324" y="48124"/>
                </a:cubicBezTo>
                <a:cubicBezTo>
                  <a:pt x="835537" y="45479"/>
                  <a:pt x="840715" y="44157"/>
                  <a:pt x="845858" y="44157"/>
                </a:cubicBezTo>
                <a:cubicBezTo>
                  <a:pt x="852044" y="44157"/>
                  <a:pt x="857257" y="45179"/>
                  <a:pt x="861497" y="47223"/>
                </a:cubicBezTo>
                <a:cubicBezTo>
                  <a:pt x="865737" y="49268"/>
                  <a:pt x="869160" y="52027"/>
                  <a:pt x="871767" y="55503"/>
                </a:cubicBezTo>
                <a:cubicBezTo>
                  <a:pt x="874373" y="58978"/>
                  <a:pt x="876250" y="63032"/>
                  <a:pt x="877397" y="67666"/>
                </a:cubicBezTo>
                <a:cubicBezTo>
                  <a:pt x="878544" y="72300"/>
                  <a:pt x="879117" y="77888"/>
                  <a:pt x="879117" y="84429"/>
                </a:cubicBezTo>
                <a:lnTo>
                  <a:pt x="879117" y="140443"/>
                </a:lnTo>
                <a:close/>
                <a:moveTo>
                  <a:pt x="989701" y="140443"/>
                </a:moveTo>
                <a:cubicBezTo>
                  <a:pt x="989701" y="140852"/>
                  <a:pt x="989596" y="141227"/>
                  <a:pt x="989388" y="141568"/>
                </a:cubicBezTo>
                <a:cubicBezTo>
                  <a:pt x="989179" y="141908"/>
                  <a:pt x="988849" y="142181"/>
                  <a:pt x="988397" y="142385"/>
                </a:cubicBezTo>
                <a:cubicBezTo>
                  <a:pt x="987946" y="142590"/>
                  <a:pt x="987320" y="142760"/>
                  <a:pt x="986521" y="142896"/>
                </a:cubicBezTo>
                <a:cubicBezTo>
                  <a:pt x="985721" y="143033"/>
                  <a:pt x="984731" y="143101"/>
                  <a:pt x="983549" y="143101"/>
                </a:cubicBezTo>
                <a:cubicBezTo>
                  <a:pt x="982298" y="143101"/>
                  <a:pt x="981273" y="143033"/>
                  <a:pt x="980474" y="142896"/>
                </a:cubicBezTo>
                <a:cubicBezTo>
                  <a:pt x="979674" y="142760"/>
                  <a:pt x="979049" y="142590"/>
                  <a:pt x="978597" y="142385"/>
                </a:cubicBezTo>
                <a:cubicBezTo>
                  <a:pt x="978145" y="142181"/>
                  <a:pt x="977815" y="141908"/>
                  <a:pt x="977607" y="141568"/>
                </a:cubicBezTo>
                <a:cubicBezTo>
                  <a:pt x="977398" y="141227"/>
                  <a:pt x="977294" y="140852"/>
                  <a:pt x="977294" y="140443"/>
                </a:cubicBezTo>
                <a:lnTo>
                  <a:pt x="977294" y="85554"/>
                </a:lnTo>
                <a:cubicBezTo>
                  <a:pt x="977294" y="79830"/>
                  <a:pt x="976842" y="75179"/>
                  <a:pt x="975938" y="71601"/>
                </a:cubicBezTo>
                <a:cubicBezTo>
                  <a:pt x="975035" y="68024"/>
                  <a:pt x="973679" y="64958"/>
                  <a:pt x="971872" y="62402"/>
                </a:cubicBezTo>
                <a:cubicBezTo>
                  <a:pt x="970065" y="59847"/>
                  <a:pt x="967754" y="57871"/>
                  <a:pt x="964939" y="56474"/>
                </a:cubicBezTo>
                <a:cubicBezTo>
                  <a:pt x="962124" y="55077"/>
                  <a:pt x="958840" y="54378"/>
                  <a:pt x="955087" y="54378"/>
                </a:cubicBezTo>
                <a:cubicBezTo>
                  <a:pt x="950291" y="54378"/>
                  <a:pt x="945495" y="56048"/>
                  <a:pt x="940699" y="59387"/>
                </a:cubicBezTo>
                <a:cubicBezTo>
                  <a:pt x="935903" y="62726"/>
                  <a:pt x="930864" y="67632"/>
                  <a:pt x="925581" y="74106"/>
                </a:cubicBezTo>
                <a:lnTo>
                  <a:pt x="925581" y="140443"/>
                </a:lnTo>
                <a:cubicBezTo>
                  <a:pt x="925581" y="140852"/>
                  <a:pt x="925477" y="141227"/>
                  <a:pt x="925268" y="141568"/>
                </a:cubicBezTo>
                <a:cubicBezTo>
                  <a:pt x="925060" y="141908"/>
                  <a:pt x="924730" y="142181"/>
                  <a:pt x="924278" y="142385"/>
                </a:cubicBezTo>
                <a:cubicBezTo>
                  <a:pt x="923826" y="142590"/>
                  <a:pt x="923201" y="142760"/>
                  <a:pt x="922401" y="142896"/>
                </a:cubicBezTo>
                <a:cubicBezTo>
                  <a:pt x="921602" y="143033"/>
                  <a:pt x="920577" y="143101"/>
                  <a:pt x="919326" y="143101"/>
                </a:cubicBezTo>
                <a:cubicBezTo>
                  <a:pt x="918144" y="143101"/>
                  <a:pt x="917154" y="143033"/>
                  <a:pt x="916354" y="142896"/>
                </a:cubicBezTo>
                <a:cubicBezTo>
                  <a:pt x="915555" y="142760"/>
                  <a:pt x="914912" y="142590"/>
                  <a:pt x="914425" y="142385"/>
                </a:cubicBezTo>
                <a:cubicBezTo>
                  <a:pt x="913939" y="142181"/>
                  <a:pt x="913609" y="141908"/>
                  <a:pt x="913435" y="141568"/>
                </a:cubicBezTo>
                <a:cubicBezTo>
                  <a:pt x="913261" y="141225"/>
                  <a:pt x="913174" y="140849"/>
                  <a:pt x="913174" y="140440"/>
                </a:cubicBezTo>
                <a:lnTo>
                  <a:pt x="913174" y="47840"/>
                </a:lnTo>
                <a:cubicBezTo>
                  <a:pt x="913174" y="47431"/>
                  <a:pt x="913261" y="47056"/>
                  <a:pt x="913435" y="46715"/>
                </a:cubicBezTo>
                <a:cubicBezTo>
                  <a:pt x="913609" y="46373"/>
                  <a:pt x="913939" y="46082"/>
                  <a:pt x="914425" y="45843"/>
                </a:cubicBezTo>
                <a:cubicBezTo>
                  <a:pt x="914912" y="45605"/>
                  <a:pt x="915520" y="45434"/>
                  <a:pt x="916250" y="45332"/>
                </a:cubicBezTo>
                <a:cubicBezTo>
                  <a:pt x="916980" y="45230"/>
                  <a:pt x="917936" y="45179"/>
                  <a:pt x="919117" y="45179"/>
                </a:cubicBezTo>
                <a:cubicBezTo>
                  <a:pt x="920299" y="45179"/>
                  <a:pt x="921272" y="45230"/>
                  <a:pt x="922036" y="45332"/>
                </a:cubicBezTo>
                <a:cubicBezTo>
                  <a:pt x="922801" y="45434"/>
                  <a:pt x="923392" y="45605"/>
                  <a:pt x="923809" y="45843"/>
                </a:cubicBezTo>
                <a:cubicBezTo>
                  <a:pt x="924226" y="46082"/>
                  <a:pt x="924521" y="46373"/>
                  <a:pt x="924695" y="46715"/>
                </a:cubicBezTo>
                <a:cubicBezTo>
                  <a:pt x="924869" y="47056"/>
                  <a:pt x="924956" y="47431"/>
                  <a:pt x="924956" y="47840"/>
                </a:cubicBezTo>
                <a:lnTo>
                  <a:pt x="924956" y="60936"/>
                </a:lnTo>
                <a:cubicBezTo>
                  <a:pt x="930377" y="55037"/>
                  <a:pt x="935694" y="50767"/>
                  <a:pt x="940907" y="48124"/>
                </a:cubicBezTo>
                <a:cubicBezTo>
                  <a:pt x="946120" y="45479"/>
                  <a:pt x="951298" y="44157"/>
                  <a:pt x="956442" y="44157"/>
                </a:cubicBezTo>
                <a:cubicBezTo>
                  <a:pt x="962628" y="44157"/>
                  <a:pt x="967841" y="45179"/>
                  <a:pt x="972081" y="47223"/>
                </a:cubicBezTo>
                <a:cubicBezTo>
                  <a:pt x="976321" y="49268"/>
                  <a:pt x="979744" y="52027"/>
                  <a:pt x="982350" y="55503"/>
                </a:cubicBezTo>
                <a:cubicBezTo>
                  <a:pt x="984957" y="58978"/>
                  <a:pt x="986833" y="63032"/>
                  <a:pt x="987980" y="67666"/>
                </a:cubicBezTo>
                <a:cubicBezTo>
                  <a:pt x="989127" y="72300"/>
                  <a:pt x="989701" y="77888"/>
                  <a:pt x="989701" y="84429"/>
                </a:cubicBezTo>
                <a:lnTo>
                  <a:pt x="989701" y="140443"/>
                </a:lnTo>
                <a:close/>
                <a:moveTo>
                  <a:pt x="1100701" y="89438"/>
                </a:moveTo>
                <a:cubicBezTo>
                  <a:pt x="1100701" y="91891"/>
                  <a:pt x="1100041" y="93578"/>
                  <a:pt x="1098720" y="94498"/>
                </a:cubicBezTo>
                <a:cubicBezTo>
                  <a:pt x="1097400" y="95418"/>
                  <a:pt x="1096114" y="95878"/>
                  <a:pt x="1094863" y="95878"/>
                </a:cubicBezTo>
                <a:lnTo>
                  <a:pt x="1030535" y="95878"/>
                </a:lnTo>
                <a:cubicBezTo>
                  <a:pt x="1030535" y="101616"/>
                  <a:pt x="1031108" y="106809"/>
                  <a:pt x="1032255" y="111456"/>
                </a:cubicBezTo>
                <a:cubicBezTo>
                  <a:pt x="1033402" y="116102"/>
                  <a:pt x="1035296" y="120082"/>
                  <a:pt x="1037937" y="123396"/>
                </a:cubicBezTo>
                <a:cubicBezTo>
                  <a:pt x="1040578" y="126709"/>
                  <a:pt x="1044019" y="129255"/>
                  <a:pt x="1048259" y="131033"/>
                </a:cubicBezTo>
                <a:cubicBezTo>
                  <a:pt x="1052499" y="132809"/>
                  <a:pt x="1057712" y="133697"/>
                  <a:pt x="1063898" y="133697"/>
                </a:cubicBezTo>
                <a:cubicBezTo>
                  <a:pt x="1068277" y="133697"/>
                  <a:pt x="1072204" y="133317"/>
                  <a:pt x="1075679" y="132557"/>
                </a:cubicBezTo>
                <a:cubicBezTo>
                  <a:pt x="1079154" y="131796"/>
                  <a:pt x="1082160" y="130950"/>
                  <a:pt x="1084697" y="130017"/>
                </a:cubicBezTo>
                <a:cubicBezTo>
                  <a:pt x="1087234" y="129085"/>
                  <a:pt x="1089320" y="128238"/>
                  <a:pt x="1090953" y="127478"/>
                </a:cubicBezTo>
                <a:cubicBezTo>
                  <a:pt x="1092586" y="126718"/>
                  <a:pt x="1093751" y="126338"/>
                  <a:pt x="1094446" y="126338"/>
                </a:cubicBezTo>
                <a:cubicBezTo>
                  <a:pt x="1094863" y="126338"/>
                  <a:pt x="1095245" y="126441"/>
                  <a:pt x="1095592" y="126647"/>
                </a:cubicBezTo>
                <a:cubicBezTo>
                  <a:pt x="1095940" y="126854"/>
                  <a:pt x="1096218" y="127181"/>
                  <a:pt x="1096427" y="127628"/>
                </a:cubicBezTo>
                <a:cubicBezTo>
                  <a:pt x="1096635" y="128075"/>
                  <a:pt x="1096791" y="128643"/>
                  <a:pt x="1096896" y="129331"/>
                </a:cubicBezTo>
                <a:cubicBezTo>
                  <a:pt x="1097000" y="130018"/>
                  <a:pt x="1097052" y="130878"/>
                  <a:pt x="1097052" y="131908"/>
                </a:cubicBezTo>
                <a:cubicBezTo>
                  <a:pt x="1097052" y="132392"/>
                  <a:pt x="1097017" y="132857"/>
                  <a:pt x="1096948" y="133304"/>
                </a:cubicBezTo>
                <a:cubicBezTo>
                  <a:pt x="1096878" y="133751"/>
                  <a:pt x="1096791" y="134164"/>
                  <a:pt x="1096687" y="134543"/>
                </a:cubicBezTo>
                <a:cubicBezTo>
                  <a:pt x="1096583" y="134920"/>
                  <a:pt x="1096427" y="135281"/>
                  <a:pt x="1096218" y="135626"/>
                </a:cubicBezTo>
                <a:cubicBezTo>
                  <a:pt x="1096009" y="135969"/>
                  <a:pt x="1095731" y="136313"/>
                  <a:pt x="1095384" y="136658"/>
                </a:cubicBezTo>
                <a:cubicBezTo>
                  <a:pt x="1095036" y="137001"/>
                  <a:pt x="1093959" y="137598"/>
                  <a:pt x="1092152" y="138450"/>
                </a:cubicBezTo>
                <a:cubicBezTo>
                  <a:pt x="1090345" y="139302"/>
                  <a:pt x="1087982" y="140154"/>
                  <a:pt x="1085062" y="141005"/>
                </a:cubicBezTo>
                <a:cubicBezTo>
                  <a:pt x="1082143" y="141857"/>
                  <a:pt x="1078755" y="142624"/>
                  <a:pt x="1074897" y="143305"/>
                </a:cubicBezTo>
                <a:cubicBezTo>
                  <a:pt x="1071039" y="143987"/>
                  <a:pt x="1066886" y="144327"/>
                  <a:pt x="1062438" y="144327"/>
                </a:cubicBezTo>
                <a:cubicBezTo>
                  <a:pt x="1055140" y="144327"/>
                  <a:pt x="1048676" y="143253"/>
                  <a:pt x="1043046" y="141104"/>
                </a:cubicBezTo>
                <a:cubicBezTo>
                  <a:pt x="1037416" y="138956"/>
                  <a:pt x="1032689" y="135784"/>
                  <a:pt x="1028867" y="131589"/>
                </a:cubicBezTo>
                <a:cubicBezTo>
                  <a:pt x="1025044" y="127394"/>
                  <a:pt x="1022142" y="122192"/>
                  <a:pt x="1020161" y="115985"/>
                </a:cubicBezTo>
                <a:cubicBezTo>
                  <a:pt x="1018180" y="109778"/>
                  <a:pt x="1017190" y="102581"/>
                  <a:pt x="1017190" y="94395"/>
                </a:cubicBezTo>
                <a:cubicBezTo>
                  <a:pt x="1017190" y="86550"/>
                  <a:pt x="1018215" y="79524"/>
                  <a:pt x="1020265" y="73317"/>
                </a:cubicBezTo>
                <a:cubicBezTo>
                  <a:pt x="1022316" y="67109"/>
                  <a:pt x="1025252" y="61840"/>
                  <a:pt x="1029075" y="57509"/>
                </a:cubicBezTo>
                <a:cubicBezTo>
                  <a:pt x="1032898" y="53177"/>
                  <a:pt x="1037503" y="49869"/>
                  <a:pt x="1042889" y="47584"/>
                </a:cubicBezTo>
                <a:cubicBezTo>
                  <a:pt x="1048276" y="45299"/>
                  <a:pt x="1054271" y="44157"/>
                  <a:pt x="1060874" y="44157"/>
                </a:cubicBezTo>
                <a:cubicBezTo>
                  <a:pt x="1067964" y="44157"/>
                  <a:pt x="1074011" y="45315"/>
                  <a:pt x="1079015" y="47632"/>
                </a:cubicBezTo>
                <a:cubicBezTo>
                  <a:pt x="1084020" y="49949"/>
                  <a:pt x="1088138" y="53067"/>
                  <a:pt x="1091370" y="56985"/>
                </a:cubicBezTo>
                <a:cubicBezTo>
                  <a:pt x="1094602" y="60903"/>
                  <a:pt x="1096965" y="65452"/>
                  <a:pt x="1098460" y="70630"/>
                </a:cubicBezTo>
                <a:cubicBezTo>
                  <a:pt x="1099954" y="75809"/>
                  <a:pt x="1100701" y="81261"/>
                  <a:pt x="1100701" y="86985"/>
                </a:cubicBezTo>
                <a:lnTo>
                  <a:pt x="1100701" y="89438"/>
                </a:lnTo>
                <a:moveTo>
                  <a:pt x="1087877" y="85860"/>
                </a:moveTo>
                <a:cubicBezTo>
                  <a:pt x="1088086" y="76048"/>
                  <a:pt x="1085792" y="68382"/>
                  <a:pt x="1080996" y="62862"/>
                </a:cubicBezTo>
                <a:cubicBezTo>
                  <a:pt x="1076200" y="57343"/>
                  <a:pt x="1069215" y="54583"/>
                  <a:pt x="1060040" y="54583"/>
                </a:cubicBezTo>
                <a:cubicBezTo>
                  <a:pt x="1055314" y="54583"/>
                  <a:pt x="1051161" y="55452"/>
                  <a:pt x="1047581" y="57189"/>
                </a:cubicBezTo>
                <a:cubicBezTo>
                  <a:pt x="1044002" y="58927"/>
                  <a:pt x="1040978" y="61227"/>
                  <a:pt x="1038511" y="64089"/>
                </a:cubicBezTo>
                <a:cubicBezTo>
                  <a:pt x="1036043" y="66951"/>
                  <a:pt x="1034149" y="70273"/>
                  <a:pt x="1032828" y="74055"/>
                </a:cubicBezTo>
                <a:cubicBezTo>
                  <a:pt x="1031508" y="77837"/>
                  <a:pt x="1030743" y="81772"/>
                  <a:pt x="1030535" y="85860"/>
                </a:cubicBezTo>
                <a:lnTo>
                  <a:pt x="1087877" y="85860"/>
                </a:lnTo>
                <a:close/>
                <a:moveTo>
                  <a:pt x="1180914" y="52717"/>
                </a:moveTo>
                <a:cubicBezTo>
                  <a:pt x="1180914" y="53748"/>
                  <a:pt x="1180879" y="54623"/>
                  <a:pt x="1180810" y="55343"/>
                </a:cubicBezTo>
                <a:cubicBezTo>
                  <a:pt x="1180740" y="56063"/>
                  <a:pt x="1180619" y="56644"/>
                  <a:pt x="1180445" y="57087"/>
                </a:cubicBezTo>
                <a:cubicBezTo>
                  <a:pt x="1180271" y="57530"/>
                  <a:pt x="1180063" y="57871"/>
                  <a:pt x="1179820" y="58109"/>
                </a:cubicBezTo>
                <a:cubicBezTo>
                  <a:pt x="1179576" y="58348"/>
                  <a:pt x="1179246" y="58467"/>
                  <a:pt x="1178829" y="58467"/>
                </a:cubicBezTo>
                <a:cubicBezTo>
                  <a:pt x="1178203" y="58467"/>
                  <a:pt x="1177474" y="58314"/>
                  <a:pt x="1176640" y="58007"/>
                </a:cubicBezTo>
                <a:cubicBezTo>
                  <a:pt x="1175806" y="57700"/>
                  <a:pt x="1174832" y="57377"/>
                  <a:pt x="1173720" y="57036"/>
                </a:cubicBezTo>
                <a:cubicBezTo>
                  <a:pt x="1172608" y="56695"/>
                  <a:pt x="1171392" y="56371"/>
                  <a:pt x="1170071" y="56065"/>
                </a:cubicBezTo>
                <a:cubicBezTo>
                  <a:pt x="1168751" y="55758"/>
                  <a:pt x="1167291" y="55605"/>
                  <a:pt x="1165692" y="55605"/>
                </a:cubicBezTo>
                <a:cubicBezTo>
                  <a:pt x="1163816" y="55605"/>
                  <a:pt x="1161974" y="55993"/>
                  <a:pt x="1160167" y="56771"/>
                </a:cubicBezTo>
                <a:cubicBezTo>
                  <a:pt x="1158360" y="57548"/>
                  <a:pt x="1156465" y="58799"/>
                  <a:pt x="1154485" y="60524"/>
                </a:cubicBezTo>
                <a:cubicBezTo>
                  <a:pt x="1152504" y="62249"/>
                  <a:pt x="1150418" y="64532"/>
                  <a:pt x="1148229" y="67372"/>
                </a:cubicBezTo>
                <a:cubicBezTo>
                  <a:pt x="1146040" y="70213"/>
                  <a:pt x="1143624" y="73696"/>
                  <a:pt x="1140983" y="77821"/>
                </a:cubicBezTo>
                <a:lnTo>
                  <a:pt x="1140983" y="140440"/>
                </a:lnTo>
                <a:cubicBezTo>
                  <a:pt x="1140983" y="140849"/>
                  <a:pt x="1140879" y="141225"/>
                  <a:pt x="1140670" y="141568"/>
                </a:cubicBezTo>
                <a:cubicBezTo>
                  <a:pt x="1140462" y="141908"/>
                  <a:pt x="1140132" y="142181"/>
                  <a:pt x="1139680" y="142385"/>
                </a:cubicBezTo>
                <a:cubicBezTo>
                  <a:pt x="1139228" y="142590"/>
                  <a:pt x="1138602" y="142760"/>
                  <a:pt x="1137803" y="142896"/>
                </a:cubicBezTo>
                <a:cubicBezTo>
                  <a:pt x="1137004" y="143033"/>
                  <a:pt x="1135979" y="143101"/>
                  <a:pt x="1134727" y="143101"/>
                </a:cubicBezTo>
                <a:cubicBezTo>
                  <a:pt x="1133546" y="143101"/>
                  <a:pt x="1132555" y="143033"/>
                  <a:pt x="1131756" y="142896"/>
                </a:cubicBezTo>
                <a:cubicBezTo>
                  <a:pt x="1130957" y="142760"/>
                  <a:pt x="1130314" y="142590"/>
                  <a:pt x="1129827" y="142385"/>
                </a:cubicBezTo>
                <a:cubicBezTo>
                  <a:pt x="1129341" y="142181"/>
                  <a:pt x="1129011" y="141908"/>
                  <a:pt x="1128837" y="141568"/>
                </a:cubicBezTo>
                <a:cubicBezTo>
                  <a:pt x="1128663" y="141225"/>
                  <a:pt x="1128576" y="140849"/>
                  <a:pt x="1128576" y="140440"/>
                </a:cubicBezTo>
                <a:lnTo>
                  <a:pt x="1128576" y="47840"/>
                </a:lnTo>
                <a:cubicBezTo>
                  <a:pt x="1128576" y="47431"/>
                  <a:pt x="1128663" y="47056"/>
                  <a:pt x="1128837" y="46715"/>
                </a:cubicBezTo>
                <a:cubicBezTo>
                  <a:pt x="1129011" y="46373"/>
                  <a:pt x="1129341" y="46082"/>
                  <a:pt x="1129827" y="45843"/>
                </a:cubicBezTo>
                <a:cubicBezTo>
                  <a:pt x="1130314" y="45605"/>
                  <a:pt x="1130922" y="45434"/>
                  <a:pt x="1131652" y="45332"/>
                </a:cubicBezTo>
                <a:cubicBezTo>
                  <a:pt x="1132382" y="45230"/>
                  <a:pt x="1133337" y="45179"/>
                  <a:pt x="1134519" y="45179"/>
                </a:cubicBezTo>
                <a:cubicBezTo>
                  <a:pt x="1135701" y="45179"/>
                  <a:pt x="1136674" y="45230"/>
                  <a:pt x="1137438" y="45332"/>
                </a:cubicBezTo>
                <a:cubicBezTo>
                  <a:pt x="1138203" y="45434"/>
                  <a:pt x="1138794" y="45605"/>
                  <a:pt x="1139211" y="45843"/>
                </a:cubicBezTo>
                <a:cubicBezTo>
                  <a:pt x="1139628" y="46082"/>
                  <a:pt x="1139923" y="46373"/>
                  <a:pt x="1140097" y="46715"/>
                </a:cubicBezTo>
                <a:cubicBezTo>
                  <a:pt x="1140271" y="47056"/>
                  <a:pt x="1140357" y="47431"/>
                  <a:pt x="1140357" y="47840"/>
                </a:cubicBezTo>
                <a:lnTo>
                  <a:pt x="1140357" y="62472"/>
                </a:lnTo>
                <a:cubicBezTo>
                  <a:pt x="1143068" y="58605"/>
                  <a:pt x="1145570" y="55485"/>
                  <a:pt x="1147864" y="53110"/>
                </a:cubicBezTo>
                <a:cubicBezTo>
                  <a:pt x="1150158" y="50736"/>
                  <a:pt x="1152347" y="48887"/>
                  <a:pt x="1154432" y="47565"/>
                </a:cubicBezTo>
                <a:cubicBezTo>
                  <a:pt x="1156518" y="46243"/>
                  <a:pt x="1158551" y="45344"/>
                  <a:pt x="1160532" y="44869"/>
                </a:cubicBezTo>
                <a:cubicBezTo>
                  <a:pt x="1162512" y="44394"/>
                  <a:pt x="1164546" y="44157"/>
                  <a:pt x="1166631" y="44157"/>
                </a:cubicBezTo>
                <a:cubicBezTo>
                  <a:pt x="1167534" y="44157"/>
                  <a:pt x="1168577" y="44209"/>
                  <a:pt x="1169759" y="44313"/>
                </a:cubicBezTo>
                <a:cubicBezTo>
                  <a:pt x="1170940" y="44416"/>
                  <a:pt x="1172209" y="44604"/>
                  <a:pt x="1173564" y="44879"/>
                </a:cubicBezTo>
                <a:cubicBezTo>
                  <a:pt x="1174919" y="45153"/>
                  <a:pt x="1176136" y="45480"/>
                  <a:pt x="1177213" y="45859"/>
                </a:cubicBezTo>
                <a:cubicBezTo>
                  <a:pt x="1178290" y="46236"/>
                  <a:pt x="1179038" y="46580"/>
                  <a:pt x="1179455" y="46891"/>
                </a:cubicBezTo>
                <a:cubicBezTo>
                  <a:pt x="1179872" y="47200"/>
                  <a:pt x="1180150" y="47475"/>
                  <a:pt x="1180289" y="47715"/>
                </a:cubicBezTo>
                <a:cubicBezTo>
                  <a:pt x="1180428" y="47956"/>
                  <a:pt x="1180549" y="48266"/>
                  <a:pt x="1180654" y="48645"/>
                </a:cubicBezTo>
                <a:cubicBezTo>
                  <a:pt x="1180758" y="49022"/>
                  <a:pt x="1180827" y="49537"/>
                  <a:pt x="1180862" y="50191"/>
                </a:cubicBezTo>
                <a:cubicBezTo>
                  <a:pt x="1180897" y="50844"/>
                  <a:pt x="1180914" y="51687"/>
                  <a:pt x="1180914" y="52717"/>
                </a:cubicBezTo>
                <a:close/>
                <a:moveTo>
                  <a:pt x="1384949" y="140443"/>
                </a:moveTo>
                <a:cubicBezTo>
                  <a:pt x="1384949" y="140852"/>
                  <a:pt x="1384845" y="141227"/>
                  <a:pt x="1384637" y="141568"/>
                </a:cubicBezTo>
                <a:cubicBezTo>
                  <a:pt x="1384428" y="141908"/>
                  <a:pt x="1384098" y="142181"/>
                  <a:pt x="1383646" y="142385"/>
                </a:cubicBezTo>
                <a:cubicBezTo>
                  <a:pt x="1383194" y="142590"/>
                  <a:pt x="1382569" y="142760"/>
                  <a:pt x="1381769" y="142896"/>
                </a:cubicBezTo>
                <a:cubicBezTo>
                  <a:pt x="1380970" y="143033"/>
                  <a:pt x="1379980" y="143101"/>
                  <a:pt x="1378798" y="143101"/>
                </a:cubicBezTo>
                <a:cubicBezTo>
                  <a:pt x="1377547" y="143101"/>
                  <a:pt x="1376522" y="143033"/>
                  <a:pt x="1375722" y="142896"/>
                </a:cubicBezTo>
                <a:cubicBezTo>
                  <a:pt x="1374923" y="142760"/>
                  <a:pt x="1374280" y="142590"/>
                  <a:pt x="1373794" y="142385"/>
                </a:cubicBezTo>
                <a:cubicBezTo>
                  <a:pt x="1373307" y="142181"/>
                  <a:pt x="1372977" y="141908"/>
                  <a:pt x="1372803" y="141568"/>
                </a:cubicBezTo>
                <a:cubicBezTo>
                  <a:pt x="1372629" y="141227"/>
                  <a:pt x="1372543" y="140852"/>
                  <a:pt x="1372543" y="140443"/>
                </a:cubicBezTo>
                <a:lnTo>
                  <a:pt x="1372543" y="83510"/>
                </a:lnTo>
                <a:cubicBezTo>
                  <a:pt x="1372543" y="79148"/>
                  <a:pt x="1372143" y="75179"/>
                  <a:pt x="1371344" y="71601"/>
                </a:cubicBezTo>
                <a:cubicBezTo>
                  <a:pt x="1370544" y="68024"/>
                  <a:pt x="1369293" y="64958"/>
                  <a:pt x="1367590" y="62402"/>
                </a:cubicBezTo>
                <a:cubicBezTo>
                  <a:pt x="1365887" y="59847"/>
                  <a:pt x="1363733" y="57871"/>
                  <a:pt x="1361126" y="56474"/>
                </a:cubicBezTo>
                <a:cubicBezTo>
                  <a:pt x="1358520" y="55077"/>
                  <a:pt x="1355444" y="54378"/>
                  <a:pt x="1351899" y="54378"/>
                </a:cubicBezTo>
                <a:cubicBezTo>
                  <a:pt x="1347520" y="54378"/>
                  <a:pt x="1343089" y="56048"/>
                  <a:pt x="1338606" y="59387"/>
                </a:cubicBezTo>
                <a:cubicBezTo>
                  <a:pt x="1334123" y="62726"/>
                  <a:pt x="1329205" y="67632"/>
                  <a:pt x="1323854" y="74106"/>
                </a:cubicBezTo>
                <a:lnTo>
                  <a:pt x="1323854" y="140443"/>
                </a:lnTo>
                <a:cubicBezTo>
                  <a:pt x="1323854" y="140852"/>
                  <a:pt x="1323749" y="141227"/>
                  <a:pt x="1323541" y="141568"/>
                </a:cubicBezTo>
                <a:cubicBezTo>
                  <a:pt x="1323332" y="141908"/>
                  <a:pt x="1323002" y="142181"/>
                  <a:pt x="1322550" y="142385"/>
                </a:cubicBezTo>
                <a:cubicBezTo>
                  <a:pt x="1322098" y="142590"/>
                  <a:pt x="1321473" y="142760"/>
                  <a:pt x="1320674" y="142896"/>
                </a:cubicBezTo>
                <a:cubicBezTo>
                  <a:pt x="1319874" y="143033"/>
                  <a:pt x="1318884" y="143101"/>
                  <a:pt x="1317702" y="143101"/>
                </a:cubicBezTo>
                <a:cubicBezTo>
                  <a:pt x="1316521" y="143101"/>
                  <a:pt x="1315530" y="143033"/>
                  <a:pt x="1314731" y="142896"/>
                </a:cubicBezTo>
                <a:cubicBezTo>
                  <a:pt x="1313932" y="142760"/>
                  <a:pt x="1313289" y="142590"/>
                  <a:pt x="1312802" y="142385"/>
                </a:cubicBezTo>
                <a:cubicBezTo>
                  <a:pt x="1312316" y="142181"/>
                  <a:pt x="1311985" y="141908"/>
                  <a:pt x="1311812" y="141568"/>
                </a:cubicBezTo>
                <a:cubicBezTo>
                  <a:pt x="1311638" y="141227"/>
                  <a:pt x="1311551" y="140852"/>
                  <a:pt x="1311551" y="140443"/>
                </a:cubicBezTo>
                <a:lnTo>
                  <a:pt x="1311551" y="83510"/>
                </a:lnTo>
                <a:cubicBezTo>
                  <a:pt x="1311551" y="79148"/>
                  <a:pt x="1311134" y="75179"/>
                  <a:pt x="1310300" y="71601"/>
                </a:cubicBezTo>
                <a:cubicBezTo>
                  <a:pt x="1309466" y="68024"/>
                  <a:pt x="1308197" y="64958"/>
                  <a:pt x="1306494" y="62402"/>
                </a:cubicBezTo>
                <a:cubicBezTo>
                  <a:pt x="1304791" y="59847"/>
                  <a:pt x="1302637" y="57871"/>
                  <a:pt x="1300030" y="56474"/>
                </a:cubicBezTo>
                <a:cubicBezTo>
                  <a:pt x="1297424" y="55077"/>
                  <a:pt x="1294348" y="54378"/>
                  <a:pt x="1290803" y="54378"/>
                </a:cubicBezTo>
                <a:cubicBezTo>
                  <a:pt x="1286424" y="54378"/>
                  <a:pt x="1281993" y="56048"/>
                  <a:pt x="1277510" y="59387"/>
                </a:cubicBezTo>
                <a:cubicBezTo>
                  <a:pt x="1273027" y="62726"/>
                  <a:pt x="1268144" y="67632"/>
                  <a:pt x="1262862" y="74106"/>
                </a:cubicBezTo>
                <a:lnTo>
                  <a:pt x="1262862" y="140443"/>
                </a:lnTo>
                <a:cubicBezTo>
                  <a:pt x="1262862" y="140852"/>
                  <a:pt x="1262758" y="141227"/>
                  <a:pt x="1262549" y="141568"/>
                </a:cubicBezTo>
                <a:cubicBezTo>
                  <a:pt x="1262341" y="141908"/>
                  <a:pt x="1262010" y="142181"/>
                  <a:pt x="1261559" y="142385"/>
                </a:cubicBezTo>
                <a:cubicBezTo>
                  <a:pt x="1261107" y="142590"/>
                  <a:pt x="1260481" y="142760"/>
                  <a:pt x="1259682" y="142896"/>
                </a:cubicBezTo>
                <a:cubicBezTo>
                  <a:pt x="1258883" y="143033"/>
                  <a:pt x="1257858" y="143101"/>
                  <a:pt x="1256606" y="143101"/>
                </a:cubicBezTo>
                <a:cubicBezTo>
                  <a:pt x="1255425" y="143101"/>
                  <a:pt x="1254434" y="143033"/>
                  <a:pt x="1253635" y="142896"/>
                </a:cubicBezTo>
                <a:cubicBezTo>
                  <a:pt x="1252836" y="142760"/>
                  <a:pt x="1252193" y="142590"/>
                  <a:pt x="1251706" y="142385"/>
                </a:cubicBezTo>
                <a:cubicBezTo>
                  <a:pt x="1251220" y="142181"/>
                  <a:pt x="1250890" y="141908"/>
                  <a:pt x="1250716" y="141568"/>
                </a:cubicBezTo>
                <a:cubicBezTo>
                  <a:pt x="1250542" y="141225"/>
                  <a:pt x="1250455" y="140849"/>
                  <a:pt x="1250455" y="140440"/>
                </a:cubicBezTo>
                <a:lnTo>
                  <a:pt x="1250455" y="47840"/>
                </a:lnTo>
                <a:cubicBezTo>
                  <a:pt x="1250455" y="47431"/>
                  <a:pt x="1250542" y="47056"/>
                  <a:pt x="1250716" y="46715"/>
                </a:cubicBezTo>
                <a:cubicBezTo>
                  <a:pt x="1250890" y="46373"/>
                  <a:pt x="1251220" y="46082"/>
                  <a:pt x="1251706" y="45843"/>
                </a:cubicBezTo>
                <a:cubicBezTo>
                  <a:pt x="1252193" y="45605"/>
                  <a:pt x="1252801" y="45434"/>
                  <a:pt x="1253531" y="45332"/>
                </a:cubicBezTo>
                <a:cubicBezTo>
                  <a:pt x="1254261" y="45230"/>
                  <a:pt x="1255216" y="45179"/>
                  <a:pt x="1256398" y="45179"/>
                </a:cubicBezTo>
                <a:cubicBezTo>
                  <a:pt x="1257579" y="45179"/>
                  <a:pt x="1258553" y="45230"/>
                  <a:pt x="1259317" y="45332"/>
                </a:cubicBezTo>
                <a:cubicBezTo>
                  <a:pt x="1260082" y="45434"/>
                  <a:pt x="1260672" y="45605"/>
                  <a:pt x="1261090" y="45843"/>
                </a:cubicBezTo>
                <a:cubicBezTo>
                  <a:pt x="1261507" y="46082"/>
                  <a:pt x="1261802" y="46373"/>
                  <a:pt x="1261976" y="46715"/>
                </a:cubicBezTo>
                <a:cubicBezTo>
                  <a:pt x="1262150" y="47056"/>
                  <a:pt x="1262236" y="47431"/>
                  <a:pt x="1262236" y="47840"/>
                </a:cubicBezTo>
                <a:lnTo>
                  <a:pt x="1262236" y="60936"/>
                </a:lnTo>
                <a:cubicBezTo>
                  <a:pt x="1267658" y="55037"/>
                  <a:pt x="1272801" y="50767"/>
                  <a:pt x="1277667" y="48124"/>
                </a:cubicBezTo>
                <a:cubicBezTo>
                  <a:pt x="1282532" y="45479"/>
                  <a:pt x="1287363" y="44157"/>
                  <a:pt x="1292159" y="44157"/>
                </a:cubicBezTo>
                <a:cubicBezTo>
                  <a:pt x="1296121" y="44157"/>
                  <a:pt x="1299648" y="44615"/>
                  <a:pt x="1302741" y="45530"/>
                </a:cubicBezTo>
                <a:cubicBezTo>
                  <a:pt x="1305834" y="46446"/>
                  <a:pt x="1308562" y="47735"/>
                  <a:pt x="1310925" y="49399"/>
                </a:cubicBezTo>
                <a:cubicBezTo>
                  <a:pt x="1313289" y="51060"/>
                  <a:pt x="1315304" y="53044"/>
                  <a:pt x="1316972" y="55353"/>
                </a:cubicBezTo>
                <a:cubicBezTo>
                  <a:pt x="1318641" y="57659"/>
                  <a:pt x="1319996" y="60202"/>
                  <a:pt x="1321039" y="62983"/>
                </a:cubicBezTo>
                <a:cubicBezTo>
                  <a:pt x="1324305" y="59455"/>
                  <a:pt x="1327381" y="56486"/>
                  <a:pt x="1330265" y="54078"/>
                </a:cubicBezTo>
                <a:cubicBezTo>
                  <a:pt x="1333150" y="51670"/>
                  <a:pt x="1335895" y="49736"/>
                  <a:pt x="1338502" y="48277"/>
                </a:cubicBezTo>
                <a:cubicBezTo>
                  <a:pt x="1341108" y="46819"/>
                  <a:pt x="1343628" y="45768"/>
                  <a:pt x="1346061" y="45125"/>
                </a:cubicBezTo>
                <a:cubicBezTo>
                  <a:pt x="1348493" y="44479"/>
                  <a:pt x="1350891" y="44157"/>
                  <a:pt x="1353255" y="44157"/>
                </a:cubicBezTo>
                <a:cubicBezTo>
                  <a:pt x="1359163" y="44157"/>
                  <a:pt x="1364150" y="45179"/>
                  <a:pt x="1368216" y="47223"/>
                </a:cubicBezTo>
                <a:cubicBezTo>
                  <a:pt x="1372282" y="49268"/>
                  <a:pt x="1375549" y="52027"/>
                  <a:pt x="1378016" y="55503"/>
                </a:cubicBezTo>
                <a:cubicBezTo>
                  <a:pt x="1380484" y="58978"/>
                  <a:pt x="1382256" y="63032"/>
                  <a:pt x="1383333" y="67666"/>
                </a:cubicBezTo>
                <a:cubicBezTo>
                  <a:pt x="1384411" y="72300"/>
                  <a:pt x="1384949" y="77206"/>
                  <a:pt x="1384949" y="82385"/>
                </a:cubicBezTo>
                <a:lnTo>
                  <a:pt x="1384949" y="140443"/>
                </a:lnTo>
                <a:close/>
                <a:moveTo>
                  <a:pt x="1486285" y="140443"/>
                </a:moveTo>
                <a:cubicBezTo>
                  <a:pt x="1486285" y="141125"/>
                  <a:pt x="1486059" y="141653"/>
                  <a:pt x="1485607" y="142027"/>
                </a:cubicBezTo>
                <a:cubicBezTo>
                  <a:pt x="1485155" y="142402"/>
                  <a:pt x="1484565" y="142675"/>
                  <a:pt x="1483835" y="142845"/>
                </a:cubicBezTo>
                <a:cubicBezTo>
                  <a:pt x="1483105" y="143016"/>
                  <a:pt x="1482115" y="143101"/>
                  <a:pt x="1480863" y="143101"/>
                </a:cubicBezTo>
                <a:cubicBezTo>
                  <a:pt x="1479682" y="143101"/>
                  <a:pt x="1478674" y="143016"/>
                  <a:pt x="1477840" y="142845"/>
                </a:cubicBezTo>
                <a:cubicBezTo>
                  <a:pt x="1477006" y="142675"/>
                  <a:pt x="1476363" y="142402"/>
                  <a:pt x="1475911" y="142027"/>
                </a:cubicBezTo>
                <a:cubicBezTo>
                  <a:pt x="1475459" y="141653"/>
                  <a:pt x="1475233" y="141125"/>
                  <a:pt x="1475233" y="140443"/>
                </a:cubicBezTo>
                <a:lnTo>
                  <a:pt x="1475233" y="130119"/>
                </a:lnTo>
                <a:cubicBezTo>
                  <a:pt x="1470994" y="134617"/>
                  <a:pt x="1466319" y="138109"/>
                  <a:pt x="1461211" y="140596"/>
                </a:cubicBezTo>
                <a:cubicBezTo>
                  <a:pt x="1456102" y="143084"/>
                  <a:pt x="1450802" y="144327"/>
                  <a:pt x="1445311" y="144327"/>
                </a:cubicBezTo>
                <a:cubicBezTo>
                  <a:pt x="1440376" y="144327"/>
                  <a:pt x="1435945" y="143697"/>
                  <a:pt x="1432018" y="142436"/>
                </a:cubicBezTo>
                <a:cubicBezTo>
                  <a:pt x="1428091" y="141176"/>
                  <a:pt x="1424772" y="139370"/>
                  <a:pt x="1422061" y="137019"/>
                </a:cubicBezTo>
                <a:cubicBezTo>
                  <a:pt x="1419351" y="134668"/>
                  <a:pt x="1417265" y="131823"/>
                  <a:pt x="1415806" y="128484"/>
                </a:cubicBezTo>
                <a:cubicBezTo>
                  <a:pt x="1414346" y="125145"/>
                  <a:pt x="1413616" y="121397"/>
                  <a:pt x="1413616" y="117240"/>
                </a:cubicBezTo>
                <a:cubicBezTo>
                  <a:pt x="1413616" y="112130"/>
                  <a:pt x="1414694" y="107683"/>
                  <a:pt x="1416848" y="103901"/>
                </a:cubicBezTo>
                <a:cubicBezTo>
                  <a:pt x="1419003" y="100119"/>
                  <a:pt x="1422061" y="96968"/>
                  <a:pt x="1426023" y="94446"/>
                </a:cubicBezTo>
                <a:cubicBezTo>
                  <a:pt x="1429985" y="91925"/>
                  <a:pt x="1434746" y="90034"/>
                  <a:pt x="1440307" y="88774"/>
                </a:cubicBezTo>
                <a:cubicBezTo>
                  <a:pt x="1445867" y="87513"/>
                  <a:pt x="1452053" y="86883"/>
                  <a:pt x="1458865" y="86883"/>
                </a:cubicBezTo>
                <a:lnTo>
                  <a:pt x="1473878" y="86883"/>
                </a:lnTo>
                <a:lnTo>
                  <a:pt x="1473878" y="78884"/>
                </a:lnTo>
                <a:cubicBezTo>
                  <a:pt x="1473878" y="74919"/>
                  <a:pt x="1473461" y="71416"/>
                  <a:pt x="1472627" y="68375"/>
                </a:cubicBezTo>
                <a:cubicBezTo>
                  <a:pt x="1471793" y="65332"/>
                  <a:pt x="1470437" y="62785"/>
                  <a:pt x="1468561" y="60735"/>
                </a:cubicBezTo>
                <a:cubicBezTo>
                  <a:pt x="1466684" y="58684"/>
                  <a:pt x="1464251" y="57147"/>
                  <a:pt x="1461263" y="56122"/>
                </a:cubicBezTo>
                <a:cubicBezTo>
                  <a:pt x="1458274" y="55096"/>
                  <a:pt x="1454625" y="54583"/>
                  <a:pt x="1450315" y="54583"/>
                </a:cubicBezTo>
                <a:cubicBezTo>
                  <a:pt x="1446145" y="54583"/>
                  <a:pt x="1442392" y="55077"/>
                  <a:pt x="1439056" y="56065"/>
                </a:cubicBezTo>
                <a:cubicBezTo>
                  <a:pt x="1435719" y="57053"/>
                  <a:pt x="1432800" y="58160"/>
                  <a:pt x="1430298" y="59387"/>
                </a:cubicBezTo>
                <a:cubicBezTo>
                  <a:pt x="1427796" y="60613"/>
                  <a:pt x="1425728" y="61721"/>
                  <a:pt x="1424094" y="62709"/>
                </a:cubicBezTo>
                <a:cubicBezTo>
                  <a:pt x="1422461" y="63697"/>
                  <a:pt x="1421297" y="64191"/>
                  <a:pt x="1420602" y="64191"/>
                </a:cubicBezTo>
                <a:cubicBezTo>
                  <a:pt x="1420185" y="64191"/>
                  <a:pt x="1419802" y="64123"/>
                  <a:pt x="1419455" y="63986"/>
                </a:cubicBezTo>
                <a:cubicBezTo>
                  <a:pt x="1419107" y="63848"/>
                  <a:pt x="1418812" y="63590"/>
                  <a:pt x="1418569" y="63213"/>
                </a:cubicBezTo>
                <a:cubicBezTo>
                  <a:pt x="1418325" y="62834"/>
                  <a:pt x="1418152" y="62353"/>
                  <a:pt x="1418047" y="61770"/>
                </a:cubicBezTo>
                <a:cubicBezTo>
                  <a:pt x="1417943" y="61184"/>
                  <a:pt x="1417891" y="60479"/>
                  <a:pt x="1417891" y="59655"/>
                </a:cubicBezTo>
                <a:cubicBezTo>
                  <a:pt x="1417891" y="58211"/>
                  <a:pt x="1417995" y="57060"/>
                  <a:pt x="1418204" y="56202"/>
                </a:cubicBezTo>
                <a:cubicBezTo>
                  <a:pt x="1418412" y="55342"/>
                  <a:pt x="1418951" y="54483"/>
                  <a:pt x="1419820" y="53624"/>
                </a:cubicBezTo>
                <a:cubicBezTo>
                  <a:pt x="1420689" y="52764"/>
                  <a:pt x="1422235" y="51762"/>
                  <a:pt x="1424459" y="50619"/>
                </a:cubicBezTo>
                <a:cubicBezTo>
                  <a:pt x="1426683" y="49473"/>
                  <a:pt x="1429238" y="48413"/>
                  <a:pt x="1432122" y="47437"/>
                </a:cubicBezTo>
                <a:cubicBezTo>
                  <a:pt x="1435007" y="46462"/>
                  <a:pt x="1438117" y="45672"/>
                  <a:pt x="1441453" y="45067"/>
                </a:cubicBezTo>
                <a:cubicBezTo>
                  <a:pt x="1444790" y="44460"/>
                  <a:pt x="1448126" y="44157"/>
                  <a:pt x="1451462" y="44157"/>
                </a:cubicBezTo>
                <a:cubicBezTo>
                  <a:pt x="1457926" y="44157"/>
                  <a:pt x="1463383" y="44923"/>
                  <a:pt x="1467831" y="46457"/>
                </a:cubicBezTo>
                <a:cubicBezTo>
                  <a:pt x="1472279" y="47990"/>
                  <a:pt x="1475876" y="50187"/>
                  <a:pt x="1478622" y="53049"/>
                </a:cubicBezTo>
                <a:cubicBezTo>
                  <a:pt x="1481367" y="55912"/>
                  <a:pt x="1483331" y="59438"/>
                  <a:pt x="1484512" y="63629"/>
                </a:cubicBezTo>
                <a:cubicBezTo>
                  <a:pt x="1485694" y="67820"/>
                  <a:pt x="1486285" y="72573"/>
                  <a:pt x="1486285" y="77888"/>
                </a:cubicBezTo>
                <a:lnTo>
                  <a:pt x="1486285" y="140443"/>
                </a:lnTo>
                <a:moveTo>
                  <a:pt x="1473878" y="96900"/>
                </a:moveTo>
                <a:lnTo>
                  <a:pt x="1456675" y="96900"/>
                </a:lnTo>
                <a:cubicBezTo>
                  <a:pt x="1451671" y="96900"/>
                  <a:pt x="1447292" y="97343"/>
                  <a:pt x="1443539" y="98228"/>
                </a:cubicBezTo>
                <a:cubicBezTo>
                  <a:pt x="1439785" y="99114"/>
                  <a:pt x="1436658" y="100409"/>
                  <a:pt x="1434155" y="102113"/>
                </a:cubicBezTo>
                <a:cubicBezTo>
                  <a:pt x="1431653" y="103816"/>
                  <a:pt x="1429794" y="105860"/>
                  <a:pt x="1428577" y="108246"/>
                </a:cubicBezTo>
                <a:cubicBezTo>
                  <a:pt x="1427361" y="110631"/>
                  <a:pt x="1426753" y="113356"/>
                  <a:pt x="1426753" y="116423"/>
                </a:cubicBezTo>
                <a:cubicBezTo>
                  <a:pt x="1426753" y="121738"/>
                  <a:pt x="1428473" y="125980"/>
                  <a:pt x="1431914" y="129148"/>
                </a:cubicBezTo>
                <a:cubicBezTo>
                  <a:pt x="1435354" y="132317"/>
                  <a:pt x="1440202" y="133901"/>
                  <a:pt x="1446458" y="133901"/>
                </a:cubicBezTo>
                <a:cubicBezTo>
                  <a:pt x="1451393" y="133901"/>
                  <a:pt x="1455998" y="132658"/>
                  <a:pt x="1460272" y="130171"/>
                </a:cubicBezTo>
                <a:cubicBezTo>
                  <a:pt x="1464547" y="127683"/>
                  <a:pt x="1469082" y="123850"/>
                  <a:pt x="1473878" y="118671"/>
                </a:cubicBezTo>
                <a:lnTo>
                  <a:pt x="1473878" y="96900"/>
                </a:lnTo>
                <a:close/>
                <a:moveTo>
                  <a:pt x="1585129" y="138495"/>
                </a:moveTo>
                <a:cubicBezTo>
                  <a:pt x="1585685" y="139315"/>
                  <a:pt x="1585981" y="140014"/>
                  <a:pt x="1586016" y="140593"/>
                </a:cubicBezTo>
                <a:cubicBezTo>
                  <a:pt x="1586050" y="141173"/>
                  <a:pt x="1585824" y="141651"/>
                  <a:pt x="1585338" y="142027"/>
                </a:cubicBezTo>
                <a:cubicBezTo>
                  <a:pt x="1584851" y="142402"/>
                  <a:pt x="1584104" y="142675"/>
                  <a:pt x="1583096" y="142845"/>
                </a:cubicBezTo>
                <a:cubicBezTo>
                  <a:pt x="1582088" y="143016"/>
                  <a:pt x="1580820" y="143101"/>
                  <a:pt x="1579291" y="143101"/>
                </a:cubicBezTo>
                <a:cubicBezTo>
                  <a:pt x="1577831" y="143101"/>
                  <a:pt x="1576667" y="143050"/>
                  <a:pt x="1575798" y="142947"/>
                </a:cubicBezTo>
                <a:cubicBezTo>
                  <a:pt x="1574929" y="142845"/>
                  <a:pt x="1574234" y="142692"/>
                  <a:pt x="1573713" y="142487"/>
                </a:cubicBezTo>
                <a:cubicBezTo>
                  <a:pt x="1573192" y="142283"/>
                  <a:pt x="1572775" y="142010"/>
                  <a:pt x="1572462" y="141670"/>
                </a:cubicBezTo>
                <a:cubicBezTo>
                  <a:pt x="1572149" y="141327"/>
                  <a:pt x="1571854" y="140951"/>
                  <a:pt x="1571576" y="140542"/>
                </a:cubicBezTo>
                <a:lnTo>
                  <a:pt x="1546136" y="101867"/>
                </a:lnTo>
                <a:lnTo>
                  <a:pt x="1520801" y="140542"/>
                </a:lnTo>
                <a:cubicBezTo>
                  <a:pt x="1520523" y="140951"/>
                  <a:pt x="1520228" y="141327"/>
                  <a:pt x="1519915" y="141670"/>
                </a:cubicBezTo>
                <a:cubicBezTo>
                  <a:pt x="1519602" y="142010"/>
                  <a:pt x="1519168" y="142283"/>
                  <a:pt x="1518612" y="142487"/>
                </a:cubicBezTo>
                <a:cubicBezTo>
                  <a:pt x="1518056" y="142692"/>
                  <a:pt x="1517344" y="142845"/>
                  <a:pt x="1516475" y="142947"/>
                </a:cubicBezTo>
                <a:cubicBezTo>
                  <a:pt x="1515606" y="143050"/>
                  <a:pt x="1514476" y="143101"/>
                  <a:pt x="1513086" y="143101"/>
                </a:cubicBezTo>
                <a:cubicBezTo>
                  <a:pt x="1511627" y="143101"/>
                  <a:pt x="1510410" y="143016"/>
                  <a:pt x="1509437" y="142845"/>
                </a:cubicBezTo>
                <a:cubicBezTo>
                  <a:pt x="1508464" y="142675"/>
                  <a:pt x="1507752" y="142402"/>
                  <a:pt x="1507300" y="142027"/>
                </a:cubicBezTo>
                <a:cubicBezTo>
                  <a:pt x="1506848" y="141651"/>
                  <a:pt x="1506640" y="141173"/>
                  <a:pt x="1506674" y="140593"/>
                </a:cubicBezTo>
                <a:cubicBezTo>
                  <a:pt x="1506709" y="140014"/>
                  <a:pt x="1507039" y="139315"/>
                  <a:pt x="1507665" y="138495"/>
                </a:cubicBezTo>
                <a:lnTo>
                  <a:pt x="1538734" y="93578"/>
                </a:lnTo>
                <a:lnTo>
                  <a:pt x="1509124" y="49680"/>
                </a:lnTo>
                <a:cubicBezTo>
                  <a:pt x="1508568" y="48862"/>
                  <a:pt x="1508273" y="48163"/>
                  <a:pt x="1508238" y="47584"/>
                </a:cubicBezTo>
                <a:cubicBezTo>
                  <a:pt x="1508203" y="47005"/>
                  <a:pt x="1508447" y="46528"/>
                  <a:pt x="1508968" y="46153"/>
                </a:cubicBezTo>
                <a:cubicBezTo>
                  <a:pt x="1509489" y="45776"/>
                  <a:pt x="1510271" y="45520"/>
                  <a:pt x="1511314" y="45383"/>
                </a:cubicBezTo>
                <a:cubicBezTo>
                  <a:pt x="1512356" y="45247"/>
                  <a:pt x="1513642" y="45179"/>
                  <a:pt x="1515171" y="45179"/>
                </a:cubicBezTo>
                <a:cubicBezTo>
                  <a:pt x="1516631" y="45179"/>
                  <a:pt x="1517795" y="45230"/>
                  <a:pt x="1518664" y="45332"/>
                </a:cubicBezTo>
                <a:cubicBezTo>
                  <a:pt x="1519533" y="45434"/>
                  <a:pt x="1520211" y="45588"/>
                  <a:pt x="1520697" y="45792"/>
                </a:cubicBezTo>
                <a:cubicBezTo>
                  <a:pt x="1521184" y="45997"/>
                  <a:pt x="1521566" y="46253"/>
                  <a:pt x="1521844" y="46562"/>
                </a:cubicBezTo>
                <a:cubicBezTo>
                  <a:pt x="1522122" y="46869"/>
                  <a:pt x="1522400" y="47226"/>
                  <a:pt x="1522678" y="47635"/>
                </a:cubicBezTo>
                <a:lnTo>
                  <a:pt x="1546658" y="83858"/>
                </a:lnTo>
                <a:lnTo>
                  <a:pt x="1571263" y="47635"/>
                </a:lnTo>
                <a:cubicBezTo>
                  <a:pt x="1571541" y="47226"/>
                  <a:pt x="1571819" y="46869"/>
                  <a:pt x="1572097" y="46562"/>
                </a:cubicBezTo>
                <a:cubicBezTo>
                  <a:pt x="1572375" y="46253"/>
                  <a:pt x="1572740" y="45997"/>
                  <a:pt x="1573192" y="45792"/>
                </a:cubicBezTo>
                <a:cubicBezTo>
                  <a:pt x="1573643" y="45588"/>
                  <a:pt x="1574269" y="45434"/>
                  <a:pt x="1575068" y="45332"/>
                </a:cubicBezTo>
                <a:cubicBezTo>
                  <a:pt x="1575868" y="45230"/>
                  <a:pt x="1576962" y="45179"/>
                  <a:pt x="1578352" y="45179"/>
                </a:cubicBezTo>
                <a:cubicBezTo>
                  <a:pt x="1579812" y="45179"/>
                  <a:pt x="1581046" y="45247"/>
                  <a:pt x="1582054" y="45383"/>
                </a:cubicBezTo>
                <a:cubicBezTo>
                  <a:pt x="1583062" y="45520"/>
                  <a:pt x="1583809" y="45758"/>
                  <a:pt x="1584295" y="46099"/>
                </a:cubicBezTo>
                <a:cubicBezTo>
                  <a:pt x="1584782" y="46440"/>
                  <a:pt x="1585008" y="46901"/>
                  <a:pt x="1584973" y="47482"/>
                </a:cubicBezTo>
                <a:cubicBezTo>
                  <a:pt x="1584938" y="48061"/>
                  <a:pt x="1584608" y="48794"/>
                  <a:pt x="1583982" y="49680"/>
                </a:cubicBezTo>
                <a:lnTo>
                  <a:pt x="1554164" y="93169"/>
                </a:lnTo>
                <a:lnTo>
                  <a:pt x="1585129" y="138495"/>
                </a:lnTo>
                <a:close/>
                <a:moveTo>
                  <a:pt x="1701947" y="135026"/>
                </a:moveTo>
                <a:cubicBezTo>
                  <a:pt x="1701947" y="136457"/>
                  <a:pt x="1701825" y="137615"/>
                  <a:pt x="1701582" y="138501"/>
                </a:cubicBezTo>
                <a:cubicBezTo>
                  <a:pt x="1701339" y="139387"/>
                  <a:pt x="1700956" y="140085"/>
                  <a:pt x="1700435" y="140596"/>
                </a:cubicBezTo>
                <a:cubicBezTo>
                  <a:pt x="1699914" y="141108"/>
                  <a:pt x="1699149" y="141585"/>
                  <a:pt x="1698141" y="142027"/>
                </a:cubicBezTo>
                <a:cubicBezTo>
                  <a:pt x="1697134" y="142470"/>
                  <a:pt x="1695969" y="142845"/>
                  <a:pt x="1694649" y="143152"/>
                </a:cubicBezTo>
                <a:cubicBezTo>
                  <a:pt x="1693328" y="143459"/>
                  <a:pt x="1691938" y="143697"/>
                  <a:pt x="1690478" y="143867"/>
                </a:cubicBezTo>
                <a:cubicBezTo>
                  <a:pt x="1689019" y="144038"/>
                  <a:pt x="1687594" y="144123"/>
                  <a:pt x="1686204" y="144123"/>
                </a:cubicBezTo>
                <a:cubicBezTo>
                  <a:pt x="1681547" y="144123"/>
                  <a:pt x="1677585" y="143510"/>
                  <a:pt x="1674318" y="142283"/>
                </a:cubicBezTo>
                <a:cubicBezTo>
                  <a:pt x="1671051" y="141056"/>
                  <a:pt x="1668375" y="139200"/>
                  <a:pt x="1666290" y="136712"/>
                </a:cubicBezTo>
                <a:cubicBezTo>
                  <a:pt x="1664205" y="134225"/>
                  <a:pt x="1662693" y="131073"/>
                  <a:pt x="1661755" y="127257"/>
                </a:cubicBezTo>
                <a:cubicBezTo>
                  <a:pt x="1660817" y="123441"/>
                  <a:pt x="1660347" y="118944"/>
                  <a:pt x="1660347" y="113765"/>
                </a:cubicBezTo>
                <a:lnTo>
                  <a:pt x="1660347" y="56218"/>
                </a:lnTo>
                <a:lnTo>
                  <a:pt x="1646272" y="56218"/>
                </a:lnTo>
                <a:cubicBezTo>
                  <a:pt x="1645299" y="56218"/>
                  <a:pt x="1644535" y="55788"/>
                  <a:pt x="1643979" y="54928"/>
                </a:cubicBezTo>
                <a:cubicBezTo>
                  <a:pt x="1643423" y="54067"/>
                  <a:pt x="1643145" y="52777"/>
                  <a:pt x="1643145" y="51056"/>
                </a:cubicBezTo>
                <a:cubicBezTo>
                  <a:pt x="1643145" y="50162"/>
                  <a:pt x="1643214" y="49388"/>
                  <a:pt x="1643353" y="48734"/>
                </a:cubicBezTo>
                <a:cubicBezTo>
                  <a:pt x="1643492" y="48080"/>
                  <a:pt x="1643701" y="47530"/>
                  <a:pt x="1643979" y="47083"/>
                </a:cubicBezTo>
                <a:cubicBezTo>
                  <a:pt x="1644257" y="46636"/>
                  <a:pt x="1644587" y="46309"/>
                  <a:pt x="1644969" y="46102"/>
                </a:cubicBezTo>
                <a:cubicBezTo>
                  <a:pt x="1645352" y="45896"/>
                  <a:pt x="1645786" y="45792"/>
                  <a:pt x="1646272" y="45792"/>
                </a:cubicBezTo>
                <a:lnTo>
                  <a:pt x="1660347" y="45792"/>
                </a:lnTo>
                <a:lnTo>
                  <a:pt x="1660347" y="23101"/>
                </a:lnTo>
                <a:cubicBezTo>
                  <a:pt x="1660347" y="22692"/>
                  <a:pt x="1660434" y="22317"/>
                  <a:pt x="1660608" y="21976"/>
                </a:cubicBezTo>
                <a:cubicBezTo>
                  <a:pt x="1660782" y="21635"/>
                  <a:pt x="1661112" y="21346"/>
                  <a:pt x="1661599" y="21107"/>
                </a:cubicBezTo>
                <a:cubicBezTo>
                  <a:pt x="1662085" y="20869"/>
                  <a:pt x="1662728" y="20699"/>
                  <a:pt x="1663527" y="20596"/>
                </a:cubicBezTo>
                <a:cubicBezTo>
                  <a:pt x="1664327" y="20494"/>
                  <a:pt x="1665317" y="20443"/>
                  <a:pt x="1666499" y="20443"/>
                </a:cubicBezTo>
                <a:cubicBezTo>
                  <a:pt x="1667750" y="20443"/>
                  <a:pt x="1668775" y="20494"/>
                  <a:pt x="1669574" y="20596"/>
                </a:cubicBezTo>
                <a:cubicBezTo>
                  <a:pt x="1670374" y="20699"/>
                  <a:pt x="1670999" y="20869"/>
                  <a:pt x="1671451" y="21107"/>
                </a:cubicBezTo>
                <a:cubicBezTo>
                  <a:pt x="1671903" y="21346"/>
                  <a:pt x="1672233" y="21635"/>
                  <a:pt x="1672441" y="21976"/>
                </a:cubicBezTo>
                <a:cubicBezTo>
                  <a:pt x="1672650" y="22317"/>
                  <a:pt x="1672754" y="22692"/>
                  <a:pt x="1672754" y="23101"/>
                </a:cubicBezTo>
                <a:lnTo>
                  <a:pt x="1672754" y="45792"/>
                </a:lnTo>
                <a:lnTo>
                  <a:pt x="1698819" y="45792"/>
                </a:lnTo>
                <a:cubicBezTo>
                  <a:pt x="1699306" y="45792"/>
                  <a:pt x="1699740" y="45896"/>
                  <a:pt x="1700122" y="46102"/>
                </a:cubicBezTo>
                <a:cubicBezTo>
                  <a:pt x="1700505" y="46309"/>
                  <a:pt x="1700835" y="46636"/>
                  <a:pt x="1701113" y="47083"/>
                </a:cubicBezTo>
                <a:cubicBezTo>
                  <a:pt x="1701391" y="47530"/>
                  <a:pt x="1701599" y="48080"/>
                  <a:pt x="1701738" y="48734"/>
                </a:cubicBezTo>
                <a:cubicBezTo>
                  <a:pt x="1701877" y="49388"/>
                  <a:pt x="1701947" y="50162"/>
                  <a:pt x="1701947" y="51056"/>
                </a:cubicBezTo>
                <a:cubicBezTo>
                  <a:pt x="1701947" y="52777"/>
                  <a:pt x="1701651" y="54067"/>
                  <a:pt x="1701061" y="54928"/>
                </a:cubicBezTo>
                <a:cubicBezTo>
                  <a:pt x="1700470" y="55788"/>
                  <a:pt x="1699723" y="56218"/>
                  <a:pt x="1698819" y="56218"/>
                </a:cubicBezTo>
                <a:lnTo>
                  <a:pt x="1672754" y="56218"/>
                </a:lnTo>
                <a:lnTo>
                  <a:pt x="1672754" y="112130"/>
                </a:lnTo>
                <a:cubicBezTo>
                  <a:pt x="1672754" y="119148"/>
                  <a:pt x="1673779" y="124498"/>
                  <a:pt x="1675830" y="128177"/>
                </a:cubicBezTo>
                <a:cubicBezTo>
                  <a:pt x="1677880" y="131857"/>
                  <a:pt x="1681616" y="133697"/>
                  <a:pt x="1687038" y="133697"/>
                </a:cubicBezTo>
                <a:cubicBezTo>
                  <a:pt x="1688706" y="133697"/>
                  <a:pt x="1690218" y="133527"/>
                  <a:pt x="1691573" y="133186"/>
                </a:cubicBezTo>
                <a:cubicBezTo>
                  <a:pt x="1692928" y="132845"/>
                  <a:pt x="1694127" y="132470"/>
                  <a:pt x="1695170" y="132062"/>
                </a:cubicBezTo>
                <a:cubicBezTo>
                  <a:pt x="1696213" y="131653"/>
                  <a:pt x="1697099" y="131278"/>
                  <a:pt x="1697829" y="130937"/>
                </a:cubicBezTo>
                <a:cubicBezTo>
                  <a:pt x="1698558" y="130596"/>
                  <a:pt x="1699201" y="130426"/>
                  <a:pt x="1699757" y="130426"/>
                </a:cubicBezTo>
                <a:cubicBezTo>
                  <a:pt x="1700105" y="130426"/>
                  <a:pt x="1700418" y="130494"/>
                  <a:pt x="1700696" y="130631"/>
                </a:cubicBezTo>
                <a:cubicBezTo>
                  <a:pt x="1700974" y="130767"/>
                  <a:pt x="1701200" y="131022"/>
                  <a:pt x="1701373" y="131397"/>
                </a:cubicBezTo>
                <a:cubicBezTo>
                  <a:pt x="1701547" y="131772"/>
                  <a:pt x="1701686" y="132249"/>
                  <a:pt x="1701790" y="132828"/>
                </a:cubicBezTo>
                <a:cubicBezTo>
                  <a:pt x="1701895" y="133407"/>
                  <a:pt x="1701947" y="134140"/>
                  <a:pt x="1701947" y="135026"/>
                </a:cubicBezTo>
                <a:close/>
                <a:moveTo>
                  <a:pt x="1808521" y="93271"/>
                </a:moveTo>
                <a:cubicBezTo>
                  <a:pt x="1808521" y="100637"/>
                  <a:pt x="1807547" y="107424"/>
                  <a:pt x="1805601" y="113631"/>
                </a:cubicBezTo>
                <a:cubicBezTo>
                  <a:pt x="1803655" y="119838"/>
                  <a:pt x="1800753" y="125228"/>
                  <a:pt x="1796896" y="129800"/>
                </a:cubicBezTo>
                <a:cubicBezTo>
                  <a:pt x="1793038" y="134370"/>
                  <a:pt x="1788225" y="137934"/>
                  <a:pt x="1782456" y="140491"/>
                </a:cubicBezTo>
                <a:cubicBezTo>
                  <a:pt x="1776687" y="143049"/>
                  <a:pt x="1769979" y="144327"/>
                  <a:pt x="1762334" y="144327"/>
                </a:cubicBezTo>
                <a:cubicBezTo>
                  <a:pt x="1754966" y="144327"/>
                  <a:pt x="1748519" y="143185"/>
                  <a:pt x="1742994" y="140900"/>
                </a:cubicBezTo>
                <a:cubicBezTo>
                  <a:pt x="1737468" y="138615"/>
                  <a:pt x="1732846" y="135341"/>
                  <a:pt x="1729127" y="131078"/>
                </a:cubicBezTo>
                <a:cubicBezTo>
                  <a:pt x="1725409" y="126815"/>
                  <a:pt x="1722628" y="121647"/>
                  <a:pt x="1720786" y="115576"/>
                </a:cubicBezTo>
                <a:cubicBezTo>
                  <a:pt x="1718945" y="109505"/>
                  <a:pt x="1718024" y="102649"/>
                  <a:pt x="1718024" y="95009"/>
                </a:cubicBezTo>
                <a:cubicBezTo>
                  <a:pt x="1718024" y="87643"/>
                  <a:pt x="1718979" y="80856"/>
                  <a:pt x="1720891" y="74649"/>
                </a:cubicBezTo>
                <a:cubicBezTo>
                  <a:pt x="1722802" y="68441"/>
                  <a:pt x="1725687" y="63070"/>
                  <a:pt x="1729544" y="58534"/>
                </a:cubicBezTo>
                <a:cubicBezTo>
                  <a:pt x="1733402" y="53996"/>
                  <a:pt x="1738215" y="50465"/>
                  <a:pt x="1743984" y="47942"/>
                </a:cubicBezTo>
                <a:cubicBezTo>
                  <a:pt x="1749753" y="45419"/>
                  <a:pt x="1756495" y="44157"/>
                  <a:pt x="1764210" y="44157"/>
                </a:cubicBezTo>
                <a:cubicBezTo>
                  <a:pt x="1771578" y="44157"/>
                  <a:pt x="1778025" y="45282"/>
                  <a:pt x="1783550" y="47533"/>
                </a:cubicBezTo>
                <a:cubicBezTo>
                  <a:pt x="1789076" y="49784"/>
                  <a:pt x="1793681" y="53041"/>
                  <a:pt x="1797365" y="57304"/>
                </a:cubicBezTo>
                <a:cubicBezTo>
                  <a:pt x="1801049" y="61567"/>
                  <a:pt x="1803829" y="66735"/>
                  <a:pt x="1805706" y="72806"/>
                </a:cubicBezTo>
                <a:cubicBezTo>
                  <a:pt x="1807582" y="78877"/>
                  <a:pt x="1808521" y="85699"/>
                  <a:pt x="1808521" y="93271"/>
                </a:cubicBezTo>
                <a:moveTo>
                  <a:pt x="1795384" y="94395"/>
                </a:moveTo>
                <a:cubicBezTo>
                  <a:pt x="1795384" y="89142"/>
                  <a:pt x="1794863" y="84127"/>
                  <a:pt x="1793820" y="79351"/>
                </a:cubicBezTo>
                <a:cubicBezTo>
                  <a:pt x="1792777" y="74574"/>
                  <a:pt x="1791040" y="70361"/>
                  <a:pt x="1788607" y="66711"/>
                </a:cubicBezTo>
                <a:cubicBezTo>
                  <a:pt x="1786174" y="63061"/>
                  <a:pt x="1782908" y="60162"/>
                  <a:pt x="1778807" y="58013"/>
                </a:cubicBezTo>
                <a:cubicBezTo>
                  <a:pt x="1774706" y="55863"/>
                  <a:pt x="1769597" y="54787"/>
                  <a:pt x="1763481" y="54787"/>
                </a:cubicBezTo>
                <a:cubicBezTo>
                  <a:pt x="1757851" y="54787"/>
                  <a:pt x="1752985" y="55776"/>
                  <a:pt x="1748884" y="57755"/>
                </a:cubicBezTo>
                <a:cubicBezTo>
                  <a:pt x="1744783" y="59733"/>
                  <a:pt x="1741430" y="62480"/>
                  <a:pt x="1738823" y="65996"/>
                </a:cubicBezTo>
                <a:cubicBezTo>
                  <a:pt x="1736217" y="69509"/>
                  <a:pt x="1734288" y="73654"/>
                  <a:pt x="1733037" y="78431"/>
                </a:cubicBezTo>
                <a:cubicBezTo>
                  <a:pt x="1731786" y="83207"/>
                  <a:pt x="1731160" y="88358"/>
                  <a:pt x="1731160" y="93884"/>
                </a:cubicBezTo>
                <a:cubicBezTo>
                  <a:pt x="1731160" y="99206"/>
                  <a:pt x="1731682" y="104272"/>
                  <a:pt x="1732724" y="109082"/>
                </a:cubicBezTo>
                <a:cubicBezTo>
                  <a:pt x="1733767" y="113893"/>
                  <a:pt x="1735504" y="118106"/>
                  <a:pt x="1737937" y="121722"/>
                </a:cubicBezTo>
                <a:cubicBezTo>
                  <a:pt x="1740370" y="125338"/>
                  <a:pt x="1743637" y="128204"/>
                  <a:pt x="1747737" y="130321"/>
                </a:cubicBezTo>
                <a:cubicBezTo>
                  <a:pt x="1751838" y="132435"/>
                  <a:pt x="1756947" y="133493"/>
                  <a:pt x="1763064" y="133493"/>
                </a:cubicBezTo>
                <a:cubicBezTo>
                  <a:pt x="1768694" y="133493"/>
                  <a:pt x="1773559" y="132503"/>
                  <a:pt x="1777660" y="130525"/>
                </a:cubicBezTo>
                <a:cubicBezTo>
                  <a:pt x="1781761" y="128547"/>
                  <a:pt x="1785114" y="125818"/>
                  <a:pt x="1787721" y="122338"/>
                </a:cubicBezTo>
                <a:cubicBezTo>
                  <a:pt x="1790327" y="118857"/>
                  <a:pt x="1792256" y="114729"/>
                  <a:pt x="1793507" y="109954"/>
                </a:cubicBezTo>
                <a:cubicBezTo>
                  <a:pt x="1794758" y="105178"/>
                  <a:pt x="1795384" y="99992"/>
                  <a:pt x="1795384" y="94395"/>
                </a:cubicBezTo>
                <a:close/>
                <a:moveTo>
                  <a:pt x="1966699" y="93271"/>
                </a:moveTo>
                <a:cubicBezTo>
                  <a:pt x="1966699" y="100637"/>
                  <a:pt x="1965726" y="107424"/>
                  <a:pt x="1963779" y="113631"/>
                </a:cubicBezTo>
                <a:cubicBezTo>
                  <a:pt x="1961833" y="119838"/>
                  <a:pt x="1958931" y="125228"/>
                  <a:pt x="1955074" y="129800"/>
                </a:cubicBezTo>
                <a:cubicBezTo>
                  <a:pt x="1951216" y="134370"/>
                  <a:pt x="1946403" y="137934"/>
                  <a:pt x="1940634" y="140491"/>
                </a:cubicBezTo>
                <a:cubicBezTo>
                  <a:pt x="1934865" y="143049"/>
                  <a:pt x="1928157" y="144327"/>
                  <a:pt x="1920512" y="144327"/>
                </a:cubicBezTo>
                <a:cubicBezTo>
                  <a:pt x="1913144" y="144327"/>
                  <a:pt x="1906697" y="143185"/>
                  <a:pt x="1901172" y="140900"/>
                </a:cubicBezTo>
                <a:cubicBezTo>
                  <a:pt x="1895646" y="138615"/>
                  <a:pt x="1891024" y="135341"/>
                  <a:pt x="1887305" y="131078"/>
                </a:cubicBezTo>
                <a:cubicBezTo>
                  <a:pt x="1883587" y="126815"/>
                  <a:pt x="1880806" y="121647"/>
                  <a:pt x="1878965" y="115576"/>
                </a:cubicBezTo>
                <a:cubicBezTo>
                  <a:pt x="1877123" y="109505"/>
                  <a:pt x="1876202" y="102649"/>
                  <a:pt x="1876202" y="95009"/>
                </a:cubicBezTo>
                <a:cubicBezTo>
                  <a:pt x="1876202" y="87643"/>
                  <a:pt x="1877157" y="80856"/>
                  <a:pt x="1879069" y="74649"/>
                </a:cubicBezTo>
                <a:cubicBezTo>
                  <a:pt x="1880980" y="68441"/>
                  <a:pt x="1883865" y="63070"/>
                  <a:pt x="1887722" y="58534"/>
                </a:cubicBezTo>
                <a:cubicBezTo>
                  <a:pt x="1891580" y="53996"/>
                  <a:pt x="1896393" y="50465"/>
                  <a:pt x="1902162" y="47942"/>
                </a:cubicBezTo>
                <a:cubicBezTo>
                  <a:pt x="1907931" y="45419"/>
                  <a:pt x="1914673" y="44157"/>
                  <a:pt x="1922388" y="44157"/>
                </a:cubicBezTo>
                <a:cubicBezTo>
                  <a:pt x="1929756" y="44157"/>
                  <a:pt x="1936203" y="45282"/>
                  <a:pt x="1941729" y="47533"/>
                </a:cubicBezTo>
                <a:cubicBezTo>
                  <a:pt x="1947254" y="49784"/>
                  <a:pt x="1951859" y="53041"/>
                  <a:pt x="1955543" y="57304"/>
                </a:cubicBezTo>
                <a:cubicBezTo>
                  <a:pt x="1959227" y="61567"/>
                  <a:pt x="1962007" y="66735"/>
                  <a:pt x="1963884" y="72806"/>
                </a:cubicBezTo>
                <a:cubicBezTo>
                  <a:pt x="1965760" y="78877"/>
                  <a:pt x="1966699" y="85699"/>
                  <a:pt x="1966699" y="93271"/>
                </a:cubicBezTo>
                <a:moveTo>
                  <a:pt x="1953562" y="94395"/>
                </a:moveTo>
                <a:cubicBezTo>
                  <a:pt x="1953562" y="89142"/>
                  <a:pt x="1953041" y="84127"/>
                  <a:pt x="1951998" y="79351"/>
                </a:cubicBezTo>
                <a:cubicBezTo>
                  <a:pt x="1950955" y="74574"/>
                  <a:pt x="1949218" y="70361"/>
                  <a:pt x="1946785" y="66711"/>
                </a:cubicBezTo>
                <a:cubicBezTo>
                  <a:pt x="1944352" y="63061"/>
                  <a:pt x="1941086" y="60162"/>
                  <a:pt x="1936985" y="58013"/>
                </a:cubicBezTo>
                <a:cubicBezTo>
                  <a:pt x="1932884" y="55863"/>
                  <a:pt x="1927775" y="54787"/>
                  <a:pt x="1921659" y="54787"/>
                </a:cubicBezTo>
                <a:cubicBezTo>
                  <a:pt x="1916029" y="54787"/>
                  <a:pt x="1911163" y="55776"/>
                  <a:pt x="1907062" y="57755"/>
                </a:cubicBezTo>
                <a:cubicBezTo>
                  <a:pt x="1902962" y="59733"/>
                  <a:pt x="1899608" y="62480"/>
                  <a:pt x="1897001" y="65996"/>
                </a:cubicBezTo>
                <a:cubicBezTo>
                  <a:pt x="1894395" y="69509"/>
                  <a:pt x="1892466" y="73654"/>
                  <a:pt x="1891215" y="78431"/>
                </a:cubicBezTo>
                <a:cubicBezTo>
                  <a:pt x="1889964" y="83207"/>
                  <a:pt x="1889338" y="88358"/>
                  <a:pt x="1889338" y="93884"/>
                </a:cubicBezTo>
                <a:cubicBezTo>
                  <a:pt x="1889338" y="99206"/>
                  <a:pt x="1889860" y="104272"/>
                  <a:pt x="1890902" y="109082"/>
                </a:cubicBezTo>
                <a:cubicBezTo>
                  <a:pt x="1891945" y="113893"/>
                  <a:pt x="1893682" y="118106"/>
                  <a:pt x="1896115" y="121722"/>
                </a:cubicBezTo>
                <a:cubicBezTo>
                  <a:pt x="1898548" y="125338"/>
                  <a:pt x="1901815" y="128204"/>
                  <a:pt x="1905916" y="130321"/>
                </a:cubicBezTo>
                <a:cubicBezTo>
                  <a:pt x="1910016" y="132435"/>
                  <a:pt x="1915125" y="133493"/>
                  <a:pt x="1921242" y="133493"/>
                </a:cubicBezTo>
                <a:cubicBezTo>
                  <a:pt x="1926872" y="133493"/>
                  <a:pt x="1931737" y="132503"/>
                  <a:pt x="1935838" y="130525"/>
                </a:cubicBezTo>
                <a:cubicBezTo>
                  <a:pt x="1939939" y="128547"/>
                  <a:pt x="1943292" y="125818"/>
                  <a:pt x="1945899" y="122338"/>
                </a:cubicBezTo>
                <a:cubicBezTo>
                  <a:pt x="1948505" y="118857"/>
                  <a:pt x="1950434" y="114729"/>
                  <a:pt x="1951685" y="109954"/>
                </a:cubicBezTo>
                <a:cubicBezTo>
                  <a:pt x="1952936" y="105178"/>
                  <a:pt x="1953562" y="99992"/>
                  <a:pt x="1953562" y="94395"/>
                </a:cubicBezTo>
                <a:close/>
                <a:moveTo>
                  <a:pt x="2076135" y="92862"/>
                </a:moveTo>
                <a:cubicBezTo>
                  <a:pt x="2076135" y="100773"/>
                  <a:pt x="2075249" y="107901"/>
                  <a:pt x="2073476" y="114244"/>
                </a:cubicBezTo>
                <a:cubicBezTo>
                  <a:pt x="2071704" y="120588"/>
                  <a:pt x="2069098" y="125978"/>
                  <a:pt x="2065657" y="130413"/>
                </a:cubicBezTo>
                <a:cubicBezTo>
                  <a:pt x="2062216" y="134847"/>
                  <a:pt x="2057959" y="138274"/>
                  <a:pt x="2052885" y="140696"/>
                </a:cubicBezTo>
                <a:cubicBezTo>
                  <a:pt x="2047811" y="143117"/>
                  <a:pt x="2042008" y="144327"/>
                  <a:pt x="2035474" y="144327"/>
                </a:cubicBezTo>
                <a:cubicBezTo>
                  <a:pt x="2032694" y="144327"/>
                  <a:pt x="2030087" y="144037"/>
                  <a:pt x="2027655" y="143455"/>
                </a:cubicBezTo>
                <a:cubicBezTo>
                  <a:pt x="2025222" y="142876"/>
                  <a:pt x="2022841" y="141973"/>
                  <a:pt x="2020513" y="140747"/>
                </a:cubicBezTo>
                <a:cubicBezTo>
                  <a:pt x="2018184" y="139518"/>
                  <a:pt x="2015856" y="137983"/>
                  <a:pt x="2013527" y="136141"/>
                </a:cubicBezTo>
                <a:cubicBezTo>
                  <a:pt x="2011199" y="134299"/>
                  <a:pt x="2008749" y="132082"/>
                  <a:pt x="2006177" y="129490"/>
                </a:cubicBezTo>
                <a:lnTo>
                  <a:pt x="2006177" y="177241"/>
                </a:lnTo>
                <a:cubicBezTo>
                  <a:pt x="2006177" y="177649"/>
                  <a:pt x="2006073" y="178024"/>
                  <a:pt x="2005864" y="178365"/>
                </a:cubicBezTo>
                <a:cubicBezTo>
                  <a:pt x="2005656" y="178706"/>
                  <a:pt x="2005326" y="178995"/>
                  <a:pt x="2004874" y="179234"/>
                </a:cubicBezTo>
                <a:cubicBezTo>
                  <a:pt x="2004422" y="179472"/>
                  <a:pt x="2003797" y="179643"/>
                  <a:pt x="2002997" y="179745"/>
                </a:cubicBezTo>
                <a:cubicBezTo>
                  <a:pt x="2002198" y="179847"/>
                  <a:pt x="2001173" y="179898"/>
                  <a:pt x="1999922" y="179898"/>
                </a:cubicBezTo>
                <a:cubicBezTo>
                  <a:pt x="1998740" y="179898"/>
                  <a:pt x="1997750" y="179847"/>
                  <a:pt x="1996950" y="179745"/>
                </a:cubicBezTo>
                <a:cubicBezTo>
                  <a:pt x="1996151" y="179643"/>
                  <a:pt x="1995508" y="179472"/>
                  <a:pt x="1995021" y="179234"/>
                </a:cubicBezTo>
                <a:cubicBezTo>
                  <a:pt x="1994535" y="178995"/>
                  <a:pt x="1994205" y="178705"/>
                  <a:pt x="1994031" y="178362"/>
                </a:cubicBezTo>
                <a:cubicBezTo>
                  <a:pt x="1993857" y="178021"/>
                  <a:pt x="1993770" y="177646"/>
                  <a:pt x="1993770" y="177237"/>
                </a:cubicBezTo>
                <a:lnTo>
                  <a:pt x="1993770" y="47840"/>
                </a:lnTo>
                <a:cubicBezTo>
                  <a:pt x="1993770" y="47363"/>
                  <a:pt x="1993857" y="46954"/>
                  <a:pt x="1994031" y="46613"/>
                </a:cubicBezTo>
                <a:cubicBezTo>
                  <a:pt x="1994205" y="46270"/>
                  <a:pt x="1994517" y="45997"/>
                  <a:pt x="1994969" y="45792"/>
                </a:cubicBezTo>
                <a:cubicBezTo>
                  <a:pt x="1995421" y="45588"/>
                  <a:pt x="1996012" y="45434"/>
                  <a:pt x="1996742" y="45332"/>
                </a:cubicBezTo>
                <a:cubicBezTo>
                  <a:pt x="1997471" y="45230"/>
                  <a:pt x="1998358" y="45179"/>
                  <a:pt x="1999400" y="45179"/>
                </a:cubicBezTo>
                <a:cubicBezTo>
                  <a:pt x="2000443" y="45179"/>
                  <a:pt x="2001312" y="45231"/>
                  <a:pt x="2002007" y="45335"/>
                </a:cubicBezTo>
                <a:cubicBezTo>
                  <a:pt x="2002702" y="45438"/>
                  <a:pt x="2003293" y="45592"/>
                  <a:pt x="2003779" y="45799"/>
                </a:cubicBezTo>
                <a:cubicBezTo>
                  <a:pt x="2004266" y="46003"/>
                  <a:pt x="2004613" y="46277"/>
                  <a:pt x="2004822" y="46620"/>
                </a:cubicBezTo>
                <a:cubicBezTo>
                  <a:pt x="2005030" y="46962"/>
                  <a:pt x="2005135" y="47374"/>
                  <a:pt x="2005135" y="47856"/>
                </a:cubicBezTo>
                <a:lnTo>
                  <a:pt x="2005135" y="61345"/>
                </a:lnTo>
                <a:cubicBezTo>
                  <a:pt x="2008054" y="58413"/>
                  <a:pt x="2010834" y="55872"/>
                  <a:pt x="2013475" y="53723"/>
                </a:cubicBezTo>
                <a:cubicBezTo>
                  <a:pt x="2016116" y="51575"/>
                  <a:pt x="2018758" y="49785"/>
                  <a:pt x="2021399" y="48354"/>
                </a:cubicBezTo>
                <a:cubicBezTo>
                  <a:pt x="2024040" y="46921"/>
                  <a:pt x="2026751" y="45864"/>
                  <a:pt x="2029531" y="45182"/>
                </a:cubicBezTo>
                <a:cubicBezTo>
                  <a:pt x="2032311" y="44499"/>
                  <a:pt x="2035265" y="44157"/>
                  <a:pt x="2038393" y="44157"/>
                </a:cubicBezTo>
                <a:cubicBezTo>
                  <a:pt x="2045205" y="44157"/>
                  <a:pt x="2051009" y="45436"/>
                  <a:pt x="2055804" y="47993"/>
                </a:cubicBezTo>
                <a:cubicBezTo>
                  <a:pt x="2060600" y="50551"/>
                  <a:pt x="2064510" y="54047"/>
                  <a:pt x="2067534" y="58483"/>
                </a:cubicBezTo>
                <a:cubicBezTo>
                  <a:pt x="2070557" y="62916"/>
                  <a:pt x="2072747" y="68084"/>
                  <a:pt x="2074102" y="73984"/>
                </a:cubicBezTo>
                <a:cubicBezTo>
                  <a:pt x="2075457" y="79883"/>
                  <a:pt x="2076135" y="86176"/>
                  <a:pt x="2076135" y="92862"/>
                </a:cubicBezTo>
                <a:moveTo>
                  <a:pt x="2063103" y="94804"/>
                </a:moveTo>
                <a:cubicBezTo>
                  <a:pt x="2063103" y="89619"/>
                  <a:pt x="2062686" y="84621"/>
                  <a:pt x="2061851" y="79811"/>
                </a:cubicBezTo>
                <a:cubicBezTo>
                  <a:pt x="2061017" y="75000"/>
                  <a:pt x="2059610" y="70719"/>
                  <a:pt x="2057629" y="66967"/>
                </a:cubicBezTo>
                <a:cubicBezTo>
                  <a:pt x="2055648" y="63215"/>
                  <a:pt x="2053007" y="60213"/>
                  <a:pt x="2049705" y="57962"/>
                </a:cubicBezTo>
                <a:cubicBezTo>
                  <a:pt x="2046404" y="55709"/>
                  <a:pt x="2042251" y="54583"/>
                  <a:pt x="2037246" y="54583"/>
                </a:cubicBezTo>
                <a:cubicBezTo>
                  <a:pt x="2034744" y="54583"/>
                  <a:pt x="2032294" y="54924"/>
                  <a:pt x="2029896" y="55608"/>
                </a:cubicBezTo>
                <a:cubicBezTo>
                  <a:pt x="2027498" y="56289"/>
                  <a:pt x="2025048" y="57415"/>
                  <a:pt x="2022546" y="58984"/>
                </a:cubicBezTo>
                <a:cubicBezTo>
                  <a:pt x="2020044" y="60554"/>
                  <a:pt x="2017437" y="62584"/>
                  <a:pt x="2014726" y="65076"/>
                </a:cubicBezTo>
                <a:cubicBezTo>
                  <a:pt x="2012016" y="67567"/>
                  <a:pt x="2009166" y="70656"/>
                  <a:pt x="2006177" y="74342"/>
                </a:cubicBezTo>
                <a:lnTo>
                  <a:pt x="2006177" y="114656"/>
                </a:lnTo>
                <a:cubicBezTo>
                  <a:pt x="2011390" y="120866"/>
                  <a:pt x="2016377" y="125626"/>
                  <a:pt x="2021138" y="128938"/>
                </a:cubicBezTo>
                <a:cubicBezTo>
                  <a:pt x="2025899" y="132247"/>
                  <a:pt x="2030887" y="133901"/>
                  <a:pt x="2036099" y="133901"/>
                </a:cubicBezTo>
                <a:cubicBezTo>
                  <a:pt x="2040895" y="133901"/>
                  <a:pt x="2045014" y="132759"/>
                  <a:pt x="2048454" y="130474"/>
                </a:cubicBezTo>
                <a:cubicBezTo>
                  <a:pt x="2051895" y="128187"/>
                  <a:pt x="2054692" y="125184"/>
                  <a:pt x="2056847" y="121466"/>
                </a:cubicBezTo>
                <a:cubicBezTo>
                  <a:pt x="2059002" y="117748"/>
                  <a:pt x="2060583" y="113552"/>
                  <a:pt x="2061591" y="108878"/>
                </a:cubicBezTo>
                <a:cubicBezTo>
                  <a:pt x="2062599" y="104204"/>
                  <a:pt x="2063103" y="99513"/>
                  <a:pt x="2063103" y="94804"/>
                </a:cubicBezTo>
                <a:close/>
                <a:moveTo>
                  <a:pt x="2148744" y="135026"/>
                </a:moveTo>
                <a:cubicBezTo>
                  <a:pt x="2148744" y="136457"/>
                  <a:pt x="2148622" y="137615"/>
                  <a:pt x="2148379" y="138501"/>
                </a:cubicBezTo>
                <a:cubicBezTo>
                  <a:pt x="2148135" y="139387"/>
                  <a:pt x="2147753" y="140085"/>
                  <a:pt x="2147232" y="140596"/>
                </a:cubicBezTo>
                <a:cubicBezTo>
                  <a:pt x="2146710" y="141108"/>
                  <a:pt x="2145946" y="141585"/>
                  <a:pt x="2144938" y="142027"/>
                </a:cubicBezTo>
                <a:cubicBezTo>
                  <a:pt x="2143930" y="142470"/>
                  <a:pt x="2142766" y="142845"/>
                  <a:pt x="2141445" y="143152"/>
                </a:cubicBezTo>
                <a:cubicBezTo>
                  <a:pt x="2140125" y="143459"/>
                  <a:pt x="2138735" y="143697"/>
                  <a:pt x="2137275" y="143867"/>
                </a:cubicBezTo>
                <a:cubicBezTo>
                  <a:pt x="2135815" y="144038"/>
                  <a:pt x="2134391" y="144123"/>
                  <a:pt x="2133000" y="144123"/>
                </a:cubicBezTo>
                <a:cubicBezTo>
                  <a:pt x="2128343" y="144123"/>
                  <a:pt x="2124382" y="143510"/>
                  <a:pt x="2121115" y="142283"/>
                </a:cubicBezTo>
                <a:cubicBezTo>
                  <a:pt x="2117848" y="141056"/>
                  <a:pt x="2115172" y="139200"/>
                  <a:pt x="2113087" y="136712"/>
                </a:cubicBezTo>
                <a:cubicBezTo>
                  <a:pt x="2111002" y="134225"/>
                  <a:pt x="2109490" y="131073"/>
                  <a:pt x="2108552" y="127257"/>
                </a:cubicBezTo>
                <a:cubicBezTo>
                  <a:pt x="2107613" y="123441"/>
                  <a:pt x="2107144" y="118944"/>
                  <a:pt x="2107144" y="113765"/>
                </a:cubicBezTo>
                <a:lnTo>
                  <a:pt x="2107144" y="56218"/>
                </a:lnTo>
                <a:lnTo>
                  <a:pt x="2093069" y="56218"/>
                </a:lnTo>
                <a:cubicBezTo>
                  <a:pt x="2092096" y="56218"/>
                  <a:pt x="2091332" y="55788"/>
                  <a:pt x="2090775" y="54928"/>
                </a:cubicBezTo>
                <a:cubicBezTo>
                  <a:pt x="2090219" y="54067"/>
                  <a:pt x="2089941" y="52777"/>
                  <a:pt x="2089941" y="51056"/>
                </a:cubicBezTo>
                <a:cubicBezTo>
                  <a:pt x="2089941" y="50162"/>
                  <a:pt x="2090011" y="49388"/>
                  <a:pt x="2090150" y="48734"/>
                </a:cubicBezTo>
                <a:cubicBezTo>
                  <a:pt x="2090289" y="48080"/>
                  <a:pt x="2090497" y="47530"/>
                  <a:pt x="2090775" y="47083"/>
                </a:cubicBezTo>
                <a:cubicBezTo>
                  <a:pt x="2091053" y="46636"/>
                  <a:pt x="2091384" y="46309"/>
                  <a:pt x="2091766" y="46102"/>
                </a:cubicBezTo>
                <a:cubicBezTo>
                  <a:pt x="2092148" y="45896"/>
                  <a:pt x="2092583" y="45792"/>
                  <a:pt x="2093069" y="45792"/>
                </a:cubicBezTo>
                <a:lnTo>
                  <a:pt x="2107144" y="45792"/>
                </a:lnTo>
                <a:lnTo>
                  <a:pt x="2107144" y="23101"/>
                </a:lnTo>
                <a:cubicBezTo>
                  <a:pt x="2107144" y="22692"/>
                  <a:pt x="2107231" y="22317"/>
                  <a:pt x="2107405" y="21976"/>
                </a:cubicBezTo>
                <a:cubicBezTo>
                  <a:pt x="2107579" y="21635"/>
                  <a:pt x="2107909" y="21346"/>
                  <a:pt x="2108395" y="21107"/>
                </a:cubicBezTo>
                <a:cubicBezTo>
                  <a:pt x="2108882" y="20869"/>
                  <a:pt x="2109525" y="20699"/>
                  <a:pt x="2110324" y="20596"/>
                </a:cubicBezTo>
                <a:cubicBezTo>
                  <a:pt x="2111123" y="20494"/>
                  <a:pt x="2112114" y="20443"/>
                  <a:pt x="2113295" y="20443"/>
                </a:cubicBezTo>
                <a:cubicBezTo>
                  <a:pt x="2114547" y="20443"/>
                  <a:pt x="2115572" y="20494"/>
                  <a:pt x="2116371" y="20596"/>
                </a:cubicBezTo>
                <a:cubicBezTo>
                  <a:pt x="2117170" y="20699"/>
                  <a:pt x="2117796" y="20869"/>
                  <a:pt x="2118248" y="21107"/>
                </a:cubicBezTo>
                <a:cubicBezTo>
                  <a:pt x="2118700" y="21346"/>
                  <a:pt x="2119030" y="21635"/>
                  <a:pt x="2119238" y="21976"/>
                </a:cubicBezTo>
                <a:cubicBezTo>
                  <a:pt x="2119447" y="22317"/>
                  <a:pt x="2119551" y="22692"/>
                  <a:pt x="2119551" y="23101"/>
                </a:cubicBezTo>
                <a:lnTo>
                  <a:pt x="2119551" y="45792"/>
                </a:lnTo>
                <a:lnTo>
                  <a:pt x="2145616" y="45792"/>
                </a:lnTo>
                <a:cubicBezTo>
                  <a:pt x="2146102" y="45792"/>
                  <a:pt x="2146537" y="45896"/>
                  <a:pt x="2146919" y="46102"/>
                </a:cubicBezTo>
                <a:cubicBezTo>
                  <a:pt x="2147301" y="46309"/>
                  <a:pt x="2147631" y="46636"/>
                  <a:pt x="2147909" y="47083"/>
                </a:cubicBezTo>
                <a:cubicBezTo>
                  <a:pt x="2148187" y="47530"/>
                  <a:pt x="2148396" y="48080"/>
                  <a:pt x="2148535" y="48734"/>
                </a:cubicBezTo>
                <a:cubicBezTo>
                  <a:pt x="2148674" y="49388"/>
                  <a:pt x="2148744" y="50162"/>
                  <a:pt x="2148744" y="51056"/>
                </a:cubicBezTo>
                <a:cubicBezTo>
                  <a:pt x="2148744" y="52777"/>
                  <a:pt x="2148448" y="54067"/>
                  <a:pt x="2147857" y="54928"/>
                </a:cubicBezTo>
                <a:cubicBezTo>
                  <a:pt x="2147267" y="55788"/>
                  <a:pt x="2146519" y="56218"/>
                  <a:pt x="2145616" y="56218"/>
                </a:cubicBezTo>
                <a:lnTo>
                  <a:pt x="2119551" y="56218"/>
                </a:lnTo>
                <a:lnTo>
                  <a:pt x="2119551" y="112130"/>
                </a:lnTo>
                <a:cubicBezTo>
                  <a:pt x="2119551" y="119148"/>
                  <a:pt x="2120576" y="124498"/>
                  <a:pt x="2122627" y="128177"/>
                </a:cubicBezTo>
                <a:cubicBezTo>
                  <a:pt x="2124677" y="131857"/>
                  <a:pt x="2128413" y="133697"/>
                  <a:pt x="2133834" y="133697"/>
                </a:cubicBezTo>
                <a:cubicBezTo>
                  <a:pt x="2135503" y="133697"/>
                  <a:pt x="2137014" y="133527"/>
                  <a:pt x="2138370" y="133186"/>
                </a:cubicBezTo>
                <a:cubicBezTo>
                  <a:pt x="2139725" y="132845"/>
                  <a:pt x="2140924" y="132470"/>
                  <a:pt x="2141967" y="132062"/>
                </a:cubicBezTo>
                <a:cubicBezTo>
                  <a:pt x="2143009" y="131653"/>
                  <a:pt x="2143895" y="131278"/>
                  <a:pt x="2144625" y="130937"/>
                </a:cubicBezTo>
                <a:cubicBezTo>
                  <a:pt x="2145355" y="130596"/>
                  <a:pt x="2145998" y="130426"/>
                  <a:pt x="2146554" y="130426"/>
                </a:cubicBezTo>
                <a:cubicBezTo>
                  <a:pt x="2146902" y="130426"/>
                  <a:pt x="2147214" y="130494"/>
                  <a:pt x="2147492" y="130631"/>
                </a:cubicBezTo>
                <a:cubicBezTo>
                  <a:pt x="2147770" y="130767"/>
                  <a:pt x="2147996" y="131022"/>
                  <a:pt x="2148170" y="131397"/>
                </a:cubicBezTo>
                <a:cubicBezTo>
                  <a:pt x="2148344" y="131772"/>
                  <a:pt x="2148483" y="132249"/>
                  <a:pt x="2148587" y="132828"/>
                </a:cubicBezTo>
                <a:cubicBezTo>
                  <a:pt x="2148691" y="133407"/>
                  <a:pt x="2148744" y="134140"/>
                  <a:pt x="2148744" y="135026"/>
                </a:cubicBezTo>
                <a:close/>
                <a:moveTo>
                  <a:pt x="2186348" y="140440"/>
                </a:moveTo>
                <a:cubicBezTo>
                  <a:pt x="2186348" y="140849"/>
                  <a:pt x="2186243" y="141225"/>
                  <a:pt x="2186035" y="141568"/>
                </a:cubicBezTo>
                <a:cubicBezTo>
                  <a:pt x="2185826" y="141908"/>
                  <a:pt x="2185496" y="142181"/>
                  <a:pt x="2185044" y="142385"/>
                </a:cubicBezTo>
                <a:cubicBezTo>
                  <a:pt x="2184593" y="142590"/>
                  <a:pt x="2183967" y="142760"/>
                  <a:pt x="2183168" y="142896"/>
                </a:cubicBezTo>
                <a:cubicBezTo>
                  <a:pt x="2182368" y="143033"/>
                  <a:pt x="2181343" y="143101"/>
                  <a:pt x="2180092" y="143101"/>
                </a:cubicBezTo>
                <a:cubicBezTo>
                  <a:pt x="2178910" y="143101"/>
                  <a:pt x="2177920" y="143033"/>
                  <a:pt x="2177121" y="142896"/>
                </a:cubicBezTo>
                <a:cubicBezTo>
                  <a:pt x="2176321" y="142760"/>
                  <a:pt x="2175678" y="142590"/>
                  <a:pt x="2175192" y="142385"/>
                </a:cubicBezTo>
                <a:cubicBezTo>
                  <a:pt x="2174705" y="142181"/>
                  <a:pt x="2174375" y="141908"/>
                  <a:pt x="2174201" y="141568"/>
                </a:cubicBezTo>
                <a:cubicBezTo>
                  <a:pt x="2174028" y="141225"/>
                  <a:pt x="2173941" y="140849"/>
                  <a:pt x="2173941" y="140440"/>
                </a:cubicBezTo>
                <a:lnTo>
                  <a:pt x="2173941" y="47840"/>
                </a:lnTo>
                <a:cubicBezTo>
                  <a:pt x="2173941" y="47431"/>
                  <a:pt x="2174028" y="47056"/>
                  <a:pt x="2174201" y="46715"/>
                </a:cubicBezTo>
                <a:cubicBezTo>
                  <a:pt x="2174375" y="46373"/>
                  <a:pt x="2174705" y="46082"/>
                  <a:pt x="2175192" y="45843"/>
                </a:cubicBezTo>
                <a:cubicBezTo>
                  <a:pt x="2175678" y="45605"/>
                  <a:pt x="2176321" y="45434"/>
                  <a:pt x="2177121" y="45332"/>
                </a:cubicBezTo>
                <a:cubicBezTo>
                  <a:pt x="2177920" y="45230"/>
                  <a:pt x="2178910" y="45179"/>
                  <a:pt x="2180092" y="45179"/>
                </a:cubicBezTo>
                <a:cubicBezTo>
                  <a:pt x="2181343" y="45179"/>
                  <a:pt x="2182368" y="45230"/>
                  <a:pt x="2183168" y="45332"/>
                </a:cubicBezTo>
                <a:cubicBezTo>
                  <a:pt x="2183967" y="45434"/>
                  <a:pt x="2184593" y="45605"/>
                  <a:pt x="2185044" y="45843"/>
                </a:cubicBezTo>
                <a:cubicBezTo>
                  <a:pt x="2185496" y="46082"/>
                  <a:pt x="2185826" y="46373"/>
                  <a:pt x="2186035" y="46715"/>
                </a:cubicBezTo>
                <a:cubicBezTo>
                  <a:pt x="2186243" y="47056"/>
                  <a:pt x="2186348" y="47431"/>
                  <a:pt x="2186348" y="47840"/>
                </a:cubicBezTo>
                <a:lnTo>
                  <a:pt x="2186348" y="140440"/>
                </a:lnTo>
                <a:moveTo>
                  <a:pt x="2188224" y="16508"/>
                </a:moveTo>
                <a:cubicBezTo>
                  <a:pt x="2188224" y="19798"/>
                  <a:pt x="2187634" y="22026"/>
                  <a:pt x="2186452" y="23193"/>
                </a:cubicBezTo>
                <a:cubicBezTo>
                  <a:pt x="2185270" y="24358"/>
                  <a:pt x="2183116" y="24940"/>
                  <a:pt x="2179988" y="24940"/>
                </a:cubicBezTo>
                <a:cubicBezTo>
                  <a:pt x="2176930" y="24940"/>
                  <a:pt x="2174827" y="24375"/>
                  <a:pt x="2173680" y="23244"/>
                </a:cubicBezTo>
                <a:cubicBezTo>
                  <a:pt x="2172533" y="22114"/>
                  <a:pt x="2171960" y="19902"/>
                  <a:pt x="2171960" y="16610"/>
                </a:cubicBezTo>
                <a:cubicBezTo>
                  <a:pt x="2171960" y="13320"/>
                  <a:pt x="2172551" y="11092"/>
                  <a:pt x="2173732" y="9928"/>
                </a:cubicBezTo>
                <a:cubicBezTo>
                  <a:pt x="2174914" y="8761"/>
                  <a:pt x="2177069" y="8177"/>
                  <a:pt x="2180196" y="8177"/>
                </a:cubicBezTo>
                <a:cubicBezTo>
                  <a:pt x="2183255" y="8177"/>
                  <a:pt x="2185357" y="8743"/>
                  <a:pt x="2186504" y="9873"/>
                </a:cubicBezTo>
                <a:cubicBezTo>
                  <a:pt x="2187651" y="11004"/>
                  <a:pt x="2188224" y="13216"/>
                  <a:pt x="2188224" y="16508"/>
                </a:cubicBezTo>
                <a:close/>
                <a:moveTo>
                  <a:pt x="2356029" y="140443"/>
                </a:moveTo>
                <a:cubicBezTo>
                  <a:pt x="2356029" y="140852"/>
                  <a:pt x="2355925" y="141227"/>
                  <a:pt x="2355717" y="141568"/>
                </a:cubicBezTo>
                <a:cubicBezTo>
                  <a:pt x="2355508" y="141908"/>
                  <a:pt x="2355178" y="142181"/>
                  <a:pt x="2354726" y="142385"/>
                </a:cubicBezTo>
                <a:cubicBezTo>
                  <a:pt x="2354274" y="142590"/>
                  <a:pt x="2353649" y="142760"/>
                  <a:pt x="2352849" y="142896"/>
                </a:cubicBezTo>
                <a:cubicBezTo>
                  <a:pt x="2352050" y="143033"/>
                  <a:pt x="2351060" y="143101"/>
                  <a:pt x="2349878" y="143101"/>
                </a:cubicBezTo>
                <a:cubicBezTo>
                  <a:pt x="2348627" y="143101"/>
                  <a:pt x="2347602" y="143033"/>
                  <a:pt x="2346802" y="142896"/>
                </a:cubicBezTo>
                <a:cubicBezTo>
                  <a:pt x="2346003" y="142760"/>
                  <a:pt x="2345360" y="142590"/>
                  <a:pt x="2344874" y="142385"/>
                </a:cubicBezTo>
                <a:cubicBezTo>
                  <a:pt x="2344387" y="142181"/>
                  <a:pt x="2344057" y="141908"/>
                  <a:pt x="2343883" y="141568"/>
                </a:cubicBezTo>
                <a:cubicBezTo>
                  <a:pt x="2343709" y="141227"/>
                  <a:pt x="2343622" y="140852"/>
                  <a:pt x="2343622" y="140443"/>
                </a:cubicBezTo>
                <a:lnTo>
                  <a:pt x="2343622" y="83510"/>
                </a:lnTo>
                <a:cubicBezTo>
                  <a:pt x="2343622" y="79148"/>
                  <a:pt x="2343223" y="75179"/>
                  <a:pt x="2342423" y="71601"/>
                </a:cubicBezTo>
                <a:cubicBezTo>
                  <a:pt x="2341624" y="68024"/>
                  <a:pt x="2340373" y="64958"/>
                  <a:pt x="2338670" y="62402"/>
                </a:cubicBezTo>
                <a:cubicBezTo>
                  <a:pt x="2336967" y="59847"/>
                  <a:pt x="2334813" y="57871"/>
                  <a:pt x="2332206" y="56474"/>
                </a:cubicBezTo>
                <a:cubicBezTo>
                  <a:pt x="2329600" y="55077"/>
                  <a:pt x="2326524" y="54378"/>
                  <a:pt x="2322979" y="54378"/>
                </a:cubicBezTo>
                <a:cubicBezTo>
                  <a:pt x="2318600" y="54378"/>
                  <a:pt x="2314169" y="56048"/>
                  <a:pt x="2309686" y="59387"/>
                </a:cubicBezTo>
                <a:cubicBezTo>
                  <a:pt x="2305203" y="62726"/>
                  <a:pt x="2300285" y="67632"/>
                  <a:pt x="2294933" y="74106"/>
                </a:cubicBezTo>
                <a:lnTo>
                  <a:pt x="2294933" y="140443"/>
                </a:lnTo>
                <a:cubicBezTo>
                  <a:pt x="2294933" y="140852"/>
                  <a:pt x="2294829" y="141227"/>
                  <a:pt x="2294621" y="141568"/>
                </a:cubicBezTo>
                <a:cubicBezTo>
                  <a:pt x="2294412" y="141908"/>
                  <a:pt x="2294082" y="142181"/>
                  <a:pt x="2293630" y="142385"/>
                </a:cubicBezTo>
                <a:cubicBezTo>
                  <a:pt x="2293178" y="142590"/>
                  <a:pt x="2292553" y="142760"/>
                  <a:pt x="2291754" y="142896"/>
                </a:cubicBezTo>
                <a:cubicBezTo>
                  <a:pt x="2290954" y="143033"/>
                  <a:pt x="2289964" y="143101"/>
                  <a:pt x="2288782" y="143101"/>
                </a:cubicBezTo>
                <a:cubicBezTo>
                  <a:pt x="2287601" y="143101"/>
                  <a:pt x="2286610" y="143033"/>
                  <a:pt x="2285811" y="142896"/>
                </a:cubicBezTo>
                <a:cubicBezTo>
                  <a:pt x="2285011" y="142760"/>
                  <a:pt x="2284369" y="142590"/>
                  <a:pt x="2283882" y="142385"/>
                </a:cubicBezTo>
                <a:cubicBezTo>
                  <a:pt x="2283395" y="142181"/>
                  <a:pt x="2283065" y="141908"/>
                  <a:pt x="2282892" y="141568"/>
                </a:cubicBezTo>
                <a:cubicBezTo>
                  <a:pt x="2282718" y="141227"/>
                  <a:pt x="2282631" y="140852"/>
                  <a:pt x="2282631" y="140443"/>
                </a:cubicBezTo>
                <a:lnTo>
                  <a:pt x="2282631" y="83510"/>
                </a:lnTo>
                <a:cubicBezTo>
                  <a:pt x="2282631" y="79148"/>
                  <a:pt x="2282214" y="75179"/>
                  <a:pt x="2281380" y="71601"/>
                </a:cubicBezTo>
                <a:cubicBezTo>
                  <a:pt x="2280546" y="68024"/>
                  <a:pt x="2279277" y="64958"/>
                  <a:pt x="2277574" y="62402"/>
                </a:cubicBezTo>
                <a:cubicBezTo>
                  <a:pt x="2275871" y="59847"/>
                  <a:pt x="2273717" y="57871"/>
                  <a:pt x="2271110" y="56474"/>
                </a:cubicBezTo>
                <a:cubicBezTo>
                  <a:pt x="2268504" y="55077"/>
                  <a:pt x="2265428" y="54378"/>
                  <a:pt x="2261883" y="54378"/>
                </a:cubicBezTo>
                <a:cubicBezTo>
                  <a:pt x="2257504" y="54378"/>
                  <a:pt x="2253073" y="56048"/>
                  <a:pt x="2248590" y="59387"/>
                </a:cubicBezTo>
                <a:cubicBezTo>
                  <a:pt x="2244107" y="62726"/>
                  <a:pt x="2239224" y="67632"/>
                  <a:pt x="2233942" y="74106"/>
                </a:cubicBezTo>
                <a:lnTo>
                  <a:pt x="2233942" y="140443"/>
                </a:lnTo>
                <a:cubicBezTo>
                  <a:pt x="2233942" y="140852"/>
                  <a:pt x="2233838" y="141227"/>
                  <a:pt x="2233629" y="141568"/>
                </a:cubicBezTo>
                <a:cubicBezTo>
                  <a:pt x="2233421" y="141908"/>
                  <a:pt x="2233090" y="142181"/>
                  <a:pt x="2232639" y="142385"/>
                </a:cubicBezTo>
                <a:cubicBezTo>
                  <a:pt x="2232187" y="142590"/>
                  <a:pt x="2231561" y="142760"/>
                  <a:pt x="2230762" y="142896"/>
                </a:cubicBezTo>
                <a:cubicBezTo>
                  <a:pt x="2229963" y="143033"/>
                  <a:pt x="2228937" y="143101"/>
                  <a:pt x="2227686" y="143101"/>
                </a:cubicBezTo>
                <a:cubicBezTo>
                  <a:pt x="2226505" y="143101"/>
                  <a:pt x="2225514" y="143033"/>
                  <a:pt x="2224715" y="142896"/>
                </a:cubicBezTo>
                <a:cubicBezTo>
                  <a:pt x="2223916" y="142760"/>
                  <a:pt x="2223273" y="142590"/>
                  <a:pt x="2222786" y="142385"/>
                </a:cubicBezTo>
                <a:cubicBezTo>
                  <a:pt x="2222300" y="142181"/>
                  <a:pt x="2221969" y="141908"/>
                  <a:pt x="2221796" y="141568"/>
                </a:cubicBezTo>
                <a:cubicBezTo>
                  <a:pt x="2221622" y="141225"/>
                  <a:pt x="2221535" y="140849"/>
                  <a:pt x="2221535" y="140440"/>
                </a:cubicBezTo>
                <a:lnTo>
                  <a:pt x="2221535" y="47840"/>
                </a:lnTo>
                <a:cubicBezTo>
                  <a:pt x="2221535" y="47431"/>
                  <a:pt x="2221622" y="47056"/>
                  <a:pt x="2221796" y="46715"/>
                </a:cubicBezTo>
                <a:cubicBezTo>
                  <a:pt x="2221969" y="46373"/>
                  <a:pt x="2222300" y="46082"/>
                  <a:pt x="2222786" y="45843"/>
                </a:cubicBezTo>
                <a:cubicBezTo>
                  <a:pt x="2223273" y="45605"/>
                  <a:pt x="2223881" y="45434"/>
                  <a:pt x="2224611" y="45332"/>
                </a:cubicBezTo>
                <a:cubicBezTo>
                  <a:pt x="2225341" y="45230"/>
                  <a:pt x="2226296" y="45179"/>
                  <a:pt x="2227478" y="45179"/>
                </a:cubicBezTo>
                <a:cubicBezTo>
                  <a:pt x="2228659" y="45179"/>
                  <a:pt x="2229633" y="45230"/>
                  <a:pt x="2230397" y="45332"/>
                </a:cubicBezTo>
                <a:cubicBezTo>
                  <a:pt x="2231162" y="45434"/>
                  <a:pt x="2231752" y="45605"/>
                  <a:pt x="2232169" y="45843"/>
                </a:cubicBezTo>
                <a:cubicBezTo>
                  <a:pt x="2232587" y="46082"/>
                  <a:pt x="2232882" y="46373"/>
                  <a:pt x="2233056" y="46715"/>
                </a:cubicBezTo>
                <a:cubicBezTo>
                  <a:pt x="2233229" y="47056"/>
                  <a:pt x="2233316" y="47431"/>
                  <a:pt x="2233316" y="47840"/>
                </a:cubicBezTo>
                <a:lnTo>
                  <a:pt x="2233316" y="60936"/>
                </a:lnTo>
                <a:cubicBezTo>
                  <a:pt x="2238738" y="55037"/>
                  <a:pt x="2243881" y="50767"/>
                  <a:pt x="2248747" y="48124"/>
                </a:cubicBezTo>
                <a:cubicBezTo>
                  <a:pt x="2253612" y="45479"/>
                  <a:pt x="2258443" y="44157"/>
                  <a:pt x="2263239" y="44157"/>
                </a:cubicBezTo>
                <a:cubicBezTo>
                  <a:pt x="2267201" y="44157"/>
                  <a:pt x="2270728" y="44615"/>
                  <a:pt x="2273821" y="45530"/>
                </a:cubicBezTo>
                <a:cubicBezTo>
                  <a:pt x="2276914" y="46446"/>
                  <a:pt x="2279642" y="47735"/>
                  <a:pt x="2282005" y="49399"/>
                </a:cubicBezTo>
                <a:cubicBezTo>
                  <a:pt x="2284369" y="51060"/>
                  <a:pt x="2286384" y="53044"/>
                  <a:pt x="2288052" y="55353"/>
                </a:cubicBezTo>
                <a:cubicBezTo>
                  <a:pt x="2289721" y="57659"/>
                  <a:pt x="2291076" y="60202"/>
                  <a:pt x="2292118" y="62983"/>
                </a:cubicBezTo>
                <a:cubicBezTo>
                  <a:pt x="2295385" y="59455"/>
                  <a:pt x="2298461" y="56486"/>
                  <a:pt x="2301345" y="54078"/>
                </a:cubicBezTo>
                <a:cubicBezTo>
                  <a:pt x="2304230" y="51670"/>
                  <a:pt x="2306975" y="49736"/>
                  <a:pt x="2309582" y="48277"/>
                </a:cubicBezTo>
                <a:cubicBezTo>
                  <a:pt x="2312188" y="46819"/>
                  <a:pt x="2314708" y="45768"/>
                  <a:pt x="2317141" y="45125"/>
                </a:cubicBezTo>
                <a:cubicBezTo>
                  <a:pt x="2319573" y="44479"/>
                  <a:pt x="2321971" y="44157"/>
                  <a:pt x="2324335" y="44157"/>
                </a:cubicBezTo>
                <a:cubicBezTo>
                  <a:pt x="2330243" y="44157"/>
                  <a:pt x="2335230" y="45179"/>
                  <a:pt x="2339296" y="47223"/>
                </a:cubicBezTo>
                <a:cubicBezTo>
                  <a:pt x="2343362" y="49268"/>
                  <a:pt x="2346629" y="52027"/>
                  <a:pt x="2349096" y="55503"/>
                </a:cubicBezTo>
                <a:cubicBezTo>
                  <a:pt x="2351564" y="58978"/>
                  <a:pt x="2353336" y="63032"/>
                  <a:pt x="2354413" y="67666"/>
                </a:cubicBezTo>
                <a:cubicBezTo>
                  <a:pt x="2355491" y="72300"/>
                  <a:pt x="2356029" y="77206"/>
                  <a:pt x="2356029" y="82385"/>
                </a:cubicBezTo>
                <a:lnTo>
                  <a:pt x="2356029" y="140443"/>
                </a:lnTo>
                <a:close/>
                <a:moveTo>
                  <a:pt x="2403671" y="140440"/>
                </a:moveTo>
                <a:cubicBezTo>
                  <a:pt x="2403671" y="140849"/>
                  <a:pt x="2403567" y="141225"/>
                  <a:pt x="2403359" y="141568"/>
                </a:cubicBezTo>
                <a:cubicBezTo>
                  <a:pt x="2403150" y="141908"/>
                  <a:pt x="2402820" y="142181"/>
                  <a:pt x="2402368" y="142385"/>
                </a:cubicBezTo>
                <a:cubicBezTo>
                  <a:pt x="2401916" y="142590"/>
                  <a:pt x="2401291" y="142760"/>
                  <a:pt x="2400491" y="142896"/>
                </a:cubicBezTo>
                <a:cubicBezTo>
                  <a:pt x="2399692" y="143033"/>
                  <a:pt x="2398667" y="143101"/>
                  <a:pt x="2397416" y="143101"/>
                </a:cubicBezTo>
                <a:cubicBezTo>
                  <a:pt x="2396234" y="143101"/>
                  <a:pt x="2395244" y="143033"/>
                  <a:pt x="2394444" y="142896"/>
                </a:cubicBezTo>
                <a:cubicBezTo>
                  <a:pt x="2393645" y="142760"/>
                  <a:pt x="2393002" y="142590"/>
                  <a:pt x="2392516" y="142385"/>
                </a:cubicBezTo>
                <a:cubicBezTo>
                  <a:pt x="2392029" y="142181"/>
                  <a:pt x="2391699" y="141908"/>
                  <a:pt x="2391525" y="141568"/>
                </a:cubicBezTo>
                <a:cubicBezTo>
                  <a:pt x="2391351" y="141225"/>
                  <a:pt x="2391265" y="140849"/>
                  <a:pt x="2391265" y="140440"/>
                </a:cubicBezTo>
                <a:lnTo>
                  <a:pt x="2391265" y="47840"/>
                </a:lnTo>
                <a:cubicBezTo>
                  <a:pt x="2391265" y="47431"/>
                  <a:pt x="2391351" y="47056"/>
                  <a:pt x="2391525" y="46715"/>
                </a:cubicBezTo>
                <a:cubicBezTo>
                  <a:pt x="2391699" y="46373"/>
                  <a:pt x="2392029" y="46082"/>
                  <a:pt x="2392516" y="45843"/>
                </a:cubicBezTo>
                <a:cubicBezTo>
                  <a:pt x="2393002" y="45605"/>
                  <a:pt x="2393645" y="45434"/>
                  <a:pt x="2394444" y="45332"/>
                </a:cubicBezTo>
                <a:cubicBezTo>
                  <a:pt x="2395244" y="45230"/>
                  <a:pt x="2396234" y="45179"/>
                  <a:pt x="2397416" y="45179"/>
                </a:cubicBezTo>
                <a:cubicBezTo>
                  <a:pt x="2398667" y="45179"/>
                  <a:pt x="2399692" y="45230"/>
                  <a:pt x="2400491" y="45332"/>
                </a:cubicBezTo>
                <a:cubicBezTo>
                  <a:pt x="2401291" y="45434"/>
                  <a:pt x="2401916" y="45605"/>
                  <a:pt x="2402368" y="45843"/>
                </a:cubicBezTo>
                <a:cubicBezTo>
                  <a:pt x="2402820" y="46082"/>
                  <a:pt x="2403150" y="46373"/>
                  <a:pt x="2403359" y="46715"/>
                </a:cubicBezTo>
                <a:cubicBezTo>
                  <a:pt x="2403567" y="47056"/>
                  <a:pt x="2403671" y="47431"/>
                  <a:pt x="2403671" y="47840"/>
                </a:cubicBezTo>
                <a:lnTo>
                  <a:pt x="2403671" y="140440"/>
                </a:lnTo>
                <a:moveTo>
                  <a:pt x="2405548" y="16508"/>
                </a:moveTo>
                <a:cubicBezTo>
                  <a:pt x="2405548" y="19798"/>
                  <a:pt x="2404957" y="22026"/>
                  <a:pt x="2403776" y="23193"/>
                </a:cubicBezTo>
                <a:cubicBezTo>
                  <a:pt x="2402594" y="24358"/>
                  <a:pt x="2400439" y="24940"/>
                  <a:pt x="2397312" y="24940"/>
                </a:cubicBezTo>
                <a:cubicBezTo>
                  <a:pt x="2394253" y="24940"/>
                  <a:pt x="2392151" y="24375"/>
                  <a:pt x="2391004" y="23244"/>
                </a:cubicBezTo>
                <a:cubicBezTo>
                  <a:pt x="2389857" y="22114"/>
                  <a:pt x="2389284" y="19902"/>
                  <a:pt x="2389284" y="16610"/>
                </a:cubicBezTo>
                <a:cubicBezTo>
                  <a:pt x="2389284" y="13320"/>
                  <a:pt x="2389874" y="11092"/>
                  <a:pt x="2391056" y="9928"/>
                </a:cubicBezTo>
                <a:cubicBezTo>
                  <a:pt x="2392238" y="8761"/>
                  <a:pt x="2394392" y="8177"/>
                  <a:pt x="2397520" y="8177"/>
                </a:cubicBezTo>
                <a:cubicBezTo>
                  <a:pt x="2400578" y="8177"/>
                  <a:pt x="2402681" y="8743"/>
                  <a:pt x="2403828" y="9873"/>
                </a:cubicBezTo>
                <a:cubicBezTo>
                  <a:pt x="2404975" y="11004"/>
                  <a:pt x="2405548" y="13216"/>
                  <a:pt x="2405548" y="16508"/>
                </a:cubicBezTo>
                <a:close/>
                <a:moveTo>
                  <a:pt x="2495888" y="137172"/>
                </a:moveTo>
                <a:cubicBezTo>
                  <a:pt x="2495888" y="138058"/>
                  <a:pt x="2495801" y="138842"/>
                  <a:pt x="2495627" y="139523"/>
                </a:cubicBezTo>
                <a:cubicBezTo>
                  <a:pt x="2495454" y="140205"/>
                  <a:pt x="2495228" y="140767"/>
                  <a:pt x="2494950" y="141210"/>
                </a:cubicBezTo>
                <a:cubicBezTo>
                  <a:pt x="2494672" y="141653"/>
                  <a:pt x="2494324" y="141976"/>
                  <a:pt x="2493907" y="142181"/>
                </a:cubicBezTo>
                <a:cubicBezTo>
                  <a:pt x="2493490" y="142385"/>
                  <a:pt x="2493038" y="142487"/>
                  <a:pt x="2492552" y="142487"/>
                </a:cubicBezTo>
                <a:lnTo>
                  <a:pt x="2436356" y="142487"/>
                </a:lnTo>
                <a:cubicBezTo>
                  <a:pt x="2435105" y="142487"/>
                  <a:pt x="2434045" y="142079"/>
                  <a:pt x="2433176" y="141261"/>
                </a:cubicBezTo>
                <a:cubicBezTo>
                  <a:pt x="2432307" y="140443"/>
                  <a:pt x="2431873" y="139080"/>
                  <a:pt x="2431873" y="137172"/>
                </a:cubicBezTo>
                <a:lnTo>
                  <a:pt x="2431873" y="134310"/>
                </a:lnTo>
                <a:cubicBezTo>
                  <a:pt x="2431873" y="133561"/>
                  <a:pt x="2431942" y="132879"/>
                  <a:pt x="2432081" y="132266"/>
                </a:cubicBezTo>
                <a:cubicBezTo>
                  <a:pt x="2432220" y="131653"/>
                  <a:pt x="2432429" y="131005"/>
                  <a:pt x="2432707" y="130324"/>
                </a:cubicBezTo>
                <a:cubicBezTo>
                  <a:pt x="2432985" y="129642"/>
                  <a:pt x="2433350" y="128910"/>
                  <a:pt x="2433802" y="128126"/>
                </a:cubicBezTo>
                <a:cubicBezTo>
                  <a:pt x="2434253" y="127343"/>
                  <a:pt x="2434827" y="126440"/>
                  <a:pt x="2435522" y="125418"/>
                </a:cubicBezTo>
                <a:lnTo>
                  <a:pt x="2480353" y="56423"/>
                </a:lnTo>
                <a:lnTo>
                  <a:pt x="2436356" y="56423"/>
                </a:lnTo>
                <a:cubicBezTo>
                  <a:pt x="2435383" y="56423"/>
                  <a:pt x="2434584" y="55997"/>
                  <a:pt x="2433958" y="55145"/>
                </a:cubicBezTo>
                <a:cubicBezTo>
                  <a:pt x="2433332" y="54293"/>
                  <a:pt x="2433020" y="52947"/>
                  <a:pt x="2433020" y="51107"/>
                </a:cubicBezTo>
                <a:cubicBezTo>
                  <a:pt x="2433020" y="50222"/>
                  <a:pt x="2433107" y="49438"/>
                  <a:pt x="2433280" y="48756"/>
                </a:cubicBezTo>
                <a:cubicBezTo>
                  <a:pt x="2433454" y="48075"/>
                  <a:pt x="2433680" y="47513"/>
                  <a:pt x="2433958" y="47070"/>
                </a:cubicBezTo>
                <a:cubicBezTo>
                  <a:pt x="2434236" y="46627"/>
                  <a:pt x="2434584" y="46303"/>
                  <a:pt x="2435001" y="46099"/>
                </a:cubicBezTo>
                <a:cubicBezTo>
                  <a:pt x="2435418" y="45894"/>
                  <a:pt x="2435869" y="45792"/>
                  <a:pt x="2436356" y="45792"/>
                </a:cubicBezTo>
                <a:lnTo>
                  <a:pt x="2488486" y="45792"/>
                </a:lnTo>
                <a:cubicBezTo>
                  <a:pt x="2489111" y="45792"/>
                  <a:pt x="2489702" y="45894"/>
                  <a:pt x="2490258" y="46099"/>
                </a:cubicBezTo>
                <a:cubicBezTo>
                  <a:pt x="2490814" y="46303"/>
                  <a:pt x="2491283" y="46610"/>
                  <a:pt x="2491665" y="47019"/>
                </a:cubicBezTo>
                <a:cubicBezTo>
                  <a:pt x="2492048" y="47428"/>
                  <a:pt x="2492361" y="47973"/>
                  <a:pt x="2492604" y="48654"/>
                </a:cubicBezTo>
                <a:cubicBezTo>
                  <a:pt x="2492847" y="49336"/>
                  <a:pt x="2492969" y="50153"/>
                  <a:pt x="2492969" y="51107"/>
                </a:cubicBezTo>
                <a:lnTo>
                  <a:pt x="2492969" y="53458"/>
                </a:lnTo>
                <a:cubicBezTo>
                  <a:pt x="2492969" y="54140"/>
                  <a:pt x="2492917" y="54821"/>
                  <a:pt x="2492812" y="55503"/>
                </a:cubicBezTo>
                <a:cubicBezTo>
                  <a:pt x="2492708" y="56184"/>
                  <a:pt x="2492517" y="56883"/>
                  <a:pt x="2492239" y="57598"/>
                </a:cubicBezTo>
                <a:cubicBezTo>
                  <a:pt x="2491961" y="58314"/>
                  <a:pt x="2491579" y="59097"/>
                  <a:pt x="2491092" y="59949"/>
                </a:cubicBezTo>
                <a:cubicBezTo>
                  <a:pt x="2490605" y="60801"/>
                  <a:pt x="2490015" y="61772"/>
                  <a:pt x="2489320" y="62862"/>
                </a:cubicBezTo>
                <a:lnTo>
                  <a:pt x="2444592" y="131857"/>
                </a:lnTo>
                <a:lnTo>
                  <a:pt x="2492552" y="131857"/>
                </a:lnTo>
                <a:cubicBezTo>
                  <a:pt x="2493038" y="131857"/>
                  <a:pt x="2493490" y="131959"/>
                  <a:pt x="2493907" y="132164"/>
                </a:cubicBezTo>
                <a:cubicBezTo>
                  <a:pt x="2494324" y="132368"/>
                  <a:pt x="2494672" y="132692"/>
                  <a:pt x="2494950" y="133135"/>
                </a:cubicBezTo>
                <a:cubicBezTo>
                  <a:pt x="2495228" y="133578"/>
                  <a:pt x="2495454" y="134140"/>
                  <a:pt x="2495627" y="134821"/>
                </a:cubicBezTo>
                <a:cubicBezTo>
                  <a:pt x="2495801" y="135503"/>
                  <a:pt x="2495888" y="136286"/>
                  <a:pt x="2495888" y="137172"/>
                </a:cubicBezTo>
                <a:close/>
                <a:moveTo>
                  <a:pt x="2594570" y="89438"/>
                </a:moveTo>
                <a:cubicBezTo>
                  <a:pt x="2594570" y="91891"/>
                  <a:pt x="2593910" y="93578"/>
                  <a:pt x="2592589" y="94498"/>
                </a:cubicBezTo>
                <a:cubicBezTo>
                  <a:pt x="2591268" y="95418"/>
                  <a:pt x="2589982" y="95878"/>
                  <a:pt x="2588731" y="95878"/>
                </a:cubicBezTo>
                <a:lnTo>
                  <a:pt x="2524403" y="95878"/>
                </a:lnTo>
                <a:cubicBezTo>
                  <a:pt x="2524403" y="101616"/>
                  <a:pt x="2524977" y="106809"/>
                  <a:pt x="2526124" y="111456"/>
                </a:cubicBezTo>
                <a:cubicBezTo>
                  <a:pt x="2527271" y="116102"/>
                  <a:pt x="2529165" y="120082"/>
                  <a:pt x="2531806" y="123396"/>
                </a:cubicBezTo>
                <a:cubicBezTo>
                  <a:pt x="2534447" y="126709"/>
                  <a:pt x="2537888" y="129255"/>
                  <a:pt x="2542128" y="131033"/>
                </a:cubicBezTo>
                <a:cubicBezTo>
                  <a:pt x="2546367" y="132809"/>
                  <a:pt x="2551580" y="133697"/>
                  <a:pt x="2557766" y="133697"/>
                </a:cubicBezTo>
                <a:cubicBezTo>
                  <a:pt x="2562145" y="133697"/>
                  <a:pt x="2566072" y="133317"/>
                  <a:pt x="2569548" y="132557"/>
                </a:cubicBezTo>
                <a:cubicBezTo>
                  <a:pt x="2573023" y="131796"/>
                  <a:pt x="2576029" y="130950"/>
                  <a:pt x="2578566" y="130017"/>
                </a:cubicBezTo>
                <a:cubicBezTo>
                  <a:pt x="2581103" y="129085"/>
                  <a:pt x="2583188" y="128238"/>
                  <a:pt x="2584822" y="127478"/>
                </a:cubicBezTo>
                <a:cubicBezTo>
                  <a:pt x="2586455" y="126718"/>
                  <a:pt x="2587619" y="126338"/>
                  <a:pt x="2588314" y="126338"/>
                </a:cubicBezTo>
                <a:cubicBezTo>
                  <a:pt x="2588731" y="126338"/>
                  <a:pt x="2589114" y="126441"/>
                  <a:pt x="2589461" y="126647"/>
                </a:cubicBezTo>
                <a:cubicBezTo>
                  <a:pt x="2589809" y="126854"/>
                  <a:pt x="2590087" y="127181"/>
                  <a:pt x="2590295" y="127628"/>
                </a:cubicBezTo>
                <a:cubicBezTo>
                  <a:pt x="2590504" y="128075"/>
                  <a:pt x="2590660" y="128643"/>
                  <a:pt x="2590764" y="129331"/>
                </a:cubicBezTo>
                <a:cubicBezTo>
                  <a:pt x="2590869" y="130018"/>
                  <a:pt x="2590921" y="130878"/>
                  <a:pt x="2590921" y="131908"/>
                </a:cubicBezTo>
                <a:cubicBezTo>
                  <a:pt x="2590921" y="132392"/>
                  <a:pt x="2590886" y="132857"/>
                  <a:pt x="2590817" y="133304"/>
                </a:cubicBezTo>
                <a:cubicBezTo>
                  <a:pt x="2590747" y="133751"/>
                  <a:pt x="2590660" y="134164"/>
                  <a:pt x="2590556" y="134543"/>
                </a:cubicBezTo>
                <a:cubicBezTo>
                  <a:pt x="2590452" y="134920"/>
                  <a:pt x="2590295" y="135281"/>
                  <a:pt x="2590087" y="135626"/>
                </a:cubicBezTo>
                <a:cubicBezTo>
                  <a:pt x="2589878" y="135969"/>
                  <a:pt x="2589600" y="136313"/>
                  <a:pt x="2589253" y="136658"/>
                </a:cubicBezTo>
                <a:cubicBezTo>
                  <a:pt x="2588905" y="137001"/>
                  <a:pt x="2587828" y="137598"/>
                  <a:pt x="2586021" y="138450"/>
                </a:cubicBezTo>
                <a:cubicBezTo>
                  <a:pt x="2584213" y="139302"/>
                  <a:pt x="2581850" y="140154"/>
                  <a:pt x="2578931" y="141005"/>
                </a:cubicBezTo>
                <a:cubicBezTo>
                  <a:pt x="2576012" y="141857"/>
                  <a:pt x="2572623" y="142624"/>
                  <a:pt x="2568766" y="143305"/>
                </a:cubicBezTo>
                <a:cubicBezTo>
                  <a:pt x="2564908" y="143987"/>
                  <a:pt x="2560755" y="144327"/>
                  <a:pt x="2556307" y="144327"/>
                </a:cubicBezTo>
                <a:cubicBezTo>
                  <a:pt x="2549009" y="144327"/>
                  <a:pt x="2542545" y="143253"/>
                  <a:pt x="2536915" y="141104"/>
                </a:cubicBezTo>
                <a:cubicBezTo>
                  <a:pt x="2531285" y="138956"/>
                  <a:pt x="2526558" y="135784"/>
                  <a:pt x="2522735" y="131589"/>
                </a:cubicBezTo>
                <a:cubicBezTo>
                  <a:pt x="2518912" y="127394"/>
                  <a:pt x="2516011" y="122192"/>
                  <a:pt x="2514030" y="115985"/>
                </a:cubicBezTo>
                <a:cubicBezTo>
                  <a:pt x="2512049" y="109778"/>
                  <a:pt x="2511058" y="102581"/>
                  <a:pt x="2511058" y="94395"/>
                </a:cubicBezTo>
                <a:cubicBezTo>
                  <a:pt x="2511058" y="86550"/>
                  <a:pt x="2512084" y="79524"/>
                  <a:pt x="2514134" y="73317"/>
                </a:cubicBezTo>
                <a:cubicBezTo>
                  <a:pt x="2516184" y="67109"/>
                  <a:pt x="2519121" y="61840"/>
                  <a:pt x="2522944" y="57509"/>
                </a:cubicBezTo>
                <a:cubicBezTo>
                  <a:pt x="2526767" y="53177"/>
                  <a:pt x="2531371" y="49869"/>
                  <a:pt x="2536758" y="47584"/>
                </a:cubicBezTo>
                <a:cubicBezTo>
                  <a:pt x="2542145" y="45299"/>
                  <a:pt x="2548140" y="44157"/>
                  <a:pt x="2554743" y="44157"/>
                </a:cubicBezTo>
                <a:cubicBezTo>
                  <a:pt x="2561832" y="44157"/>
                  <a:pt x="2567880" y="45315"/>
                  <a:pt x="2572884" y="47632"/>
                </a:cubicBezTo>
                <a:cubicBezTo>
                  <a:pt x="2577888" y="49949"/>
                  <a:pt x="2582007" y="53067"/>
                  <a:pt x="2585239" y="56985"/>
                </a:cubicBezTo>
                <a:cubicBezTo>
                  <a:pt x="2588471" y="60903"/>
                  <a:pt x="2590834" y="65452"/>
                  <a:pt x="2592328" y="70630"/>
                </a:cubicBezTo>
                <a:cubicBezTo>
                  <a:pt x="2593823" y="75809"/>
                  <a:pt x="2594570" y="81261"/>
                  <a:pt x="2594570" y="86985"/>
                </a:cubicBezTo>
                <a:lnTo>
                  <a:pt x="2594570" y="89438"/>
                </a:lnTo>
                <a:moveTo>
                  <a:pt x="2581746" y="85860"/>
                </a:moveTo>
                <a:cubicBezTo>
                  <a:pt x="2581954" y="76048"/>
                  <a:pt x="2579661" y="68382"/>
                  <a:pt x="2574865" y="62862"/>
                </a:cubicBezTo>
                <a:cubicBezTo>
                  <a:pt x="2570069" y="57343"/>
                  <a:pt x="2563084" y="54583"/>
                  <a:pt x="2553909" y="54583"/>
                </a:cubicBezTo>
                <a:cubicBezTo>
                  <a:pt x="2549182" y="54583"/>
                  <a:pt x="2545029" y="55452"/>
                  <a:pt x="2541450" y="57189"/>
                </a:cubicBezTo>
                <a:cubicBezTo>
                  <a:pt x="2537870" y="58927"/>
                  <a:pt x="2534847" y="61227"/>
                  <a:pt x="2532379" y="64089"/>
                </a:cubicBezTo>
                <a:cubicBezTo>
                  <a:pt x="2529912" y="66951"/>
                  <a:pt x="2528018" y="70273"/>
                  <a:pt x="2526697" y="74055"/>
                </a:cubicBezTo>
                <a:cubicBezTo>
                  <a:pt x="2525377" y="77837"/>
                  <a:pt x="2524612" y="81772"/>
                  <a:pt x="2524403" y="85860"/>
                </a:cubicBezTo>
                <a:lnTo>
                  <a:pt x="2581746" y="85860"/>
                </a:lnTo>
                <a:close/>
                <a:moveTo>
                  <a:pt x="2736140" y="140443"/>
                </a:moveTo>
                <a:cubicBezTo>
                  <a:pt x="2736140" y="141125"/>
                  <a:pt x="2735914" y="141653"/>
                  <a:pt x="2735463" y="142027"/>
                </a:cubicBezTo>
                <a:cubicBezTo>
                  <a:pt x="2735011" y="142402"/>
                  <a:pt x="2734420" y="142675"/>
                  <a:pt x="2733690" y="142845"/>
                </a:cubicBezTo>
                <a:cubicBezTo>
                  <a:pt x="2732960" y="143016"/>
                  <a:pt x="2731970" y="143101"/>
                  <a:pt x="2730719" y="143101"/>
                </a:cubicBezTo>
                <a:cubicBezTo>
                  <a:pt x="2729537" y="143101"/>
                  <a:pt x="2728529" y="143016"/>
                  <a:pt x="2727695" y="142845"/>
                </a:cubicBezTo>
                <a:cubicBezTo>
                  <a:pt x="2726861" y="142675"/>
                  <a:pt x="2726218" y="142402"/>
                  <a:pt x="2725766" y="142027"/>
                </a:cubicBezTo>
                <a:cubicBezTo>
                  <a:pt x="2725315" y="141653"/>
                  <a:pt x="2725089" y="141125"/>
                  <a:pt x="2725089" y="140443"/>
                </a:cubicBezTo>
                <a:lnTo>
                  <a:pt x="2725089" y="130119"/>
                </a:lnTo>
                <a:cubicBezTo>
                  <a:pt x="2720849" y="134617"/>
                  <a:pt x="2716175" y="138109"/>
                  <a:pt x="2711066" y="140596"/>
                </a:cubicBezTo>
                <a:cubicBezTo>
                  <a:pt x="2705957" y="143084"/>
                  <a:pt x="2700657" y="144327"/>
                  <a:pt x="2695166" y="144327"/>
                </a:cubicBezTo>
                <a:cubicBezTo>
                  <a:pt x="2690231" y="144327"/>
                  <a:pt x="2685800" y="143697"/>
                  <a:pt x="2681873" y="142436"/>
                </a:cubicBezTo>
                <a:cubicBezTo>
                  <a:pt x="2677946" y="141176"/>
                  <a:pt x="2674627" y="139370"/>
                  <a:pt x="2671917" y="137019"/>
                </a:cubicBezTo>
                <a:cubicBezTo>
                  <a:pt x="2669206" y="134668"/>
                  <a:pt x="2667121" y="131823"/>
                  <a:pt x="2665661" y="128484"/>
                </a:cubicBezTo>
                <a:cubicBezTo>
                  <a:pt x="2664201" y="125145"/>
                  <a:pt x="2663472" y="121397"/>
                  <a:pt x="2663472" y="117240"/>
                </a:cubicBezTo>
                <a:cubicBezTo>
                  <a:pt x="2663472" y="112130"/>
                  <a:pt x="2664549" y="107683"/>
                  <a:pt x="2666704" y="103901"/>
                </a:cubicBezTo>
                <a:cubicBezTo>
                  <a:pt x="2668858" y="100119"/>
                  <a:pt x="2671917" y="96968"/>
                  <a:pt x="2675878" y="94446"/>
                </a:cubicBezTo>
                <a:cubicBezTo>
                  <a:pt x="2679840" y="91925"/>
                  <a:pt x="2684601" y="90034"/>
                  <a:pt x="2690162" y="88774"/>
                </a:cubicBezTo>
                <a:cubicBezTo>
                  <a:pt x="2695722" y="87513"/>
                  <a:pt x="2701908" y="86883"/>
                  <a:pt x="2708720" y="86883"/>
                </a:cubicBezTo>
                <a:lnTo>
                  <a:pt x="2723733" y="86883"/>
                </a:lnTo>
                <a:lnTo>
                  <a:pt x="2723733" y="78884"/>
                </a:lnTo>
                <a:cubicBezTo>
                  <a:pt x="2723733" y="74919"/>
                  <a:pt x="2723316" y="71416"/>
                  <a:pt x="2722482" y="68375"/>
                </a:cubicBezTo>
                <a:cubicBezTo>
                  <a:pt x="2721648" y="65332"/>
                  <a:pt x="2720293" y="62785"/>
                  <a:pt x="2718416" y="60735"/>
                </a:cubicBezTo>
                <a:cubicBezTo>
                  <a:pt x="2716540" y="58684"/>
                  <a:pt x="2714107" y="57147"/>
                  <a:pt x="2711118" y="56122"/>
                </a:cubicBezTo>
                <a:cubicBezTo>
                  <a:pt x="2708129" y="55096"/>
                  <a:pt x="2704480" y="54583"/>
                  <a:pt x="2700171" y="54583"/>
                </a:cubicBezTo>
                <a:cubicBezTo>
                  <a:pt x="2696000" y="54583"/>
                  <a:pt x="2692247" y="55077"/>
                  <a:pt x="2688911" y="56065"/>
                </a:cubicBezTo>
                <a:cubicBezTo>
                  <a:pt x="2685575" y="57053"/>
                  <a:pt x="2682655" y="58160"/>
                  <a:pt x="2680153" y="59387"/>
                </a:cubicBezTo>
                <a:cubicBezTo>
                  <a:pt x="2677651" y="60613"/>
                  <a:pt x="2675583" y="61721"/>
                  <a:pt x="2673950" y="62709"/>
                </a:cubicBezTo>
                <a:cubicBezTo>
                  <a:pt x="2672316" y="63697"/>
                  <a:pt x="2671152" y="64191"/>
                  <a:pt x="2670457" y="64191"/>
                </a:cubicBezTo>
                <a:cubicBezTo>
                  <a:pt x="2670040" y="64191"/>
                  <a:pt x="2669658" y="64123"/>
                  <a:pt x="2669310" y="63986"/>
                </a:cubicBezTo>
                <a:cubicBezTo>
                  <a:pt x="2668963" y="63848"/>
                  <a:pt x="2668667" y="63590"/>
                  <a:pt x="2668424" y="63213"/>
                </a:cubicBezTo>
                <a:cubicBezTo>
                  <a:pt x="2668181" y="62834"/>
                  <a:pt x="2668007" y="62353"/>
                  <a:pt x="2667903" y="61770"/>
                </a:cubicBezTo>
                <a:cubicBezTo>
                  <a:pt x="2667798" y="61184"/>
                  <a:pt x="2667746" y="60479"/>
                  <a:pt x="2667746" y="59655"/>
                </a:cubicBezTo>
                <a:cubicBezTo>
                  <a:pt x="2667746" y="58211"/>
                  <a:pt x="2667851" y="57060"/>
                  <a:pt x="2668059" y="56202"/>
                </a:cubicBezTo>
                <a:cubicBezTo>
                  <a:pt x="2668268" y="55342"/>
                  <a:pt x="2668806" y="54483"/>
                  <a:pt x="2669675" y="53624"/>
                </a:cubicBezTo>
                <a:cubicBezTo>
                  <a:pt x="2670544" y="52764"/>
                  <a:pt x="2672090" y="51762"/>
                  <a:pt x="2674315" y="50619"/>
                </a:cubicBezTo>
                <a:cubicBezTo>
                  <a:pt x="2676539" y="49473"/>
                  <a:pt x="2679093" y="48413"/>
                  <a:pt x="2681978" y="47437"/>
                </a:cubicBezTo>
                <a:cubicBezTo>
                  <a:pt x="2684862" y="46462"/>
                  <a:pt x="2687973" y="45672"/>
                  <a:pt x="2691309" y="45067"/>
                </a:cubicBezTo>
                <a:cubicBezTo>
                  <a:pt x="2694645" y="44460"/>
                  <a:pt x="2697981" y="44157"/>
                  <a:pt x="2701318" y="44157"/>
                </a:cubicBezTo>
                <a:cubicBezTo>
                  <a:pt x="2707782" y="44157"/>
                  <a:pt x="2713238" y="44923"/>
                  <a:pt x="2717686" y="46457"/>
                </a:cubicBezTo>
                <a:cubicBezTo>
                  <a:pt x="2722135" y="47990"/>
                  <a:pt x="2725732" y="50187"/>
                  <a:pt x="2728477" y="53049"/>
                </a:cubicBezTo>
                <a:cubicBezTo>
                  <a:pt x="2731223" y="55912"/>
                  <a:pt x="2733186" y="59438"/>
                  <a:pt x="2734368" y="63629"/>
                </a:cubicBezTo>
                <a:cubicBezTo>
                  <a:pt x="2735549" y="67820"/>
                  <a:pt x="2736140" y="72573"/>
                  <a:pt x="2736140" y="77888"/>
                </a:cubicBezTo>
                <a:lnTo>
                  <a:pt x="2736140" y="140443"/>
                </a:lnTo>
                <a:moveTo>
                  <a:pt x="2723733" y="96900"/>
                </a:moveTo>
                <a:lnTo>
                  <a:pt x="2706531" y="96900"/>
                </a:lnTo>
                <a:cubicBezTo>
                  <a:pt x="2701526" y="96900"/>
                  <a:pt x="2697147" y="97343"/>
                  <a:pt x="2693394" y="98228"/>
                </a:cubicBezTo>
                <a:cubicBezTo>
                  <a:pt x="2689641" y="99114"/>
                  <a:pt x="2686513" y="100409"/>
                  <a:pt x="2684011" y="102113"/>
                </a:cubicBezTo>
                <a:cubicBezTo>
                  <a:pt x="2681508" y="103816"/>
                  <a:pt x="2679649" y="105860"/>
                  <a:pt x="2678433" y="108246"/>
                </a:cubicBezTo>
                <a:cubicBezTo>
                  <a:pt x="2677216" y="110631"/>
                  <a:pt x="2676608" y="113356"/>
                  <a:pt x="2676608" y="116423"/>
                </a:cubicBezTo>
                <a:cubicBezTo>
                  <a:pt x="2676608" y="121738"/>
                  <a:pt x="2678329" y="125980"/>
                  <a:pt x="2681769" y="129148"/>
                </a:cubicBezTo>
                <a:cubicBezTo>
                  <a:pt x="2685210" y="132317"/>
                  <a:pt x="2690058" y="133901"/>
                  <a:pt x="2696313" y="133901"/>
                </a:cubicBezTo>
                <a:cubicBezTo>
                  <a:pt x="2701248" y="133901"/>
                  <a:pt x="2705853" y="132658"/>
                  <a:pt x="2710128" y="130171"/>
                </a:cubicBezTo>
                <a:cubicBezTo>
                  <a:pt x="2714402" y="127683"/>
                  <a:pt x="2718937" y="123850"/>
                  <a:pt x="2723733" y="118671"/>
                </a:cubicBezTo>
                <a:lnTo>
                  <a:pt x="2723733" y="96900"/>
                </a:lnTo>
                <a:close/>
                <a:moveTo>
                  <a:pt x="2847123" y="140440"/>
                </a:moveTo>
                <a:cubicBezTo>
                  <a:pt x="2847123" y="140919"/>
                  <a:pt x="2847036" y="141329"/>
                  <a:pt x="2846863" y="141670"/>
                </a:cubicBezTo>
                <a:cubicBezTo>
                  <a:pt x="2846689" y="142010"/>
                  <a:pt x="2846376" y="142283"/>
                  <a:pt x="2845924" y="142487"/>
                </a:cubicBezTo>
                <a:cubicBezTo>
                  <a:pt x="2845472" y="142692"/>
                  <a:pt x="2844899" y="142845"/>
                  <a:pt x="2844204" y="142947"/>
                </a:cubicBezTo>
                <a:cubicBezTo>
                  <a:pt x="2843509" y="143050"/>
                  <a:pt x="2842640" y="143101"/>
                  <a:pt x="2841597" y="143101"/>
                </a:cubicBezTo>
                <a:cubicBezTo>
                  <a:pt x="2840485" y="143101"/>
                  <a:pt x="2839564" y="143050"/>
                  <a:pt x="2838835" y="142947"/>
                </a:cubicBezTo>
                <a:cubicBezTo>
                  <a:pt x="2838105" y="142847"/>
                  <a:pt x="2837514" y="142695"/>
                  <a:pt x="2837062" y="142491"/>
                </a:cubicBezTo>
                <a:cubicBezTo>
                  <a:pt x="2836610" y="142288"/>
                  <a:pt x="2836263" y="142018"/>
                  <a:pt x="2836020" y="141679"/>
                </a:cubicBezTo>
                <a:cubicBezTo>
                  <a:pt x="2835776" y="141339"/>
                  <a:pt x="2835655" y="140932"/>
                  <a:pt x="2835655" y="140459"/>
                </a:cubicBezTo>
                <a:lnTo>
                  <a:pt x="2835655" y="127241"/>
                </a:lnTo>
                <a:cubicBezTo>
                  <a:pt x="2830650" y="132561"/>
                  <a:pt x="2825472" y="136739"/>
                  <a:pt x="2820120" y="139776"/>
                </a:cubicBezTo>
                <a:cubicBezTo>
                  <a:pt x="2814768" y="142810"/>
                  <a:pt x="2808930" y="144327"/>
                  <a:pt x="2802605" y="144327"/>
                </a:cubicBezTo>
                <a:cubicBezTo>
                  <a:pt x="2795793" y="144327"/>
                  <a:pt x="2789989" y="143032"/>
                  <a:pt x="2785193" y="140440"/>
                </a:cubicBezTo>
                <a:cubicBezTo>
                  <a:pt x="2780397" y="137848"/>
                  <a:pt x="2776488" y="134336"/>
                  <a:pt x="2773464" y="129902"/>
                </a:cubicBezTo>
                <a:cubicBezTo>
                  <a:pt x="2770441" y="125467"/>
                  <a:pt x="2768234" y="120265"/>
                  <a:pt x="2766844" y="114299"/>
                </a:cubicBezTo>
                <a:cubicBezTo>
                  <a:pt x="2765454" y="108330"/>
                  <a:pt x="2764758" y="102002"/>
                  <a:pt x="2764758" y="95315"/>
                </a:cubicBezTo>
                <a:cubicBezTo>
                  <a:pt x="2764758" y="87472"/>
                  <a:pt x="2765627" y="80396"/>
                  <a:pt x="2767365" y="74087"/>
                </a:cubicBezTo>
                <a:cubicBezTo>
                  <a:pt x="2769103" y="67777"/>
                  <a:pt x="2771674" y="62405"/>
                  <a:pt x="2775080" y="57972"/>
                </a:cubicBezTo>
                <a:cubicBezTo>
                  <a:pt x="2778486" y="53536"/>
                  <a:pt x="2782691" y="50125"/>
                  <a:pt x="2787695" y="47738"/>
                </a:cubicBezTo>
                <a:cubicBezTo>
                  <a:pt x="2792700" y="45350"/>
                  <a:pt x="2798504" y="44157"/>
                  <a:pt x="2805107" y="44157"/>
                </a:cubicBezTo>
                <a:cubicBezTo>
                  <a:pt x="2810806" y="44157"/>
                  <a:pt x="2816019" y="45403"/>
                  <a:pt x="2820746" y="47894"/>
                </a:cubicBezTo>
                <a:cubicBezTo>
                  <a:pt x="2825472" y="50383"/>
                  <a:pt x="2830129" y="54049"/>
                  <a:pt x="2834716" y="58892"/>
                </a:cubicBezTo>
                <a:lnTo>
                  <a:pt x="2834716" y="3073"/>
                </a:lnTo>
                <a:cubicBezTo>
                  <a:pt x="2834716" y="2662"/>
                  <a:pt x="2834803" y="2286"/>
                  <a:pt x="2834977" y="1945"/>
                </a:cubicBezTo>
                <a:cubicBezTo>
                  <a:pt x="2835151" y="1605"/>
                  <a:pt x="2835481" y="1332"/>
                  <a:pt x="2835967" y="1128"/>
                </a:cubicBezTo>
                <a:cubicBezTo>
                  <a:pt x="2836454" y="921"/>
                  <a:pt x="2837097" y="750"/>
                  <a:pt x="2837896" y="613"/>
                </a:cubicBezTo>
                <a:cubicBezTo>
                  <a:pt x="2838696" y="477"/>
                  <a:pt x="2839686" y="409"/>
                  <a:pt x="2840868" y="409"/>
                </a:cubicBezTo>
                <a:cubicBezTo>
                  <a:pt x="2842119" y="409"/>
                  <a:pt x="2843144" y="477"/>
                  <a:pt x="2843943" y="613"/>
                </a:cubicBezTo>
                <a:cubicBezTo>
                  <a:pt x="2844743" y="750"/>
                  <a:pt x="2845368" y="920"/>
                  <a:pt x="2845820" y="1124"/>
                </a:cubicBezTo>
                <a:cubicBezTo>
                  <a:pt x="2846272" y="1329"/>
                  <a:pt x="2846602" y="1601"/>
                  <a:pt x="2846810" y="1942"/>
                </a:cubicBezTo>
                <a:cubicBezTo>
                  <a:pt x="2847019" y="2283"/>
                  <a:pt x="2847123" y="2659"/>
                  <a:pt x="2847123" y="3070"/>
                </a:cubicBezTo>
                <a:lnTo>
                  <a:pt x="2847123" y="140440"/>
                </a:lnTo>
                <a:moveTo>
                  <a:pt x="2834716" y="73726"/>
                </a:moveTo>
                <a:cubicBezTo>
                  <a:pt x="2829503" y="67516"/>
                  <a:pt x="2824482" y="62774"/>
                  <a:pt x="2819651" y="59499"/>
                </a:cubicBezTo>
                <a:cubicBezTo>
                  <a:pt x="2814820" y="56221"/>
                  <a:pt x="2809764" y="54583"/>
                  <a:pt x="2804481" y="54583"/>
                </a:cubicBezTo>
                <a:cubicBezTo>
                  <a:pt x="2799685" y="54583"/>
                  <a:pt x="2795584" y="55709"/>
                  <a:pt x="2792179" y="57962"/>
                </a:cubicBezTo>
                <a:cubicBezTo>
                  <a:pt x="2788773" y="60213"/>
                  <a:pt x="2785993" y="63180"/>
                  <a:pt x="2783838" y="66864"/>
                </a:cubicBezTo>
                <a:cubicBezTo>
                  <a:pt x="2781683" y="70548"/>
                  <a:pt x="2780119" y="74711"/>
                  <a:pt x="2779146" y="79351"/>
                </a:cubicBezTo>
                <a:cubicBezTo>
                  <a:pt x="2778173" y="83991"/>
                  <a:pt x="2777687" y="88699"/>
                  <a:pt x="2777687" y="93475"/>
                </a:cubicBezTo>
                <a:cubicBezTo>
                  <a:pt x="2777687" y="98593"/>
                  <a:pt x="2778104" y="103573"/>
                  <a:pt x="2778938" y="108418"/>
                </a:cubicBezTo>
                <a:cubicBezTo>
                  <a:pt x="2779772" y="113263"/>
                  <a:pt x="2781197" y="117578"/>
                  <a:pt x="2783212" y="121364"/>
                </a:cubicBezTo>
                <a:cubicBezTo>
                  <a:pt x="2785228" y="125150"/>
                  <a:pt x="2787904" y="128187"/>
                  <a:pt x="2791240" y="130474"/>
                </a:cubicBezTo>
                <a:cubicBezTo>
                  <a:pt x="2794577" y="132759"/>
                  <a:pt x="2798747" y="133901"/>
                  <a:pt x="2803751" y="133901"/>
                </a:cubicBezTo>
                <a:cubicBezTo>
                  <a:pt x="2806254" y="133901"/>
                  <a:pt x="2808686" y="133561"/>
                  <a:pt x="2811050" y="132879"/>
                </a:cubicBezTo>
                <a:cubicBezTo>
                  <a:pt x="2813413" y="132196"/>
                  <a:pt x="2815845" y="131069"/>
                  <a:pt x="2818348" y="129500"/>
                </a:cubicBezTo>
                <a:cubicBezTo>
                  <a:pt x="2820850" y="127930"/>
                  <a:pt x="2823439" y="125900"/>
                  <a:pt x="2826115" y="123408"/>
                </a:cubicBezTo>
                <a:cubicBezTo>
                  <a:pt x="2828791" y="120917"/>
                  <a:pt x="2831658" y="117828"/>
                  <a:pt x="2834716" y="114142"/>
                </a:cubicBezTo>
                <a:lnTo>
                  <a:pt x="2834716" y="73726"/>
                </a:lnTo>
                <a:close/>
                <a:moveTo>
                  <a:pt x="2947698" y="140443"/>
                </a:moveTo>
                <a:cubicBezTo>
                  <a:pt x="2947698" y="141125"/>
                  <a:pt x="2947472" y="141653"/>
                  <a:pt x="2947020" y="142027"/>
                </a:cubicBezTo>
                <a:cubicBezTo>
                  <a:pt x="2946568" y="142402"/>
                  <a:pt x="2945978" y="142675"/>
                  <a:pt x="2945248" y="142845"/>
                </a:cubicBezTo>
                <a:cubicBezTo>
                  <a:pt x="2944518" y="143016"/>
                  <a:pt x="2943527" y="143101"/>
                  <a:pt x="2942276" y="143101"/>
                </a:cubicBezTo>
                <a:cubicBezTo>
                  <a:pt x="2941095" y="143101"/>
                  <a:pt x="2940087" y="143016"/>
                  <a:pt x="2939253" y="142845"/>
                </a:cubicBezTo>
                <a:cubicBezTo>
                  <a:pt x="2938419" y="142675"/>
                  <a:pt x="2937776" y="142402"/>
                  <a:pt x="2937324" y="142027"/>
                </a:cubicBezTo>
                <a:cubicBezTo>
                  <a:pt x="2936872" y="141653"/>
                  <a:pt x="2936646" y="141125"/>
                  <a:pt x="2936646" y="140443"/>
                </a:cubicBezTo>
                <a:lnTo>
                  <a:pt x="2936646" y="130119"/>
                </a:lnTo>
                <a:cubicBezTo>
                  <a:pt x="2932406" y="134617"/>
                  <a:pt x="2927732" y="138109"/>
                  <a:pt x="2922624" y="140596"/>
                </a:cubicBezTo>
                <a:cubicBezTo>
                  <a:pt x="2917515" y="143084"/>
                  <a:pt x="2912215" y="144327"/>
                  <a:pt x="2906724" y="144327"/>
                </a:cubicBezTo>
                <a:cubicBezTo>
                  <a:pt x="2901789" y="144327"/>
                  <a:pt x="2897358" y="143697"/>
                  <a:pt x="2893431" y="142436"/>
                </a:cubicBezTo>
                <a:cubicBezTo>
                  <a:pt x="2889504" y="141176"/>
                  <a:pt x="2886185" y="139370"/>
                  <a:pt x="2883474" y="137019"/>
                </a:cubicBezTo>
                <a:cubicBezTo>
                  <a:pt x="2880763" y="134668"/>
                  <a:pt x="2878678" y="131823"/>
                  <a:pt x="2877219" y="128484"/>
                </a:cubicBezTo>
                <a:cubicBezTo>
                  <a:pt x="2875759" y="125145"/>
                  <a:pt x="2875029" y="121397"/>
                  <a:pt x="2875029" y="117240"/>
                </a:cubicBezTo>
                <a:cubicBezTo>
                  <a:pt x="2875029" y="112130"/>
                  <a:pt x="2876107" y="107683"/>
                  <a:pt x="2878261" y="103901"/>
                </a:cubicBezTo>
                <a:cubicBezTo>
                  <a:pt x="2880416" y="100119"/>
                  <a:pt x="2883474" y="96968"/>
                  <a:pt x="2887436" y="94446"/>
                </a:cubicBezTo>
                <a:cubicBezTo>
                  <a:pt x="2891398" y="91925"/>
                  <a:pt x="2896159" y="90034"/>
                  <a:pt x="2901720" y="88774"/>
                </a:cubicBezTo>
                <a:cubicBezTo>
                  <a:pt x="2907280" y="87513"/>
                  <a:pt x="2913466" y="86883"/>
                  <a:pt x="2920278" y="86883"/>
                </a:cubicBezTo>
                <a:lnTo>
                  <a:pt x="2935291" y="86883"/>
                </a:lnTo>
                <a:lnTo>
                  <a:pt x="2935291" y="78884"/>
                </a:lnTo>
                <a:cubicBezTo>
                  <a:pt x="2935291" y="74919"/>
                  <a:pt x="2934874" y="71416"/>
                  <a:pt x="2934040" y="68375"/>
                </a:cubicBezTo>
                <a:cubicBezTo>
                  <a:pt x="2933206" y="65332"/>
                  <a:pt x="2931850" y="62785"/>
                  <a:pt x="2929974" y="60735"/>
                </a:cubicBezTo>
                <a:cubicBezTo>
                  <a:pt x="2928097" y="58684"/>
                  <a:pt x="2925664" y="57147"/>
                  <a:pt x="2922676" y="56122"/>
                </a:cubicBezTo>
                <a:cubicBezTo>
                  <a:pt x="2919687" y="55096"/>
                  <a:pt x="2916038" y="54583"/>
                  <a:pt x="2911728" y="54583"/>
                </a:cubicBezTo>
                <a:cubicBezTo>
                  <a:pt x="2907558" y="54583"/>
                  <a:pt x="2903805" y="55077"/>
                  <a:pt x="2900468" y="56065"/>
                </a:cubicBezTo>
                <a:cubicBezTo>
                  <a:pt x="2897132" y="57053"/>
                  <a:pt x="2894213" y="58160"/>
                  <a:pt x="2891711" y="59387"/>
                </a:cubicBezTo>
                <a:cubicBezTo>
                  <a:pt x="2889208" y="60613"/>
                  <a:pt x="2887141" y="61721"/>
                  <a:pt x="2885507" y="62709"/>
                </a:cubicBezTo>
                <a:cubicBezTo>
                  <a:pt x="2883874" y="63697"/>
                  <a:pt x="2882710" y="64191"/>
                  <a:pt x="2882015" y="64191"/>
                </a:cubicBezTo>
                <a:cubicBezTo>
                  <a:pt x="2881598" y="64191"/>
                  <a:pt x="2881215" y="64123"/>
                  <a:pt x="2880868" y="63986"/>
                </a:cubicBezTo>
                <a:cubicBezTo>
                  <a:pt x="2880520" y="63848"/>
                  <a:pt x="2880225" y="63590"/>
                  <a:pt x="2879982" y="63213"/>
                </a:cubicBezTo>
                <a:cubicBezTo>
                  <a:pt x="2879738" y="62834"/>
                  <a:pt x="2879564" y="62353"/>
                  <a:pt x="2879460" y="61770"/>
                </a:cubicBezTo>
                <a:cubicBezTo>
                  <a:pt x="2879356" y="61184"/>
                  <a:pt x="2879304" y="60479"/>
                  <a:pt x="2879304" y="59655"/>
                </a:cubicBezTo>
                <a:cubicBezTo>
                  <a:pt x="2879304" y="58211"/>
                  <a:pt x="2879408" y="57060"/>
                  <a:pt x="2879617" y="56202"/>
                </a:cubicBezTo>
                <a:cubicBezTo>
                  <a:pt x="2879825" y="55342"/>
                  <a:pt x="2880364" y="54483"/>
                  <a:pt x="2881233" y="53624"/>
                </a:cubicBezTo>
                <a:cubicBezTo>
                  <a:pt x="2882101" y="52764"/>
                  <a:pt x="2883648" y="51762"/>
                  <a:pt x="2885872" y="50619"/>
                </a:cubicBezTo>
                <a:cubicBezTo>
                  <a:pt x="2888096" y="49473"/>
                  <a:pt x="2890651" y="48413"/>
                  <a:pt x="2893535" y="47437"/>
                </a:cubicBezTo>
                <a:cubicBezTo>
                  <a:pt x="2896420" y="46462"/>
                  <a:pt x="2899530" y="45672"/>
                  <a:pt x="2902866" y="45067"/>
                </a:cubicBezTo>
                <a:cubicBezTo>
                  <a:pt x="2906203" y="44460"/>
                  <a:pt x="2909539" y="44157"/>
                  <a:pt x="2912875" y="44157"/>
                </a:cubicBezTo>
                <a:cubicBezTo>
                  <a:pt x="2919339" y="44157"/>
                  <a:pt x="2924796" y="44923"/>
                  <a:pt x="2929244" y="46457"/>
                </a:cubicBezTo>
                <a:cubicBezTo>
                  <a:pt x="2933692" y="47990"/>
                  <a:pt x="2937289" y="50187"/>
                  <a:pt x="2940035" y="53049"/>
                </a:cubicBezTo>
                <a:cubicBezTo>
                  <a:pt x="2942780" y="55912"/>
                  <a:pt x="2944744" y="59438"/>
                  <a:pt x="2945925" y="63629"/>
                </a:cubicBezTo>
                <a:cubicBezTo>
                  <a:pt x="2947107" y="67820"/>
                  <a:pt x="2947698" y="72573"/>
                  <a:pt x="2947698" y="77888"/>
                </a:cubicBezTo>
                <a:lnTo>
                  <a:pt x="2947698" y="140443"/>
                </a:lnTo>
                <a:moveTo>
                  <a:pt x="2935291" y="96900"/>
                </a:moveTo>
                <a:lnTo>
                  <a:pt x="2918088" y="96900"/>
                </a:lnTo>
                <a:cubicBezTo>
                  <a:pt x="2913084" y="96900"/>
                  <a:pt x="2908705" y="97343"/>
                  <a:pt x="2904952" y="98228"/>
                </a:cubicBezTo>
                <a:cubicBezTo>
                  <a:pt x="2901198" y="99114"/>
                  <a:pt x="2898070" y="100409"/>
                  <a:pt x="2895568" y="102113"/>
                </a:cubicBezTo>
                <a:cubicBezTo>
                  <a:pt x="2893066" y="103816"/>
                  <a:pt x="2891207" y="105860"/>
                  <a:pt x="2889990" y="108246"/>
                </a:cubicBezTo>
                <a:cubicBezTo>
                  <a:pt x="2888774" y="110631"/>
                  <a:pt x="2888166" y="113356"/>
                  <a:pt x="2888166" y="116423"/>
                </a:cubicBezTo>
                <a:cubicBezTo>
                  <a:pt x="2888166" y="121738"/>
                  <a:pt x="2889886" y="125980"/>
                  <a:pt x="2893327" y="129148"/>
                </a:cubicBezTo>
                <a:cubicBezTo>
                  <a:pt x="2896767" y="132317"/>
                  <a:pt x="2901615" y="133901"/>
                  <a:pt x="2907871" y="133901"/>
                </a:cubicBezTo>
                <a:cubicBezTo>
                  <a:pt x="2912806" y="133901"/>
                  <a:pt x="2917411" y="132658"/>
                  <a:pt x="2921685" y="130171"/>
                </a:cubicBezTo>
                <a:cubicBezTo>
                  <a:pt x="2925960" y="127683"/>
                  <a:pt x="2930495" y="123850"/>
                  <a:pt x="2935291" y="118671"/>
                </a:cubicBezTo>
                <a:lnTo>
                  <a:pt x="2935291" y="96900"/>
                </a:lnTo>
                <a:close/>
                <a:moveTo>
                  <a:pt x="3064937" y="92862"/>
                </a:moveTo>
                <a:cubicBezTo>
                  <a:pt x="3064937" y="100773"/>
                  <a:pt x="3064050" y="107901"/>
                  <a:pt x="3062278" y="114244"/>
                </a:cubicBezTo>
                <a:cubicBezTo>
                  <a:pt x="3060506" y="120588"/>
                  <a:pt x="3057899" y="125978"/>
                  <a:pt x="3054459" y="130413"/>
                </a:cubicBezTo>
                <a:cubicBezTo>
                  <a:pt x="3051018" y="134847"/>
                  <a:pt x="3046761" y="138274"/>
                  <a:pt x="3041687" y="140696"/>
                </a:cubicBezTo>
                <a:cubicBezTo>
                  <a:pt x="3036613" y="143117"/>
                  <a:pt x="3030809" y="144327"/>
                  <a:pt x="3024276" y="144327"/>
                </a:cubicBezTo>
                <a:cubicBezTo>
                  <a:pt x="3021495" y="144327"/>
                  <a:pt x="3018889" y="144037"/>
                  <a:pt x="3016456" y="143455"/>
                </a:cubicBezTo>
                <a:cubicBezTo>
                  <a:pt x="3014023" y="142876"/>
                  <a:pt x="3011643" y="141973"/>
                  <a:pt x="3009314" y="140747"/>
                </a:cubicBezTo>
                <a:cubicBezTo>
                  <a:pt x="3006986" y="139518"/>
                  <a:pt x="3004657" y="137983"/>
                  <a:pt x="3002329" y="136141"/>
                </a:cubicBezTo>
                <a:cubicBezTo>
                  <a:pt x="3000001" y="134299"/>
                  <a:pt x="2997550" y="132082"/>
                  <a:pt x="2994979" y="129490"/>
                </a:cubicBezTo>
                <a:lnTo>
                  <a:pt x="2994979" y="177241"/>
                </a:lnTo>
                <a:cubicBezTo>
                  <a:pt x="2994979" y="177649"/>
                  <a:pt x="2994874" y="178024"/>
                  <a:pt x="2994666" y="178365"/>
                </a:cubicBezTo>
                <a:cubicBezTo>
                  <a:pt x="2994457" y="178706"/>
                  <a:pt x="2994127" y="178995"/>
                  <a:pt x="2993675" y="179234"/>
                </a:cubicBezTo>
                <a:cubicBezTo>
                  <a:pt x="2993224" y="179472"/>
                  <a:pt x="2992598" y="179643"/>
                  <a:pt x="2991799" y="179745"/>
                </a:cubicBezTo>
                <a:cubicBezTo>
                  <a:pt x="2990999" y="179847"/>
                  <a:pt x="2989974" y="179898"/>
                  <a:pt x="2988723" y="179898"/>
                </a:cubicBezTo>
                <a:cubicBezTo>
                  <a:pt x="2987542" y="179898"/>
                  <a:pt x="2986551" y="179847"/>
                  <a:pt x="2985752" y="179745"/>
                </a:cubicBezTo>
                <a:cubicBezTo>
                  <a:pt x="2984952" y="179643"/>
                  <a:pt x="2984310" y="179472"/>
                  <a:pt x="2983823" y="179234"/>
                </a:cubicBezTo>
                <a:cubicBezTo>
                  <a:pt x="2983336" y="178995"/>
                  <a:pt x="2983006" y="178705"/>
                  <a:pt x="2982833" y="178362"/>
                </a:cubicBezTo>
                <a:cubicBezTo>
                  <a:pt x="2982659" y="178021"/>
                  <a:pt x="2982572" y="177646"/>
                  <a:pt x="2982572" y="177237"/>
                </a:cubicBezTo>
                <a:lnTo>
                  <a:pt x="2982572" y="47840"/>
                </a:lnTo>
                <a:cubicBezTo>
                  <a:pt x="2982572" y="47363"/>
                  <a:pt x="2982659" y="46954"/>
                  <a:pt x="2982833" y="46613"/>
                </a:cubicBezTo>
                <a:cubicBezTo>
                  <a:pt x="2983006" y="46270"/>
                  <a:pt x="2983319" y="45997"/>
                  <a:pt x="2983771" y="45792"/>
                </a:cubicBezTo>
                <a:cubicBezTo>
                  <a:pt x="2984223" y="45588"/>
                  <a:pt x="2984813" y="45434"/>
                  <a:pt x="2985543" y="45332"/>
                </a:cubicBezTo>
                <a:cubicBezTo>
                  <a:pt x="2986273" y="45230"/>
                  <a:pt x="2987159" y="45179"/>
                  <a:pt x="2988202" y="45179"/>
                </a:cubicBezTo>
                <a:cubicBezTo>
                  <a:pt x="2989244" y="45179"/>
                  <a:pt x="2990113" y="45231"/>
                  <a:pt x="2990808" y="45335"/>
                </a:cubicBezTo>
                <a:cubicBezTo>
                  <a:pt x="2991503" y="45438"/>
                  <a:pt x="2992094" y="45592"/>
                  <a:pt x="2992581" y="45799"/>
                </a:cubicBezTo>
                <a:cubicBezTo>
                  <a:pt x="2993067" y="46003"/>
                  <a:pt x="2993415" y="46277"/>
                  <a:pt x="2993623" y="46620"/>
                </a:cubicBezTo>
                <a:cubicBezTo>
                  <a:pt x="2993832" y="46962"/>
                  <a:pt x="2993936" y="47374"/>
                  <a:pt x="2993936" y="47856"/>
                </a:cubicBezTo>
                <a:lnTo>
                  <a:pt x="2993936" y="61345"/>
                </a:lnTo>
                <a:cubicBezTo>
                  <a:pt x="2996855" y="58413"/>
                  <a:pt x="2999636" y="55872"/>
                  <a:pt x="3002277" y="53723"/>
                </a:cubicBezTo>
                <a:cubicBezTo>
                  <a:pt x="3004918" y="51575"/>
                  <a:pt x="3007559" y="49785"/>
                  <a:pt x="3010201" y="48354"/>
                </a:cubicBezTo>
                <a:cubicBezTo>
                  <a:pt x="3012842" y="46921"/>
                  <a:pt x="3015553" y="45864"/>
                  <a:pt x="3018333" y="45182"/>
                </a:cubicBezTo>
                <a:cubicBezTo>
                  <a:pt x="3021113" y="44499"/>
                  <a:pt x="3024067" y="44157"/>
                  <a:pt x="3027195" y="44157"/>
                </a:cubicBezTo>
                <a:cubicBezTo>
                  <a:pt x="3034006" y="44157"/>
                  <a:pt x="3039810" y="45436"/>
                  <a:pt x="3044606" y="47993"/>
                </a:cubicBezTo>
                <a:cubicBezTo>
                  <a:pt x="3049402" y="50551"/>
                  <a:pt x="3053312" y="54047"/>
                  <a:pt x="3056335" y="58483"/>
                </a:cubicBezTo>
                <a:cubicBezTo>
                  <a:pt x="3059359" y="62916"/>
                  <a:pt x="3061548" y="68084"/>
                  <a:pt x="3062904" y="73984"/>
                </a:cubicBezTo>
                <a:cubicBezTo>
                  <a:pt x="3064259" y="79883"/>
                  <a:pt x="3064937" y="86176"/>
                  <a:pt x="3064937" y="92862"/>
                </a:cubicBezTo>
                <a:moveTo>
                  <a:pt x="3051904" y="94804"/>
                </a:moveTo>
                <a:cubicBezTo>
                  <a:pt x="3051904" y="89619"/>
                  <a:pt x="3051487" y="84621"/>
                  <a:pt x="3050653" y="79811"/>
                </a:cubicBezTo>
                <a:cubicBezTo>
                  <a:pt x="3049819" y="75000"/>
                  <a:pt x="3048412" y="70719"/>
                  <a:pt x="3046431" y="66967"/>
                </a:cubicBezTo>
                <a:cubicBezTo>
                  <a:pt x="3044450" y="63215"/>
                  <a:pt x="3041808" y="60213"/>
                  <a:pt x="3038507" y="57962"/>
                </a:cubicBezTo>
                <a:cubicBezTo>
                  <a:pt x="3035205" y="55709"/>
                  <a:pt x="3031052" y="54583"/>
                  <a:pt x="3026048" y="54583"/>
                </a:cubicBezTo>
                <a:cubicBezTo>
                  <a:pt x="3023546" y="54583"/>
                  <a:pt x="3021096" y="54924"/>
                  <a:pt x="3018698" y="55608"/>
                </a:cubicBezTo>
                <a:cubicBezTo>
                  <a:pt x="3016300" y="56289"/>
                  <a:pt x="3013850" y="57415"/>
                  <a:pt x="3011347" y="58984"/>
                </a:cubicBezTo>
                <a:cubicBezTo>
                  <a:pt x="3008845" y="60554"/>
                  <a:pt x="3006239" y="62584"/>
                  <a:pt x="3003528" y="65076"/>
                </a:cubicBezTo>
                <a:cubicBezTo>
                  <a:pt x="3000817" y="67567"/>
                  <a:pt x="2997967" y="70656"/>
                  <a:pt x="2994979" y="74342"/>
                </a:cubicBezTo>
                <a:lnTo>
                  <a:pt x="2994979" y="114656"/>
                </a:lnTo>
                <a:cubicBezTo>
                  <a:pt x="3000192" y="120866"/>
                  <a:pt x="3005179" y="125626"/>
                  <a:pt x="3009940" y="128938"/>
                </a:cubicBezTo>
                <a:cubicBezTo>
                  <a:pt x="3014701" y="132247"/>
                  <a:pt x="3019688" y="133901"/>
                  <a:pt x="3024901" y="133901"/>
                </a:cubicBezTo>
                <a:cubicBezTo>
                  <a:pt x="3029697" y="133901"/>
                  <a:pt x="3033815" y="132759"/>
                  <a:pt x="3037256" y="130474"/>
                </a:cubicBezTo>
                <a:cubicBezTo>
                  <a:pt x="3040696" y="128187"/>
                  <a:pt x="3043494" y="125184"/>
                  <a:pt x="3045649" y="121466"/>
                </a:cubicBezTo>
                <a:cubicBezTo>
                  <a:pt x="3047803" y="117748"/>
                  <a:pt x="3049385" y="113552"/>
                  <a:pt x="3050392" y="108878"/>
                </a:cubicBezTo>
                <a:cubicBezTo>
                  <a:pt x="3051400" y="104204"/>
                  <a:pt x="3051904" y="99513"/>
                  <a:pt x="3051904" y="94804"/>
                </a:cubicBezTo>
                <a:close/>
                <a:moveTo>
                  <a:pt x="3137545" y="135026"/>
                </a:moveTo>
                <a:cubicBezTo>
                  <a:pt x="3137545" y="136457"/>
                  <a:pt x="3137423" y="137615"/>
                  <a:pt x="3137180" y="138501"/>
                </a:cubicBezTo>
                <a:cubicBezTo>
                  <a:pt x="3136937" y="139387"/>
                  <a:pt x="3136554" y="140085"/>
                  <a:pt x="3136033" y="140596"/>
                </a:cubicBezTo>
                <a:cubicBezTo>
                  <a:pt x="3135512" y="141108"/>
                  <a:pt x="3134747" y="141585"/>
                  <a:pt x="3133739" y="142027"/>
                </a:cubicBezTo>
                <a:cubicBezTo>
                  <a:pt x="3132732" y="142470"/>
                  <a:pt x="3131567" y="142845"/>
                  <a:pt x="3130247" y="143152"/>
                </a:cubicBezTo>
                <a:cubicBezTo>
                  <a:pt x="3128926" y="143459"/>
                  <a:pt x="3127536" y="143697"/>
                  <a:pt x="3126076" y="143867"/>
                </a:cubicBezTo>
                <a:cubicBezTo>
                  <a:pt x="3124617" y="144038"/>
                  <a:pt x="3123192" y="144123"/>
                  <a:pt x="3121802" y="144123"/>
                </a:cubicBezTo>
                <a:cubicBezTo>
                  <a:pt x="3117145" y="144123"/>
                  <a:pt x="3113183" y="143510"/>
                  <a:pt x="3109916" y="142283"/>
                </a:cubicBezTo>
                <a:cubicBezTo>
                  <a:pt x="3106649" y="141056"/>
                  <a:pt x="3103973" y="139200"/>
                  <a:pt x="3101888" y="136712"/>
                </a:cubicBezTo>
                <a:cubicBezTo>
                  <a:pt x="3099803" y="134225"/>
                  <a:pt x="3098291" y="131073"/>
                  <a:pt x="3097353" y="127257"/>
                </a:cubicBezTo>
                <a:cubicBezTo>
                  <a:pt x="3096415" y="123441"/>
                  <a:pt x="3095945" y="118944"/>
                  <a:pt x="3095945" y="113765"/>
                </a:cubicBezTo>
                <a:lnTo>
                  <a:pt x="3095945" y="56218"/>
                </a:lnTo>
                <a:lnTo>
                  <a:pt x="3081870" y="56218"/>
                </a:lnTo>
                <a:cubicBezTo>
                  <a:pt x="3080897" y="56218"/>
                  <a:pt x="3080133" y="55788"/>
                  <a:pt x="3079577" y="54928"/>
                </a:cubicBezTo>
                <a:cubicBezTo>
                  <a:pt x="3079021" y="54067"/>
                  <a:pt x="3078743" y="52777"/>
                  <a:pt x="3078743" y="51056"/>
                </a:cubicBezTo>
                <a:cubicBezTo>
                  <a:pt x="3078743" y="50162"/>
                  <a:pt x="3078812" y="49388"/>
                  <a:pt x="3078951" y="48734"/>
                </a:cubicBezTo>
                <a:cubicBezTo>
                  <a:pt x="3079090" y="48080"/>
                  <a:pt x="3079299" y="47530"/>
                  <a:pt x="3079577" y="47083"/>
                </a:cubicBezTo>
                <a:cubicBezTo>
                  <a:pt x="3079855" y="46636"/>
                  <a:pt x="3080185" y="46309"/>
                  <a:pt x="3080567" y="46102"/>
                </a:cubicBezTo>
                <a:cubicBezTo>
                  <a:pt x="3080950" y="45896"/>
                  <a:pt x="3081384" y="45792"/>
                  <a:pt x="3081870" y="45792"/>
                </a:cubicBezTo>
                <a:lnTo>
                  <a:pt x="3095945" y="45792"/>
                </a:lnTo>
                <a:lnTo>
                  <a:pt x="3095945" y="23101"/>
                </a:lnTo>
                <a:cubicBezTo>
                  <a:pt x="3095945" y="22692"/>
                  <a:pt x="3096032" y="22317"/>
                  <a:pt x="3096206" y="21976"/>
                </a:cubicBezTo>
                <a:cubicBezTo>
                  <a:pt x="3096380" y="21635"/>
                  <a:pt x="3096710" y="21346"/>
                  <a:pt x="3097197" y="21107"/>
                </a:cubicBezTo>
                <a:cubicBezTo>
                  <a:pt x="3097683" y="20869"/>
                  <a:pt x="3098326" y="20699"/>
                  <a:pt x="3099125" y="20596"/>
                </a:cubicBezTo>
                <a:cubicBezTo>
                  <a:pt x="3099925" y="20494"/>
                  <a:pt x="3100915" y="20443"/>
                  <a:pt x="3102097" y="20443"/>
                </a:cubicBezTo>
                <a:cubicBezTo>
                  <a:pt x="3103348" y="20443"/>
                  <a:pt x="3104373" y="20494"/>
                  <a:pt x="3105172" y="20596"/>
                </a:cubicBezTo>
                <a:cubicBezTo>
                  <a:pt x="3105972" y="20699"/>
                  <a:pt x="3106597" y="20869"/>
                  <a:pt x="3107049" y="21107"/>
                </a:cubicBezTo>
                <a:cubicBezTo>
                  <a:pt x="3107501" y="21346"/>
                  <a:pt x="3107831" y="21635"/>
                  <a:pt x="3108039" y="21976"/>
                </a:cubicBezTo>
                <a:cubicBezTo>
                  <a:pt x="3108248" y="22317"/>
                  <a:pt x="3108352" y="22692"/>
                  <a:pt x="3108352" y="23101"/>
                </a:cubicBezTo>
                <a:lnTo>
                  <a:pt x="3108352" y="45792"/>
                </a:lnTo>
                <a:lnTo>
                  <a:pt x="3134417" y="45792"/>
                </a:lnTo>
                <a:cubicBezTo>
                  <a:pt x="3134904" y="45792"/>
                  <a:pt x="3135338" y="45896"/>
                  <a:pt x="3135720" y="46102"/>
                </a:cubicBezTo>
                <a:cubicBezTo>
                  <a:pt x="3136103" y="46309"/>
                  <a:pt x="3136433" y="46636"/>
                  <a:pt x="3136711" y="47083"/>
                </a:cubicBezTo>
                <a:cubicBezTo>
                  <a:pt x="3136989" y="47530"/>
                  <a:pt x="3137197" y="48080"/>
                  <a:pt x="3137336" y="48734"/>
                </a:cubicBezTo>
                <a:cubicBezTo>
                  <a:pt x="3137475" y="49388"/>
                  <a:pt x="3137545" y="50162"/>
                  <a:pt x="3137545" y="51056"/>
                </a:cubicBezTo>
                <a:cubicBezTo>
                  <a:pt x="3137545" y="52777"/>
                  <a:pt x="3137249" y="54067"/>
                  <a:pt x="3136659" y="54928"/>
                </a:cubicBezTo>
                <a:cubicBezTo>
                  <a:pt x="3136068" y="55788"/>
                  <a:pt x="3135321" y="56218"/>
                  <a:pt x="3134417" y="56218"/>
                </a:cubicBezTo>
                <a:lnTo>
                  <a:pt x="3108352" y="56218"/>
                </a:lnTo>
                <a:lnTo>
                  <a:pt x="3108352" y="112130"/>
                </a:lnTo>
                <a:cubicBezTo>
                  <a:pt x="3108352" y="119148"/>
                  <a:pt x="3109377" y="124498"/>
                  <a:pt x="3111428" y="128177"/>
                </a:cubicBezTo>
                <a:cubicBezTo>
                  <a:pt x="3113478" y="131857"/>
                  <a:pt x="3117214" y="133697"/>
                  <a:pt x="3122636" y="133697"/>
                </a:cubicBezTo>
                <a:cubicBezTo>
                  <a:pt x="3124304" y="133697"/>
                  <a:pt x="3125816" y="133527"/>
                  <a:pt x="3127171" y="133186"/>
                </a:cubicBezTo>
                <a:cubicBezTo>
                  <a:pt x="3128526" y="132845"/>
                  <a:pt x="3129725" y="132470"/>
                  <a:pt x="3130768" y="132062"/>
                </a:cubicBezTo>
                <a:cubicBezTo>
                  <a:pt x="3131811" y="131653"/>
                  <a:pt x="3132697" y="131278"/>
                  <a:pt x="3133427" y="130937"/>
                </a:cubicBezTo>
                <a:cubicBezTo>
                  <a:pt x="3134156" y="130596"/>
                  <a:pt x="3134799" y="130426"/>
                  <a:pt x="3135355" y="130426"/>
                </a:cubicBezTo>
                <a:cubicBezTo>
                  <a:pt x="3135703" y="130426"/>
                  <a:pt x="3136016" y="130494"/>
                  <a:pt x="3136294" y="130631"/>
                </a:cubicBezTo>
                <a:cubicBezTo>
                  <a:pt x="3136572" y="130767"/>
                  <a:pt x="3136798" y="131022"/>
                  <a:pt x="3136971" y="131397"/>
                </a:cubicBezTo>
                <a:cubicBezTo>
                  <a:pt x="3137145" y="131772"/>
                  <a:pt x="3137284" y="132249"/>
                  <a:pt x="3137388" y="132828"/>
                </a:cubicBezTo>
                <a:cubicBezTo>
                  <a:pt x="3137493" y="133407"/>
                  <a:pt x="3137545" y="134140"/>
                  <a:pt x="3137545" y="135026"/>
                </a:cubicBezTo>
                <a:close/>
                <a:moveTo>
                  <a:pt x="3175149" y="140440"/>
                </a:moveTo>
                <a:cubicBezTo>
                  <a:pt x="3175149" y="140849"/>
                  <a:pt x="3175045" y="141225"/>
                  <a:pt x="3174836" y="141568"/>
                </a:cubicBezTo>
                <a:cubicBezTo>
                  <a:pt x="3174628" y="141908"/>
                  <a:pt x="3174298" y="142181"/>
                  <a:pt x="3173846" y="142385"/>
                </a:cubicBezTo>
                <a:cubicBezTo>
                  <a:pt x="3173394" y="142590"/>
                  <a:pt x="3172769" y="142760"/>
                  <a:pt x="3171969" y="142896"/>
                </a:cubicBezTo>
                <a:cubicBezTo>
                  <a:pt x="3171170" y="143033"/>
                  <a:pt x="3170145" y="143101"/>
                  <a:pt x="3168894" y="143101"/>
                </a:cubicBezTo>
                <a:cubicBezTo>
                  <a:pt x="3167712" y="143101"/>
                  <a:pt x="3166722" y="143033"/>
                  <a:pt x="3165922" y="142896"/>
                </a:cubicBezTo>
                <a:cubicBezTo>
                  <a:pt x="3165123" y="142760"/>
                  <a:pt x="3164480" y="142590"/>
                  <a:pt x="3163994" y="142385"/>
                </a:cubicBezTo>
                <a:cubicBezTo>
                  <a:pt x="3163507" y="142181"/>
                  <a:pt x="3163177" y="141908"/>
                  <a:pt x="3163003" y="141568"/>
                </a:cubicBezTo>
                <a:cubicBezTo>
                  <a:pt x="3162829" y="141225"/>
                  <a:pt x="3162742" y="140849"/>
                  <a:pt x="3162742" y="140440"/>
                </a:cubicBezTo>
                <a:lnTo>
                  <a:pt x="3162742" y="47840"/>
                </a:lnTo>
                <a:cubicBezTo>
                  <a:pt x="3162742" y="47431"/>
                  <a:pt x="3162829" y="47056"/>
                  <a:pt x="3163003" y="46715"/>
                </a:cubicBezTo>
                <a:cubicBezTo>
                  <a:pt x="3163177" y="46373"/>
                  <a:pt x="3163507" y="46082"/>
                  <a:pt x="3163994" y="45843"/>
                </a:cubicBezTo>
                <a:cubicBezTo>
                  <a:pt x="3164480" y="45605"/>
                  <a:pt x="3165123" y="45434"/>
                  <a:pt x="3165922" y="45332"/>
                </a:cubicBezTo>
                <a:cubicBezTo>
                  <a:pt x="3166722" y="45230"/>
                  <a:pt x="3167712" y="45179"/>
                  <a:pt x="3168894" y="45179"/>
                </a:cubicBezTo>
                <a:cubicBezTo>
                  <a:pt x="3170145" y="45179"/>
                  <a:pt x="3171170" y="45230"/>
                  <a:pt x="3171969" y="45332"/>
                </a:cubicBezTo>
                <a:cubicBezTo>
                  <a:pt x="3172769" y="45434"/>
                  <a:pt x="3173394" y="45605"/>
                  <a:pt x="3173846" y="45843"/>
                </a:cubicBezTo>
                <a:cubicBezTo>
                  <a:pt x="3174298" y="46082"/>
                  <a:pt x="3174628" y="46373"/>
                  <a:pt x="3174836" y="46715"/>
                </a:cubicBezTo>
                <a:cubicBezTo>
                  <a:pt x="3175045" y="47056"/>
                  <a:pt x="3175149" y="47431"/>
                  <a:pt x="3175149" y="47840"/>
                </a:cubicBezTo>
                <a:lnTo>
                  <a:pt x="3175149" y="140440"/>
                </a:lnTo>
                <a:moveTo>
                  <a:pt x="3177026" y="16508"/>
                </a:moveTo>
                <a:cubicBezTo>
                  <a:pt x="3177026" y="19798"/>
                  <a:pt x="3176435" y="22026"/>
                  <a:pt x="3175253" y="23193"/>
                </a:cubicBezTo>
                <a:cubicBezTo>
                  <a:pt x="3174072" y="24358"/>
                  <a:pt x="3171917" y="24940"/>
                  <a:pt x="3168789" y="24940"/>
                </a:cubicBezTo>
                <a:cubicBezTo>
                  <a:pt x="3165731" y="24940"/>
                  <a:pt x="3163629" y="24375"/>
                  <a:pt x="3162482" y="23244"/>
                </a:cubicBezTo>
                <a:cubicBezTo>
                  <a:pt x="3161335" y="22114"/>
                  <a:pt x="3160761" y="19902"/>
                  <a:pt x="3160761" y="16610"/>
                </a:cubicBezTo>
                <a:cubicBezTo>
                  <a:pt x="3160761" y="13320"/>
                  <a:pt x="3161352" y="11092"/>
                  <a:pt x="3162534" y="9928"/>
                </a:cubicBezTo>
                <a:cubicBezTo>
                  <a:pt x="3163715" y="8761"/>
                  <a:pt x="3165870" y="8177"/>
                  <a:pt x="3168998" y="8177"/>
                </a:cubicBezTo>
                <a:cubicBezTo>
                  <a:pt x="3172056" y="8177"/>
                  <a:pt x="3174159" y="8743"/>
                  <a:pt x="3175306" y="9873"/>
                </a:cubicBezTo>
                <a:cubicBezTo>
                  <a:pt x="3176452" y="11004"/>
                  <a:pt x="3177026" y="13216"/>
                  <a:pt x="3177026" y="16508"/>
                </a:cubicBezTo>
                <a:close/>
                <a:moveTo>
                  <a:pt x="3282588" y="47635"/>
                </a:moveTo>
                <a:cubicBezTo>
                  <a:pt x="3282588" y="47840"/>
                  <a:pt x="3282571" y="48061"/>
                  <a:pt x="3282536" y="48300"/>
                </a:cubicBezTo>
                <a:cubicBezTo>
                  <a:pt x="3282501" y="48538"/>
                  <a:pt x="3282467" y="48760"/>
                  <a:pt x="3282432" y="48964"/>
                </a:cubicBezTo>
                <a:cubicBezTo>
                  <a:pt x="3282397" y="49169"/>
                  <a:pt x="3282345" y="49391"/>
                  <a:pt x="3282275" y="49632"/>
                </a:cubicBezTo>
                <a:cubicBezTo>
                  <a:pt x="3282206" y="49870"/>
                  <a:pt x="3282136" y="50092"/>
                  <a:pt x="3282067" y="50296"/>
                </a:cubicBezTo>
                <a:lnTo>
                  <a:pt x="3247870" y="140440"/>
                </a:lnTo>
                <a:cubicBezTo>
                  <a:pt x="3247661" y="140985"/>
                  <a:pt x="3247349" y="141429"/>
                  <a:pt x="3246932" y="141772"/>
                </a:cubicBezTo>
                <a:cubicBezTo>
                  <a:pt x="3246515" y="142113"/>
                  <a:pt x="3245993" y="142385"/>
                  <a:pt x="3245368" y="142590"/>
                </a:cubicBezTo>
                <a:cubicBezTo>
                  <a:pt x="3244742" y="142794"/>
                  <a:pt x="3243995" y="142930"/>
                  <a:pt x="3243126" y="142999"/>
                </a:cubicBezTo>
                <a:cubicBezTo>
                  <a:pt x="3242257" y="143067"/>
                  <a:pt x="3241232" y="143101"/>
                  <a:pt x="3240050" y="143101"/>
                </a:cubicBezTo>
                <a:cubicBezTo>
                  <a:pt x="3238869" y="143101"/>
                  <a:pt x="3237826" y="143050"/>
                  <a:pt x="3236923" y="142947"/>
                </a:cubicBezTo>
                <a:cubicBezTo>
                  <a:pt x="3236019" y="142845"/>
                  <a:pt x="3235255" y="142692"/>
                  <a:pt x="3234629" y="142487"/>
                </a:cubicBezTo>
                <a:cubicBezTo>
                  <a:pt x="3234003" y="142283"/>
                  <a:pt x="3233482" y="142010"/>
                  <a:pt x="3233065" y="141670"/>
                </a:cubicBezTo>
                <a:cubicBezTo>
                  <a:pt x="3232648" y="141327"/>
                  <a:pt x="3232335" y="140917"/>
                  <a:pt x="3232127" y="140440"/>
                </a:cubicBezTo>
                <a:lnTo>
                  <a:pt x="3197930" y="50296"/>
                </a:lnTo>
                <a:cubicBezTo>
                  <a:pt x="3197721" y="49749"/>
                  <a:pt x="3197565" y="49305"/>
                  <a:pt x="3197461" y="48964"/>
                </a:cubicBezTo>
                <a:cubicBezTo>
                  <a:pt x="3197356" y="48623"/>
                  <a:pt x="3197287" y="48351"/>
                  <a:pt x="3197252" y="48146"/>
                </a:cubicBezTo>
                <a:cubicBezTo>
                  <a:pt x="3197217" y="47942"/>
                  <a:pt x="3197200" y="47772"/>
                  <a:pt x="3197200" y="47635"/>
                </a:cubicBezTo>
                <a:cubicBezTo>
                  <a:pt x="3197200" y="47158"/>
                  <a:pt x="3197304" y="46749"/>
                  <a:pt x="3197513" y="46409"/>
                </a:cubicBezTo>
                <a:cubicBezTo>
                  <a:pt x="3197721" y="46066"/>
                  <a:pt x="3198051" y="45809"/>
                  <a:pt x="3198503" y="45639"/>
                </a:cubicBezTo>
                <a:cubicBezTo>
                  <a:pt x="3198955" y="45469"/>
                  <a:pt x="3199563" y="45349"/>
                  <a:pt x="3200328" y="45281"/>
                </a:cubicBezTo>
                <a:cubicBezTo>
                  <a:pt x="3201092" y="45213"/>
                  <a:pt x="3202031" y="45179"/>
                  <a:pt x="3203143" y="45179"/>
                </a:cubicBezTo>
                <a:cubicBezTo>
                  <a:pt x="3204672" y="45179"/>
                  <a:pt x="3205888" y="45230"/>
                  <a:pt x="3206792" y="45332"/>
                </a:cubicBezTo>
                <a:cubicBezTo>
                  <a:pt x="3207695" y="45434"/>
                  <a:pt x="3208408" y="45588"/>
                  <a:pt x="3208929" y="45792"/>
                </a:cubicBezTo>
                <a:cubicBezTo>
                  <a:pt x="3209450" y="45997"/>
                  <a:pt x="3209833" y="46270"/>
                  <a:pt x="3210076" y="46613"/>
                </a:cubicBezTo>
                <a:cubicBezTo>
                  <a:pt x="3210319" y="46954"/>
                  <a:pt x="3210545" y="47363"/>
                  <a:pt x="3210754" y="47840"/>
                </a:cubicBezTo>
                <a:lnTo>
                  <a:pt x="3240259" y="128672"/>
                </a:lnTo>
                <a:lnTo>
                  <a:pt x="3240468" y="129184"/>
                </a:lnTo>
                <a:lnTo>
                  <a:pt x="3240676" y="128672"/>
                </a:lnTo>
                <a:lnTo>
                  <a:pt x="3269660" y="47840"/>
                </a:lnTo>
                <a:cubicBezTo>
                  <a:pt x="3269799" y="47363"/>
                  <a:pt x="3270008" y="46954"/>
                  <a:pt x="3270286" y="46613"/>
                </a:cubicBezTo>
                <a:cubicBezTo>
                  <a:pt x="3270564" y="46270"/>
                  <a:pt x="3270963" y="45997"/>
                  <a:pt x="3271485" y="45792"/>
                </a:cubicBezTo>
                <a:cubicBezTo>
                  <a:pt x="3272006" y="45588"/>
                  <a:pt x="3272701" y="45434"/>
                  <a:pt x="3273570" y="45332"/>
                </a:cubicBezTo>
                <a:cubicBezTo>
                  <a:pt x="3274439" y="45230"/>
                  <a:pt x="3275568" y="45179"/>
                  <a:pt x="3276958" y="45179"/>
                </a:cubicBezTo>
                <a:cubicBezTo>
                  <a:pt x="3278070" y="45179"/>
                  <a:pt x="3278991" y="45213"/>
                  <a:pt x="3279721" y="45281"/>
                </a:cubicBezTo>
                <a:cubicBezTo>
                  <a:pt x="3280451" y="45349"/>
                  <a:pt x="3281024" y="45486"/>
                  <a:pt x="3281441" y="45690"/>
                </a:cubicBezTo>
                <a:cubicBezTo>
                  <a:pt x="3281858" y="45894"/>
                  <a:pt x="3282154" y="46151"/>
                  <a:pt x="3282328" y="46460"/>
                </a:cubicBezTo>
                <a:cubicBezTo>
                  <a:pt x="3282501" y="46766"/>
                  <a:pt x="3282588" y="47158"/>
                  <a:pt x="3282588" y="47635"/>
                </a:cubicBezTo>
                <a:close/>
                <a:moveTo>
                  <a:pt x="3378646" y="89438"/>
                </a:moveTo>
                <a:cubicBezTo>
                  <a:pt x="3378646" y="91891"/>
                  <a:pt x="3377986" y="93578"/>
                  <a:pt x="3376665" y="94498"/>
                </a:cubicBezTo>
                <a:cubicBezTo>
                  <a:pt x="3375345" y="95418"/>
                  <a:pt x="3374059" y="95878"/>
                  <a:pt x="3372808" y="95878"/>
                </a:cubicBezTo>
                <a:lnTo>
                  <a:pt x="3308480" y="95878"/>
                </a:lnTo>
                <a:cubicBezTo>
                  <a:pt x="3308480" y="101616"/>
                  <a:pt x="3309053" y="106809"/>
                  <a:pt x="3310200" y="111456"/>
                </a:cubicBezTo>
                <a:cubicBezTo>
                  <a:pt x="3311347" y="116102"/>
                  <a:pt x="3313241" y="120082"/>
                  <a:pt x="3315882" y="123396"/>
                </a:cubicBezTo>
                <a:cubicBezTo>
                  <a:pt x="3318524" y="126709"/>
                  <a:pt x="3321964" y="129255"/>
                  <a:pt x="3326204" y="131033"/>
                </a:cubicBezTo>
                <a:cubicBezTo>
                  <a:pt x="3330444" y="132809"/>
                  <a:pt x="3335657" y="133697"/>
                  <a:pt x="3341843" y="133697"/>
                </a:cubicBezTo>
                <a:cubicBezTo>
                  <a:pt x="3346222" y="133697"/>
                  <a:pt x="3350149" y="133317"/>
                  <a:pt x="3353624" y="132557"/>
                </a:cubicBezTo>
                <a:cubicBezTo>
                  <a:pt x="3357100" y="131796"/>
                  <a:pt x="3360106" y="130950"/>
                  <a:pt x="3362643" y="130017"/>
                </a:cubicBezTo>
                <a:cubicBezTo>
                  <a:pt x="3365180" y="129085"/>
                  <a:pt x="3367265" y="128238"/>
                  <a:pt x="3368898" y="127478"/>
                </a:cubicBezTo>
                <a:cubicBezTo>
                  <a:pt x="3370532" y="126718"/>
                  <a:pt x="3371696" y="126338"/>
                  <a:pt x="3372391" y="126338"/>
                </a:cubicBezTo>
                <a:cubicBezTo>
                  <a:pt x="3372808" y="126338"/>
                  <a:pt x="3373190" y="126441"/>
                  <a:pt x="3373538" y="126647"/>
                </a:cubicBezTo>
                <a:cubicBezTo>
                  <a:pt x="3373885" y="126854"/>
                  <a:pt x="3374163" y="127181"/>
                  <a:pt x="3374372" y="127628"/>
                </a:cubicBezTo>
                <a:cubicBezTo>
                  <a:pt x="3374580" y="128075"/>
                  <a:pt x="3374737" y="128643"/>
                  <a:pt x="3374841" y="129331"/>
                </a:cubicBezTo>
                <a:cubicBezTo>
                  <a:pt x="3374945" y="130018"/>
                  <a:pt x="3374997" y="130878"/>
                  <a:pt x="3374997" y="131908"/>
                </a:cubicBezTo>
                <a:cubicBezTo>
                  <a:pt x="3374997" y="132392"/>
                  <a:pt x="3374963" y="132857"/>
                  <a:pt x="3374893" y="133304"/>
                </a:cubicBezTo>
                <a:cubicBezTo>
                  <a:pt x="3374824" y="133751"/>
                  <a:pt x="3374737" y="134164"/>
                  <a:pt x="3374632" y="134543"/>
                </a:cubicBezTo>
                <a:cubicBezTo>
                  <a:pt x="3374528" y="134920"/>
                  <a:pt x="3374372" y="135281"/>
                  <a:pt x="3374163" y="135626"/>
                </a:cubicBezTo>
                <a:cubicBezTo>
                  <a:pt x="3373955" y="135969"/>
                  <a:pt x="3373677" y="136313"/>
                  <a:pt x="3373329" y="136658"/>
                </a:cubicBezTo>
                <a:cubicBezTo>
                  <a:pt x="3372982" y="137001"/>
                  <a:pt x="3371904" y="137598"/>
                  <a:pt x="3370097" y="138450"/>
                </a:cubicBezTo>
                <a:cubicBezTo>
                  <a:pt x="3368290" y="139302"/>
                  <a:pt x="3365927" y="140154"/>
                  <a:pt x="3363008" y="141005"/>
                </a:cubicBezTo>
                <a:cubicBezTo>
                  <a:pt x="3360088" y="141857"/>
                  <a:pt x="3356700" y="142624"/>
                  <a:pt x="3352842" y="143305"/>
                </a:cubicBezTo>
                <a:cubicBezTo>
                  <a:pt x="3348985" y="143987"/>
                  <a:pt x="3344832" y="144327"/>
                  <a:pt x="3340383" y="144327"/>
                </a:cubicBezTo>
                <a:cubicBezTo>
                  <a:pt x="3333085" y="144327"/>
                  <a:pt x="3326621" y="143253"/>
                  <a:pt x="3320991" y="141104"/>
                </a:cubicBezTo>
                <a:cubicBezTo>
                  <a:pt x="3315361" y="138956"/>
                  <a:pt x="3310635" y="135784"/>
                  <a:pt x="3306812" y="131589"/>
                </a:cubicBezTo>
                <a:cubicBezTo>
                  <a:pt x="3302989" y="127394"/>
                  <a:pt x="3300087" y="122192"/>
                  <a:pt x="3298106" y="115985"/>
                </a:cubicBezTo>
                <a:cubicBezTo>
                  <a:pt x="3296125" y="109778"/>
                  <a:pt x="3295135" y="102581"/>
                  <a:pt x="3295135" y="94395"/>
                </a:cubicBezTo>
                <a:cubicBezTo>
                  <a:pt x="3295135" y="86550"/>
                  <a:pt x="3296160" y="79524"/>
                  <a:pt x="3298211" y="73317"/>
                </a:cubicBezTo>
                <a:cubicBezTo>
                  <a:pt x="3300261" y="67109"/>
                  <a:pt x="3303198" y="61840"/>
                  <a:pt x="3307020" y="57509"/>
                </a:cubicBezTo>
                <a:cubicBezTo>
                  <a:pt x="3310843" y="53177"/>
                  <a:pt x="3315448" y="49869"/>
                  <a:pt x="3320835" y="47584"/>
                </a:cubicBezTo>
                <a:cubicBezTo>
                  <a:pt x="3326221" y="45299"/>
                  <a:pt x="3332216" y="44157"/>
                  <a:pt x="3338819" y="44157"/>
                </a:cubicBezTo>
                <a:cubicBezTo>
                  <a:pt x="3345909" y="44157"/>
                  <a:pt x="3351956" y="45315"/>
                  <a:pt x="3356961" y="47632"/>
                </a:cubicBezTo>
                <a:cubicBezTo>
                  <a:pt x="3361965" y="49949"/>
                  <a:pt x="3366083" y="53067"/>
                  <a:pt x="3369315" y="56985"/>
                </a:cubicBezTo>
                <a:cubicBezTo>
                  <a:pt x="3372547" y="60903"/>
                  <a:pt x="3374910" y="65452"/>
                  <a:pt x="3376405" y="70630"/>
                </a:cubicBezTo>
                <a:cubicBezTo>
                  <a:pt x="3377899" y="75809"/>
                  <a:pt x="3378646" y="81261"/>
                  <a:pt x="3378646" y="86985"/>
                </a:cubicBezTo>
                <a:lnTo>
                  <a:pt x="3378646" y="89438"/>
                </a:lnTo>
                <a:moveTo>
                  <a:pt x="3365823" y="85860"/>
                </a:moveTo>
                <a:cubicBezTo>
                  <a:pt x="3366031" y="76048"/>
                  <a:pt x="3363737" y="68382"/>
                  <a:pt x="3358941" y="62862"/>
                </a:cubicBezTo>
                <a:cubicBezTo>
                  <a:pt x="3354146" y="57343"/>
                  <a:pt x="3347160" y="54583"/>
                  <a:pt x="3337985" y="54583"/>
                </a:cubicBezTo>
                <a:cubicBezTo>
                  <a:pt x="3333259" y="54583"/>
                  <a:pt x="3329106" y="55452"/>
                  <a:pt x="3325526" y="57189"/>
                </a:cubicBezTo>
                <a:cubicBezTo>
                  <a:pt x="3321947" y="58927"/>
                  <a:pt x="3318923" y="61227"/>
                  <a:pt x="3316456" y="64089"/>
                </a:cubicBezTo>
                <a:cubicBezTo>
                  <a:pt x="3313988" y="66951"/>
                  <a:pt x="3312094" y="70273"/>
                  <a:pt x="3310774" y="74055"/>
                </a:cubicBezTo>
                <a:cubicBezTo>
                  <a:pt x="3309453" y="77837"/>
                  <a:pt x="3308689" y="81772"/>
                  <a:pt x="3308480" y="85860"/>
                </a:cubicBezTo>
                <a:lnTo>
                  <a:pt x="3365823" y="85860"/>
                </a:lnTo>
                <a:close/>
                <a:moveTo>
                  <a:pt x="3520217" y="140443"/>
                </a:moveTo>
                <a:cubicBezTo>
                  <a:pt x="3520217" y="141125"/>
                  <a:pt x="3519991" y="141653"/>
                  <a:pt x="3519539" y="142027"/>
                </a:cubicBezTo>
                <a:cubicBezTo>
                  <a:pt x="3519087" y="142402"/>
                  <a:pt x="3518496" y="142675"/>
                  <a:pt x="3517766" y="142845"/>
                </a:cubicBezTo>
                <a:cubicBezTo>
                  <a:pt x="3517037" y="143016"/>
                  <a:pt x="3516046" y="143101"/>
                  <a:pt x="3514795" y="143101"/>
                </a:cubicBezTo>
                <a:cubicBezTo>
                  <a:pt x="3513613" y="143101"/>
                  <a:pt x="3512606" y="143016"/>
                  <a:pt x="3511772" y="142845"/>
                </a:cubicBezTo>
                <a:cubicBezTo>
                  <a:pt x="3510937" y="142675"/>
                  <a:pt x="3510295" y="142402"/>
                  <a:pt x="3509843" y="142027"/>
                </a:cubicBezTo>
                <a:cubicBezTo>
                  <a:pt x="3509391" y="141653"/>
                  <a:pt x="3509165" y="141125"/>
                  <a:pt x="3509165" y="140443"/>
                </a:cubicBezTo>
                <a:lnTo>
                  <a:pt x="3509165" y="130119"/>
                </a:lnTo>
                <a:cubicBezTo>
                  <a:pt x="3504925" y="134617"/>
                  <a:pt x="3500251" y="138109"/>
                  <a:pt x="3495142" y="140596"/>
                </a:cubicBezTo>
                <a:cubicBezTo>
                  <a:pt x="3490034" y="143084"/>
                  <a:pt x="3484734" y="144327"/>
                  <a:pt x="3479243" y="144327"/>
                </a:cubicBezTo>
                <a:cubicBezTo>
                  <a:pt x="3474308" y="144327"/>
                  <a:pt x="3469877" y="143697"/>
                  <a:pt x="3465950" y="142436"/>
                </a:cubicBezTo>
                <a:cubicBezTo>
                  <a:pt x="3462023" y="141176"/>
                  <a:pt x="3458704" y="139370"/>
                  <a:pt x="3455993" y="137019"/>
                </a:cubicBezTo>
                <a:cubicBezTo>
                  <a:pt x="3453282" y="134668"/>
                  <a:pt x="3451197" y="131823"/>
                  <a:pt x="3449737" y="128484"/>
                </a:cubicBezTo>
                <a:cubicBezTo>
                  <a:pt x="3448278" y="125145"/>
                  <a:pt x="3447548" y="121397"/>
                  <a:pt x="3447548" y="117240"/>
                </a:cubicBezTo>
                <a:cubicBezTo>
                  <a:pt x="3447548" y="112130"/>
                  <a:pt x="3448625" y="107683"/>
                  <a:pt x="3450780" y="103901"/>
                </a:cubicBezTo>
                <a:cubicBezTo>
                  <a:pt x="3452935" y="100119"/>
                  <a:pt x="3455993" y="96968"/>
                  <a:pt x="3459955" y="94446"/>
                </a:cubicBezTo>
                <a:cubicBezTo>
                  <a:pt x="3463917" y="91925"/>
                  <a:pt x="3468678" y="90034"/>
                  <a:pt x="3474238" y="88774"/>
                </a:cubicBezTo>
                <a:cubicBezTo>
                  <a:pt x="3479799" y="87513"/>
                  <a:pt x="3485985" y="86883"/>
                  <a:pt x="3492796" y="86883"/>
                </a:cubicBezTo>
                <a:lnTo>
                  <a:pt x="3507810" y="86883"/>
                </a:lnTo>
                <a:lnTo>
                  <a:pt x="3507810" y="78884"/>
                </a:lnTo>
                <a:cubicBezTo>
                  <a:pt x="3507810" y="74919"/>
                  <a:pt x="3507393" y="71416"/>
                  <a:pt x="3506559" y="68375"/>
                </a:cubicBezTo>
                <a:cubicBezTo>
                  <a:pt x="3505725" y="65332"/>
                  <a:pt x="3504369" y="62785"/>
                  <a:pt x="3502492" y="60735"/>
                </a:cubicBezTo>
                <a:cubicBezTo>
                  <a:pt x="3500616" y="58684"/>
                  <a:pt x="3498183" y="57147"/>
                  <a:pt x="3495194" y="56122"/>
                </a:cubicBezTo>
                <a:cubicBezTo>
                  <a:pt x="3492206" y="55096"/>
                  <a:pt x="3488557" y="54583"/>
                  <a:pt x="3484247" y="54583"/>
                </a:cubicBezTo>
                <a:cubicBezTo>
                  <a:pt x="3480077" y="54583"/>
                  <a:pt x="3476323" y="55077"/>
                  <a:pt x="3472987" y="56065"/>
                </a:cubicBezTo>
                <a:cubicBezTo>
                  <a:pt x="3469651" y="57053"/>
                  <a:pt x="3466732" y="58160"/>
                  <a:pt x="3464229" y="59387"/>
                </a:cubicBezTo>
                <a:cubicBezTo>
                  <a:pt x="3461727" y="60613"/>
                  <a:pt x="3459659" y="61721"/>
                  <a:pt x="3458026" y="62709"/>
                </a:cubicBezTo>
                <a:cubicBezTo>
                  <a:pt x="3456393" y="63697"/>
                  <a:pt x="3455228" y="64191"/>
                  <a:pt x="3454533" y="64191"/>
                </a:cubicBezTo>
                <a:cubicBezTo>
                  <a:pt x="3454116" y="64191"/>
                  <a:pt x="3453734" y="64123"/>
                  <a:pt x="3453386" y="63986"/>
                </a:cubicBezTo>
                <a:cubicBezTo>
                  <a:pt x="3453039" y="63848"/>
                  <a:pt x="3452743" y="63590"/>
                  <a:pt x="3452500" y="63213"/>
                </a:cubicBezTo>
                <a:cubicBezTo>
                  <a:pt x="3452257" y="62834"/>
                  <a:pt x="3452083" y="62353"/>
                  <a:pt x="3451979" y="61770"/>
                </a:cubicBezTo>
                <a:cubicBezTo>
                  <a:pt x="3451875" y="61184"/>
                  <a:pt x="3451823" y="60479"/>
                  <a:pt x="3451823" y="59655"/>
                </a:cubicBezTo>
                <a:cubicBezTo>
                  <a:pt x="3451823" y="58211"/>
                  <a:pt x="3451927" y="57060"/>
                  <a:pt x="3452135" y="56202"/>
                </a:cubicBezTo>
                <a:cubicBezTo>
                  <a:pt x="3452344" y="55342"/>
                  <a:pt x="3452883" y="54483"/>
                  <a:pt x="3453751" y="53624"/>
                </a:cubicBezTo>
                <a:cubicBezTo>
                  <a:pt x="3454620" y="52764"/>
                  <a:pt x="3456167" y="51762"/>
                  <a:pt x="3458391" y="50619"/>
                </a:cubicBezTo>
                <a:cubicBezTo>
                  <a:pt x="3460615" y="49473"/>
                  <a:pt x="3463169" y="48413"/>
                  <a:pt x="3466054" y="47437"/>
                </a:cubicBezTo>
                <a:cubicBezTo>
                  <a:pt x="3468938" y="46462"/>
                  <a:pt x="3472049" y="45672"/>
                  <a:pt x="3475385" y="45067"/>
                </a:cubicBezTo>
                <a:cubicBezTo>
                  <a:pt x="3478721" y="44460"/>
                  <a:pt x="3482058" y="44157"/>
                  <a:pt x="3485394" y="44157"/>
                </a:cubicBezTo>
                <a:cubicBezTo>
                  <a:pt x="3491858" y="44157"/>
                  <a:pt x="3497314" y="44923"/>
                  <a:pt x="3501763" y="46457"/>
                </a:cubicBezTo>
                <a:cubicBezTo>
                  <a:pt x="3506211" y="47990"/>
                  <a:pt x="3509808" y="50187"/>
                  <a:pt x="3512553" y="53049"/>
                </a:cubicBezTo>
                <a:cubicBezTo>
                  <a:pt x="3515299" y="55912"/>
                  <a:pt x="3517263" y="59438"/>
                  <a:pt x="3518444" y="63629"/>
                </a:cubicBezTo>
                <a:cubicBezTo>
                  <a:pt x="3519626" y="67820"/>
                  <a:pt x="3520217" y="72573"/>
                  <a:pt x="3520217" y="77888"/>
                </a:cubicBezTo>
                <a:lnTo>
                  <a:pt x="3520217" y="140443"/>
                </a:lnTo>
                <a:moveTo>
                  <a:pt x="3507810" y="96900"/>
                </a:moveTo>
                <a:lnTo>
                  <a:pt x="3490607" y="96900"/>
                </a:lnTo>
                <a:cubicBezTo>
                  <a:pt x="3485602" y="96900"/>
                  <a:pt x="3481224" y="97343"/>
                  <a:pt x="3477470" y="98228"/>
                </a:cubicBezTo>
                <a:cubicBezTo>
                  <a:pt x="3473717" y="99114"/>
                  <a:pt x="3470589" y="100409"/>
                  <a:pt x="3468087" y="102113"/>
                </a:cubicBezTo>
                <a:cubicBezTo>
                  <a:pt x="3465585" y="103816"/>
                  <a:pt x="3463725" y="105860"/>
                  <a:pt x="3462509" y="108246"/>
                </a:cubicBezTo>
                <a:cubicBezTo>
                  <a:pt x="3461293" y="110631"/>
                  <a:pt x="3460685" y="113356"/>
                  <a:pt x="3460685" y="116423"/>
                </a:cubicBezTo>
                <a:cubicBezTo>
                  <a:pt x="3460685" y="121738"/>
                  <a:pt x="3462405" y="125980"/>
                  <a:pt x="3465845" y="129148"/>
                </a:cubicBezTo>
                <a:cubicBezTo>
                  <a:pt x="3469286" y="132317"/>
                  <a:pt x="3474134" y="133901"/>
                  <a:pt x="3480390" y="133901"/>
                </a:cubicBezTo>
                <a:cubicBezTo>
                  <a:pt x="3485324" y="133901"/>
                  <a:pt x="3489929" y="132658"/>
                  <a:pt x="3494204" y="130171"/>
                </a:cubicBezTo>
                <a:cubicBezTo>
                  <a:pt x="3498478" y="127683"/>
                  <a:pt x="3503014" y="123850"/>
                  <a:pt x="3507810" y="118671"/>
                </a:cubicBezTo>
                <a:lnTo>
                  <a:pt x="3507810" y="96900"/>
                </a:lnTo>
                <a:close/>
                <a:moveTo>
                  <a:pt x="3598626" y="135026"/>
                </a:moveTo>
                <a:cubicBezTo>
                  <a:pt x="3598626" y="136457"/>
                  <a:pt x="3598504" y="137615"/>
                  <a:pt x="3598261" y="138501"/>
                </a:cubicBezTo>
                <a:cubicBezTo>
                  <a:pt x="3598018" y="139387"/>
                  <a:pt x="3597635" y="140085"/>
                  <a:pt x="3597114" y="140596"/>
                </a:cubicBezTo>
                <a:cubicBezTo>
                  <a:pt x="3596593" y="141108"/>
                  <a:pt x="3595828" y="141585"/>
                  <a:pt x="3594820" y="142027"/>
                </a:cubicBezTo>
                <a:cubicBezTo>
                  <a:pt x="3593813" y="142470"/>
                  <a:pt x="3592648" y="142845"/>
                  <a:pt x="3591328" y="143152"/>
                </a:cubicBezTo>
                <a:cubicBezTo>
                  <a:pt x="3590007" y="143459"/>
                  <a:pt x="3588617" y="143697"/>
                  <a:pt x="3587157" y="143867"/>
                </a:cubicBezTo>
                <a:cubicBezTo>
                  <a:pt x="3585698" y="144038"/>
                  <a:pt x="3584273" y="144123"/>
                  <a:pt x="3582883" y="144123"/>
                </a:cubicBezTo>
                <a:cubicBezTo>
                  <a:pt x="3578226" y="144123"/>
                  <a:pt x="3574264" y="143510"/>
                  <a:pt x="3570997" y="142283"/>
                </a:cubicBezTo>
                <a:cubicBezTo>
                  <a:pt x="3567730" y="141056"/>
                  <a:pt x="3565054" y="139200"/>
                  <a:pt x="3562969" y="136712"/>
                </a:cubicBezTo>
                <a:cubicBezTo>
                  <a:pt x="3560884" y="134225"/>
                  <a:pt x="3559372" y="131073"/>
                  <a:pt x="3558434" y="127257"/>
                </a:cubicBezTo>
                <a:cubicBezTo>
                  <a:pt x="3557496" y="123441"/>
                  <a:pt x="3557026" y="118944"/>
                  <a:pt x="3557026" y="113765"/>
                </a:cubicBezTo>
                <a:lnTo>
                  <a:pt x="3557026" y="56218"/>
                </a:lnTo>
                <a:lnTo>
                  <a:pt x="3542952" y="56218"/>
                </a:lnTo>
                <a:cubicBezTo>
                  <a:pt x="3541978" y="56218"/>
                  <a:pt x="3541214" y="55788"/>
                  <a:pt x="3540658" y="54928"/>
                </a:cubicBezTo>
                <a:cubicBezTo>
                  <a:pt x="3540102" y="54067"/>
                  <a:pt x="3539824" y="52777"/>
                  <a:pt x="3539824" y="51056"/>
                </a:cubicBezTo>
                <a:cubicBezTo>
                  <a:pt x="3539824" y="50162"/>
                  <a:pt x="3539893" y="49388"/>
                  <a:pt x="3540032" y="48734"/>
                </a:cubicBezTo>
                <a:cubicBezTo>
                  <a:pt x="3540171" y="48080"/>
                  <a:pt x="3540380" y="47530"/>
                  <a:pt x="3540658" y="47083"/>
                </a:cubicBezTo>
                <a:cubicBezTo>
                  <a:pt x="3540936" y="46636"/>
                  <a:pt x="3541266" y="46309"/>
                  <a:pt x="3541648" y="46102"/>
                </a:cubicBezTo>
                <a:cubicBezTo>
                  <a:pt x="3542031" y="45896"/>
                  <a:pt x="3542465" y="45792"/>
                  <a:pt x="3542952" y="45792"/>
                </a:cubicBezTo>
                <a:lnTo>
                  <a:pt x="3557026" y="45792"/>
                </a:lnTo>
                <a:lnTo>
                  <a:pt x="3557026" y="23101"/>
                </a:lnTo>
                <a:cubicBezTo>
                  <a:pt x="3557026" y="22692"/>
                  <a:pt x="3557113" y="22317"/>
                  <a:pt x="3557287" y="21976"/>
                </a:cubicBezTo>
                <a:cubicBezTo>
                  <a:pt x="3557461" y="21635"/>
                  <a:pt x="3557791" y="21346"/>
                  <a:pt x="3558278" y="21107"/>
                </a:cubicBezTo>
                <a:cubicBezTo>
                  <a:pt x="3558764" y="20869"/>
                  <a:pt x="3559407" y="20699"/>
                  <a:pt x="3560206" y="20596"/>
                </a:cubicBezTo>
                <a:cubicBezTo>
                  <a:pt x="3561006" y="20494"/>
                  <a:pt x="3561996" y="20443"/>
                  <a:pt x="3563178" y="20443"/>
                </a:cubicBezTo>
                <a:cubicBezTo>
                  <a:pt x="3564429" y="20443"/>
                  <a:pt x="3565454" y="20494"/>
                  <a:pt x="3566253" y="20596"/>
                </a:cubicBezTo>
                <a:cubicBezTo>
                  <a:pt x="3567053" y="20699"/>
                  <a:pt x="3567678" y="20869"/>
                  <a:pt x="3568130" y="21107"/>
                </a:cubicBezTo>
                <a:cubicBezTo>
                  <a:pt x="3568582" y="21346"/>
                  <a:pt x="3568912" y="21635"/>
                  <a:pt x="3569121" y="21976"/>
                </a:cubicBezTo>
                <a:cubicBezTo>
                  <a:pt x="3569329" y="22317"/>
                  <a:pt x="3569433" y="22692"/>
                  <a:pt x="3569433" y="23101"/>
                </a:cubicBezTo>
                <a:lnTo>
                  <a:pt x="3569433" y="45792"/>
                </a:lnTo>
                <a:lnTo>
                  <a:pt x="3595498" y="45792"/>
                </a:lnTo>
                <a:cubicBezTo>
                  <a:pt x="3595985" y="45792"/>
                  <a:pt x="3596419" y="45896"/>
                  <a:pt x="3596801" y="46102"/>
                </a:cubicBezTo>
                <a:cubicBezTo>
                  <a:pt x="3597184" y="46309"/>
                  <a:pt x="3597514" y="46636"/>
                  <a:pt x="3597792" y="47083"/>
                </a:cubicBezTo>
                <a:cubicBezTo>
                  <a:pt x="3598070" y="47530"/>
                  <a:pt x="3598278" y="48080"/>
                  <a:pt x="3598417" y="48734"/>
                </a:cubicBezTo>
                <a:cubicBezTo>
                  <a:pt x="3598556" y="49388"/>
                  <a:pt x="3598626" y="50162"/>
                  <a:pt x="3598626" y="51056"/>
                </a:cubicBezTo>
                <a:cubicBezTo>
                  <a:pt x="3598626" y="52777"/>
                  <a:pt x="3598330" y="54067"/>
                  <a:pt x="3597740" y="54928"/>
                </a:cubicBezTo>
                <a:cubicBezTo>
                  <a:pt x="3597149" y="55788"/>
                  <a:pt x="3596402" y="56218"/>
                  <a:pt x="3595498" y="56218"/>
                </a:cubicBezTo>
                <a:lnTo>
                  <a:pt x="3569433" y="56218"/>
                </a:lnTo>
                <a:lnTo>
                  <a:pt x="3569433" y="112130"/>
                </a:lnTo>
                <a:cubicBezTo>
                  <a:pt x="3569433" y="119148"/>
                  <a:pt x="3570459" y="124498"/>
                  <a:pt x="3572509" y="128177"/>
                </a:cubicBezTo>
                <a:cubicBezTo>
                  <a:pt x="3574559" y="131857"/>
                  <a:pt x="3578295" y="133697"/>
                  <a:pt x="3583717" y="133697"/>
                </a:cubicBezTo>
                <a:cubicBezTo>
                  <a:pt x="3585385" y="133697"/>
                  <a:pt x="3586897" y="133527"/>
                  <a:pt x="3588252" y="133186"/>
                </a:cubicBezTo>
                <a:cubicBezTo>
                  <a:pt x="3589607" y="132845"/>
                  <a:pt x="3590806" y="132470"/>
                  <a:pt x="3591849" y="132062"/>
                </a:cubicBezTo>
                <a:cubicBezTo>
                  <a:pt x="3592892" y="131653"/>
                  <a:pt x="3593778" y="131278"/>
                  <a:pt x="3594508" y="130937"/>
                </a:cubicBezTo>
                <a:cubicBezTo>
                  <a:pt x="3595237" y="130596"/>
                  <a:pt x="3595880" y="130426"/>
                  <a:pt x="3596436" y="130426"/>
                </a:cubicBezTo>
                <a:cubicBezTo>
                  <a:pt x="3596784" y="130426"/>
                  <a:pt x="3597097" y="130494"/>
                  <a:pt x="3597375" y="130631"/>
                </a:cubicBezTo>
                <a:cubicBezTo>
                  <a:pt x="3597653" y="130767"/>
                  <a:pt x="3597879" y="131022"/>
                  <a:pt x="3598052" y="131397"/>
                </a:cubicBezTo>
                <a:cubicBezTo>
                  <a:pt x="3598226" y="131772"/>
                  <a:pt x="3598365" y="132249"/>
                  <a:pt x="3598469" y="132828"/>
                </a:cubicBezTo>
                <a:cubicBezTo>
                  <a:pt x="3598574" y="133407"/>
                  <a:pt x="3598626" y="134140"/>
                  <a:pt x="3598626" y="135026"/>
                </a:cubicBezTo>
                <a:close/>
                <a:moveTo>
                  <a:pt x="3666077" y="135026"/>
                </a:moveTo>
                <a:cubicBezTo>
                  <a:pt x="3666077" y="136457"/>
                  <a:pt x="3665956" y="137615"/>
                  <a:pt x="3665712" y="138501"/>
                </a:cubicBezTo>
                <a:cubicBezTo>
                  <a:pt x="3665469" y="139387"/>
                  <a:pt x="3665087" y="140085"/>
                  <a:pt x="3664565" y="140596"/>
                </a:cubicBezTo>
                <a:cubicBezTo>
                  <a:pt x="3664044" y="141108"/>
                  <a:pt x="3663280" y="141585"/>
                  <a:pt x="3662272" y="142027"/>
                </a:cubicBezTo>
                <a:cubicBezTo>
                  <a:pt x="3661264" y="142470"/>
                  <a:pt x="3660100" y="142845"/>
                  <a:pt x="3658779" y="143152"/>
                </a:cubicBezTo>
                <a:cubicBezTo>
                  <a:pt x="3657458" y="143459"/>
                  <a:pt x="3656068" y="143697"/>
                  <a:pt x="3654609" y="143867"/>
                </a:cubicBezTo>
                <a:cubicBezTo>
                  <a:pt x="3653149" y="144038"/>
                  <a:pt x="3651724" y="144123"/>
                  <a:pt x="3650334" y="144123"/>
                </a:cubicBezTo>
                <a:cubicBezTo>
                  <a:pt x="3645677" y="144123"/>
                  <a:pt x="3641715" y="143510"/>
                  <a:pt x="3638449" y="142283"/>
                </a:cubicBezTo>
                <a:cubicBezTo>
                  <a:pt x="3635182" y="141056"/>
                  <a:pt x="3632506" y="139200"/>
                  <a:pt x="3630421" y="136712"/>
                </a:cubicBezTo>
                <a:cubicBezTo>
                  <a:pt x="3628335" y="134225"/>
                  <a:pt x="3626824" y="131073"/>
                  <a:pt x="3625885" y="127257"/>
                </a:cubicBezTo>
                <a:cubicBezTo>
                  <a:pt x="3624947" y="123441"/>
                  <a:pt x="3624478" y="118944"/>
                  <a:pt x="3624478" y="113765"/>
                </a:cubicBezTo>
                <a:lnTo>
                  <a:pt x="3624478" y="56218"/>
                </a:lnTo>
                <a:lnTo>
                  <a:pt x="3610403" y="56218"/>
                </a:lnTo>
                <a:cubicBezTo>
                  <a:pt x="3609430" y="56218"/>
                  <a:pt x="3608665" y="55788"/>
                  <a:pt x="3608109" y="54928"/>
                </a:cubicBezTo>
                <a:cubicBezTo>
                  <a:pt x="3607553" y="54067"/>
                  <a:pt x="3607275" y="52777"/>
                  <a:pt x="3607275" y="51056"/>
                </a:cubicBezTo>
                <a:cubicBezTo>
                  <a:pt x="3607275" y="50162"/>
                  <a:pt x="3607345" y="49388"/>
                  <a:pt x="3607484" y="48734"/>
                </a:cubicBezTo>
                <a:cubicBezTo>
                  <a:pt x="3607623" y="48080"/>
                  <a:pt x="3607831" y="47530"/>
                  <a:pt x="3608109" y="47083"/>
                </a:cubicBezTo>
                <a:cubicBezTo>
                  <a:pt x="3608387" y="46636"/>
                  <a:pt x="3608717" y="46309"/>
                  <a:pt x="3609100" y="46102"/>
                </a:cubicBezTo>
                <a:cubicBezTo>
                  <a:pt x="3609482" y="45896"/>
                  <a:pt x="3609916" y="45792"/>
                  <a:pt x="3610403" y="45792"/>
                </a:cubicBezTo>
                <a:lnTo>
                  <a:pt x="3624478" y="45792"/>
                </a:lnTo>
                <a:lnTo>
                  <a:pt x="3624478" y="23101"/>
                </a:lnTo>
                <a:cubicBezTo>
                  <a:pt x="3624478" y="22692"/>
                  <a:pt x="3624565" y="22317"/>
                  <a:pt x="3624738" y="21976"/>
                </a:cubicBezTo>
                <a:cubicBezTo>
                  <a:pt x="3624912" y="21635"/>
                  <a:pt x="3625242" y="21346"/>
                  <a:pt x="3625729" y="21107"/>
                </a:cubicBezTo>
                <a:cubicBezTo>
                  <a:pt x="3626215" y="20869"/>
                  <a:pt x="3626858" y="20699"/>
                  <a:pt x="3627658" y="20596"/>
                </a:cubicBezTo>
                <a:cubicBezTo>
                  <a:pt x="3628457" y="20494"/>
                  <a:pt x="3629447" y="20443"/>
                  <a:pt x="3630629" y="20443"/>
                </a:cubicBezTo>
                <a:cubicBezTo>
                  <a:pt x="3631880" y="20443"/>
                  <a:pt x="3632905" y="20494"/>
                  <a:pt x="3633705" y="20596"/>
                </a:cubicBezTo>
                <a:cubicBezTo>
                  <a:pt x="3634504" y="20699"/>
                  <a:pt x="3635130" y="20869"/>
                  <a:pt x="3635581" y="21107"/>
                </a:cubicBezTo>
                <a:cubicBezTo>
                  <a:pt x="3636033" y="21346"/>
                  <a:pt x="3636363" y="21635"/>
                  <a:pt x="3636572" y="21976"/>
                </a:cubicBezTo>
                <a:cubicBezTo>
                  <a:pt x="3636780" y="22317"/>
                  <a:pt x="3636885" y="22692"/>
                  <a:pt x="3636885" y="23101"/>
                </a:cubicBezTo>
                <a:lnTo>
                  <a:pt x="3636885" y="45792"/>
                </a:lnTo>
                <a:lnTo>
                  <a:pt x="3662949" y="45792"/>
                </a:lnTo>
                <a:cubicBezTo>
                  <a:pt x="3663436" y="45792"/>
                  <a:pt x="3663870" y="45896"/>
                  <a:pt x="3664253" y="46102"/>
                </a:cubicBezTo>
                <a:cubicBezTo>
                  <a:pt x="3664635" y="46309"/>
                  <a:pt x="3664965" y="46636"/>
                  <a:pt x="3665243" y="47083"/>
                </a:cubicBezTo>
                <a:cubicBezTo>
                  <a:pt x="3665521" y="47530"/>
                  <a:pt x="3665730" y="48080"/>
                  <a:pt x="3665869" y="48734"/>
                </a:cubicBezTo>
                <a:cubicBezTo>
                  <a:pt x="3666008" y="49388"/>
                  <a:pt x="3666077" y="50162"/>
                  <a:pt x="3666077" y="51056"/>
                </a:cubicBezTo>
                <a:cubicBezTo>
                  <a:pt x="3666077" y="52777"/>
                  <a:pt x="3665782" y="54067"/>
                  <a:pt x="3665191" y="54928"/>
                </a:cubicBezTo>
                <a:cubicBezTo>
                  <a:pt x="3664600" y="55788"/>
                  <a:pt x="3663853" y="56218"/>
                  <a:pt x="3662949" y="56218"/>
                </a:cubicBezTo>
                <a:lnTo>
                  <a:pt x="3636885" y="56218"/>
                </a:lnTo>
                <a:lnTo>
                  <a:pt x="3636885" y="112130"/>
                </a:lnTo>
                <a:cubicBezTo>
                  <a:pt x="3636885" y="119148"/>
                  <a:pt x="3637910" y="124498"/>
                  <a:pt x="3639960" y="128177"/>
                </a:cubicBezTo>
                <a:cubicBezTo>
                  <a:pt x="3642011" y="131857"/>
                  <a:pt x="3645747" y="133697"/>
                  <a:pt x="3651168" y="133697"/>
                </a:cubicBezTo>
                <a:cubicBezTo>
                  <a:pt x="3652836" y="133697"/>
                  <a:pt x="3654348" y="133527"/>
                  <a:pt x="3655703" y="133186"/>
                </a:cubicBezTo>
                <a:cubicBezTo>
                  <a:pt x="3657059" y="132845"/>
                  <a:pt x="3658258" y="132470"/>
                  <a:pt x="3659300" y="132062"/>
                </a:cubicBezTo>
                <a:cubicBezTo>
                  <a:pt x="3660343" y="131653"/>
                  <a:pt x="3661229" y="131278"/>
                  <a:pt x="3661959" y="130937"/>
                </a:cubicBezTo>
                <a:cubicBezTo>
                  <a:pt x="3662689" y="130596"/>
                  <a:pt x="3663332" y="130426"/>
                  <a:pt x="3663888" y="130426"/>
                </a:cubicBezTo>
                <a:cubicBezTo>
                  <a:pt x="3664235" y="130426"/>
                  <a:pt x="3664548" y="130494"/>
                  <a:pt x="3664826" y="130631"/>
                </a:cubicBezTo>
                <a:cubicBezTo>
                  <a:pt x="3665104" y="130767"/>
                  <a:pt x="3665330" y="131022"/>
                  <a:pt x="3665504" y="131397"/>
                </a:cubicBezTo>
                <a:cubicBezTo>
                  <a:pt x="3665678" y="131772"/>
                  <a:pt x="3665817" y="132249"/>
                  <a:pt x="3665921" y="132828"/>
                </a:cubicBezTo>
                <a:cubicBezTo>
                  <a:pt x="3666025" y="133407"/>
                  <a:pt x="3666077" y="134140"/>
                  <a:pt x="3666077" y="135026"/>
                </a:cubicBezTo>
                <a:close/>
                <a:moveTo>
                  <a:pt x="3754173" y="140443"/>
                </a:moveTo>
                <a:cubicBezTo>
                  <a:pt x="3754173" y="141125"/>
                  <a:pt x="3753948" y="141653"/>
                  <a:pt x="3753496" y="142027"/>
                </a:cubicBezTo>
                <a:cubicBezTo>
                  <a:pt x="3753044" y="142402"/>
                  <a:pt x="3752453" y="142675"/>
                  <a:pt x="3751723" y="142845"/>
                </a:cubicBezTo>
                <a:cubicBezTo>
                  <a:pt x="3750994" y="143016"/>
                  <a:pt x="3750003" y="143101"/>
                  <a:pt x="3748752" y="143101"/>
                </a:cubicBezTo>
                <a:cubicBezTo>
                  <a:pt x="3747570" y="143101"/>
                  <a:pt x="3746563" y="143016"/>
                  <a:pt x="3745728" y="142845"/>
                </a:cubicBezTo>
                <a:cubicBezTo>
                  <a:pt x="3744894" y="142675"/>
                  <a:pt x="3744251" y="142402"/>
                  <a:pt x="3743800" y="142027"/>
                </a:cubicBezTo>
                <a:cubicBezTo>
                  <a:pt x="3743348" y="141653"/>
                  <a:pt x="3743122" y="141125"/>
                  <a:pt x="3743122" y="140443"/>
                </a:cubicBezTo>
                <a:lnTo>
                  <a:pt x="3743122" y="130119"/>
                </a:lnTo>
                <a:cubicBezTo>
                  <a:pt x="3738882" y="134617"/>
                  <a:pt x="3734208" y="138109"/>
                  <a:pt x="3729099" y="140596"/>
                </a:cubicBezTo>
                <a:cubicBezTo>
                  <a:pt x="3723990" y="143084"/>
                  <a:pt x="3718691" y="144327"/>
                  <a:pt x="3713200" y="144327"/>
                </a:cubicBezTo>
                <a:cubicBezTo>
                  <a:pt x="3708265" y="144327"/>
                  <a:pt x="3703834" y="143697"/>
                  <a:pt x="3699907" y="142436"/>
                </a:cubicBezTo>
                <a:cubicBezTo>
                  <a:pt x="3695980" y="141176"/>
                  <a:pt x="3692661" y="139370"/>
                  <a:pt x="3689950" y="137019"/>
                </a:cubicBezTo>
                <a:cubicBezTo>
                  <a:pt x="3687239" y="134668"/>
                  <a:pt x="3685154" y="131823"/>
                  <a:pt x="3683694" y="128484"/>
                </a:cubicBezTo>
                <a:cubicBezTo>
                  <a:pt x="3682235" y="125145"/>
                  <a:pt x="3681505" y="121397"/>
                  <a:pt x="3681505" y="117240"/>
                </a:cubicBezTo>
                <a:cubicBezTo>
                  <a:pt x="3681505" y="112130"/>
                  <a:pt x="3682582" y="107683"/>
                  <a:pt x="3684737" y="103901"/>
                </a:cubicBezTo>
                <a:cubicBezTo>
                  <a:pt x="3686892" y="100119"/>
                  <a:pt x="3689950" y="96968"/>
                  <a:pt x="3693912" y="94446"/>
                </a:cubicBezTo>
                <a:cubicBezTo>
                  <a:pt x="3697874" y="91925"/>
                  <a:pt x="3702635" y="90034"/>
                  <a:pt x="3708195" y="88774"/>
                </a:cubicBezTo>
                <a:cubicBezTo>
                  <a:pt x="3713756" y="87513"/>
                  <a:pt x="3719942" y="86883"/>
                  <a:pt x="3726753" y="86883"/>
                </a:cubicBezTo>
                <a:lnTo>
                  <a:pt x="3741767" y="86883"/>
                </a:lnTo>
                <a:lnTo>
                  <a:pt x="3741767" y="78884"/>
                </a:lnTo>
                <a:cubicBezTo>
                  <a:pt x="3741767" y="74919"/>
                  <a:pt x="3741350" y="71416"/>
                  <a:pt x="3740516" y="68375"/>
                </a:cubicBezTo>
                <a:cubicBezTo>
                  <a:pt x="3739681" y="65332"/>
                  <a:pt x="3738326" y="62785"/>
                  <a:pt x="3736449" y="60735"/>
                </a:cubicBezTo>
                <a:cubicBezTo>
                  <a:pt x="3734573" y="58684"/>
                  <a:pt x="3732140" y="57147"/>
                  <a:pt x="3729151" y="56122"/>
                </a:cubicBezTo>
                <a:cubicBezTo>
                  <a:pt x="3726163" y="55096"/>
                  <a:pt x="3722513" y="54583"/>
                  <a:pt x="3718204" y="54583"/>
                </a:cubicBezTo>
                <a:cubicBezTo>
                  <a:pt x="3714034" y="54583"/>
                  <a:pt x="3710280" y="55077"/>
                  <a:pt x="3706944" y="56065"/>
                </a:cubicBezTo>
                <a:cubicBezTo>
                  <a:pt x="3703608" y="57053"/>
                  <a:pt x="3700689" y="58160"/>
                  <a:pt x="3698186" y="59387"/>
                </a:cubicBezTo>
                <a:cubicBezTo>
                  <a:pt x="3695684" y="60613"/>
                  <a:pt x="3693616" y="61721"/>
                  <a:pt x="3691983" y="62709"/>
                </a:cubicBezTo>
                <a:cubicBezTo>
                  <a:pt x="3690350" y="63697"/>
                  <a:pt x="3689185" y="64191"/>
                  <a:pt x="3688490" y="64191"/>
                </a:cubicBezTo>
                <a:cubicBezTo>
                  <a:pt x="3688073" y="64191"/>
                  <a:pt x="3687691" y="64123"/>
                  <a:pt x="3687343" y="63986"/>
                </a:cubicBezTo>
                <a:cubicBezTo>
                  <a:pt x="3686996" y="63848"/>
                  <a:pt x="3686700" y="63590"/>
                  <a:pt x="3686457" y="63213"/>
                </a:cubicBezTo>
                <a:cubicBezTo>
                  <a:pt x="3686214" y="62834"/>
                  <a:pt x="3686040" y="62353"/>
                  <a:pt x="3685936" y="61770"/>
                </a:cubicBezTo>
                <a:cubicBezTo>
                  <a:pt x="3685832" y="61184"/>
                  <a:pt x="3685779" y="60479"/>
                  <a:pt x="3685779" y="59655"/>
                </a:cubicBezTo>
                <a:cubicBezTo>
                  <a:pt x="3685779" y="58211"/>
                  <a:pt x="3685884" y="57060"/>
                  <a:pt x="3686092" y="56202"/>
                </a:cubicBezTo>
                <a:cubicBezTo>
                  <a:pt x="3686301" y="55342"/>
                  <a:pt x="3686839" y="54483"/>
                  <a:pt x="3687708" y="53624"/>
                </a:cubicBezTo>
                <a:cubicBezTo>
                  <a:pt x="3688577" y="52764"/>
                  <a:pt x="3690124" y="51762"/>
                  <a:pt x="3692348" y="50619"/>
                </a:cubicBezTo>
                <a:cubicBezTo>
                  <a:pt x="3694572" y="49473"/>
                  <a:pt x="3697126" y="48413"/>
                  <a:pt x="3700011" y="47437"/>
                </a:cubicBezTo>
                <a:cubicBezTo>
                  <a:pt x="3702895" y="46462"/>
                  <a:pt x="3706006" y="45672"/>
                  <a:pt x="3709342" y="45067"/>
                </a:cubicBezTo>
                <a:cubicBezTo>
                  <a:pt x="3712678" y="44460"/>
                  <a:pt x="3716015" y="44157"/>
                  <a:pt x="3719351" y="44157"/>
                </a:cubicBezTo>
                <a:cubicBezTo>
                  <a:pt x="3725815" y="44157"/>
                  <a:pt x="3731271" y="44923"/>
                  <a:pt x="3735720" y="46457"/>
                </a:cubicBezTo>
                <a:cubicBezTo>
                  <a:pt x="3740168" y="47990"/>
                  <a:pt x="3743765" y="50187"/>
                  <a:pt x="3746510" y="53049"/>
                </a:cubicBezTo>
                <a:cubicBezTo>
                  <a:pt x="3749256" y="55912"/>
                  <a:pt x="3751219" y="59438"/>
                  <a:pt x="3752401" y="63629"/>
                </a:cubicBezTo>
                <a:cubicBezTo>
                  <a:pt x="3753583" y="67820"/>
                  <a:pt x="3754173" y="72573"/>
                  <a:pt x="3754173" y="77888"/>
                </a:cubicBezTo>
                <a:lnTo>
                  <a:pt x="3754173" y="140443"/>
                </a:lnTo>
                <a:moveTo>
                  <a:pt x="3741767" y="96900"/>
                </a:moveTo>
                <a:lnTo>
                  <a:pt x="3724564" y="96900"/>
                </a:lnTo>
                <a:cubicBezTo>
                  <a:pt x="3719559" y="96900"/>
                  <a:pt x="3715181" y="97343"/>
                  <a:pt x="3711427" y="98228"/>
                </a:cubicBezTo>
                <a:cubicBezTo>
                  <a:pt x="3707674" y="99114"/>
                  <a:pt x="3704546" y="100409"/>
                  <a:pt x="3702044" y="102113"/>
                </a:cubicBezTo>
                <a:cubicBezTo>
                  <a:pt x="3699542" y="103816"/>
                  <a:pt x="3697682" y="105860"/>
                  <a:pt x="3696466" y="108246"/>
                </a:cubicBezTo>
                <a:cubicBezTo>
                  <a:pt x="3695250" y="110631"/>
                  <a:pt x="3694642" y="113356"/>
                  <a:pt x="3694642" y="116423"/>
                </a:cubicBezTo>
                <a:cubicBezTo>
                  <a:pt x="3694642" y="121738"/>
                  <a:pt x="3696362" y="125980"/>
                  <a:pt x="3699802" y="129148"/>
                </a:cubicBezTo>
                <a:cubicBezTo>
                  <a:pt x="3703243" y="132317"/>
                  <a:pt x="3708091" y="133901"/>
                  <a:pt x="3714346" y="133901"/>
                </a:cubicBezTo>
                <a:cubicBezTo>
                  <a:pt x="3719281" y="133901"/>
                  <a:pt x="3723886" y="132658"/>
                  <a:pt x="3728161" y="130171"/>
                </a:cubicBezTo>
                <a:cubicBezTo>
                  <a:pt x="3732435" y="127683"/>
                  <a:pt x="3736971" y="123850"/>
                  <a:pt x="3741767" y="118671"/>
                </a:cubicBezTo>
                <a:lnTo>
                  <a:pt x="3741767" y="96900"/>
                </a:lnTo>
                <a:close/>
                <a:moveTo>
                  <a:pt x="3854939" y="126849"/>
                </a:moveTo>
                <a:cubicBezTo>
                  <a:pt x="3854939" y="127666"/>
                  <a:pt x="3854904" y="128399"/>
                  <a:pt x="3854834" y="129046"/>
                </a:cubicBezTo>
                <a:cubicBezTo>
                  <a:pt x="3854765" y="129694"/>
                  <a:pt x="3854661" y="130256"/>
                  <a:pt x="3854522" y="130733"/>
                </a:cubicBezTo>
                <a:cubicBezTo>
                  <a:pt x="3854383" y="131210"/>
                  <a:pt x="3854192" y="131636"/>
                  <a:pt x="3853948" y="132010"/>
                </a:cubicBezTo>
                <a:cubicBezTo>
                  <a:pt x="3853705" y="132385"/>
                  <a:pt x="3853132" y="133016"/>
                  <a:pt x="3852228" y="133901"/>
                </a:cubicBezTo>
                <a:cubicBezTo>
                  <a:pt x="3851324" y="134787"/>
                  <a:pt x="3849813" y="135912"/>
                  <a:pt x="3847693" y="137275"/>
                </a:cubicBezTo>
                <a:cubicBezTo>
                  <a:pt x="3845573" y="138637"/>
                  <a:pt x="3843192" y="139830"/>
                  <a:pt x="3840551" y="140852"/>
                </a:cubicBezTo>
                <a:cubicBezTo>
                  <a:pt x="3837910" y="141874"/>
                  <a:pt x="3835060" y="142709"/>
                  <a:pt x="3832002" y="143356"/>
                </a:cubicBezTo>
                <a:cubicBezTo>
                  <a:pt x="3828943" y="144004"/>
                  <a:pt x="3825781" y="144327"/>
                  <a:pt x="3822514" y="144327"/>
                </a:cubicBezTo>
                <a:cubicBezTo>
                  <a:pt x="3815981" y="144327"/>
                  <a:pt x="3810194" y="143253"/>
                  <a:pt x="3805155" y="141104"/>
                </a:cubicBezTo>
                <a:cubicBezTo>
                  <a:pt x="3800116" y="138956"/>
                  <a:pt x="3795893" y="135784"/>
                  <a:pt x="3792488" y="131589"/>
                </a:cubicBezTo>
                <a:cubicBezTo>
                  <a:pt x="3789082" y="127394"/>
                  <a:pt x="3786493" y="122244"/>
                  <a:pt x="3784720" y="116138"/>
                </a:cubicBezTo>
                <a:cubicBezTo>
                  <a:pt x="3782948" y="110033"/>
                  <a:pt x="3782062" y="102990"/>
                  <a:pt x="3782062" y="95009"/>
                </a:cubicBezTo>
                <a:cubicBezTo>
                  <a:pt x="3782062" y="86005"/>
                  <a:pt x="3783156" y="78298"/>
                  <a:pt x="3785346" y="71886"/>
                </a:cubicBezTo>
                <a:cubicBezTo>
                  <a:pt x="3787535" y="65474"/>
                  <a:pt x="3790541" y="60222"/>
                  <a:pt x="3794364" y="56129"/>
                </a:cubicBezTo>
                <a:cubicBezTo>
                  <a:pt x="3798187" y="52036"/>
                  <a:pt x="3802653" y="49017"/>
                  <a:pt x="3807761" y="47073"/>
                </a:cubicBezTo>
                <a:cubicBezTo>
                  <a:pt x="3812870" y="45129"/>
                  <a:pt x="3818344" y="44157"/>
                  <a:pt x="3824182" y="44157"/>
                </a:cubicBezTo>
                <a:cubicBezTo>
                  <a:pt x="3827310" y="44157"/>
                  <a:pt x="3830299" y="44450"/>
                  <a:pt x="3833149" y="45035"/>
                </a:cubicBezTo>
                <a:cubicBezTo>
                  <a:pt x="3835998" y="45619"/>
                  <a:pt x="3838622" y="46392"/>
                  <a:pt x="3841020" y="47354"/>
                </a:cubicBezTo>
                <a:cubicBezTo>
                  <a:pt x="3843418" y="48315"/>
                  <a:pt x="3845555" y="49413"/>
                  <a:pt x="3847432" y="50651"/>
                </a:cubicBezTo>
                <a:cubicBezTo>
                  <a:pt x="3849309" y="51888"/>
                  <a:pt x="3850681" y="52937"/>
                  <a:pt x="3851550" y="53797"/>
                </a:cubicBezTo>
                <a:cubicBezTo>
                  <a:pt x="3852419" y="54655"/>
                  <a:pt x="3853010" y="55308"/>
                  <a:pt x="3853323" y="55755"/>
                </a:cubicBezTo>
                <a:cubicBezTo>
                  <a:pt x="3853635" y="56200"/>
                  <a:pt x="3853879" y="56695"/>
                  <a:pt x="3854053" y="57240"/>
                </a:cubicBezTo>
                <a:cubicBezTo>
                  <a:pt x="3854226" y="57785"/>
                  <a:pt x="3854348" y="58382"/>
                  <a:pt x="3854417" y="59029"/>
                </a:cubicBezTo>
                <a:cubicBezTo>
                  <a:pt x="3854487" y="59676"/>
                  <a:pt x="3854522" y="60443"/>
                  <a:pt x="3854522" y="61329"/>
                </a:cubicBezTo>
                <a:cubicBezTo>
                  <a:pt x="3854522" y="63305"/>
                  <a:pt x="3854226" y="64685"/>
                  <a:pt x="3853635" y="65469"/>
                </a:cubicBezTo>
                <a:cubicBezTo>
                  <a:pt x="3853045" y="66252"/>
                  <a:pt x="3852402" y="66644"/>
                  <a:pt x="3851707" y="66644"/>
                </a:cubicBezTo>
                <a:cubicBezTo>
                  <a:pt x="3850734" y="66644"/>
                  <a:pt x="3849535" y="66025"/>
                  <a:pt x="3848110" y="64788"/>
                </a:cubicBezTo>
                <a:cubicBezTo>
                  <a:pt x="3846685" y="63551"/>
                  <a:pt x="3844860" y="62193"/>
                  <a:pt x="3842636" y="60716"/>
                </a:cubicBezTo>
                <a:cubicBezTo>
                  <a:pt x="3840412" y="59238"/>
                  <a:pt x="3837719" y="57880"/>
                  <a:pt x="3834556" y="56643"/>
                </a:cubicBezTo>
                <a:cubicBezTo>
                  <a:pt x="3831394" y="55406"/>
                  <a:pt x="3827623" y="54787"/>
                  <a:pt x="3823244" y="54787"/>
                </a:cubicBezTo>
                <a:cubicBezTo>
                  <a:pt x="3814208" y="54787"/>
                  <a:pt x="3807240" y="58199"/>
                  <a:pt x="3802340" y="65021"/>
                </a:cubicBezTo>
                <a:cubicBezTo>
                  <a:pt x="3797440" y="71844"/>
                  <a:pt x="3794990" y="81704"/>
                  <a:pt x="3794990" y="94600"/>
                </a:cubicBezTo>
                <a:cubicBezTo>
                  <a:pt x="3794990" y="101082"/>
                  <a:pt x="3795650" y="106762"/>
                  <a:pt x="3796971" y="111641"/>
                </a:cubicBezTo>
                <a:cubicBezTo>
                  <a:pt x="3798291" y="116520"/>
                  <a:pt x="3800185" y="120579"/>
                  <a:pt x="3802653" y="123820"/>
                </a:cubicBezTo>
                <a:cubicBezTo>
                  <a:pt x="3805120" y="127062"/>
                  <a:pt x="3808126" y="129484"/>
                  <a:pt x="3811671" y="131087"/>
                </a:cubicBezTo>
                <a:cubicBezTo>
                  <a:pt x="3815216" y="132691"/>
                  <a:pt x="3819213" y="133493"/>
                  <a:pt x="3823661" y="133493"/>
                </a:cubicBezTo>
                <a:cubicBezTo>
                  <a:pt x="3827831" y="133493"/>
                  <a:pt x="3831515" y="132845"/>
                  <a:pt x="3834712" y="131550"/>
                </a:cubicBezTo>
                <a:cubicBezTo>
                  <a:pt x="3837910" y="130256"/>
                  <a:pt x="3840690" y="128825"/>
                  <a:pt x="3843053" y="127257"/>
                </a:cubicBezTo>
                <a:cubicBezTo>
                  <a:pt x="3845416" y="125690"/>
                  <a:pt x="3847380" y="124259"/>
                  <a:pt x="3848944" y="122964"/>
                </a:cubicBezTo>
                <a:cubicBezTo>
                  <a:pt x="3850508" y="121670"/>
                  <a:pt x="3851672" y="121022"/>
                  <a:pt x="3852437" y="121022"/>
                </a:cubicBezTo>
                <a:cubicBezTo>
                  <a:pt x="3852854" y="121022"/>
                  <a:pt x="3853218" y="121142"/>
                  <a:pt x="3853531" y="121380"/>
                </a:cubicBezTo>
                <a:cubicBezTo>
                  <a:pt x="3853844" y="121619"/>
                  <a:pt x="3854105" y="121993"/>
                  <a:pt x="3854313" y="122504"/>
                </a:cubicBezTo>
                <a:cubicBezTo>
                  <a:pt x="3854522" y="123016"/>
                  <a:pt x="3854678" y="123629"/>
                  <a:pt x="3854782" y="124344"/>
                </a:cubicBezTo>
                <a:cubicBezTo>
                  <a:pt x="3854887" y="125060"/>
                  <a:pt x="3854939" y="125895"/>
                  <a:pt x="3854939" y="126849"/>
                </a:cubicBezTo>
                <a:close/>
                <a:moveTo>
                  <a:pt x="3952566" y="140236"/>
                </a:moveTo>
                <a:cubicBezTo>
                  <a:pt x="3952566" y="140713"/>
                  <a:pt x="3952462" y="141122"/>
                  <a:pt x="3952253" y="141465"/>
                </a:cubicBezTo>
                <a:cubicBezTo>
                  <a:pt x="3952044" y="141806"/>
                  <a:pt x="3951697" y="142096"/>
                  <a:pt x="3951210" y="142334"/>
                </a:cubicBezTo>
                <a:cubicBezTo>
                  <a:pt x="3950724" y="142573"/>
                  <a:pt x="3950064" y="142760"/>
                  <a:pt x="3949229" y="142896"/>
                </a:cubicBezTo>
                <a:cubicBezTo>
                  <a:pt x="3948395" y="143033"/>
                  <a:pt x="3947318" y="143101"/>
                  <a:pt x="3945997" y="143101"/>
                </a:cubicBezTo>
                <a:cubicBezTo>
                  <a:pt x="3944607" y="143101"/>
                  <a:pt x="3943460" y="143050"/>
                  <a:pt x="3942557" y="142947"/>
                </a:cubicBezTo>
                <a:cubicBezTo>
                  <a:pt x="3941653" y="142845"/>
                  <a:pt x="3940871" y="142692"/>
                  <a:pt x="3940211" y="142487"/>
                </a:cubicBezTo>
                <a:cubicBezTo>
                  <a:pt x="3939551" y="142283"/>
                  <a:pt x="3938995" y="142010"/>
                  <a:pt x="3938543" y="141670"/>
                </a:cubicBezTo>
                <a:cubicBezTo>
                  <a:pt x="3938091" y="141327"/>
                  <a:pt x="3937657" y="140917"/>
                  <a:pt x="3937240" y="140440"/>
                </a:cubicBezTo>
                <a:lnTo>
                  <a:pt x="3893034" y="87847"/>
                </a:lnTo>
                <a:lnTo>
                  <a:pt x="3893034" y="140440"/>
                </a:lnTo>
                <a:cubicBezTo>
                  <a:pt x="3893034" y="140849"/>
                  <a:pt x="3892930" y="141225"/>
                  <a:pt x="3892721" y="141568"/>
                </a:cubicBezTo>
                <a:cubicBezTo>
                  <a:pt x="3892513" y="141908"/>
                  <a:pt x="3892182" y="142181"/>
                  <a:pt x="3891731" y="142385"/>
                </a:cubicBezTo>
                <a:cubicBezTo>
                  <a:pt x="3891279" y="142590"/>
                  <a:pt x="3890653" y="142760"/>
                  <a:pt x="3889854" y="142896"/>
                </a:cubicBezTo>
                <a:cubicBezTo>
                  <a:pt x="3889055" y="143033"/>
                  <a:pt x="3888029" y="143101"/>
                  <a:pt x="3886778" y="143101"/>
                </a:cubicBezTo>
                <a:cubicBezTo>
                  <a:pt x="3885597" y="143101"/>
                  <a:pt x="3884606" y="143033"/>
                  <a:pt x="3883807" y="142896"/>
                </a:cubicBezTo>
                <a:cubicBezTo>
                  <a:pt x="3883008" y="142760"/>
                  <a:pt x="3882365" y="142590"/>
                  <a:pt x="3881878" y="142385"/>
                </a:cubicBezTo>
                <a:cubicBezTo>
                  <a:pt x="3881392" y="142181"/>
                  <a:pt x="3881061" y="141908"/>
                  <a:pt x="3880888" y="141568"/>
                </a:cubicBezTo>
                <a:cubicBezTo>
                  <a:pt x="3880714" y="141227"/>
                  <a:pt x="3880627" y="140852"/>
                  <a:pt x="3880627" y="140443"/>
                </a:cubicBezTo>
                <a:lnTo>
                  <a:pt x="3880627" y="2658"/>
                </a:lnTo>
                <a:cubicBezTo>
                  <a:pt x="3880627" y="2249"/>
                  <a:pt x="3880714" y="1874"/>
                  <a:pt x="3880888" y="1533"/>
                </a:cubicBezTo>
                <a:cubicBezTo>
                  <a:pt x="3881061" y="1193"/>
                  <a:pt x="3881392" y="903"/>
                  <a:pt x="3881878" y="664"/>
                </a:cubicBezTo>
                <a:cubicBezTo>
                  <a:pt x="3882365" y="426"/>
                  <a:pt x="3883008" y="256"/>
                  <a:pt x="3883807" y="153"/>
                </a:cubicBezTo>
                <a:cubicBezTo>
                  <a:pt x="3884606" y="51"/>
                  <a:pt x="3885597" y="0"/>
                  <a:pt x="3886778" y="0"/>
                </a:cubicBezTo>
                <a:cubicBezTo>
                  <a:pt x="3888029" y="0"/>
                  <a:pt x="3889055" y="51"/>
                  <a:pt x="3889854" y="153"/>
                </a:cubicBezTo>
                <a:cubicBezTo>
                  <a:pt x="3890653" y="256"/>
                  <a:pt x="3891279" y="426"/>
                  <a:pt x="3891731" y="664"/>
                </a:cubicBezTo>
                <a:cubicBezTo>
                  <a:pt x="3892182" y="903"/>
                  <a:pt x="3892513" y="1193"/>
                  <a:pt x="3892721" y="1533"/>
                </a:cubicBezTo>
                <a:cubicBezTo>
                  <a:pt x="3892930" y="1874"/>
                  <a:pt x="3893034" y="2248"/>
                  <a:pt x="3893034" y="2654"/>
                </a:cubicBezTo>
                <a:lnTo>
                  <a:pt x="3893034" y="87643"/>
                </a:lnTo>
                <a:lnTo>
                  <a:pt x="3932757" y="48249"/>
                </a:lnTo>
                <a:cubicBezTo>
                  <a:pt x="3933313" y="47635"/>
                  <a:pt x="3933886" y="47141"/>
                  <a:pt x="3934477" y="46766"/>
                </a:cubicBezTo>
                <a:cubicBezTo>
                  <a:pt x="3935068" y="46390"/>
                  <a:pt x="3935711" y="46082"/>
                  <a:pt x="3936406" y="45843"/>
                </a:cubicBezTo>
                <a:cubicBezTo>
                  <a:pt x="3937101" y="45605"/>
                  <a:pt x="3937900" y="45434"/>
                  <a:pt x="3938804" y="45332"/>
                </a:cubicBezTo>
                <a:cubicBezTo>
                  <a:pt x="3939707" y="45230"/>
                  <a:pt x="3940750" y="45179"/>
                  <a:pt x="3941931" y="45179"/>
                </a:cubicBezTo>
                <a:cubicBezTo>
                  <a:pt x="3943113" y="45179"/>
                  <a:pt x="3944138" y="45213"/>
                  <a:pt x="3945007" y="45281"/>
                </a:cubicBezTo>
                <a:cubicBezTo>
                  <a:pt x="3945876" y="45349"/>
                  <a:pt x="3946588" y="45486"/>
                  <a:pt x="3947144" y="45690"/>
                </a:cubicBezTo>
                <a:cubicBezTo>
                  <a:pt x="3947700" y="45894"/>
                  <a:pt x="3948117" y="46151"/>
                  <a:pt x="3948395" y="46460"/>
                </a:cubicBezTo>
                <a:cubicBezTo>
                  <a:pt x="3948673" y="46766"/>
                  <a:pt x="3948812" y="47158"/>
                  <a:pt x="3948812" y="47635"/>
                </a:cubicBezTo>
                <a:cubicBezTo>
                  <a:pt x="3948812" y="48317"/>
                  <a:pt x="3948604" y="48982"/>
                  <a:pt x="3948187" y="49632"/>
                </a:cubicBezTo>
                <a:cubicBezTo>
                  <a:pt x="3947770" y="50279"/>
                  <a:pt x="3947040" y="51114"/>
                  <a:pt x="3945997" y="52136"/>
                </a:cubicBezTo>
                <a:lnTo>
                  <a:pt x="3908256" y="87132"/>
                </a:lnTo>
                <a:lnTo>
                  <a:pt x="3950168" y="136246"/>
                </a:lnTo>
                <a:cubicBezTo>
                  <a:pt x="3951071" y="137268"/>
                  <a:pt x="3951697" y="138053"/>
                  <a:pt x="3952044" y="138600"/>
                </a:cubicBezTo>
                <a:cubicBezTo>
                  <a:pt x="3952392" y="139145"/>
                  <a:pt x="3952566" y="139690"/>
                  <a:pt x="3952566" y="140236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437" cap="flat">
            <a:solidFill>
              <a:srgbClr val="000000"/>
            </a:solidFill>
            <a:miter/>
          </a:ln>
        </p:spPr>
      </p:sp>
      <p:sp>
        <p:nvSpPr>
          <p:cNvPr id="62" name="Text Optimizeseparator/toachieve:">
            <a:extLst xmlns:a="http://schemas.openxmlformats.org/drawingml/2006/main">
              <a:ext uri="{FF2B5EF4-FFF2-40B4-BE49-F238E27FC236}">
                <a16:creationId xmlns:a16="http://schemas.microsoft.com/office/drawing/2014/main" id="{52A5F8FD-2D6A-47D2-BF7A-E777F6CC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461" y="460998"/>
            <a:ext cx="2743354" cy="183496"/>
          </a:xfrm>
          <a:custGeom xmlns:a="http://schemas.openxmlformats.org/drawingml/2006/main">
            <a:pathLst>
              <a:path w="2743354" h="183496">
                <a:moveTo>
                  <a:pt x="116770" y="76314"/>
                </a:moveTo>
                <a:cubicBezTo>
                  <a:pt x="116770" y="87105"/>
                  <a:pt x="115536" y="96869"/>
                  <a:pt x="113069" y="105605"/>
                </a:cubicBezTo>
                <a:cubicBezTo>
                  <a:pt x="110602" y="114341"/>
                  <a:pt x="106900" y="121789"/>
                  <a:pt x="101965" y="127949"/>
                </a:cubicBezTo>
                <a:cubicBezTo>
                  <a:pt x="97030" y="134109"/>
                  <a:pt x="90810" y="138860"/>
                  <a:pt x="83303" y="142203"/>
                </a:cubicBezTo>
                <a:cubicBezTo>
                  <a:pt x="75796" y="145544"/>
                  <a:pt x="67039" y="147214"/>
                  <a:pt x="57030" y="147214"/>
                </a:cubicBezTo>
                <a:cubicBezTo>
                  <a:pt x="47021" y="147214"/>
                  <a:pt x="38419" y="145630"/>
                  <a:pt x="31226" y="142464"/>
                </a:cubicBezTo>
                <a:cubicBezTo>
                  <a:pt x="24032" y="139297"/>
                  <a:pt x="18124" y="134772"/>
                  <a:pt x="13502" y="128890"/>
                </a:cubicBezTo>
                <a:cubicBezTo>
                  <a:pt x="8879" y="123006"/>
                  <a:pt x="5474" y="115819"/>
                  <a:pt x="3284" y="107328"/>
                </a:cubicBezTo>
                <a:cubicBezTo>
                  <a:pt x="1095" y="98835"/>
                  <a:pt x="0" y="89263"/>
                  <a:pt x="0" y="78611"/>
                </a:cubicBezTo>
                <a:cubicBezTo>
                  <a:pt x="0" y="68031"/>
                  <a:pt x="1216" y="58425"/>
                  <a:pt x="3649" y="49794"/>
                </a:cubicBezTo>
                <a:cubicBezTo>
                  <a:pt x="6082" y="41162"/>
                  <a:pt x="9783" y="33801"/>
                  <a:pt x="14753" y="27710"/>
                </a:cubicBezTo>
                <a:cubicBezTo>
                  <a:pt x="19722" y="21620"/>
                  <a:pt x="25943" y="16904"/>
                  <a:pt x="33415" y="13563"/>
                </a:cubicBezTo>
                <a:cubicBezTo>
                  <a:pt x="40887" y="10221"/>
                  <a:pt x="49662" y="8549"/>
                  <a:pt x="59740" y="8549"/>
                </a:cubicBezTo>
                <a:cubicBezTo>
                  <a:pt x="69541" y="8549"/>
                  <a:pt x="78021" y="10115"/>
                  <a:pt x="85180" y="13247"/>
                </a:cubicBezTo>
                <a:cubicBezTo>
                  <a:pt x="92339" y="16380"/>
                  <a:pt x="98264" y="20869"/>
                  <a:pt x="102956" y="26716"/>
                </a:cubicBezTo>
                <a:cubicBezTo>
                  <a:pt x="107648" y="32564"/>
                  <a:pt x="111123" y="39664"/>
                  <a:pt x="113382" y="48018"/>
                </a:cubicBezTo>
                <a:cubicBezTo>
                  <a:pt x="115641" y="56372"/>
                  <a:pt x="116770" y="65804"/>
                  <a:pt x="116770" y="76314"/>
                </a:cubicBezTo>
                <a:moveTo>
                  <a:pt x="103217" y="77465"/>
                </a:moveTo>
                <a:cubicBezTo>
                  <a:pt x="103217" y="69456"/>
                  <a:pt x="102469" y="61954"/>
                  <a:pt x="100975" y="54958"/>
                </a:cubicBezTo>
                <a:cubicBezTo>
                  <a:pt x="99481" y="47959"/>
                  <a:pt x="97013" y="41867"/>
                  <a:pt x="93573" y="36680"/>
                </a:cubicBezTo>
                <a:cubicBezTo>
                  <a:pt x="90132" y="31491"/>
                  <a:pt x="85562" y="27417"/>
                  <a:pt x="79862" y="24459"/>
                </a:cubicBezTo>
                <a:cubicBezTo>
                  <a:pt x="74163" y="21498"/>
                  <a:pt x="67108" y="20018"/>
                  <a:pt x="58698" y="20018"/>
                </a:cubicBezTo>
                <a:cubicBezTo>
                  <a:pt x="50357" y="20018"/>
                  <a:pt x="43320" y="21568"/>
                  <a:pt x="37585" y="24667"/>
                </a:cubicBezTo>
                <a:cubicBezTo>
                  <a:pt x="31851" y="27764"/>
                  <a:pt x="27194" y="31925"/>
                  <a:pt x="23615" y="37149"/>
                </a:cubicBezTo>
                <a:cubicBezTo>
                  <a:pt x="20035" y="42370"/>
                  <a:pt x="17463" y="48463"/>
                  <a:pt x="15900" y="55427"/>
                </a:cubicBezTo>
                <a:cubicBezTo>
                  <a:pt x="14336" y="62388"/>
                  <a:pt x="13554" y="69734"/>
                  <a:pt x="13554" y="77465"/>
                </a:cubicBezTo>
                <a:cubicBezTo>
                  <a:pt x="13554" y="85681"/>
                  <a:pt x="14266" y="93324"/>
                  <a:pt x="15691" y="100392"/>
                </a:cubicBezTo>
                <a:cubicBezTo>
                  <a:pt x="17116" y="107457"/>
                  <a:pt x="19531" y="113602"/>
                  <a:pt x="22937" y="118826"/>
                </a:cubicBezTo>
                <a:cubicBezTo>
                  <a:pt x="26343" y="124048"/>
                  <a:pt x="30895" y="128139"/>
                  <a:pt x="36595" y="131099"/>
                </a:cubicBezTo>
                <a:cubicBezTo>
                  <a:pt x="42294" y="134058"/>
                  <a:pt x="49419" y="135537"/>
                  <a:pt x="57968" y="135537"/>
                </a:cubicBezTo>
                <a:cubicBezTo>
                  <a:pt x="66448" y="135537"/>
                  <a:pt x="73572" y="133953"/>
                  <a:pt x="79341" y="130787"/>
                </a:cubicBezTo>
                <a:cubicBezTo>
                  <a:pt x="85110" y="127618"/>
                  <a:pt x="89767" y="123370"/>
                  <a:pt x="93312" y="118044"/>
                </a:cubicBezTo>
                <a:cubicBezTo>
                  <a:pt x="96857" y="112716"/>
                  <a:pt x="99394" y="106553"/>
                  <a:pt x="100923" y="99554"/>
                </a:cubicBezTo>
                <a:cubicBezTo>
                  <a:pt x="102452" y="92556"/>
                  <a:pt x="103217" y="85193"/>
                  <a:pt x="103217" y="77465"/>
                </a:cubicBezTo>
                <a:close/>
                <a:moveTo>
                  <a:pt x="227482" y="94719"/>
                </a:moveTo>
                <a:cubicBezTo>
                  <a:pt x="227482" y="102789"/>
                  <a:pt x="226596" y="110059"/>
                  <a:pt x="224823" y="116529"/>
                </a:cubicBezTo>
                <a:cubicBezTo>
                  <a:pt x="223051" y="123000"/>
                  <a:pt x="220444" y="128497"/>
                  <a:pt x="217004" y="133022"/>
                </a:cubicBezTo>
                <a:cubicBezTo>
                  <a:pt x="213563" y="137544"/>
                  <a:pt x="209306" y="141040"/>
                  <a:pt x="204232" y="143509"/>
                </a:cubicBezTo>
                <a:cubicBezTo>
                  <a:pt x="199158" y="145979"/>
                  <a:pt x="193354" y="147214"/>
                  <a:pt x="186821" y="147214"/>
                </a:cubicBezTo>
                <a:cubicBezTo>
                  <a:pt x="184040" y="147214"/>
                  <a:pt x="181434" y="146917"/>
                  <a:pt x="179001" y="146324"/>
                </a:cubicBezTo>
                <a:cubicBezTo>
                  <a:pt x="176569" y="145734"/>
                  <a:pt x="174188" y="144813"/>
                  <a:pt x="171859" y="143562"/>
                </a:cubicBezTo>
                <a:cubicBezTo>
                  <a:pt x="169531" y="142308"/>
                  <a:pt x="167203" y="140742"/>
                  <a:pt x="164874" y="138863"/>
                </a:cubicBezTo>
                <a:cubicBezTo>
                  <a:pt x="162546" y="136985"/>
                  <a:pt x="160096" y="134723"/>
                  <a:pt x="157524" y="132080"/>
                </a:cubicBezTo>
                <a:lnTo>
                  <a:pt x="157524" y="180785"/>
                </a:lnTo>
                <a:cubicBezTo>
                  <a:pt x="157524" y="181202"/>
                  <a:pt x="157420" y="181585"/>
                  <a:pt x="157211" y="181932"/>
                </a:cubicBezTo>
                <a:cubicBezTo>
                  <a:pt x="157003" y="182280"/>
                  <a:pt x="156672" y="182575"/>
                  <a:pt x="156221" y="182818"/>
                </a:cubicBezTo>
                <a:cubicBezTo>
                  <a:pt x="155769" y="183062"/>
                  <a:pt x="155143" y="183235"/>
                  <a:pt x="154344" y="183340"/>
                </a:cubicBezTo>
                <a:cubicBezTo>
                  <a:pt x="153545" y="183444"/>
                  <a:pt x="152519" y="183496"/>
                  <a:pt x="151268" y="183496"/>
                </a:cubicBezTo>
                <a:cubicBezTo>
                  <a:pt x="150087" y="183496"/>
                  <a:pt x="149096" y="183444"/>
                  <a:pt x="148297" y="183340"/>
                </a:cubicBezTo>
                <a:cubicBezTo>
                  <a:pt x="147498" y="183235"/>
                  <a:pt x="146855" y="183062"/>
                  <a:pt x="146368" y="182818"/>
                </a:cubicBezTo>
                <a:cubicBezTo>
                  <a:pt x="145882" y="182575"/>
                  <a:pt x="145551" y="182279"/>
                  <a:pt x="145378" y="181929"/>
                </a:cubicBezTo>
                <a:cubicBezTo>
                  <a:pt x="145204" y="181581"/>
                  <a:pt x="145117" y="181199"/>
                  <a:pt x="145117" y="180782"/>
                </a:cubicBezTo>
                <a:lnTo>
                  <a:pt x="145117" y="48797"/>
                </a:lnTo>
                <a:cubicBezTo>
                  <a:pt x="145117" y="48310"/>
                  <a:pt x="145204" y="47893"/>
                  <a:pt x="145378" y="47545"/>
                </a:cubicBezTo>
                <a:cubicBezTo>
                  <a:pt x="145551" y="47196"/>
                  <a:pt x="145864" y="46917"/>
                  <a:pt x="146316" y="46708"/>
                </a:cubicBezTo>
                <a:cubicBezTo>
                  <a:pt x="146768" y="46500"/>
                  <a:pt x="147359" y="46343"/>
                  <a:pt x="148088" y="46239"/>
                </a:cubicBezTo>
                <a:cubicBezTo>
                  <a:pt x="148818" y="46135"/>
                  <a:pt x="149704" y="46083"/>
                  <a:pt x="150747" y="46083"/>
                </a:cubicBezTo>
                <a:cubicBezTo>
                  <a:pt x="151790" y="46083"/>
                  <a:pt x="152658" y="46136"/>
                  <a:pt x="153353" y="46242"/>
                </a:cubicBezTo>
                <a:cubicBezTo>
                  <a:pt x="154049" y="46346"/>
                  <a:pt x="154639" y="46504"/>
                  <a:pt x="155126" y="46715"/>
                </a:cubicBezTo>
                <a:cubicBezTo>
                  <a:pt x="155612" y="46923"/>
                  <a:pt x="155960" y="47202"/>
                  <a:pt x="156168" y="47552"/>
                </a:cubicBezTo>
                <a:cubicBezTo>
                  <a:pt x="156377" y="47902"/>
                  <a:pt x="156481" y="48322"/>
                  <a:pt x="156481" y="48813"/>
                </a:cubicBezTo>
                <a:lnTo>
                  <a:pt x="156481" y="62572"/>
                </a:lnTo>
                <a:cubicBezTo>
                  <a:pt x="159401" y="59581"/>
                  <a:pt x="162181" y="56990"/>
                  <a:pt x="164822" y="54798"/>
                </a:cubicBezTo>
                <a:cubicBezTo>
                  <a:pt x="167463" y="52606"/>
                  <a:pt x="170104" y="50781"/>
                  <a:pt x="172746" y="49321"/>
                </a:cubicBezTo>
                <a:cubicBezTo>
                  <a:pt x="175387" y="47859"/>
                  <a:pt x="178098" y="46781"/>
                  <a:pt x="180878" y="46086"/>
                </a:cubicBezTo>
                <a:cubicBezTo>
                  <a:pt x="183658" y="45389"/>
                  <a:pt x="186612" y="45040"/>
                  <a:pt x="189740" y="45040"/>
                </a:cubicBezTo>
                <a:cubicBezTo>
                  <a:pt x="196552" y="45040"/>
                  <a:pt x="202355" y="46344"/>
                  <a:pt x="207151" y="48953"/>
                </a:cubicBezTo>
                <a:cubicBezTo>
                  <a:pt x="211947" y="51562"/>
                  <a:pt x="215857" y="55128"/>
                  <a:pt x="218880" y="59653"/>
                </a:cubicBezTo>
                <a:cubicBezTo>
                  <a:pt x="221904" y="64175"/>
                  <a:pt x="224093" y="69445"/>
                  <a:pt x="225449" y="75464"/>
                </a:cubicBezTo>
                <a:cubicBezTo>
                  <a:pt x="226804" y="81481"/>
                  <a:pt x="227482" y="87899"/>
                  <a:pt x="227482" y="94719"/>
                </a:cubicBezTo>
                <a:moveTo>
                  <a:pt x="214449" y="96700"/>
                </a:moveTo>
                <a:cubicBezTo>
                  <a:pt x="214449" y="91411"/>
                  <a:pt x="214032" y="86314"/>
                  <a:pt x="213198" y="81407"/>
                </a:cubicBezTo>
                <a:cubicBezTo>
                  <a:pt x="212364" y="76500"/>
                  <a:pt x="210957" y="72133"/>
                  <a:pt x="208976" y="68306"/>
                </a:cubicBezTo>
                <a:cubicBezTo>
                  <a:pt x="206995" y="64479"/>
                  <a:pt x="204354" y="61417"/>
                  <a:pt x="201052" y="59121"/>
                </a:cubicBezTo>
                <a:cubicBezTo>
                  <a:pt x="197750" y="56823"/>
                  <a:pt x="193598" y="55674"/>
                  <a:pt x="188593" y="55674"/>
                </a:cubicBezTo>
                <a:cubicBezTo>
                  <a:pt x="186091" y="55674"/>
                  <a:pt x="183641" y="56023"/>
                  <a:pt x="181243" y="56720"/>
                </a:cubicBezTo>
                <a:cubicBezTo>
                  <a:pt x="178845" y="57415"/>
                  <a:pt x="176395" y="58563"/>
                  <a:pt x="173893" y="60164"/>
                </a:cubicBezTo>
                <a:cubicBezTo>
                  <a:pt x="171390" y="61765"/>
                  <a:pt x="168784" y="63836"/>
                  <a:pt x="166073" y="66377"/>
                </a:cubicBezTo>
                <a:cubicBezTo>
                  <a:pt x="163362" y="68919"/>
                  <a:pt x="160513" y="72069"/>
                  <a:pt x="157524" y="75829"/>
                </a:cubicBezTo>
                <a:lnTo>
                  <a:pt x="157524" y="116949"/>
                </a:lnTo>
                <a:cubicBezTo>
                  <a:pt x="162737" y="123283"/>
                  <a:pt x="167724" y="128139"/>
                  <a:pt x="172485" y="131516"/>
                </a:cubicBezTo>
                <a:cubicBezTo>
                  <a:pt x="177246" y="134892"/>
                  <a:pt x="182233" y="136579"/>
                  <a:pt x="187446" y="136579"/>
                </a:cubicBezTo>
                <a:cubicBezTo>
                  <a:pt x="192242" y="136579"/>
                  <a:pt x="196360" y="135414"/>
                  <a:pt x="199801" y="133084"/>
                </a:cubicBezTo>
                <a:cubicBezTo>
                  <a:pt x="203241" y="130751"/>
                  <a:pt x="206039" y="127688"/>
                  <a:pt x="208194" y="123896"/>
                </a:cubicBezTo>
                <a:cubicBezTo>
                  <a:pt x="210348" y="120103"/>
                  <a:pt x="211930" y="115823"/>
                  <a:pt x="212938" y="111056"/>
                </a:cubicBezTo>
                <a:cubicBezTo>
                  <a:pt x="213945" y="106288"/>
                  <a:pt x="214449" y="101503"/>
                  <a:pt x="214449" y="96700"/>
                </a:cubicBezTo>
                <a:close/>
                <a:moveTo>
                  <a:pt x="300069" y="137726"/>
                </a:moveTo>
                <a:cubicBezTo>
                  <a:pt x="300069" y="139186"/>
                  <a:pt x="299947" y="140368"/>
                  <a:pt x="299704" y="141271"/>
                </a:cubicBezTo>
                <a:cubicBezTo>
                  <a:pt x="299460" y="142175"/>
                  <a:pt x="299078" y="142887"/>
                  <a:pt x="298557" y="143408"/>
                </a:cubicBezTo>
                <a:cubicBezTo>
                  <a:pt x="298035" y="143930"/>
                  <a:pt x="297271" y="144416"/>
                  <a:pt x="296263" y="144868"/>
                </a:cubicBezTo>
                <a:cubicBezTo>
                  <a:pt x="295255" y="145320"/>
                  <a:pt x="294091" y="145702"/>
                  <a:pt x="292770" y="146015"/>
                </a:cubicBezTo>
                <a:cubicBezTo>
                  <a:pt x="291450" y="146328"/>
                  <a:pt x="290060" y="146571"/>
                  <a:pt x="288600" y="146745"/>
                </a:cubicBezTo>
                <a:cubicBezTo>
                  <a:pt x="287140" y="146918"/>
                  <a:pt x="285716" y="147005"/>
                  <a:pt x="284325" y="147005"/>
                </a:cubicBezTo>
                <a:cubicBezTo>
                  <a:pt x="279669" y="147005"/>
                  <a:pt x="275707" y="146380"/>
                  <a:pt x="272440" y="145129"/>
                </a:cubicBezTo>
                <a:cubicBezTo>
                  <a:pt x="269173" y="143878"/>
                  <a:pt x="266497" y="141984"/>
                  <a:pt x="264412" y="139447"/>
                </a:cubicBezTo>
                <a:cubicBezTo>
                  <a:pt x="262327" y="136910"/>
                  <a:pt x="260815" y="133695"/>
                  <a:pt x="259877" y="129803"/>
                </a:cubicBezTo>
                <a:cubicBezTo>
                  <a:pt x="258938" y="125910"/>
                  <a:pt x="258469" y="121323"/>
                  <a:pt x="258469" y="116040"/>
                </a:cubicBezTo>
                <a:lnTo>
                  <a:pt x="258469" y="57343"/>
                </a:lnTo>
                <a:lnTo>
                  <a:pt x="244394" y="57343"/>
                </a:lnTo>
                <a:cubicBezTo>
                  <a:pt x="243421" y="57343"/>
                  <a:pt x="242657" y="56904"/>
                  <a:pt x="242100" y="56026"/>
                </a:cubicBezTo>
                <a:cubicBezTo>
                  <a:pt x="241544" y="55149"/>
                  <a:pt x="241266" y="53832"/>
                  <a:pt x="241266" y="52077"/>
                </a:cubicBezTo>
                <a:cubicBezTo>
                  <a:pt x="241266" y="51165"/>
                  <a:pt x="241336" y="50376"/>
                  <a:pt x="241475" y="49709"/>
                </a:cubicBezTo>
                <a:cubicBezTo>
                  <a:pt x="241614" y="49042"/>
                  <a:pt x="241822" y="48480"/>
                  <a:pt x="242100" y="48024"/>
                </a:cubicBezTo>
                <a:cubicBezTo>
                  <a:pt x="242378" y="47568"/>
                  <a:pt x="242709" y="47235"/>
                  <a:pt x="243091" y="47024"/>
                </a:cubicBezTo>
                <a:cubicBezTo>
                  <a:pt x="243473" y="46813"/>
                  <a:pt x="243908" y="46708"/>
                  <a:pt x="244394" y="46708"/>
                </a:cubicBezTo>
                <a:lnTo>
                  <a:pt x="258469" y="46708"/>
                </a:lnTo>
                <a:lnTo>
                  <a:pt x="258469" y="23563"/>
                </a:lnTo>
                <a:cubicBezTo>
                  <a:pt x="258469" y="23146"/>
                  <a:pt x="258556" y="22763"/>
                  <a:pt x="258730" y="22416"/>
                </a:cubicBezTo>
                <a:cubicBezTo>
                  <a:pt x="258904" y="22068"/>
                  <a:pt x="259234" y="21773"/>
                  <a:pt x="259720" y="21530"/>
                </a:cubicBezTo>
                <a:cubicBezTo>
                  <a:pt x="260207" y="21286"/>
                  <a:pt x="260850" y="21112"/>
                  <a:pt x="261649" y="21008"/>
                </a:cubicBezTo>
                <a:cubicBezTo>
                  <a:pt x="262448" y="20904"/>
                  <a:pt x="263439" y="20852"/>
                  <a:pt x="264620" y="20852"/>
                </a:cubicBezTo>
                <a:cubicBezTo>
                  <a:pt x="265872" y="20852"/>
                  <a:pt x="266897" y="20904"/>
                  <a:pt x="267696" y="21008"/>
                </a:cubicBezTo>
                <a:cubicBezTo>
                  <a:pt x="268495" y="21112"/>
                  <a:pt x="269121" y="21286"/>
                  <a:pt x="269573" y="21530"/>
                </a:cubicBezTo>
                <a:cubicBezTo>
                  <a:pt x="270025" y="21773"/>
                  <a:pt x="270355" y="22068"/>
                  <a:pt x="270563" y="22416"/>
                </a:cubicBezTo>
                <a:cubicBezTo>
                  <a:pt x="270772" y="22763"/>
                  <a:pt x="270876" y="23146"/>
                  <a:pt x="270876" y="23563"/>
                </a:cubicBezTo>
                <a:lnTo>
                  <a:pt x="270876" y="46708"/>
                </a:lnTo>
                <a:lnTo>
                  <a:pt x="296941" y="46708"/>
                </a:lnTo>
                <a:cubicBezTo>
                  <a:pt x="297427" y="46708"/>
                  <a:pt x="297862" y="46813"/>
                  <a:pt x="298244" y="47024"/>
                </a:cubicBezTo>
                <a:cubicBezTo>
                  <a:pt x="298626" y="47235"/>
                  <a:pt x="298956" y="47568"/>
                  <a:pt x="299234" y="48024"/>
                </a:cubicBezTo>
                <a:cubicBezTo>
                  <a:pt x="299512" y="48480"/>
                  <a:pt x="299721" y="49042"/>
                  <a:pt x="299860" y="49709"/>
                </a:cubicBezTo>
                <a:cubicBezTo>
                  <a:pt x="299999" y="50376"/>
                  <a:pt x="300069" y="51165"/>
                  <a:pt x="300069" y="52077"/>
                </a:cubicBezTo>
                <a:cubicBezTo>
                  <a:pt x="300069" y="53832"/>
                  <a:pt x="299773" y="55149"/>
                  <a:pt x="299182" y="56026"/>
                </a:cubicBezTo>
                <a:cubicBezTo>
                  <a:pt x="298592" y="56904"/>
                  <a:pt x="297844" y="57343"/>
                  <a:pt x="296941" y="57343"/>
                </a:cubicBezTo>
                <a:lnTo>
                  <a:pt x="270876" y="57343"/>
                </a:lnTo>
                <a:lnTo>
                  <a:pt x="270876" y="114372"/>
                </a:lnTo>
                <a:cubicBezTo>
                  <a:pt x="270876" y="121531"/>
                  <a:pt x="271901" y="126988"/>
                  <a:pt x="273952" y="130741"/>
                </a:cubicBezTo>
                <a:cubicBezTo>
                  <a:pt x="276002" y="134494"/>
                  <a:pt x="279738" y="136371"/>
                  <a:pt x="285159" y="136371"/>
                </a:cubicBezTo>
                <a:cubicBezTo>
                  <a:pt x="286828" y="136371"/>
                  <a:pt x="288339" y="136197"/>
                  <a:pt x="289695" y="135850"/>
                </a:cubicBezTo>
                <a:cubicBezTo>
                  <a:pt x="291050" y="135502"/>
                  <a:pt x="292249" y="135120"/>
                  <a:pt x="293292" y="134703"/>
                </a:cubicBezTo>
                <a:cubicBezTo>
                  <a:pt x="294334" y="134286"/>
                  <a:pt x="295220" y="133903"/>
                  <a:pt x="295950" y="133556"/>
                </a:cubicBezTo>
                <a:cubicBezTo>
                  <a:pt x="296680" y="133208"/>
                  <a:pt x="297323" y="133035"/>
                  <a:pt x="297879" y="133035"/>
                </a:cubicBezTo>
                <a:cubicBezTo>
                  <a:pt x="298227" y="133035"/>
                  <a:pt x="298539" y="133104"/>
                  <a:pt x="298817" y="133243"/>
                </a:cubicBezTo>
                <a:cubicBezTo>
                  <a:pt x="299095" y="133382"/>
                  <a:pt x="299321" y="133643"/>
                  <a:pt x="299495" y="134025"/>
                </a:cubicBezTo>
                <a:cubicBezTo>
                  <a:pt x="299669" y="134407"/>
                  <a:pt x="299808" y="134894"/>
                  <a:pt x="299912" y="135485"/>
                </a:cubicBezTo>
                <a:cubicBezTo>
                  <a:pt x="300016" y="136076"/>
                  <a:pt x="300069" y="136823"/>
                  <a:pt x="300069" y="137726"/>
                </a:cubicBezTo>
                <a:close/>
                <a:moveTo>
                  <a:pt x="337652" y="143249"/>
                </a:moveTo>
                <a:cubicBezTo>
                  <a:pt x="337652" y="143666"/>
                  <a:pt x="337547" y="144049"/>
                  <a:pt x="337339" y="144399"/>
                </a:cubicBezTo>
                <a:cubicBezTo>
                  <a:pt x="337130" y="144746"/>
                  <a:pt x="336800" y="145024"/>
                  <a:pt x="336348" y="145233"/>
                </a:cubicBezTo>
                <a:cubicBezTo>
                  <a:pt x="335896" y="145441"/>
                  <a:pt x="335271" y="145615"/>
                  <a:pt x="334472" y="145754"/>
                </a:cubicBezTo>
                <a:cubicBezTo>
                  <a:pt x="333672" y="145893"/>
                  <a:pt x="332647" y="145963"/>
                  <a:pt x="331396" y="145963"/>
                </a:cubicBezTo>
                <a:cubicBezTo>
                  <a:pt x="330214" y="145963"/>
                  <a:pt x="329224" y="145893"/>
                  <a:pt x="328425" y="145754"/>
                </a:cubicBezTo>
                <a:cubicBezTo>
                  <a:pt x="327625" y="145615"/>
                  <a:pt x="326982" y="145441"/>
                  <a:pt x="326496" y="145233"/>
                </a:cubicBezTo>
                <a:cubicBezTo>
                  <a:pt x="326009" y="145024"/>
                  <a:pt x="325679" y="144746"/>
                  <a:pt x="325505" y="144399"/>
                </a:cubicBezTo>
                <a:cubicBezTo>
                  <a:pt x="325332" y="144049"/>
                  <a:pt x="325245" y="143666"/>
                  <a:pt x="325245" y="143249"/>
                </a:cubicBezTo>
                <a:lnTo>
                  <a:pt x="325245" y="48797"/>
                </a:lnTo>
                <a:cubicBezTo>
                  <a:pt x="325245" y="48379"/>
                  <a:pt x="325332" y="47997"/>
                  <a:pt x="325505" y="47650"/>
                </a:cubicBezTo>
                <a:cubicBezTo>
                  <a:pt x="325679" y="47300"/>
                  <a:pt x="326009" y="47003"/>
                  <a:pt x="326496" y="46760"/>
                </a:cubicBezTo>
                <a:cubicBezTo>
                  <a:pt x="326982" y="46517"/>
                  <a:pt x="327625" y="46343"/>
                  <a:pt x="328425" y="46239"/>
                </a:cubicBezTo>
                <a:cubicBezTo>
                  <a:pt x="329224" y="46135"/>
                  <a:pt x="330214" y="46083"/>
                  <a:pt x="331396" y="46083"/>
                </a:cubicBezTo>
                <a:cubicBezTo>
                  <a:pt x="332647" y="46083"/>
                  <a:pt x="333672" y="46135"/>
                  <a:pt x="334472" y="46239"/>
                </a:cubicBezTo>
                <a:cubicBezTo>
                  <a:pt x="335271" y="46343"/>
                  <a:pt x="335896" y="46517"/>
                  <a:pt x="336348" y="46760"/>
                </a:cubicBezTo>
                <a:cubicBezTo>
                  <a:pt x="336800" y="47003"/>
                  <a:pt x="337130" y="47300"/>
                  <a:pt x="337339" y="47650"/>
                </a:cubicBezTo>
                <a:cubicBezTo>
                  <a:pt x="337547" y="47997"/>
                  <a:pt x="337652" y="48379"/>
                  <a:pt x="337652" y="48797"/>
                </a:cubicBezTo>
                <a:lnTo>
                  <a:pt x="337652" y="143249"/>
                </a:lnTo>
                <a:moveTo>
                  <a:pt x="339528" y="16838"/>
                </a:moveTo>
                <a:cubicBezTo>
                  <a:pt x="339528" y="20194"/>
                  <a:pt x="338937" y="22467"/>
                  <a:pt x="337756" y="23657"/>
                </a:cubicBezTo>
                <a:cubicBezTo>
                  <a:pt x="336574" y="24845"/>
                  <a:pt x="334419" y="25439"/>
                  <a:pt x="331292" y="25439"/>
                </a:cubicBezTo>
                <a:cubicBezTo>
                  <a:pt x="328233" y="25439"/>
                  <a:pt x="326131" y="24863"/>
                  <a:pt x="324984" y="23709"/>
                </a:cubicBezTo>
                <a:cubicBezTo>
                  <a:pt x="323837" y="22556"/>
                  <a:pt x="323264" y="20300"/>
                  <a:pt x="323264" y="16942"/>
                </a:cubicBezTo>
                <a:cubicBezTo>
                  <a:pt x="323264" y="13586"/>
                  <a:pt x="323855" y="11314"/>
                  <a:pt x="325036" y="10126"/>
                </a:cubicBezTo>
                <a:cubicBezTo>
                  <a:pt x="326218" y="8936"/>
                  <a:pt x="328372" y="8341"/>
                  <a:pt x="331500" y="8341"/>
                </a:cubicBezTo>
                <a:cubicBezTo>
                  <a:pt x="334558" y="8341"/>
                  <a:pt x="336661" y="8917"/>
                  <a:pt x="337808" y="10071"/>
                </a:cubicBezTo>
                <a:cubicBezTo>
                  <a:pt x="338955" y="11224"/>
                  <a:pt x="339528" y="13480"/>
                  <a:pt x="339528" y="16838"/>
                </a:cubicBezTo>
                <a:close/>
                <a:moveTo>
                  <a:pt x="507312" y="143252"/>
                </a:moveTo>
                <a:cubicBezTo>
                  <a:pt x="507312" y="143669"/>
                  <a:pt x="507207" y="144051"/>
                  <a:pt x="506999" y="144399"/>
                </a:cubicBezTo>
                <a:cubicBezTo>
                  <a:pt x="506790" y="144746"/>
                  <a:pt x="506460" y="145024"/>
                  <a:pt x="506008" y="145233"/>
                </a:cubicBezTo>
                <a:cubicBezTo>
                  <a:pt x="505557" y="145441"/>
                  <a:pt x="504931" y="145615"/>
                  <a:pt x="504132" y="145754"/>
                </a:cubicBezTo>
                <a:cubicBezTo>
                  <a:pt x="503333" y="145893"/>
                  <a:pt x="502342" y="145963"/>
                  <a:pt x="501160" y="145963"/>
                </a:cubicBezTo>
                <a:cubicBezTo>
                  <a:pt x="499909" y="145963"/>
                  <a:pt x="498884" y="145893"/>
                  <a:pt x="498085" y="145754"/>
                </a:cubicBezTo>
                <a:cubicBezTo>
                  <a:pt x="497285" y="145615"/>
                  <a:pt x="496643" y="145441"/>
                  <a:pt x="496156" y="145233"/>
                </a:cubicBezTo>
                <a:cubicBezTo>
                  <a:pt x="495669" y="145024"/>
                  <a:pt x="495339" y="144746"/>
                  <a:pt x="495166" y="144399"/>
                </a:cubicBezTo>
                <a:cubicBezTo>
                  <a:pt x="494992" y="144051"/>
                  <a:pt x="494905" y="143669"/>
                  <a:pt x="494905" y="143252"/>
                </a:cubicBezTo>
                <a:lnTo>
                  <a:pt x="494905" y="85180"/>
                </a:lnTo>
                <a:cubicBezTo>
                  <a:pt x="494905" y="80731"/>
                  <a:pt x="494505" y="76683"/>
                  <a:pt x="493706" y="73034"/>
                </a:cubicBezTo>
                <a:cubicBezTo>
                  <a:pt x="492907" y="69384"/>
                  <a:pt x="491655" y="66257"/>
                  <a:pt x="489953" y="63650"/>
                </a:cubicBezTo>
                <a:cubicBezTo>
                  <a:pt x="488250" y="61044"/>
                  <a:pt x="486095" y="59028"/>
                  <a:pt x="483489" y="57603"/>
                </a:cubicBezTo>
                <a:cubicBezTo>
                  <a:pt x="480882" y="56178"/>
                  <a:pt x="477806" y="55466"/>
                  <a:pt x="474262" y="55466"/>
                </a:cubicBezTo>
                <a:cubicBezTo>
                  <a:pt x="469883" y="55466"/>
                  <a:pt x="465452" y="57169"/>
                  <a:pt x="460969" y="60575"/>
                </a:cubicBezTo>
                <a:cubicBezTo>
                  <a:pt x="456485" y="63980"/>
                  <a:pt x="451568" y="68985"/>
                  <a:pt x="446216" y="75588"/>
                </a:cubicBezTo>
                <a:lnTo>
                  <a:pt x="446216" y="143252"/>
                </a:lnTo>
                <a:cubicBezTo>
                  <a:pt x="446216" y="143669"/>
                  <a:pt x="446112" y="144051"/>
                  <a:pt x="445903" y="144399"/>
                </a:cubicBezTo>
                <a:cubicBezTo>
                  <a:pt x="445695" y="144746"/>
                  <a:pt x="445364" y="145024"/>
                  <a:pt x="444913" y="145233"/>
                </a:cubicBezTo>
                <a:cubicBezTo>
                  <a:pt x="444461" y="145441"/>
                  <a:pt x="443835" y="145615"/>
                  <a:pt x="443036" y="145754"/>
                </a:cubicBezTo>
                <a:cubicBezTo>
                  <a:pt x="442237" y="145893"/>
                  <a:pt x="441246" y="145963"/>
                  <a:pt x="440065" y="145963"/>
                </a:cubicBezTo>
                <a:cubicBezTo>
                  <a:pt x="438883" y="145963"/>
                  <a:pt x="437893" y="145893"/>
                  <a:pt x="437093" y="145754"/>
                </a:cubicBezTo>
                <a:cubicBezTo>
                  <a:pt x="436294" y="145615"/>
                  <a:pt x="435651" y="145441"/>
                  <a:pt x="435164" y="145233"/>
                </a:cubicBezTo>
                <a:cubicBezTo>
                  <a:pt x="434678" y="145024"/>
                  <a:pt x="434348" y="144746"/>
                  <a:pt x="434174" y="144399"/>
                </a:cubicBezTo>
                <a:cubicBezTo>
                  <a:pt x="434000" y="144051"/>
                  <a:pt x="433913" y="143669"/>
                  <a:pt x="433913" y="143252"/>
                </a:cubicBezTo>
                <a:lnTo>
                  <a:pt x="433913" y="85180"/>
                </a:lnTo>
                <a:cubicBezTo>
                  <a:pt x="433913" y="80731"/>
                  <a:pt x="433496" y="76683"/>
                  <a:pt x="432662" y="73034"/>
                </a:cubicBezTo>
                <a:cubicBezTo>
                  <a:pt x="431828" y="69384"/>
                  <a:pt x="430560" y="66257"/>
                  <a:pt x="428857" y="63650"/>
                </a:cubicBezTo>
                <a:cubicBezTo>
                  <a:pt x="427154" y="61044"/>
                  <a:pt x="424999" y="59028"/>
                  <a:pt x="422393" y="57603"/>
                </a:cubicBezTo>
                <a:cubicBezTo>
                  <a:pt x="419786" y="56178"/>
                  <a:pt x="416711" y="55466"/>
                  <a:pt x="413166" y="55466"/>
                </a:cubicBezTo>
                <a:cubicBezTo>
                  <a:pt x="408787" y="55466"/>
                  <a:pt x="404356" y="57169"/>
                  <a:pt x="399873" y="60575"/>
                </a:cubicBezTo>
                <a:cubicBezTo>
                  <a:pt x="395390" y="63980"/>
                  <a:pt x="390507" y="68985"/>
                  <a:pt x="385224" y="75588"/>
                </a:cubicBezTo>
                <a:lnTo>
                  <a:pt x="385224" y="143252"/>
                </a:lnTo>
                <a:cubicBezTo>
                  <a:pt x="385224" y="143669"/>
                  <a:pt x="385120" y="144051"/>
                  <a:pt x="384912" y="144399"/>
                </a:cubicBezTo>
                <a:cubicBezTo>
                  <a:pt x="384703" y="144746"/>
                  <a:pt x="384373" y="145024"/>
                  <a:pt x="383921" y="145233"/>
                </a:cubicBezTo>
                <a:cubicBezTo>
                  <a:pt x="383469" y="145441"/>
                  <a:pt x="382844" y="145615"/>
                  <a:pt x="382044" y="145754"/>
                </a:cubicBezTo>
                <a:cubicBezTo>
                  <a:pt x="381245" y="145893"/>
                  <a:pt x="380220" y="145963"/>
                  <a:pt x="378969" y="145963"/>
                </a:cubicBezTo>
                <a:cubicBezTo>
                  <a:pt x="377787" y="145963"/>
                  <a:pt x="376797" y="145893"/>
                  <a:pt x="375997" y="145754"/>
                </a:cubicBezTo>
                <a:cubicBezTo>
                  <a:pt x="375198" y="145615"/>
                  <a:pt x="374555" y="145441"/>
                  <a:pt x="374069" y="145233"/>
                </a:cubicBezTo>
                <a:cubicBezTo>
                  <a:pt x="373582" y="145024"/>
                  <a:pt x="373252" y="144746"/>
                  <a:pt x="373078" y="144399"/>
                </a:cubicBezTo>
                <a:cubicBezTo>
                  <a:pt x="372904" y="144049"/>
                  <a:pt x="372817" y="143666"/>
                  <a:pt x="372817" y="143249"/>
                </a:cubicBezTo>
                <a:lnTo>
                  <a:pt x="372817" y="48797"/>
                </a:lnTo>
                <a:cubicBezTo>
                  <a:pt x="372817" y="48379"/>
                  <a:pt x="372904" y="47997"/>
                  <a:pt x="373078" y="47650"/>
                </a:cubicBezTo>
                <a:cubicBezTo>
                  <a:pt x="373252" y="47300"/>
                  <a:pt x="373582" y="47003"/>
                  <a:pt x="374069" y="46760"/>
                </a:cubicBezTo>
                <a:cubicBezTo>
                  <a:pt x="374555" y="46517"/>
                  <a:pt x="375163" y="46343"/>
                  <a:pt x="375893" y="46239"/>
                </a:cubicBezTo>
                <a:cubicBezTo>
                  <a:pt x="376623" y="46135"/>
                  <a:pt x="377579" y="46083"/>
                  <a:pt x="378760" y="46083"/>
                </a:cubicBezTo>
                <a:cubicBezTo>
                  <a:pt x="379942" y="46083"/>
                  <a:pt x="380915" y="46135"/>
                  <a:pt x="381680" y="46239"/>
                </a:cubicBezTo>
                <a:cubicBezTo>
                  <a:pt x="382444" y="46343"/>
                  <a:pt x="383035" y="46517"/>
                  <a:pt x="383452" y="46760"/>
                </a:cubicBezTo>
                <a:cubicBezTo>
                  <a:pt x="383869" y="47003"/>
                  <a:pt x="384164" y="47300"/>
                  <a:pt x="384338" y="47650"/>
                </a:cubicBezTo>
                <a:cubicBezTo>
                  <a:pt x="384512" y="47997"/>
                  <a:pt x="384599" y="48379"/>
                  <a:pt x="384599" y="48797"/>
                </a:cubicBezTo>
                <a:lnTo>
                  <a:pt x="384599" y="62155"/>
                </a:lnTo>
                <a:cubicBezTo>
                  <a:pt x="390020" y="56138"/>
                  <a:pt x="395164" y="51782"/>
                  <a:pt x="400029" y="49086"/>
                </a:cubicBezTo>
                <a:cubicBezTo>
                  <a:pt x="404895" y="46389"/>
                  <a:pt x="409725" y="45040"/>
                  <a:pt x="414521" y="45040"/>
                </a:cubicBezTo>
                <a:cubicBezTo>
                  <a:pt x="418483" y="45040"/>
                  <a:pt x="422010" y="45507"/>
                  <a:pt x="425103" y="46441"/>
                </a:cubicBezTo>
                <a:cubicBezTo>
                  <a:pt x="428196" y="47375"/>
                  <a:pt x="430925" y="48690"/>
                  <a:pt x="433288" y="50386"/>
                </a:cubicBezTo>
                <a:cubicBezTo>
                  <a:pt x="435651" y="52081"/>
                  <a:pt x="437667" y="54105"/>
                  <a:pt x="439335" y="56460"/>
                </a:cubicBezTo>
                <a:cubicBezTo>
                  <a:pt x="441003" y="58812"/>
                  <a:pt x="442358" y="61406"/>
                  <a:pt x="443401" y="64243"/>
                </a:cubicBezTo>
                <a:cubicBezTo>
                  <a:pt x="446668" y="60644"/>
                  <a:pt x="449743" y="57616"/>
                  <a:pt x="452628" y="55160"/>
                </a:cubicBezTo>
                <a:cubicBezTo>
                  <a:pt x="455512" y="52703"/>
                  <a:pt x="458258" y="50731"/>
                  <a:pt x="460864" y="49243"/>
                </a:cubicBezTo>
                <a:cubicBezTo>
                  <a:pt x="463471" y="47755"/>
                  <a:pt x="465990" y="46683"/>
                  <a:pt x="468423" y="46027"/>
                </a:cubicBezTo>
                <a:cubicBezTo>
                  <a:pt x="470856" y="45369"/>
                  <a:pt x="473254" y="45040"/>
                  <a:pt x="475617" y="45040"/>
                </a:cubicBezTo>
                <a:cubicBezTo>
                  <a:pt x="481525" y="45040"/>
                  <a:pt x="486512" y="46083"/>
                  <a:pt x="490578" y="48168"/>
                </a:cubicBezTo>
                <a:cubicBezTo>
                  <a:pt x="494644" y="50253"/>
                  <a:pt x="497911" y="53068"/>
                  <a:pt x="500379" y="56613"/>
                </a:cubicBezTo>
                <a:cubicBezTo>
                  <a:pt x="502846" y="60158"/>
                  <a:pt x="504618" y="64293"/>
                  <a:pt x="505696" y="69020"/>
                </a:cubicBezTo>
                <a:cubicBezTo>
                  <a:pt x="506773" y="73746"/>
                  <a:pt x="507312" y="78750"/>
                  <a:pt x="507312" y="84033"/>
                </a:cubicBezTo>
                <a:lnTo>
                  <a:pt x="507312" y="143252"/>
                </a:lnTo>
                <a:close/>
                <a:moveTo>
                  <a:pt x="554932" y="143249"/>
                </a:moveTo>
                <a:cubicBezTo>
                  <a:pt x="554932" y="143666"/>
                  <a:pt x="554828" y="144049"/>
                  <a:pt x="554620" y="144399"/>
                </a:cubicBezTo>
                <a:cubicBezTo>
                  <a:pt x="554411" y="144746"/>
                  <a:pt x="554081" y="145024"/>
                  <a:pt x="553629" y="145233"/>
                </a:cubicBezTo>
                <a:cubicBezTo>
                  <a:pt x="553177" y="145441"/>
                  <a:pt x="552552" y="145615"/>
                  <a:pt x="551752" y="145754"/>
                </a:cubicBezTo>
                <a:cubicBezTo>
                  <a:pt x="550953" y="145893"/>
                  <a:pt x="549928" y="145963"/>
                  <a:pt x="548677" y="145963"/>
                </a:cubicBezTo>
                <a:cubicBezTo>
                  <a:pt x="547495" y="145963"/>
                  <a:pt x="546505" y="145893"/>
                  <a:pt x="545705" y="145754"/>
                </a:cubicBezTo>
                <a:cubicBezTo>
                  <a:pt x="544906" y="145615"/>
                  <a:pt x="544263" y="145441"/>
                  <a:pt x="543777" y="145233"/>
                </a:cubicBezTo>
                <a:cubicBezTo>
                  <a:pt x="543290" y="145024"/>
                  <a:pt x="542960" y="144746"/>
                  <a:pt x="542786" y="144399"/>
                </a:cubicBezTo>
                <a:cubicBezTo>
                  <a:pt x="542612" y="144049"/>
                  <a:pt x="542526" y="143666"/>
                  <a:pt x="542526" y="143249"/>
                </a:cubicBezTo>
                <a:lnTo>
                  <a:pt x="542526" y="48797"/>
                </a:lnTo>
                <a:cubicBezTo>
                  <a:pt x="542526" y="48379"/>
                  <a:pt x="542612" y="47997"/>
                  <a:pt x="542786" y="47650"/>
                </a:cubicBezTo>
                <a:cubicBezTo>
                  <a:pt x="542960" y="47300"/>
                  <a:pt x="543290" y="47003"/>
                  <a:pt x="543777" y="46760"/>
                </a:cubicBezTo>
                <a:cubicBezTo>
                  <a:pt x="544263" y="46517"/>
                  <a:pt x="544906" y="46343"/>
                  <a:pt x="545705" y="46239"/>
                </a:cubicBezTo>
                <a:cubicBezTo>
                  <a:pt x="546505" y="46135"/>
                  <a:pt x="547495" y="46083"/>
                  <a:pt x="548677" y="46083"/>
                </a:cubicBezTo>
                <a:cubicBezTo>
                  <a:pt x="549928" y="46083"/>
                  <a:pt x="550953" y="46135"/>
                  <a:pt x="551752" y="46239"/>
                </a:cubicBezTo>
                <a:cubicBezTo>
                  <a:pt x="552552" y="46343"/>
                  <a:pt x="553177" y="46517"/>
                  <a:pt x="553629" y="46760"/>
                </a:cubicBezTo>
                <a:cubicBezTo>
                  <a:pt x="554081" y="47003"/>
                  <a:pt x="554411" y="47300"/>
                  <a:pt x="554620" y="47650"/>
                </a:cubicBezTo>
                <a:cubicBezTo>
                  <a:pt x="554828" y="47997"/>
                  <a:pt x="554932" y="48379"/>
                  <a:pt x="554932" y="48797"/>
                </a:cubicBezTo>
                <a:lnTo>
                  <a:pt x="554932" y="143249"/>
                </a:lnTo>
                <a:moveTo>
                  <a:pt x="556809" y="16838"/>
                </a:moveTo>
                <a:cubicBezTo>
                  <a:pt x="556809" y="20194"/>
                  <a:pt x="556218" y="22467"/>
                  <a:pt x="555037" y="23657"/>
                </a:cubicBezTo>
                <a:cubicBezTo>
                  <a:pt x="553855" y="24845"/>
                  <a:pt x="551700" y="25439"/>
                  <a:pt x="548573" y="25439"/>
                </a:cubicBezTo>
                <a:cubicBezTo>
                  <a:pt x="545514" y="25439"/>
                  <a:pt x="543412" y="24863"/>
                  <a:pt x="542265" y="23709"/>
                </a:cubicBezTo>
                <a:cubicBezTo>
                  <a:pt x="541118" y="22556"/>
                  <a:pt x="540545" y="20300"/>
                  <a:pt x="540545" y="16942"/>
                </a:cubicBezTo>
                <a:cubicBezTo>
                  <a:pt x="540545" y="13586"/>
                  <a:pt x="541135" y="11314"/>
                  <a:pt x="542317" y="10126"/>
                </a:cubicBezTo>
                <a:cubicBezTo>
                  <a:pt x="543499" y="8936"/>
                  <a:pt x="545653" y="8341"/>
                  <a:pt x="548781" y="8341"/>
                </a:cubicBezTo>
                <a:cubicBezTo>
                  <a:pt x="551839" y="8341"/>
                  <a:pt x="553942" y="8917"/>
                  <a:pt x="555089" y="10071"/>
                </a:cubicBezTo>
                <a:cubicBezTo>
                  <a:pt x="556236" y="11224"/>
                  <a:pt x="556809" y="13480"/>
                  <a:pt x="556809" y="16838"/>
                </a:cubicBezTo>
                <a:close/>
                <a:moveTo>
                  <a:pt x="647128" y="139916"/>
                </a:moveTo>
                <a:cubicBezTo>
                  <a:pt x="647128" y="140819"/>
                  <a:pt x="647041" y="141619"/>
                  <a:pt x="646867" y="142314"/>
                </a:cubicBezTo>
                <a:cubicBezTo>
                  <a:pt x="646694" y="143009"/>
                  <a:pt x="646468" y="143582"/>
                  <a:pt x="646190" y="144034"/>
                </a:cubicBezTo>
                <a:cubicBezTo>
                  <a:pt x="645912" y="144486"/>
                  <a:pt x="645564" y="144816"/>
                  <a:pt x="645147" y="145024"/>
                </a:cubicBezTo>
                <a:cubicBezTo>
                  <a:pt x="644730" y="145233"/>
                  <a:pt x="644278" y="145337"/>
                  <a:pt x="643792" y="145337"/>
                </a:cubicBezTo>
                <a:lnTo>
                  <a:pt x="587596" y="145337"/>
                </a:lnTo>
                <a:cubicBezTo>
                  <a:pt x="586345" y="145337"/>
                  <a:pt x="585285" y="144920"/>
                  <a:pt x="584416" y="144086"/>
                </a:cubicBezTo>
                <a:cubicBezTo>
                  <a:pt x="583547" y="143252"/>
                  <a:pt x="583113" y="141862"/>
                  <a:pt x="583113" y="139916"/>
                </a:cubicBezTo>
                <a:lnTo>
                  <a:pt x="583113" y="136996"/>
                </a:lnTo>
                <a:cubicBezTo>
                  <a:pt x="583113" y="136232"/>
                  <a:pt x="583182" y="135537"/>
                  <a:pt x="583322" y="134911"/>
                </a:cubicBezTo>
                <a:cubicBezTo>
                  <a:pt x="583461" y="134286"/>
                  <a:pt x="583669" y="133625"/>
                  <a:pt x="583947" y="132930"/>
                </a:cubicBezTo>
                <a:cubicBezTo>
                  <a:pt x="584225" y="132235"/>
                  <a:pt x="584590" y="131488"/>
                  <a:pt x="585042" y="130689"/>
                </a:cubicBezTo>
                <a:cubicBezTo>
                  <a:pt x="585494" y="129889"/>
                  <a:pt x="586067" y="128969"/>
                  <a:pt x="586762" y="127926"/>
                </a:cubicBezTo>
                <a:lnTo>
                  <a:pt x="631593" y="57551"/>
                </a:lnTo>
                <a:lnTo>
                  <a:pt x="587596" y="57551"/>
                </a:lnTo>
                <a:cubicBezTo>
                  <a:pt x="586623" y="57551"/>
                  <a:pt x="585824" y="57117"/>
                  <a:pt x="585198" y="56248"/>
                </a:cubicBezTo>
                <a:cubicBezTo>
                  <a:pt x="584573" y="55379"/>
                  <a:pt x="584260" y="54006"/>
                  <a:pt x="584260" y="52130"/>
                </a:cubicBezTo>
                <a:cubicBezTo>
                  <a:pt x="584260" y="51226"/>
                  <a:pt x="584347" y="50427"/>
                  <a:pt x="584520" y="49732"/>
                </a:cubicBezTo>
                <a:cubicBezTo>
                  <a:pt x="584694" y="49037"/>
                  <a:pt x="584920" y="48463"/>
                  <a:pt x="585198" y="48011"/>
                </a:cubicBezTo>
                <a:cubicBezTo>
                  <a:pt x="585476" y="47560"/>
                  <a:pt x="585824" y="47229"/>
                  <a:pt x="586241" y="47021"/>
                </a:cubicBezTo>
                <a:cubicBezTo>
                  <a:pt x="586658" y="46812"/>
                  <a:pt x="587110" y="46708"/>
                  <a:pt x="587596" y="46708"/>
                </a:cubicBezTo>
                <a:lnTo>
                  <a:pt x="639726" y="46708"/>
                </a:lnTo>
                <a:cubicBezTo>
                  <a:pt x="640351" y="46708"/>
                  <a:pt x="640942" y="46812"/>
                  <a:pt x="641498" y="47021"/>
                </a:cubicBezTo>
                <a:cubicBezTo>
                  <a:pt x="642054" y="47229"/>
                  <a:pt x="642523" y="47542"/>
                  <a:pt x="642906" y="47959"/>
                </a:cubicBezTo>
                <a:cubicBezTo>
                  <a:pt x="643288" y="48376"/>
                  <a:pt x="643601" y="48932"/>
                  <a:pt x="643844" y="49627"/>
                </a:cubicBezTo>
                <a:cubicBezTo>
                  <a:pt x="644087" y="50322"/>
                  <a:pt x="644209" y="51156"/>
                  <a:pt x="644209" y="52130"/>
                </a:cubicBezTo>
                <a:lnTo>
                  <a:pt x="644209" y="54528"/>
                </a:lnTo>
                <a:cubicBezTo>
                  <a:pt x="644209" y="55223"/>
                  <a:pt x="644157" y="55918"/>
                  <a:pt x="644052" y="56613"/>
                </a:cubicBezTo>
                <a:cubicBezTo>
                  <a:pt x="643948" y="57308"/>
                  <a:pt x="643757" y="58020"/>
                  <a:pt x="643479" y="58750"/>
                </a:cubicBezTo>
                <a:cubicBezTo>
                  <a:pt x="643201" y="59480"/>
                  <a:pt x="642819" y="60279"/>
                  <a:pt x="642332" y="61148"/>
                </a:cubicBezTo>
                <a:cubicBezTo>
                  <a:pt x="641846" y="62017"/>
                  <a:pt x="641255" y="63007"/>
                  <a:pt x="640560" y="64119"/>
                </a:cubicBezTo>
                <a:lnTo>
                  <a:pt x="595833" y="134494"/>
                </a:lnTo>
                <a:lnTo>
                  <a:pt x="643792" y="134494"/>
                </a:lnTo>
                <a:cubicBezTo>
                  <a:pt x="644278" y="134494"/>
                  <a:pt x="644730" y="134599"/>
                  <a:pt x="645147" y="134807"/>
                </a:cubicBezTo>
                <a:cubicBezTo>
                  <a:pt x="645564" y="135016"/>
                  <a:pt x="645912" y="135346"/>
                  <a:pt x="646190" y="135797"/>
                </a:cubicBezTo>
                <a:cubicBezTo>
                  <a:pt x="646468" y="136249"/>
                  <a:pt x="646694" y="136823"/>
                  <a:pt x="646867" y="137518"/>
                </a:cubicBezTo>
                <a:cubicBezTo>
                  <a:pt x="647041" y="138213"/>
                  <a:pt x="647128" y="139012"/>
                  <a:pt x="647128" y="139916"/>
                </a:cubicBezTo>
                <a:close/>
                <a:moveTo>
                  <a:pt x="745789" y="91227"/>
                </a:moveTo>
                <a:cubicBezTo>
                  <a:pt x="745789" y="93729"/>
                  <a:pt x="745128" y="95449"/>
                  <a:pt x="743808" y="96388"/>
                </a:cubicBezTo>
                <a:cubicBezTo>
                  <a:pt x="742487" y="97326"/>
                  <a:pt x="741201" y="97795"/>
                  <a:pt x="739950" y="97795"/>
                </a:cubicBezTo>
                <a:lnTo>
                  <a:pt x="675622" y="97795"/>
                </a:lnTo>
                <a:cubicBezTo>
                  <a:pt x="675622" y="103649"/>
                  <a:pt x="676196" y="108945"/>
                  <a:pt x="677342" y="113685"/>
                </a:cubicBezTo>
                <a:cubicBezTo>
                  <a:pt x="678489" y="118424"/>
                  <a:pt x="680383" y="122484"/>
                  <a:pt x="683025" y="125864"/>
                </a:cubicBezTo>
                <a:cubicBezTo>
                  <a:pt x="685666" y="129243"/>
                  <a:pt x="689106" y="131840"/>
                  <a:pt x="693346" y="133654"/>
                </a:cubicBezTo>
                <a:cubicBezTo>
                  <a:pt x="697586" y="135465"/>
                  <a:pt x="702799" y="136371"/>
                  <a:pt x="708985" y="136371"/>
                </a:cubicBezTo>
                <a:cubicBezTo>
                  <a:pt x="713364" y="136371"/>
                  <a:pt x="717291" y="135983"/>
                  <a:pt x="720766" y="135208"/>
                </a:cubicBezTo>
                <a:cubicBezTo>
                  <a:pt x="724242" y="134432"/>
                  <a:pt x="727248" y="133569"/>
                  <a:pt x="729785" y="132618"/>
                </a:cubicBezTo>
                <a:cubicBezTo>
                  <a:pt x="732322" y="131666"/>
                  <a:pt x="734407" y="130803"/>
                  <a:pt x="736040" y="130027"/>
                </a:cubicBezTo>
                <a:cubicBezTo>
                  <a:pt x="737674" y="129252"/>
                  <a:pt x="738838" y="128864"/>
                  <a:pt x="739533" y="128864"/>
                </a:cubicBezTo>
                <a:cubicBezTo>
                  <a:pt x="739950" y="128864"/>
                  <a:pt x="740332" y="128970"/>
                  <a:pt x="740680" y="129180"/>
                </a:cubicBezTo>
                <a:cubicBezTo>
                  <a:pt x="741027" y="129391"/>
                  <a:pt x="741305" y="129724"/>
                  <a:pt x="741514" y="130181"/>
                </a:cubicBezTo>
                <a:cubicBezTo>
                  <a:pt x="741722" y="130637"/>
                  <a:pt x="741879" y="131216"/>
                  <a:pt x="741983" y="131917"/>
                </a:cubicBezTo>
                <a:cubicBezTo>
                  <a:pt x="742087" y="132619"/>
                  <a:pt x="742139" y="133495"/>
                  <a:pt x="742139" y="134546"/>
                </a:cubicBezTo>
                <a:cubicBezTo>
                  <a:pt x="742139" y="135039"/>
                  <a:pt x="742105" y="135514"/>
                  <a:pt x="742035" y="135970"/>
                </a:cubicBezTo>
                <a:cubicBezTo>
                  <a:pt x="741966" y="136426"/>
                  <a:pt x="741879" y="136848"/>
                  <a:pt x="741775" y="137234"/>
                </a:cubicBezTo>
                <a:cubicBezTo>
                  <a:pt x="741670" y="137619"/>
                  <a:pt x="741514" y="137987"/>
                  <a:pt x="741305" y="138339"/>
                </a:cubicBezTo>
                <a:cubicBezTo>
                  <a:pt x="741097" y="138689"/>
                  <a:pt x="740819" y="139039"/>
                  <a:pt x="740471" y="139391"/>
                </a:cubicBezTo>
                <a:cubicBezTo>
                  <a:pt x="740124" y="139741"/>
                  <a:pt x="739046" y="140350"/>
                  <a:pt x="737239" y="141219"/>
                </a:cubicBezTo>
                <a:cubicBezTo>
                  <a:pt x="735432" y="142088"/>
                  <a:pt x="733069" y="142957"/>
                  <a:pt x="730150" y="143825"/>
                </a:cubicBezTo>
                <a:cubicBezTo>
                  <a:pt x="727230" y="144694"/>
                  <a:pt x="723842" y="145476"/>
                  <a:pt x="719984" y="146171"/>
                </a:cubicBezTo>
                <a:cubicBezTo>
                  <a:pt x="716127" y="146866"/>
                  <a:pt x="711974" y="147214"/>
                  <a:pt x="707525" y="147214"/>
                </a:cubicBezTo>
                <a:cubicBezTo>
                  <a:pt x="700227" y="147214"/>
                  <a:pt x="693763" y="146118"/>
                  <a:pt x="688133" y="143926"/>
                </a:cubicBezTo>
                <a:cubicBezTo>
                  <a:pt x="682503" y="141735"/>
                  <a:pt x="677777" y="138500"/>
                  <a:pt x="673954" y="134221"/>
                </a:cubicBezTo>
                <a:cubicBezTo>
                  <a:pt x="670131" y="129942"/>
                  <a:pt x="667229" y="124636"/>
                  <a:pt x="665248" y="118305"/>
                </a:cubicBezTo>
                <a:cubicBezTo>
                  <a:pt x="663267" y="111973"/>
                  <a:pt x="662277" y="104633"/>
                  <a:pt x="662277" y="96283"/>
                </a:cubicBezTo>
                <a:cubicBezTo>
                  <a:pt x="662277" y="88281"/>
                  <a:pt x="663302" y="81115"/>
                  <a:pt x="665353" y="74783"/>
                </a:cubicBezTo>
                <a:cubicBezTo>
                  <a:pt x="667403" y="68452"/>
                  <a:pt x="670340" y="63077"/>
                  <a:pt x="674163" y="58659"/>
                </a:cubicBezTo>
                <a:cubicBezTo>
                  <a:pt x="677985" y="54241"/>
                  <a:pt x="682590" y="50867"/>
                  <a:pt x="687977" y="48536"/>
                </a:cubicBezTo>
                <a:cubicBezTo>
                  <a:pt x="693364" y="46205"/>
                  <a:pt x="699359" y="45040"/>
                  <a:pt x="705962" y="45040"/>
                </a:cubicBezTo>
                <a:cubicBezTo>
                  <a:pt x="713051" y="45040"/>
                  <a:pt x="719098" y="46222"/>
                  <a:pt x="724103" y="48585"/>
                </a:cubicBezTo>
                <a:cubicBezTo>
                  <a:pt x="729107" y="50948"/>
                  <a:pt x="733225" y="54128"/>
                  <a:pt x="736457" y="58124"/>
                </a:cubicBezTo>
                <a:cubicBezTo>
                  <a:pt x="739689" y="62121"/>
                  <a:pt x="742053" y="66761"/>
                  <a:pt x="743547" y="72043"/>
                </a:cubicBezTo>
                <a:cubicBezTo>
                  <a:pt x="745041" y="77326"/>
                  <a:pt x="745789" y="82886"/>
                  <a:pt x="745789" y="88725"/>
                </a:cubicBezTo>
                <a:lnTo>
                  <a:pt x="745789" y="91227"/>
                </a:lnTo>
                <a:moveTo>
                  <a:pt x="732965" y="87578"/>
                </a:moveTo>
                <a:cubicBezTo>
                  <a:pt x="733173" y="77569"/>
                  <a:pt x="730880" y="69749"/>
                  <a:pt x="726084" y="64119"/>
                </a:cubicBezTo>
                <a:cubicBezTo>
                  <a:pt x="721288" y="58489"/>
                  <a:pt x="714302" y="55674"/>
                  <a:pt x="705128" y="55674"/>
                </a:cubicBezTo>
                <a:cubicBezTo>
                  <a:pt x="700401" y="55674"/>
                  <a:pt x="696248" y="56561"/>
                  <a:pt x="692669" y="58333"/>
                </a:cubicBezTo>
                <a:cubicBezTo>
                  <a:pt x="689089" y="60105"/>
                  <a:pt x="686065" y="62451"/>
                  <a:pt x="683598" y="65370"/>
                </a:cubicBezTo>
                <a:cubicBezTo>
                  <a:pt x="681131" y="68290"/>
                  <a:pt x="679236" y="71678"/>
                  <a:pt x="677916" y="75536"/>
                </a:cubicBezTo>
                <a:cubicBezTo>
                  <a:pt x="676595" y="79393"/>
                  <a:pt x="675831" y="83407"/>
                  <a:pt x="675622" y="87578"/>
                </a:cubicBezTo>
                <a:lnTo>
                  <a:pt x="732965" y="87578"/>
                </a:lnTo>
                <a:close/>
                <a:moveTo>
                  <a:pt x="876681" y="118201"/>
                </a:moveTo>
                <a:cubicBezTo>
                  <a:pt x="876681" y="122723"/>
                  <a:pt x="875847" y="126776"/>
                  <a:pt x="874179" y="130360"/>
                </a:cubicBezTo>
                <a:cubicBezTo>
                  <a:pt x="872510" y="133941"/>
                  <a:pt x="870130" y="136986"/>
                  <a:pt x="867037" y="139492"/>
                </a:cubicBezTo>
                <a:cubicBezTo>
                  <a:pt x="863944" y="141997"/>
                  <a:pt x="860243" y="143910"/>
                  <a:pt x="855933" y="145233"/>
                </a:cubicBezTo>
                <a:cubicBezTo>
                  <a:pt x="851624" y="146554"/>
                  <a:pt x="846863" y="147214"/>
                  <a:pt x="841650" y="147214"/>
                </a:cubicBezTo>
                <a:cubicBezTo>
                  <a:pt x="838383" y="147214"/>
                  <a:pt x="835290" y="146953"/>
                  <a:pt x="832371" y="146432"/>
                </a:cubicBezTo>
                <a:cubicBezTo>
                  <a:pt x="829451" y="145911"/>
                  <a:pt x="826810" y="145250"/>
                  <a:pt x="824447" y="144451"/>
                </a:cubicBezTo>
                <a:cubicBezTo>
                  <a:pt x="822084" y="143652"/>
                  <a:pt x="820085" y="142800"/>
                  <a:pt x="818452" y="141897"/>
                </a:cubicBezTo>
                <a:cubicBezTo>
                  <a:pt x="816819" y="140993"/>
                  <a:pt x="815620" y="140194"/>
                  <a:pt x="814855" y="139499"/>
                </a:cubicBezTo>
                <a:cubicBezTo>
                  <a:pt x="814091" y="138804"/>
                  <a:pt x="813535" y="137930"/>
                  <a:pt x="813187" y="136879"/>
                </a:cubicBezTo>
                <a:cubicBezTo>
                  <a:pt x="812839" y="135826"/>
                  <a:pt x="812666" y="134423"/>
                  <a:pt x="812666" y="132670"/>
                </a:cubicBezTo>
                <a:cubicBezTo>
                  <a:pt x="812666" y="131757"/>
                  <a:pt x="812735" y="130951"/>
                  <a:pt x="812874" y="130249"/>
                </a:cubicBezTo>
                <a:cubicBezTo>
                  <a:pt x="813013" y="129547"/>
                  <a:pt x="813187" y="128951"/>
                  <a:pt x="813396" y="128460"/>
                </a:cubicBezTo>
                <a:cubicBezTo>
                  <a:pt x="813604" y="127969"/>
                  <a:pt x="813882" y="127601"/>
                  <a:pt x="814230" y="127356"/>
                </a:cubicBezTo>
                <a:cubicBezTo>
                  <a:pt x="814577" y="127110"/>
                  <a:pt x="814959" y="126988"/>
                  <a:pt x="815376" y="126988"/>
                </a:cubicBezTo>
                <a:cubicBezTo>
                  <a:pt x="816141" y="126988"/>
                  <a:pt x="817253" y="127480"/>
                  <a:pt x="818713" y="128464"/>
                </a:cubicBezTo>
                <a:cubicBezTo>
                  <a:pt x="820172" y="129447"/>
                  <a:pt x="821997" y="130519"/>
                  <a:pt x="824186" y="131679"/>
                </a:cubicBezTo>
                <a:cubicBezTo>
                  <a:pt x="826376" y="132839"/>
                  <a:pt x="828982" y="133911"/>
                  <a:pt x="832006" y="134895"/>
                </a:cubicBezTo>
                <a:cubicBezTo>
                  <a:pt x="835029" y="135879"/>
                  <a:pt x="838522" y="136371"/>
                  <a:pt x="842484" y="136371"/>
                </a:cubicBezTo>
                <a:cubicBezTo>
                  <a:pt x="845681" y="136371"/>
                  <a:pt x="848600" y="136023"/>
                  <a:pt x="851242" y="135328"/>
                </a:cubicBezTo>
                <a:cubicBezTo>
                  <a:pt x="853883" y="134631"/>
                  <a:pt x="856177" y="133586"/>
                  <a:pt x="858123" y="132194"/>
                </a:cubicBezTo>
                <a:cubicBezTo>
                  <a:pt x="860069" y="130802"/>
                  <a:pt x="861581" y="129009"/>
                  <a:pt x="862658" y="126815"/>
                </a:cubicBezTo>
                <a:cubicBezTo>
                  <a:pt x="863735" y="124621"/>
                  <a:pt x="864274" y="122062"/>
                  <a:pt x="864274" y="119139"/>
                </a:cubicBezTo>
                <a:cubicBezTo>
                  <a:pt x="864274" y="116217"/>
                  <a:pt x="863579" y="113748"/>
                  <a:pt x="862189" y="111730"/>
                </a:cubicBezTo>
                <a:cubicBezTo>
                  <a:pt x="860799" y="109712"/>
                  <a:pt x="858974" y="107955"/>
                  <a:pt x="856715" y="106458"/>
                </a:cubicBezTo>
                <a:cubicBezTo>
                  <a:pt x="854456" y="104962"/>
                  <a:pt x="851885" y="103640"/>
                  <a:pt x="849000" y="102493"/>
                </a:cubicBezTo>
                <a:cubicBezTo>
                  <a:pt x="846116" y="101344"/>
                  <a:pt x="843161" y="100162"/>
                  <a:pt x="840138" y="98945"/>
                </a:cubicBezTo>
                <a:cubicBezTo>
                  <a:pt x="837114" y="97727"/>
                  <a:pt x="834160" y="96388"/>
                  <a:pt x="831276" y="94928"/>
                </a:cubicBezTo>
                <a:cubicBezTo>
                  <a:pt x="828391" y="93466"/>
                  <a:pt x="825820" y="91692"/>
                  <a:pt x="823561" y="89604"/>
                </a:cubicBezTo>
                <a:cubicBezTo>
                  <a:pt x="821302" y="87517"/>
                  <a:pt x="819477" y="85012"/>
                  <a:pt x="818087" y="82091"/>
                </a:cubicBezTo>
                <a:cubicBezTo>
                  <a:pt x="816697" y="79167"/>
                  <a:pt x="816002" y="75653"/>
                  <a:pt x="816002" y="71548"/>
                </a:cubicBezTo>
                <a:cubicBezTo>
                  <a:pt x="816002" y="68279"/>
                  <a:pt x="816628" y="65062"/>
                  <a:pt x="817879" y="61897"/>
                </a:cubicBezTo>
                <a:cubicBezTo>
                  <a:pt x="819130" y="58730"/>
                  <a:pt x="821059" y="55895"/>
                  <a:pt x="823665" y="53390"/>
                </a:cubicBezTo>
                <a:cubicBezTo>
                  <a:pt x="826272" y="50884"/>
                  <a:pt x="829608" y="48866"/>
                  <a:pt x="833674" y="47337"/>
                </a:cubicBezTo>
                <a:cubicBezTo>
                  <a:pt x="837740" y="45806"/>
                  <a:pt x="842553" y="45040"/>
                  <a:pt x="848114" y="45040"/>
                </a:cubicBezTo>
                <a:cubicBezTo>
                  <a:pt x="850477" y="45040"/>
                  <a:pt x="852823" y="45231"/>
                  <a:pt x="855151" y="45613"/>
                </a:cubicBezTo>
                <a:cubicBezTo>
                  <a:pt x="857480" y="45996"/>
                  <a:pt x="859600" y="46500"/>
                  <a:pt x="861511" y="47125"/>
                </a:cubicBezTo>
                <a:cubicBezTo>
                  <a:pt x="863423" y="47751"/>
                  <a:pt x="865073" y="48428"/>
                  <a:pt x="866463" y="49158"/>
                </a:cubicBezTo>
                <a:cubicBezTo>
                  <a:pt x="867854" y="49888"/>
                  <a:pt x="868913" y="50531"/>
                  <a:pt x="869643" y="51087"/>
                </a:cubicBezTo>
                <a:cubicBezTo>
                  <a:pt x="870373" y="51643"/>
                  <a:pt x="870860" y="52112"/>
                  <a:pt x="871103" y="52494"/>
                </a:cubicBezTo>
                <a:cubicBezTo>
                  <a:pt x="871346" y="52877"/>
                  <a:pt x="871520" y="53276"/>
                  <a:pt x="871624" y="53693"/>
                </a:cubicBezTo>
                <a:cubicBezTo>
                  <a:pt x="871728" y="54110"/>
                  <a:pt x="871815" y="54614"/>
                  <a:pt x="871885" y="55205"/>
                </a:cubicBezTo>
                <a:cubicBezTo>
                  <a:pt x="871954" y="55796"/>
                  <a:pt x="871989" y="56508"/>
                  <a:pt x="871989" y="57343"/>
                </a:cubicBezTo>
                <a:cubicBezTo>
                  <a:pt x="871989" y="58177"/>
                  <a:pt x="871937" y="58924"/>
                  <a:pt x="871833" y="59584"/>
                </a:cubicBezTo>
                <a:cubicBezTo>
                  <a:pt x="871728" y="60244"/>
                  <a:pt x="871572" y="60818"/>
                  <a:pt x="871364" y="61304"/>
                </a:cubicBezTo>
                <a:cubicBezTo>
                  <a:pt x="871155" y="61791"/>
                  <a:pt x="870894" y="62156"/>
                  <a:pt x="870582" y="62399"/>
                </a:cubicBezTo>
                <a:cubicBezTo>
                  <a:pt x="870269" y="62642"/>
                  <a:pt x="869904" y="62764"/>
                  <a:pt x="869487" y="62764"/>
                </a:cubicBezTo>
                <a:cubicBezTo>
                  <a:pt x="868931" y="62764"/>
                  <a:pt x="868097" y="62382"/>
                  <a:pt x="866985" y="61617"/>
                </a:cubicBezTo>
                <a:cubicBezTo>
                  <a:pt x="865873" y="60853"/>
                  <a:pt x="864413" y="60019"/>
                  <a:pt x="862606" y="59115"/>
                </a:cubicBezTo>
                <a:cubicBezTo>
                  <a:pt x="860799" y="58211"/>
                  <a:pt x="858644" y="57377"/>
                  <a:pt x="856142" y="56613"/>
                </a:cubicBezTo>
                <a:cubicBezTo>
                  <a:pt x="853640" y="55848"/>
                  <a:pt x="850755" y="55466"/>
                  <a:pt x="847488" y="55466"/>
                </a:cubicBezTo>
                <a:cubicBezTo>
                  <a:pt x="844221" y="55466"/>
                  <a:pt x="841354" y="55849"/>
                  <a:pt x="838887" y="56616"/>
                </a:cubicBezTo>
                <a:cubicBezTo>
                  <a:pt x="836419" y="57381"/>
                  <a:pt x="834386" y="58459"/>
                  <a:pt x="832788" y="59851"/>
                </a:cubicBezTo>
                <a:cubicBezTo>
                  <a:pt x="831189" y="61244"/>
                  <a:pt x="829990" y="62880"/>
                  <a:pt x="829191" y="64761"/>
                </a:cubicBezTo>
                <a:cubicBezTo>
                  <a:pt x="828391" y="66640"/>
                  <a:pt x="827992" y="68694"/>
                  <a:pt x="827992" y="70922"/>
                </a:cubicBezTo>
                <a:cubicBezTo>
                  <a:pt x="827992" y="73983"/>
                  <a:pt x="828687" y="76557"/>
                  <a:pt x="830077" y="78644"/>
                </a:cubicBezTo>
                <a:cubicBezTo>
                  <a:pt x="831467" y="80731"/>
                  <a:pt x="833309" y="82541"/>
                  <a:pt x="835603" y="84072"/>
                </a:cubicBezTo>
                <a:cubicBezTo>
                  <a:pt x="837896" y="85603"/>
                  <a:pt x="840503" y="86961"/>
                  <a:pt x="843422" y="88145"/>
                </a:cubicBezTo>
                <a:cubicBezTo>
                  <a:pt x="846341" y="89326"/>
                  <a:pt x="849313" y="90509"/>
                  <a:pt x="852336" y="91693"/>
                </a:cubicBezTo>
                <a:cubicBezTo>
                  <a:pt x="855360" y="92874"/>
                  <a:pt x="858331" y="94179"/>
                  <a:pt x="861250" y="95606"/>
                </a:cubicBezTo>
                <a:cubicBezTo>
                  <a:pt x="864170" y="97030"/>
                  <a:pt x="866776" y="98752"/>
                  <a:pt x="869070" y="100770"/>
                </a:cubicBezTo>
                <a:cubicBezTo>
                  <a:pt x="871364" y="102788"/>
                  <a:pt x="873205" y="105206"/>
                  <a:pt x="874596" y="108025"/>
                </a:cubicBezTo>
                <a:cubicBezTo>
                  <a:pt x="875986" y="110843"/>
                  <a:pt x="876681" y="114234"/>
                  <a:pt x="876681" y="118201"/>
                </a:cubicBezTo>
                <a:close/>
                <a:moveTo>
                  <a:pt x="980108" y="91227"/>
                </a:moveTo>
                <a:cubicBezTo>
                  <a:pt x="980108" y="93729"/>
                  <a:pt x="979448" y="95449"/>
                  <a:pt x="978127" y="96388"/>
                </a:cubicBezTo>
                <a:cubicBezTo>
                  <a:pt x="976807" y="97326"/>
                  <a:pt x="975521" y="97795"/>
                  <a:pt x="974270" y="97795"/>
                </a:cubicBezTo>
                <a:lnTo>
                  <a:pt x="909942" y="97795"/>
                </a:lnTo>
                <a:cubicBezTo>
                  <a:pt x="909942" y="103649"/>
                  <a:pt x="910515" y="108945"/>
                  <a:pt x="911662" y="113685"/>
                </a:cubicBezTo>
                <a:cubicBezTo>
                  <a:pt x="912809" y="118424"/>
                  <a:pt x="914703" y="122484"/>
                  <a:pt x="917344" y="125864"/>
                </a:cubicBezTo>
                <a:cubicBezTo>
                  <a:pt x="919985" y="129243"/>
                  <a:pt x="923426" y="131840"/>
                  <a:pt x="927666" y="133654"/>
                </a:cubicBezTo>
                <a:cubicBezTo>
                  <a:pt x="931906" y="135465"/>
                  <a:pt x="937119" y="136371"/>
                  <a:pt x="943305" y="136371"/>
                </a:cubicBezTo>
                <a:cubicBezTo>
                  <a:pt x="947684" y="136371"/>
                  <a:pt x="951611" y="135983"/>
                  <a:pt x="955086" y="135208"/>
                </a:cubicBezTo>
                <a:cubicBezTo>
                  <a:pt x="958561" y="134432"/>
                  <a:pt x="961567" y="133569"/>
                  <a:pt x="964104" y="132618"/>
                </a:cubicBezTo>
                <a:cubicBezTo>
                  <a:pt x="966641" y="131666"/>
                  <a:pt x="968727" y="130803"/>
                  <a:pt x="970360" y="130027"/>
                </a:cubicBezTo>
                <a:cubicBezTo>
                  <a:pt x="971993" y="129252"/>
                  <a:pt x="973158" y="128864"/>
                  <a:pt x="973853" y="128864"/>
                </a:cubicBezTo>
                <a:cubicBezTo>
                  <a:pt x="974270" y="128864"/>
                  <a:pt x="974652" y="128970"/>
                  <a:pt x="974999" y="129180"/>
                </a:cubicBezTo>
                <a:cubicBezTo>
                  <a:pt x="975347" y="129391"/>
                  <a:pt x="975625" y="129724"/>
                  <a:pt x="975834" y="130181"/>
                </a:cubicBezTo>
                <a:cubicBezTo>
                  <a:pt x="976042" y="130637"/>
                  <a:pt x="976198" y="131216"/>
                  <a:pt x="976303" y="131917"/>
                </a:cubicBezTo>
                <a:cubicBezTo>
                  <a:pt x="976407" y="132619"/>
                  <a:pt x="976459" y="133495"/>
                  <a:pt x="976459" y="134546"/>
                </a:cubicBezTo>
                <a:cubicBezTo>
                  <a:pt x="976459" y="135039"/>
                  <a:pt x="976424" y="135514"/>
                  <a:pt x="976355" y="135970"/>
                </a:cubicBezTo>
                <a:cubicBezTo>
                  <a:pt x="976285" y="136426"/>
                  <a:pt x="976198" y="136848"/>
                  <a:pt x="976094" y="137234"/>
                </a:cubicBezTo>
                <a:cubicBezTo>
                  <a:pt x="975990" y="137619"/>
                  <a:pt x="975834" y="137987"/>
                  <a:pt x="975625" y="138339"/>
                </a:cubicBezTo>
                <a:cubicBezTo>
                  <a:pt x="975416" y="138689"/>
                  <a:pt x="975138" y="139039"/>
                  <a:pt x="974791" y="139391"/>
                </a:cubicBezTo>
                <a:cubicBezTo>
                  <a:pt x="974443" y="139741"/>
                  <a:pt x="973366" y="140350"/>
                  <a:pt x="971559" y="141219"/>
                </a:cubicBezTo>
                <a:cubicBezTo>
                  <a:pt x="969752" y="142088"/>
                  <a:pt x="967389" y="142957"/>
                  <a:pt x="964469" y="143825"/>
                </a:cubicBezTo>
                <a:cubicBezTo>
                  <a:pt x="961550" y="144694"/>
                  <a:pt x="958162" y="145476"/>
                  <a:pt x="954304" y="146171"/>
                </a:cubicBezTo>
                <a:cubicBezTo>
                  <a:pt x="950446" y="146866"/>
                  <a:pt x="946293" y="147214"/>
                  <a:pt x="941845" y="147214"/>
                </a:cubicBezTo>
                <a:cubicBezTo>
                  <a:pt x="934547" y="147214"/>
                  <a:pt x="928083" y="146118"/>
                  <a:pt x="922453" y="143926"/>
                </a:cubicBezTo>
                <a:cubicBezTo>
                  <a:pt x="916823" y="141735"/>
                  <a:pt x="912096" y="138500"/>
                  <a:pt x="908274" y="134221"/>
                </a:cubicBezTo>
                <a:cubicBezTo>
                  <a:pt x="904451" y="129942"/>
                  <a:pt x="901549" y="124636"/>
                  <a:pt x="899568" y="118305"/>
                </a:cubicBezTo>
                <a:cubicBezTo>
                  <a:pt x="897587" y="111973"/>
                  <a:pt x="896597" y="104633"/>
                  <a:pt x="896597" y="96283"/>
                </a:cubicBezTo>
                <a:cubicBezTo>
                  <a:pt x="896597" y="88281"/>
                  <a:pt x="897622" y="81115"/>
                  <a:pt x="899672" y="74783"/>
                </a:cubicBezTo>
                <a:cubicBezTo>
                  <a:pt x="901723" y="68452"/>
                  <a:pt x="904659" y="63077"/>
                  <a:pt x="908482" y="58659"/>
                </a:cubicBezTo>
                <a:cubicBezTo>
                  <a:pt x="912305" y="54241"/>
                  <a:pt x="916910" y="50867"/>
                  <a:pt x="922296" y="48536"/>
                </a:cubicBezTo>
                <a:cubicBezTo>
                  <a:pt x="927683" y="46205"/>
                  <a:pt x="933678" y="45040"/>
                  <a:pt x="940281" y="45040"/>
                </a:cubicBezTo>
                <a:cubicBezTo>
                  <a:pt x="947371" y="45040"/>
                  <a:pt x="953418" y="46222"/>
                  <a:pt x="958422" y="48585"/>
                </a:cubicBezTo>
                <a:cubicBezTo>
                  <a:pt x="963427" y="50948"/>
                  <a:pt x="967545" y="54128"/>
                  <a:pt x="970777" y="58124"/>
                </a:cubicBezTo>
                <a:cubicBezTo>
                  <a:pt x="974009" y="62121"/>
                  <a:pt x="976372" y="66761"/>
                  <a:pt x="977867" y="72043"/>
                </a:cubicBezTo>
                <a:cubicBezTo>
                  <a:pt x="979361" y="77326"/>
                  <a:pt x="980108" y="82886"/>
                  <a:pt x="980108" y="88725"/>
                </a:cubicBezTo>
                <a:lnTo>
                  <a:pt x="980108" y="91227"/>
                </a:lnTo>
                <a:moveTo>
                  <a:pt x="967284" y="87578"/>
                </a:moveTo>
                <a:cubicBezTo>
                  <a:pt x="967493" y="77569"/>
                  <a:pt x="965199" y="69749"/>
                  <a:pt x="960403" y="64119"/>
                </a:cubicBezTo>
                <a:cubicBezTo>
                  <a:pt x="955607" y="58489"/>
                  <a:pt x="948622" y="55674"/>
                  <a:pt x="939447" y="55674"/>
                </a:cubicBezTo>
                <a:cubicBezTo>
                  <a:pt x="934721" y="55674"/>
                  <a:pt x="930568" y="56561"/>
                  <a:pt x="926988" y="58333"/>
                </a:cubicBezTo>
                <a:cubicBezTo>
                  <a:pt x="923409" y="60105"/>
                  <a:pt x="920385" y="62451"/>
                  <a:pt x="917918" y="65370"/>
                </a:cubicBezTo>
                <a:cubicBezTo>
                  <a:pt x="915450" y="68290"/>
                  <a:pt x="913556" y="71678"/>
                  <a:pt x="912235" y="75536"/>
                </a:cubicBezTo>
                <a:cubicBezTo>
                  <a:pt x="910915" y="79393"/>
                  <a:pt x="910150" y="83407"/>
                  <a:pt x="909942" y="87578"/>
                </a:cubicBezTo>
                <a:lnTo>
                  <a:pt x="967284" y="87578"/>
                </a:lnTo>
                <a:close/>
                <a:moveTo>
                  <a:pt x="1090327" y="94719"/>
                </a:moveTo>
                <a:cubicBezTo>
                  <a:pt x="1090327" y="102789"/>
                  <a:pt x="1089441" y="110059"/>
                  <a:pt x="1087668" y="116529"/>
                </a:cubicBezTo>
                <a:cubicBezTo>
                  <a:pt x="1085896" y="123000"/>
                  <a:pt x="1083289" y="128497"/>
                  <a:pt x="1079849" y="133022"/>
                </a:cubicBezTo>
                <a:cubicBezTo>
                  <a:pt x="1076408" y="137544"/>
                  <a:pt x="1072151" y="141040"/>
                  <a:pt x="1067077" y="143509"/>
                </a:cubicBezTo>
                <a:cubicBezTo>
                  <a:pt x="1062003" y="145979"/>
                  <a:pt x="1056199" y="147214"/>
                  <a:pt x="1049666" y="147214"/>
                </a:cubicBezTo>
                <a:cubicBezTo>
                  <a:pt x="1046885" y="147214"/>
                  <a:pt x="1044279" y="146917"/>
                  <a:pt x="1041846" y="146324"/>
                </a:cubicBezTo>
                <a:cubicBezTo>
                  <a:pt x="1039414" y="145734"/>
                  <a:pt x="1037033" y="144813"/>
                  <a:pt x="1034704" y="143562"/>
                </a:cubicBezTo>
                <a:cubicBezTo>
                  <a:pt x="1032376" y="142308"/>
                  <a:pt x="1030048" y="140742"/>
                  <a:pt x="1027719" y="138863"/>
                </a:cubicBezTo>
                <a:cubicBezTo>
                  <a:pt x="1025391" y="136985"/>
                  <a:pt x="1022941" y="134723"/>
                  <a:pt x="1020369" y="132080"/>
                </a:cubicBezTo>
                <a:lnTo>
                  <a:pt x="1020369" y="180785"/>
                </a:lnTo>
                <a:cubicBezTo>
                  <a:pt x="1020369" y="181202"/>
                  <a:pt x="1020265" y="181585"/>
                  <a:pt x="1020056" y="181932"/>
                </a:cubicBezTo>
                <a:cubicBezTo>
                  <a:pt x="1019848" y="182280"/>
                  <a:pt x="1019517" y="182575"/>
                  <a:pt x="1019066" y="182818"/>
                </a:cubicBezTo>
                <a:cubicBezTo>
                  <a:pt x="1018614" y="183062"/>
                  <a:pt x="1017988" y="183235"/>
                  <a:pt x="1017189" y="183340"/>
                </a:cubicBezTo>
                <a:cubicBezTo>
                  <a:pt x="1016390" y="183444"/>
                  <a:pt x="1015364" y="183496"/>
                  <a:pt x="1014113" y="183496"/>
                </a:cubicBezTo>
                <a:cubicBezTo>
                  <a:pt x="1012932" y="183496"/>
                  <a:pt x="1011941" y="183444"/>
                  <a:pt x="1011142" y="183340"/>
                </a:cubicBezTo>
                <a:cubicBezTo>
                  <a:pt x="1010343" y="183235"/>
                  <a:pt x="1009700" y="183062"/>
                  <a:pt x="1009213" y="182818"/>
                </a:cubicBezTo>
                <a:cubicBezTo>
                  <a:pt x="1008727" y="182575"/>
                  <a:pt x="1008396" y="182279"/>
                  <a:pt x="1008223" y="181929"/>
                </a:cubicBezTo>
                <a:cubicBezTo>
                  <a:pt x="1008049" y="181581"/>
                  <a:pt x="1007962" y="181199"/>
                  <a:pt x="1007962" y="180782"/>
                </a:cubicBezTo>
                <a:lnTo>
                  <a:pt x="1007962" y="48797"/>
                </a:lnTo>
                <a:cubicBezTo>
                  <a:pt x="1007962" y="48310"/>
                  <a:pt x="1008049" y="47893"/>
                  <a:pt x="1008223" y="47545"/>
                </a:cubicBezTo>
                <a:cubicBezTo>
                  <a:pt x="1008396" y="47196"/>
                  <a:pt x="1008709" y="46917"/>
                  <a:pt x="1009161" y="46708"/>
                </a:cubicBezTo>
                <a:cubicBezTo>
                  <a:pt x="1009613" y="46500"/>
                  <a:pt x="1010204" y="46343"/>
                  <a:pt x="1010933" y="46239"/>
                </a:cubicBezTo>
                <a:cubicBezTo>
                  <a:pt x="1011663" y="46135"/>
                  <a:pt x="1012549" y="46083"/>
                  <a:pt x="1013592" y="46083"/>
                </a:cubicBezTo>
                <a:cubicBezTo>
                  <a:pt x="1014635" y="46083"/>
                  <a:pt x="1015503" y="46136"/>
                  <a:pt x="1016198" y="46242"/>
                </a:cubicBezTo>
                <a:cubicBezTo>
                  <a:pt x="1016894" y="46346"/>
                  <a:pt x="1017484" y="46504"/>
                  <a:pt x="1017971" y="46715"/>
                </a:cubicBezTo>
                <a:cubicBezTo>
                  <a:pt x="1018457" y="46923"/>
                  <a:pt x="1018805" y="47202"/>
                  <a:pt x="1019013" y="47552"/>
                </a:cubicBezTo>
                <a:cubicBezTo>
                  <a:pt x="1019222" y="47902"/>
                  <a:pt x="1019326" y="48322"/>
                  <a:pt x="1019326" y="48813"/>
                </a:cubicBezTo>
                <a:lnTo>
                  <a:pt x="1019326" y="62572"/>
                </a:lnTo>
                <a:cubicBezTo>
                  <a:pt x="1022246" y="59581"/>
                  <a:pt x="1025026" y="56990"/>
                  <a:pt x="1027667" y="54798"/>
                </a:cubicBezTo>
                <a:cubicBezTo>
                  <a:pt x="1030308" y="52606"/>
                  <a:pt x="1032949" y="50781"/>
                  <a:pt x="1035591" y="49321"/>
                </a:cubicBezTo>
                <a:cubicBezTo>
                  <a:pt x="1038232" y="47859"/>
                  <a:pt x="1040943" y="46781"/>
                  <a:pt x="1043723" y="46086"/>
                </a:cubicBezTo>
                <a:cubicBezTo>
                  <a:pt x="1046503" y="45389"/>
                  <a:pt x="1049457" y="45040"/>
                  <a:pt x="1052585" y="45040"/>
                </a:cubicBezTo>
                <a:cubicBezTo>
                  <a:pt x="1059397" y="45040"/>
                  <a:pt x="1065200" y="46344"/>
                  <a:pt x="1069996" y="48953"/>
                </a:cubicBezTo>
                <a:cubicBezTo>
                  <a:pt x="1074792" y="51562"/>
                  <a:pt x="1078702" y="55128"/>
                  <a:pt x="1081725" y="59653"/>
                </a:cubicBezTo>
                <a:cubicBezTo>
                  <a:pt x="1084749" y="64175"/>
                  <a:pt x="1086938" y="69445"/>
                  <a:pt x="1088294" y="75464"/>
                </a:cubicBezTo>
                <a:cubicBezTo>
                  <a:pt x="1089649" y="81481"/>
                  <a:pt x="1090327" y="87899"/>
                  <a:pt x="1090327" y="94719"/>
                </a:cubicBezTo>
                <a:moveTo>
                  <a:pt x="1077294" y="96700"/>
                </a:moveTo>
                <a:cubicBezTo>
                  <a:pt x="1077294" y="91411"/>
                  <a:pt x="1076877" y="86314"/>
                  <a:pt x="1076043" y="81407"/>
                </a:cubicBezTo>
                <a:cubicBezTo>
                  <a:pt x="1075209" y="76500"/>
                  <a:pt x="1073802" y="72133"/>
                  <a:pt x="1071821" y="68306"/>
                </a:cubicBezTo>
                <a:cubicBezTo>
                  <a:pt x="1069840" y="64479"/>
                  <a:pt x="1067199" y="61417"/>
                  <a:pt x="1063897" y="59121"/>
                </a:cubicBezTo>
                <a:cubicBezTo>
                  <a:pt x="1060595" y="56823"/>
                  <a:pt x="1056442" y="55674"/>
                  <a:pt x="1051438" y="55674"/>
                </a:cubicBezTo>
                <a:cubicBezTo>
                  <a:pt x="1048936" y="55674"/>
                  <a:pt x="1046486" y="56023"/>
                  <a:pt x="1044088" y="56720"/>
                </a:cubicBezTo>
                <a:cubicBezTo>
                  <a:pt x="1041690" y="57415"/>
                  <a:pt x="1039240" y="58563"/>
                  <a:pt x="1036738" y="60164"/>
                </a:cubicBezTo>
                <a:cubicBezTo>
                  <a:pt x="1034235" y="61765"/>
                  <a:pt x="1031629" y="63836"/>
                  <a:pt x="1028918" y="66377"/>
                </a:cubicBezTo>
                <a:cubicBezTo>
                  <a:pt x="1026207" y="68919"/>
                  <a:pt x="1023358" y="72069"/>
                  <a:pt x="1020369" y="75829"/>
                </a:cubicBezTo>
                <a:lnTo>
                  <a:pt x="1020369" y="116949"/>
                </a:lnTo>
                <a:cubicBezTo>
                  <a:pt x="1025582" y="123283"/>
                  <a:pt x="1030569" y="128139"/>
                  <a:pt x="1035330" y="131516"/>
                </a:cubicBezTo>
                <a:cubicBezTo>
                  <a:pt x="1040091" y="134892"/>
                  <a:pt x="1045078" y="136579"/>
                  <a:pt x="1050291" y="136579"/>
                </a:cubicBezTo>
                <a:cubicBezTo>
                  <a:pt x="1055087" y="136579"/>
                  <a:pt x="1059205" y="135414"/>
                  <a:pt x="1062646" y="133084"/>
                </a:cubicBezTo>
                <a:cubicBezTo>
                  <a:pt x="1066086" y="130751"/>
                  <a:pt x="1068884" y="127688"/>
                  <a:pt x="1071039" y="123896"/>
                </a:cubicBezTo>
                <a:cubicBezTo>
                  <a:pt x="1073193" y="120103"/>
                  <a:pt x="1074775" y="115823"/>
                  <a:pt x="1075783" y="111056"/>
                </a:cubicBezTo>
                <a:cubicBezTo>
                  <a:pt x="1076790" y="106288"/>
                  <a:pt x="1077294" y="101503"/>
                  <a:pt x="1077294" y="96700"/>
                </a:cubicBezTo>
                <a:close/>
                <a:moveTo>
                  <a:pt x="1184624" y="143252"/>
                </a:moveTo>
                <a:cubicBezTo>
                  <a:pt x="1184624" y="143947"/>
                  <a:pt x="1184398" y="144486"/>
                  <a:pt x="1183947" y="144868"/>
                </a:cubicBezTo>
                <a:cubicBezTo>
                  <a:pt x="1183495" y="145250"/>
                  <a:pt x="1182904" y="145528"/>
                  <a:pt x="1182174" y="145702"/>
                </a:cubicBezTo>
                <a:cubicBezTo>
                  <a:pt x="1181444" y="145876"/>
                  <a:pt x="1180454" y="145963"/>
                  <a:pt x="1179203" y="145963"/>
                </a:cubicBezTo>
                <a:cubicBezTo>
                  <a:pt x="1178021" y="145963"/>
                  <a:pt x="1177013" y="145876"/>
                  <a:pt x="1176179" y="145702"/>
                </a:cubicBezTo>
                <a:cubicBezTo>
                  <a:pt x="1175345" y="145528"/>
                  <a:pt x="1174702" y="145250"/>
                  <a:pt x="1174251" y="144868"/>
                </a:cubicBezTo>
                <a:cubicBezTo>
                  <a:pt x="1173799" y="144486"/>
                  <a:pt x="1173573" y="143947"/>
                  <a:pt x="1173573" y="143252"/>
                </a:cubicBezTo>
                <a:lnTo>
                  <a:pt x="1173573" y="132722"/>
                </a:lnTo>
                <a:cubicBezTo>
                  <a:pt x="1169333" y="137309"/>
                  <a:pt x="1164659" y="140871"/>
                  <a:pt x="1159550" y="143408"/>
                </a:cubicBezTo>
                <a:cubicBezTo>
                  <a:pt x="1154441" y="145945"/>
                  <a:pt x="1149142" y="147214"/>
                  <a:pt x="1143651" y="147214"/>
                </a:cubicBezTo>
                <a:cubicBezTo>
                  <a:pt x="1138716" y="147214"/>
                  <a:pt x="1134285" y="146571"/>
                  <a:pt x="1130358" y="145285"/>
                </a:cubicBezTo>
                <a:cubicBezTo>
                  <a:pt x="1126430" y="143999"/>
                  <a:pt x="1123112" y="142157"/>
                  <a:pt x="1120401" y="139759"/>
                </a:cubicBezTo>
                <a:cubicBezTo>
                  <a:pt x="1117690" y="137361"/>
                  <a:pt x="1115605" y="134460"/>
                  <a:pt x="1114145" y="131054"/>
                </a:cubicBezTo>
                <a:cubicBezTo>
                  <a:pt x="1112686" y="127648"/>
                  <a:pt x="1111956" y="123825"/>
                  <a:pt x="1111956" y="119585"/>
                </a:cubicBezTo>
                <a:cubicBezTo>
                  <a:pt x="1111956" y="114372"/>
                  <a:pt x="1113033" y="109837"/>
                  <a:pt x="1115188" y="105979"/>
                </a:cubicBezTo>
                <a:cubicBezTo>
                  <a:pt x="1117343" y="102122"/>
                  <a:pt x="1120401" y="98907"/>
                  <a:pt x="1124363" y="96335"/>
                </a:cubicBezTo>
                <a:cubicBezTo>
                  <a:pt x="1128324" y="93764"/>
                  <a:pt x="1133086" y="91835"/>
                  <a:pt x="1138646" y="90549"/>
                </a:cubicBezTo>
                <a:cubicBezTo>
                  <a:pt x="1144207" y="89263"/>
                  <a:pt x="1150393" y="88620"/>
                  <a:pt x="1157204" y="88620"/>
                </a:cubicBezTo>
                <a:lnTo>
                  <a:pt x="1172218" y="88620"/>
                </a:lnTo>
                <a:lnTo>
                  <a:pt x="1172218" y="80462"/>
                </a:lnTo>
                <a:cubicBezTo>
                  <a:pt x="1172218" y="76418"/>
                  <a:pt x="1171801" y="72845"/>
                  <a:pt x="1170966" y="69743"/>
                </a:cubicBezTo>
                <a:cubicBezTo>
                  <a:pt x="1170132" y="66639"/>
                  <a:pt x="1168777" y="64041"/>
                  <a:pt x="1166900" y="61949"/>
                </a:cubicBezTo>
                <a:cubicBezTo>
                  <a:pt x="1165024" y="59858"/>
                  <a:pt x="1162591" y="58290"/>
                  <a:pt x="1159602" y="57245"/>
                </a:cubicBezTo>
                <a:cubicBezTo>
                  <a:pt x="1156613" y="56198"/>
                  <a:pt x="1152964" y="55674"/>
                  <a:pt x="1148655" y="55674"/>
                </a:cubicBezTo>
                <a:cubicBezTo>
                  <a:pt x="1144485" y="55674"/>
                  <a:pt x="1140731" y="56178"/>
                  <a:pt x="1137395" y="57186"/>
                </a:cubicBezTo>
                <a:cubicBezTo>
                  <a:pt x="1134059" y="58194"/>
                  <a:pt x="1131139" y="59323"/>
                  <a:pt x="1128637" y="60575"/>
                </a:cubicBezTo>
                <a:cubicBezTo>
                  <a:pt x="1126135" y="61826"/>
                  <a:pt x="1124067" y="62955"/>
                  <a:pt x="1122434" y="63963"/>
                </a:cubicBezTo>
                <a:cubicBezTo>
                  <a:pt x="1120800" y="64971"/>
                  <a:pt x="1119636" y="65475"/>
                  <a:pt x="1118941" y="65475"/>
                </a:cubicBezTo>
                <a:cubicBezTo>
                  <a:pt x="1118524" y="65475"/>
                  <a:pt x="1118142" y="65405"/>
                  <a:pt x="1117794" y="65266"/>
                </a:cubicBezTo>
                <a:cubicBezTo>
                  <a:pt x="1117447" y="65125"/>
                  <a:pt x="1117151" y="64862"/>
                  <a:pt x="1116908" y="64478"/>
                </a:cubicBezTo>
                <a:cubicBezTo>
                  <a:pt x="1116665" y="64091"/>
                  <a:pt x="1116491" y="63600"/>
                  <a:pt x="1116387" y="63005"/>
                </a:cubicBezTo>
                <a:cubicBezTo>
                  <a:pt x="1116283" y="62408"/>
                  <a:pt x="1116230" y="61689"/>
                  <a:pt x="1116230" y="60848"/>
                </a:cubicBezTo>
                <a:cubicBezTo>
                  <a:pt x="1116230" y="59376"/>
                  <a:pt x="1116335" y="58202"/>
                  <a:pt x="1116543" y="57326"/>
                </a:cubicBezTo>
                <a:cubicBezTo>
                  <a:pt x="1116752" y="56449"/>
                  <a:pt x="1117290" y="55572"/>
                  <a:pt x="1118159" y="54697"/>
                </a:cubicBezTo>
                <a:cubicBezTo>
                  <a:pt x="1119028" y="53819"/>
                  <a:pt x="1120575" y="52797"/>
                  <a:pt x="1122799" y="51631"/>
                </a:cubicBezTo>
                <a:cubicBezTo>
                  <a:pt x="1125023" y="50463"/>
                  <a:pt x="1127577" y="49381"/>
                  <a:pt x="1130462" y="48386"/>
                </a:cubicBezTo>
                <a:cubicBezTo>
                  <a:pt x="1133346" y="47391"/>
                  <a:pt x="1136457" y="46585"/>
                  <a:pt x="1139793" y="45969"/>
                </a:cubicBezTo>
                <a:cubicBezTo>
                  <a:pt x="1143129" y="45349"/>
                  <a:pt x="1146466" y="45040"/>
                  <a:pt x="1149802" y="45040"/>
                </a:cubicBezTo>
                <a:cubicBezTo>
                  <a:pt x="1156266" y="45040"/>
                  <a:pt x="1161722" y="45822"/>
                  <a:pt x="1166171" y="47386"/>
                </a:cubicBezTo>
                <a:cubicBezTo>
                  <a:pt x="1170619" y="48950"/>
                  <a:pt x="1174216" y="51191"/>
                  <a:pt x="1176961" y="54110"/>
                </a:cubicBezTo>
                <a:cubicBezTo>
                  <a:pt x="1179707" y="57030"/>
                  <a:pt x="1181670" y="60627"/>
                  <a:pt x="1182852" y="64901"/>
                </a:cubicBezTo>
                <a:cubicBezTo>
                  <a:pt x="1184034" y="69176"/>
                  <a:pt x="1184624" y="74024"/>
                  <a:pt x="1184624" y="79445"/>
                </a:cubicBezTo>
                <a:lnTo>
                  <a:pt x="1184624" y="143252"/>
                </a:lnTo>
                <a:moveTo>
                  <a:pt x="1172218" y="98838"/>
                </a:moveTo>
                <a:lnTo>
                  <a:pt x="1155015" y="98838"/>
                </a:lnTo>
                <a:cubicBezTo>
                  <a:pt x="1150010" y="98838"/>
                  <a:pt x="1145631" y="99289"/>
                  <a:pt x="1141878" y="100193"/>
                </a:cubicBezTo>
                <a:cubicBezTo>
                  <a:pt x="1138125" y="101097"/>
                  <a:pt x="1134997" y="102417"/>
                  <a:pt x="1132495" y="104155"/>
                </a:cubicBezTo>
                <a:cubicBezTo>
                  <a:pt x="1129993" y="105893"/>
                  <a:pt x="1128133" y="107978"/>
                  <a:pt x="1126917" y="110410"/>
                </a:cubicBezTo>
                <a:cubicBezTo>
                  <a:pt x="1125701" y="112843"/>
                  <a:pt x="1125092" y="115623"/>
                  <a:pt x="1125092" y="118751"/>
                </a:cubicBezTo>
                <a:cubicBezTo>
                  <a:pt x="1125092" y="124173"/>
                  <a:pt x="1126813" y="128499"/>
                  <a:pt x="1130253" y="131731"/>
                </a:cubicBezTo>
                <a:cubicBezTo>
                  <a:pt x="1133694" y="134963"/>
                  <a:pt x="1138542" y="136579"/>
                  <a:pt x="1144797" y="136579"/>
                </a:cubicBezTo>
                <a:cubicBezTo>
                  <a:pt x="1149732" y="136579"/>
                  <a:pt x="1154337" y="135311"/>
                  <a:pt x="1158612" y="132774"/>
                </a:cubicBezTo>
                <a:cubicBezTo>
                  <a:pt x="1162886" y="130237"/>
                  <a:pt x="1167422" y="126327"/>
                  <a:pt x="1172218" y="121045"/>
                </a:cubicBezTo>
                <a:lnTo>
                  <a:pt x="1172218" y="98838"/>
                </a:lnTo>
                <a:close/>
                <a:moveTo>
                  <a:pt x="1271816" y="53772"/>
                </a:moveTo>
                <a:cubicBezTo>
                  <a:pt x="1271816" y="54823"/>
                  <a:pt x="1271781" y="55716"/>
                  <a:pt x="1271712" y="56450"/>
                </a:cubicBezTo>
                <a:cubicBezTo>
                  <a:pt x="1271642" y="57184"/>
                  <a:pt x="1271521" y="57777"/>
                  <a:pt x="1271347" y="58229"/>
                </a:cubicBezTo>
                <a:cubicBezTo>
                  <a:pt x="1271173" y="58681"/>
                  <a:pt x="1270964" y="59028"/>
                  <a:pt x="1270721" y="59271"/>
                </a:cubicBezTo>
                <a:cubicBezTo>
                  <a:pt x="1270478" y="59515"/>
                  <a:pt x="1270148" y="59636"/>
                  <a:pt x="1269731" y="59636"/>
                </a:cubicBezTo>
                <a:cubicBezTo>
                  <a:pt x="1269105" y="59636"/>
                  <a:pt x="1268375" y="59480"/>
                  <a:pt x="1267541" y="59167"/>
                </a:cubicBezTo>
                <a:cubicBezTo>
                  <a:pt x="1266707" y="58854"/>
                  <a:pt x="1265734" y="58524"/>
                  <a:pt x="1264622" y="58177"/>
                </a:cubicBezTo>
                <a:cubicBezTo>
                  <a:pt x="1263510" y="57829"/>
                  <a:pt x="1262294" y="57499"/>
                  <a:pt x="1260973" y="57186"/>
                </a:cubicBezTo>
                <a:cubicBezTo>
                  <a:pt x="1259652" y="56873"/>
                  <a:pt x="1258193" y="56717"/>
                  <a:pt x="1256594" y="56717"/>
                </a:cubicBezTo>
                <a:cubicBezTo>
                  <a:pt x="1254717" y="56717"/>
                  <a:pt x="1252876" y="57113"/>
                  <a:pt x="1251068" y="57906"/>
                </a:cubicBezTo>
                <a:cubicBezTo>
                  <a:pt x="1249261" y="58699"/>
                  <a:pt x="1247367" y="59975"/>
                  <a:pt x="1245386" y="61734"/>
                </a:cubicBezTo>
                <a:cubicBezTo>
                  <a:pt x="1243405" y="63494"/>
                  <a:pt x="1241320" y="65822"/>
                  <a:pt x="1239131" y="68720"/>
                </a:cubicBezTo>
                <a:cubicBezTo>
                  <a:pt x="1236941" y="71617"/>
                  <a:pt x="1234526" y="75170"/>
                  <a:pt x="1231885" y="79377"/>
                </a:cubicBezTo>
                <a:lnTo>
                  <a:pt x="1231885" y="143249"/>
                </a:lnTo>
                <a:cubicBezTo>
                  <a:pt x="1231885" y="143666"/>
                  <a:pt x="1231780" y="144049"/>
                  <a:pt x="1231572" y="144399"/>
                </a:cubicBezTo>
                <a:cubicBezTo>
                  <a:pt x="1231363" y="144746"/>
                  <a:pt x="1231033" y="145024"/>
                  <a:pt x="1230581" y="145233"/>
                </a:cubicBezTo>
                <a:cubicBezTo>
                  <a:pt x="1230130" y="145441"/>
                  <a:pt x="1229504" y="145615"/>
                  <a:pt x="1228705" y="145754"/>
                </a:cubicBezTo>
                <a:cubicBezTo>
                  <a:pt x="1227905" y="145893"/>
                  <a:pt x="1226880" y="145963"/>
                  <a:pt x="1225629" y="145963"/>
                </a:cubicBezTo>
                <a:cubicBezTo>
                  <a:pt x="1224448" y="145963"/>
                  <a:pt x="1223457" y="145893"/>
                  <a:pt x="1222658" y="145754"/>
                </a:cubicBezTo>
                <a:cubicBezTo>
                  <a:pt x="1221858" y="145615"/>
                  <a:pt x="1221216" y="145441"/>
                  <a:pt x="1220729" y="145233"/>
                </a:cubicBezTo>
                <a:cubicBezTo>
                  <a:pt x="1220242" y="145024"/>
                  <a:pt x="1219912" y="144746"/>
                  <a:pt x="1219739" y="144399"/>
                </a:cubicBezTo>
                <a:cubicBezTo>
                  <a:pt x="1219565" y="144049"/>
                  <a:pt x="1219478" y="143666"/>
                  <a:pt x="1219478" y="143249"/>
                </a:cubicBezTo>
                <a:lnTo>
                  <a:pt x="1219478" y="48797"/>
                </a:lnTo>
                <a:cubicBezTo>
                  <a:pt x="1219478" y="48379"/>
                  <a:pt x="1219565" y="47997"/>
                  <a:pt x="1219739" y="47650"/>
                </a:cubicBezTo>
                <a:cubicBezTo>
                  <a:pt x="1219912" y="47300"/>
                  <a:pt x="1220242" y="47003"/>
                  <a:pt x="1220729" y="46760"/>
                </a:cubicBezTo>
                <a:cubicBezTo>
                  <a:pt x="1221216" y="46517"/>
                  <a:pt x="1221824" y="46343"/>
                  <a:pt x="1222554" y="46239"/>
                </a:cubicBezTo>
                <a:cubicBezTo>
                  <a:pt x="1223283" y="46135"/>
                  <a:pt x="1224239" y="46083"/>
                  <a:pt x="1225421" y="46083"/>
                </a:cubicBezTo>
                <a:cubicBezTo>
                  <a:pt x="1226602" y="46083"/>
                  <a:pt x="1227575" y="46135"/>
                  <a:pt x="1228340" y="46239"/>
                </a:cubicBezTo>
                <a:cubicBezTo>
                  <a:pt x="1229104" y="46343"/>
                  <a:pt x="1229695" y="46517"/>
                  <a:pt x="1230112" y="46760"/>
                </a:cubicBezTo>
                <a:cubicBezTo>
                  <a:pt x="1230529" y="47003"/>
                  <a:pt x="1230825" y="47300"/>
                  <a:pt x="1230999" y="47650"/>
                </a:cubicBezTo>
                <a:cubicBezTo>
                  <a:pt x="1231172" y="47997"/>
                  <a:pt x="1231259" y="48379"/>
                  <a:pt x="1231259" y="48797"/>
                </a:cubicBezTo>
                <a:lnTo>
                  <a:pt x="1231259" y="63722"/>
                </a:lnTo>
                <a:cubicBezTo>
                  <a:pt x="1233970" y="59777"/>
                  <a:pt x="1236472" y="56594"/>
                  <a:pt x="1238766" y="54172"/>
                </a:cubicBezTo>
                <a:cubicBezTo>
                  <a:pt x="1241060" y="51751"/>
                  <a:pt x="1243249" y="49865"/>
                  <a:pt x="1245334" y="48516"/>
                </a:cubicBezTo>
                <a:cubicBezTo>
                  <a:pt x="1247419" y="47167"/>
                  <a:pt x="1249452" y="46251"/>
                  <a:pt x="1251433" y="45766"/>
                </a:cubicBezTo>
                <a:cubicBezTo>
                  <a:pt x="1253414" y="45282"/>
                  <a:pt x="1255447" y="45040"/>
                  <a:pt x="1257532" y="45040"/>
                </a:cubicBezTo>
                <a:cubicBezTo>
                  <a:pt x="1258436" y="45040"/>
                  <a:pt x="1259479" y="45093"/>
                  <a:pt x="1260660" y="45200"/>
                </a:cubicBezTo>
                <a:cubicBezTo>
                  <a:pt x="1261842" y="45304"/>
                  <a:pt x="1263110" y="45496"/>
                  <a:pt x="1264466" y="45776"/>
                </a:cubicBezTo>
                <a:cubicBezTo>
                  <a:pt x="1265821" y="46056"/>
                  <a:pt x="1267037" y="46390"/>
                  <a:pt x="1268115" y="46777"/>
                </a:cubicBezTo>
                <a:cubicBezTo>
                  <a:pt x="1269192" y="47161"/>
                  <a:pt x="1269939" y="47512"/>
                  <a:pt x="1270356" y="47829"/>
                </a:cubicBezTo>
                <a:cubicBezTo>
                  <a:pt x="1270773" y="48144"/>
                  <a:pt x="1271051" y="48424"/>
                  <a:pt x="1271190" y="48669"/>
                </a:cubicBezTo>
                <a:cubicBezTo>
                  <a:pt x="1271329" y="48915"/>
                  <a:pt x="1271451" y="49231"/>
                  <a:pt x="1271555" y="49618"/>
                </a:cubicBezTo>
                <a:cubicBezTo>
                  <a:pt x="1271660" y="50002"/>
                  <a:pt x="1271729" y="50528"/>
                  <a:pt x="1271764" y="51194"/>
                </a:cubicBezTo>
                <a:cubicBezTo>
                  <a:pt x="1271799" y="51861"/>
                  <a:pt x="1271816" y="52720"/>
                  <a:pt x="1271816" y="53772"/>
                </a:cubicBezTo>
                <a:close/>
                <a:moveTo>
                  <a:pt x="1355784" y="143252"/>
                </a:moveTo>
                <a:cubicBezTo>
                  <a:pt x="1355784" y="143947"/>
                  <a:pt x="1355558" y="144486"/>
                  <a:pt x="1355106" y="144868"/>
                </a:cubicBezTo>
                <a:cubicBezTo>
                  <a:pt x="1354655" y="145250"/>
                  <a:pt x="1354064" y="145528"/>
                  <a:pt x="1353334" y="145702"/>
                </a:cubicBezTo>
                <a:cubicBezTo>
                  <a:pt x="1352604" y="145876"/>
                  <a:pt x="1351614" y="145963"/>
                  <a:pt x="1350363" y="145963"/>
                </a:cubicBezTo>
                <a:cubicBezTo>
                  <a:pt x="1349181" y="145963"/>
                  <a:pt x="1348173" y="145876"/>
                  <a:pt x="1347339" y="145702"/>
                </a:cubicBezTo>
                <a:cubicBezTo>
                  <a:pt x="1346505" y="145528"/>
                  <a:pt x="1345862" y="145250"/>
                  <a:pt x="1345410" y="144868"/>
                </a:cubicBezTo>
                <a:cubicBezTo>
                  <a:pt x="1344958" y="144486"/>
                  <a:pt x="1344733" y="143947"/>
                  <a:pt x="1344733" y="143252"/>
                </a:cubicBezTo>
                <a:lnTo>
                  <a:pt x="1344733" y="132722"/>
                </a:lnTo>
                <a:cubicBezTo>
                  <a:pt x="1340493" y="137309"/>
                  <a:pt x="1335818" y="140871"/>
                  <a:pt x="1330710" y="143408"/>
                </a:cubicBezTo>
                <a:cubicBezTo>
                  <a:pt x="1325601" y="145945"/>
                  <a:pt x="1320301" y="147214"/>
                  <a:pt x="1314810" y="147214"/>
                </a:cubicBezTo>
                <a:cubicBezTo>
                  <a:pt x="1309875" y="147214"/>
                  <a:pt x="1305444" y="146571"/>
                  <a:pt x="1301517" y="145285"/>
                </a:cubicBezTo>
                <a:cubicBezTo>
                  <a:pt x="1297590" y="143999"/>
                  <a:pt x="1294271" y="142157"/>
                  <a:pt x="1291560" y="139759"/>
                </a:cubicBezTo>
                <a:cubicBezTo>
                  <a:pt x="1288850" y="137361"/>
                  <a:pt x="1286765" y="134460"/>
                  <a:pt x="1285305" y="131054"/>
                </a:cubicBezTo>
                <a:cubicBezTo>
                  <a:pt x="1283845" y="127648"/>
                  <a:pt x="1283115" y="123825"/>
                  <a:pt x="1283115" y="119585"/>
                </a:cubicBezTo>
                <a:cubicBezTo>
                  <a:pt x="1283115" y="114372"/>
                  <a:pt x="1284193" y="109837"/>
                  <a:pt x="1286347" y="105979"/>
                </a:cubicBezTo>
                <a:cubicBezTo>
                  <a:pt x="1288502" y="102122"/>
                  <a:pt x="1291560" y="98907"/>
                  <a:pt x="1295522" y="96335"/>
                </a:cubicBezTo>
                <a:cubicBezTo>
                  <a:pt x="1299484" y="93764"/>
                  <a:pt x="1304245" y="91835"/>
                  <a:pt x="1309806" y="90549"/>
                </a:cubicBezTo>
                <a:cubicBezTo>
                  <a:pt x="1315366" y="89263"/>
                  <a:pt x="1321552" y="88620"/>
                  <a:pt x="1328364" y="88620"/>
                </a:cubicBezTo>
                <a:lnTo>
                  <a:pt x="1343377" y="88620"/>
                </a:lnTo>
                <a:lnTo>
                  <a:pt x="1343377" y="80462"/>
                </a:lnTo>
                <a:cubicBezTo>
                  <a:pt x="1343377" y="76418"/>
                  <a:pt x="1342960" y="72845"/>
                  <a:pt x="1342126" y="69743"/>
                </a:cubicBezTo>
                <a:cubicBezTo>
                  <a:pt x="1341292" y="66639"/>
                  <a:pt x="1339937" y="64041"/>
                  <a:pt x="1338060" y="61949"/>
                </a:cubicBezTo>
                <a:cubicBezTo>
                  <a:pt x="1336183" y="59858"/>
                  <a:pt x="1333751" y="58290"/>
                  <a:pt x="1330762" y="57245"/>
                </a:cubicBezTo>
                <a:cubicBezTo>
                  <a:pt x="1327773" y="56198"/>
                  <a:pt x="1324124" y="55674"/>
                  <a:pt x="1319815" y="55674"/>
                </a:cubicBezTo>
                <a:cubicBezTo>
                  <a:pt x="1315644" y="55674"/>
                  <a:pt x="1311891" y="56178"/>
                  <a:pt x="1308555" y="57186"/>
                </a:cubicBezTo>
                <a:cubicBezTo>
                  <a:pt x="1305218" y="58194"/>
                  <a:pt x="1302299" y="59323"/>
                  <a:pt x="1299797" y="60575"/>
                </a:cubicBezTo>
                <a:cubicBezTo>
                  <a:pt x="1297295" y="61826"/>
                  <a:pt x="1295227" y="62955"/>
                  <a:pt x="1293594" y="63963"/>
                </a:cubicBezTo>
                <a:cubicBezTo>
                  <a:pt x="1291960" y="64971"/>
                  <a:pt x="1290796" y="65475"/>
                  <a:pt x="1290101" y="65475"/>
                </a:cubicBezTo>
                <a:cubicBezTo>
                  <a:pt x="1289684" y="65475"/>
                  <a:pt x="1289302" y="65405"/>
                  <a:pt x="1288954" y="65266"/>
                </a:cubicBezTo>
                <a:cubicBezTo>
                  <a:pt x="1288606" y="65125"/>
                  <a:pt x="1288311" y="64862"/>
                  <a:pt x="1288068" y="64478"/>
                </a:cubicBezTo>
                <a:cubicBezTo>
                  <a:pt x="1287825" y="64091"/>
                  <a:pt x="1287651" y="63600"/>
                  <a:pt x="1287546" y="63005"/>
                </a:cubicBezTo>
                <a:cubicBezTo>
                  <a:pt x="1287442" y="62408"/>
                  <a:pt x="1287390" y="61689"/>
                  <a:pt x="1287390" y="60848"/>
                </a:cubicBezTo>
                <a:cubicBezTo>
                  <a:pt x="1287390" y="59376"/>
                  <a:pt x="1287494" y="58202"/>
                  <a:pt x="1287703" y="57326"/>
                </a:cubicBezTo>
                <a:cubicBezTo>
                  <a:pt x="1287911" y="56449"/>
                  <a:pt x="1288450" y="55572"/>
                  <a:pt x="1289319" y="54697"/>
                </a:cubicBezTo>
                <a:cubicBezTo>
                  <a:pt x="1290188" y="53819"/>
                  <a:pt x="1291734" y="52797"/>
                  <a:pt x="1293958" y="51631"/>
                </a:cubicBezTo>
                <a:cubicBezTo>
                  <a:pt x="1296183" y="50463"/>
                  <a:pt x="1298737" y="49381"/>
                  <a:pt x="1301621" y="48386"/>
                </a:cubicBezTo>
                <a:cubicBezTo>
                  <a:pt x="1304506" y="47391"/>
                  <a:pt x="1307616" y="46585"/>
                  <a:pt x="1310953" y="45969"/>
                </a:cubicBezTo>
                <a:cubicBezTo>
                  <a:pt x="1314289" y="45349"/>
                  <a:pt x="1317625" y="45040"/>
                  <a:pt x="1320962" y="45040"/>
                </a:cubicBezTo>
                <a:cubicBezTo>
                  <a:pt x="1327426" y="45040"/>
                  <a:pt x="1332882" y="45822"/>
                  <a:pt x="1337330" y="47386"/>
                </a:cubicBezTo>
                <a:cubicBezTo>
                  <a:pt x="1341779" y="48950"/>
                  <a:pt x="1345376" y="51191"/>
                  <a:pt x="1348121" y="54110"/>
                </a:cubicBezTo>
                <a:cubicBezTo>
                  <a:pt x="1350867" y="57030"/>
                  <a:pt x="1352830" y="60627"/>
                  <a:pt x="1354012" y="64901"/>
                </a:cubicBezTo>
                <a:cubicBezTo>
                  <a:pt x="1355193" y="69176"/>
                  <a:pt x="1355784" y="74024"/>
                  <a:pt x="1355784" y="79445"/>
                </a:cubicBezTo>
                <a:lnTo>
                  <a:pt x="1355784" y="143252"/>
                </a:lnTo>
                <a:moveTo>
                  <a:pt x="1343377" y="98838"/>
                </a:moveTo>
                <a:lnTo>
                  <a:pt x="1326174" y="98838"/>
                </a:lnTo>
                <a:cubicBezTo>
                  <a:pt x="1321170" y="98838"/>
                  <a:pt x="1316791" y="99289"/>
                  <a:pt x="1313038" y="100193"/>
                </a:cubicBezTo>
                <a:cubicBezTo>
                  <a:pt x="1309285" y="101097"/>
                  <a:pt x="1306157" y="102417"/>
                  <a:pt x="1303655" y="104155"/>
                </a:cubicBezTo>
                <a:cubicBezTo>
                  <a:pt x="1301152" y="105893"/>
                  <a:pt x="1299293" y="107978"/>
                  <a:pt x="1298077" y="110410"/>
                </a:cubicBezTo>
                <a:cubicBezTo>
                  <a:pt x="1296860" y="112843"/>
                  <a:pt x="1296252" y="115623"/>
                  <a:pt x="1296252" y="118751"/>
                </a:cubicBezTo>
                <a:cubicBezTo>
                  <a:pt x="1296252" y="124173"/>
                  <a:pt x="1297972" y="128499"/>
                  <a:pt x="1301413" y="131731"/>
                </a:cubicBezTo>
                <a:cubicBezTo>
                  <a:pt x="1304853" y="134963"/>
                  <a:pt x="1309702" y="136579"/>
                  <a:pt x="1315957" y="136579"/>
                </a:cubicBezTo>
                <a:cubicBezTo>
                  <a:pt x="1320892" y="136579"/>
                  <a:pt x="1325497" y="135311"/>
                  <a:pt x="1329771" y="132774"/>
                </a:cubicBezTo>
                <a:cubicBezTo>
                  <a:pt x="1334046" y="130237"/>
                  <a:pt x="1338581" y="126327"/>
                  <a:pt x="1343377" y="121045"/>
                </a:cubicBezTo>
                <a:lnTo>
                  <a:pt x="1343377" y="98838"/>
                </a:lnTo>
                <a:close/>
                <a:moveTo>
                  <a:pt x="1434173" y="137726"/>
                </a:moveTo>
                <a:cubicBezTo>
                  <a:pt x="1434173" y="139186"/>
                  <a:pt x="1434051" y="140368"/>
                  <a:pt x="1433808" y="141271"/>
                </a:cubicBezTo>
                <a:cubicBezTo>
                  <a:pt x="1433564" y="142175"/>
                  <a:pt x="1433182" y="142887"/>
                  <a:pt x="1432661" y="143408"/>
                </a:cubicBezTo>
                <a:cubicBezTo>
                  <a:pt x="1432140" y="143930"/>
                  <a:pt x="1431375" y="144416"/>
                  <a:pt x="1430367" y="144868"/>
                </a:cubicBezTo>
                <a:cubicBezTo>
                  <a:pt x="1429359" y="145320"/>
                  <a:pt x="1428195" y="145702"/>
                  <a:pt x="1426874" y="146015"/>
                </a:cubicBezTo>
                <a:cubicBezTo>
                  <a:pt x="1425554" y="146328"/>
                  <a:pt x="1424164" y="146571"/>
                  <a:pt x="1422704" y="146745"/>
                </a:cubicBezTo>
                <a:cubicBezTo>
                  <a:pt x="1421244" y="146918"/>
                  <a:pt x="1419820" y="147005"/>
                  <a:pt x="1418429" y="147005"/>
                </a:cubicBezTo>
                <a:cubicBezTo>
                  <a:pt x="1413773" y="147005"/>
                  <a:pt x="1409811" y="146380"/>
                  <a:pt x="1406544" y="145129"/>
                </a:cubicBezTo>
                <a:cubicBezTo>
                  <a:pt x="1403277" y="143878"/>
                  <a:pt x="1400601" y="141984"/>
                  <a:pt x="1398516" y="139447"/>
                </a:cubicBezTo>
                <a:cubicBezTo>
                  <a:pt x="1396431" y="136910"/>
                  <a:pt x="1394919" y="133695"/>
                  <a:pt x="1393981" y="129803"/>
                </a:cubicBezTo>
                <a:cubicBezTo>
                  <a:pt x="1393042" y="125910"/>
                  <a:pt x="1392573" y="121323"/>
                  <a:pt x="1392573" y="116040"/>
                </a:cubicBezTo>
                <a:lnTo>
                  <a:pt x="1392573" y="57343"/>
                </a:lnTo>
                <a:lnTo>
                  <a:pt x="1378498" y="57343"/>
                </a:lnTo>
                <a:cubicBezTo>
                  <a:pt x="1377525" y="57343"/>
                  <a:pt x="1376761" y="56904"/>
                  <a:pt x="1376205" y="56026"/>
                </a:cubicBezTo>
                <a:cubicBezTo>
                  <a:pt x="1375648" y="55149"/>
                  <a:pt x="1375370" y="53832"/>
                  <a:pt x="1375370" y="52077"/>
                </a:cubicBezTo>
                <a:cubicBezTo>
                  <a:pt x="1375370" y="51165"/>
                  <a:pt x="1375440" y="50376"/>
                  <a:pt x="1375579" y="49709"/>
                </a:cubicBezTo>
                <a:cubicBezTo>
                  <a:pt x="1375718" y="49042"/>
                  <a:pt x="1375926" y="48480"/>
                  <a:pt x="1376205" y="48024"/>
                </a:cubicBezTo>
                <a:cubicBezTo>
                  <a:pt x="1376483" y="47568"/>
                  <a:pt x="1376813" y="47235"/>
                  <a:pt x="1377195" y="47024"/>
                </a:cubicBezTo>
                <a:cubicBezTo>
                  <a:pt x="1377577" y="46813"/>
                  <a:pt x="1378012" y="46708"/>
                  <a:pt x="1378498" y="46708"/>
                </a:cubicBezTo>
                <a:lnTo>
                  <a:pt x="1392573" y="46708"/>
                </a:lnTo>
                <a:lnTo>
                  <a:pt x="1392573" y="23563"/>
                </a:lnTo>
                <a:cubicBezTo>
                  <a:pt x="1392573" y="23146"/>
                  <a:pt x="1392660" y="22763"/>
                  <a:pt x="1392834" y="22416"/>
                </a:cubicBezTo>
                <a:cubicBezTo>
                  <a:pt x="1393008" y="22068"/>
                  <a:pt x="1393338" y="21773"/>
                  <a:pt x="1393824" y="21530"/>
                </a:cubicBezTo>
                <a:cubicBezTo>
                  <a:pt x="1394311" y="21286"/>
                  <a:pt x="1394954" y="21112"/>
                  <a:pt x="1395753" y="21008"/>
                </a:cubicBezTo>
                <a:cubicBezTo>
                  <a:pt x="1396552" y="20904"/>
                  <a:pt x="1397543" y="20852"/>
                  <a:pt x="1398724" y="20852"/>
                </a:cubicBezTo>
                <a:cubicBezTo>
                  <a:pt x="1399976" y="20852"/>
                  <a:pt x="1401001" y="20904"/>
                  <a:pt x="1401800" y="21008"/>
                </a:cubicBezTo>
                <a:cubicBezTo>
                  <a:pt x="1402599" y="21112"/>
                  <a:pt x="1403225" y="21286"/>
                  <a:pt x="1403677" y="21530"/>
                </a:cubicBezTo>
                <a:cubicBezTo>
                  <a:pt x="1404129" y="21773"/>
                  <a:pt x="1404459" y="22068"/>
                  <a:pt x="1404667" y="22416"/>
                </a:cubicBezTo>
                <a:cubicBezTo>
                  <a:pt x="1404876" y="22763"/>
                  <a:pt x="1404980" y="23146"/>
                  <a:pt x="1404980" y="23563"/>
                </a:cubicBezTo>
                <a:lnTo>
                  <a:pt x="1404980" y="46708"/>
                </a:lnTo>
                <a:lnTo>
                  <a:pt x="1431045" y="46708"/>
                </a:lnTo>
                <a:cubicBezTo>
                  <a:pt x="1431531" y="46708"/>
                  <a:pt x="1431966" y="46813"/>
                  <a:pt x="1432348" y="47024"/>
                </a:cubicBezTo>
                <a:cubicBezTo>
                  <a:pt x="1432730" y="47235"/>
                  <a:pt x="1433060" y="47568"/>
                  <a:pt x="1433338" y="48024"/>
                </a:cubicBezTo>
                <a:cubicBezTo>
                  <a:pt x="1433617" y="48480"/>
                  <a:pt x="1433825" y="49042"/>
                  <a:pt x="1433964" y="49709"/>
                </a:cubicBezTo>
                <a:cubicBezTo>
                  <a:pt x="1434103" y="50376"/>
                  <a:pt x="1434173" y="51165"/>
                  <a:pt x="1434173" y="52077"/>
                </a:cubicBezTo>
                <a:cubicBezTo>
                  <a:pt x="1434173" y="53832"/>
                  <a:pt x="1433877" y="55149"/>
                  <a:pt x="1433286" y="56026"/>
                </a:cubicBezTo>
                <a:cubicBezTo>
                  <a:pt x="1432696" y="56904"/>
                  <a:pt x="1431948" y="57343"/>
                  <a:pt x="1431045" y="57343"/>
                </a:cubicBezTo>
                <a:lnTo>
                  <a:pt x="1404980" y="57343"/>
                </a:lnTo>
                <a:lnTo>
                  <a:pt x="1404980" y="114372"/>
                </a:lnTo>
                <a:cubicBezTo>
                  <a:pt x="1404980" y="121531"/>
                  <a:pt x="1406005" y="126988"/>
                  <a:pt x="1408056" y="130741"/>
                </a:cubicBezTo>
                <a:cubicBezTo>
                  <a:pt x="1410106" y="134494"/>
                  <a:pt x="1413842" y="136371"/>
                  <a:pt x="1419264" y="136371"/>
                </a:cubicBezTo>
                <a:cubicBezTo>
                  <a:pt x="1420932" y="136371"/>
                  <a:pt x="1422443" y="136197"/>
                  <a:pt x="1423799" y="135850"/>
                </a:cubicBezTo>
                <a:cubicBezTo>
                  <a:pt x="1425154" y="135502"/>
                  <a:pt x="1426353" y="135120"/>
                  <a:pt x="1427396" y="134703"/>
                </a:cubicBezTo>
                <a:cubicBezTo>
                  <a:pt x="1428438" y="134286"/>
                  <a:pt x="1429325" y="133903"/>
                  <a:pt x="1430054" y="133556"/>
                </a:cubicBezTo>
                <a:cubicBezTo>
                  <a:pt x="1430784" y="133208"/>
                  <a:pt x="1431427" y="133035"/>
                  <a:pt x="1431983" y="133035"/>
                </a:cubicBezTo>
                <a:cubicBezTo>
                  <a:pt x="1432331" y="133035"/>
                  <a:pt x="1432643" y="133104"/>
                  <a:pt x="1432921" y="133243"/>
                </a:cubicBezTo>
                <a:cubicBezTo>
                  <a:pt x="1433199" y="133382"/>
                  <a:pt x="1433425" y="133643"/>
                  <a:pt x="1433599" y="134025"/>
                </a:cubicBezTo>
                <a:cubicBezTo>
                  <a:pt x="1433773" y="134407"/>
                  <a:pt x="1433912" y="134894"/>
                  <a:pt x="1434016" y="135485"/>
                </a:cubicBezTo>
                <a:cubicBezTo>
                  <a:pt x="1434120" y="136076"/>
                  <a:pt x="1434173" y="136823"/>
                  <a:pt x="1434173" y="137726"/>
                </a:cubicBezTo>
                <a:close/>
                <a:moveTo>
                  <a:pt x="1540726" y="95136"/>
                </a:moveTo>
                <a:cubicBezTo>
                  <a:pt x="1540726" y="102650"/>
                  <a:pt x="1539753" y="109572"/>
                  <a:pt x="1537807" y="115904"/>
                </a:cubicBezTo>
                <a:cubicBezTo>
                  <a:pt x="1535861" y="122235"/>
                  <a:pt x="1532959" y="127733"/>
                  <a:pt x="1529101" y="132396"/>
                </a:cubicBezTo>
                <a:cubicBezTo>
                  <a:pt x="1525244" y="137057"/>
                  <a:pt x="1520430" y="140692"/>
                  <a:pt x="1514661" y="143301"/>
                </a:cubicBezTo>
                <a:cubicBezTo>
                  <a:pt x="1508892" y="145910"/>
                  <a:pt x="1502185" y="147214"/>
                  <a:pt x="1494539" y="147214"/>
                </a:cubicBezTo>
                <a:cubicBezTo>
                  <a:pt x="1487172" y="147214"/>
                  <a:pt x="1480725" y="146049"/>
                  <a:pt x="1475199" y="143718"/>
                </a:cubicBezTo>
                <a:cubicBezTo>
                  <a:pt x="1469673" y="141387"/>
                  <a:pt x="1465051" y="138048"/>
                  <a:pt x="1461333" y="133699"/>
                </a:cubicBezTo>
                <a:cubicBezTo>
                  <a:pt x="1457614" y="129351"/>
                  <a:pt x="1454834" y="124080"/>
                  <a:pt x="1452992" y="117888"/>
                </a:cubicBezTo>
                <a:cubicBezTo>
                  <a:pt x="1451150" y="111695"/>
                  <a:pt x="1450229" y="104702"/>
                  <a:pt x="1450229" y="96909"/>
                </a:cubicBezTo>
                <a:cubicBezTo>
                  <a:pt x="1450229" y="89396"/>
                  <a:pt x="1451185" y="82473"/>
                  <a:pt x="1453096" y="76142"/>
                </a:cubicBezTo>
                <a:cubicBezTo>
                  <a:pt x="1455008" y="69810"/>
                  <a:pt x="1457892" y="64331"/>
                  <a:pt x="1461750" y="59705"/>
                </a:cubicBezTo>
                <a:cubicBezTo>
                  <a:pt x="1465607" y="55076"/>
                  <a:pt x="1470421" y="51475"/>
                  <a:pt x="1476190" y="48901"/>
                </a:cubicBezTo>
                <a:cubicBezTo>
                  <a:pt x="1481959" y="46327"/>
                  <a:pt x="1488701" y="45040"/>
                  <a:pt x="1496416" y="45040"/>
                </a:cubicBezTo>
                <a:cubicBezTo>
                  <a:pt x="1503784" y="45040"/>
                  <a:pt x="1510230" y="46188"/>
                  <a:pt x="1515756" y="48484"/>
                </a:cubicBezTo>
                <a:cubicBezTo>
                  <a:pt x="1521282" y="50780"/>
                  <a:pt x="1525886" y="54102"/>
                  <a:pt x="1529570" y="58450"/>
                </a:cubicBezTo>
                <a:cubicBezTo>
                  <a:pt x="1533254" y="62799"/>
                  <a:pt x="1536034" y="68069"/>
                  <a:pt x="1537911" y="74262"/>
                </a:cubicBezTo>
                <a:cubicBezTo>
                  <a:pt x="1539788" y="80454"/>
                  <a:pt x="1540726" y="87413"/>
                  <a:pt x="1540726" y="95136"/>
                </a:cubicBezTo>
                <a:moveTo>
                  <a:pt x="1527589" y="96283"/>
                </a:moveTo>
                <a:cubicBezTo>
                  <a:pt x="1527589" y="90925"/>
                  <a:pt x="1527068" y="85810"/>
                  <a:pt x="1526025" y="80938"/>
                </a:cubicBezTo>
                <a:cubicBezTo>
                  <a:pt x="1524983" y="76066"/>
                  <a:pt x="1523245" y="71768"/>
                  <a:pt x="1520813" y="68045"/>
                </a:cubicBezTo>
                <a:cubicBezTo>
                  <a:pt x="1518380" y="64322"/>
                  <a:pt x="1515113" y="61365"/>
                  <a:pt x="1511012" y="59174"/>
                </a:cubicBezTo>
                <a:cubicBezTo>
                  <a:pt x="1506911" y="56980"/>
                  <a:pt x="1501803" y="55883"/>
                  <a:pt x="1495686" y="55883"/>
                </a:cubicBezTo>
                <a:cubicBezTo>
                  <a:pt x="1490056" y="55883"/>
                  <a:pt x="1485191" y="56892"/>
                  <a:pt x="1481090" y="58910"/>
                </a:cubicBezTo>
                <a:cubicBezTo>
                  <a:pt x="1476989" y="60928"/>
                  <a:pt x="1473635" y="63729"/>
                  <a:pt x="1471029" y="67316"/>
                </a:cubicBezTo>
                <a:cubicBezTo>
                  <a:pt x="1468422" y="70899"/>
                  <a:pt x="1466494" y="75127"/>
                  <a:pt x="1465242" y="79999"/>
                </a:cubicBezTo>
                <a:cubicBezTo>
                  <a:pt x="1463991" y="84871"/>
                  <a:pt x="1463366" y="90125"/>
                  <a:pt x="1463366" y="95762"/>
                </a:cubicBezTo>
                <a:cubicBezTo>
                  <a:pt x="1463366" y="101190"/>
                  <a:pt x="1463887" y="106357"/>
                  <a:pt x="1464930" y="111264"/>
                </a:cubicBezTo>
                <a:cubicBezTo>
                  <a:pt x="1465972" y="116171"/>
                  <a:pt x="1467710" y="120468"/>
                  <a:pt x="1470143" y="124156"/>
                </a:cubicBezTo>
                <a:cubicBezTo>
                  <a:pt x="1472575" y="127844"/>
                  <a:pt x="1475842" y="130768"/>
                  <a:pt x="1479943" y="132927"/>
                </a:cubicBezTo>
                <a:cubicBezTo>
                  <a:pt x="1484044" y="135084"/>
                  <a:pt x="1489152" y="136162"/>
                  <a:pt x="1495269" y="136162"/>
                </a:cubicBezTo>
                <a:cubicBezTo>
                  <a:pt x="1500899" y="136162"/>
                  <a:pt x="1505764" y="135153"/>
                  <a:pt x="1509865" y="133136"/>
                </a:cubicBezTo>
                <a:cubicBezTo>
                  <a:pt x="1513966" y="131118"/>
                  <a:pt x="1517320" y="128334"/>
                  <a:pt x="1519926" y="124785"/>
                </a:cubicBezTo>
                <a:cubicBezTo>
                  <a:pt x="1522533" y="121234"/>
                  <a:pt x="1524462" y="117023"/>
                  <a:pt x="1525713" y="112153"/>
                </a:cubicBezTo>
                <a:cubicBezTo>
                  <a:pt x="1526964" y="107282"/>
                  <a:pt x="1527589" y="101991"/>
                  <a:pt x="1527589" y="96283"/>
                </a:cubicBezTo>
                <a:close/>
                <a:moveTo>
                  <a:pt x="1620114" y="53772"/>
                </a:moveTo>
                <a:cubicBezTo>
                  <a:pt x="1620114" y="54823"/>
                  <a:pt x="1620079" y="55716"/>
                  <a:pt x="1620010" y="56450"/>
                </a:cubicBezTo>
                <a:cubicBezTo>
                  <a:pt x="1619940" y="57184"/>
                  <a:pt x="1619818" y="57777"/>
                  <a:pt x="1619645" y="58229"/>
                </a:cubicBezTo>
                <a:cubicBezTo>
                  <a:pt x="1619471" y="58681"/>
                  <a:pt x="1619262" y="59028"/>
                  <a:pt x="1619019" y="59271"/>
                </a:cubicBezTo>
                <a:cubicBezTo>
                  <a:pt x="1618776" y="59515"/>
                  <a:pt x="1618446" y="59636"/>
                  <a:pt x="1618029" y="59636"/>
                </a:cubicBezTo>
                <a:cubicBezTo>
                  <a:pt x="1617403" y="59636"/>
                  <a:pt x="1616673" y="59480"/>
                  <a:pt x="1615839" y="59167"/>
                </a:cubicBezTo>
                <a:cubicBezTo>
                  <a:pt x="1615005" y="58854"/>
                  <a:pt x="1614032" y="58524"/>
                  <a:pt x="1612920" y="58177"/>
                </a:cubicBezTo>
                <a:cubicBezTo>
                  <a:pt x="1611808" y="57829"/>
                  <a:pt x="1610591" y="57499"/>
                  <a:pt x="1609271" y="57186"/>
                </a:cubicBezTo>
                <a:cubicBezTo>
                  <a:pt x="1607950" y="56873"/>
                  <a:pt x="1606491" y="56717"/>
                  <a:pt x="1604892" y="56717"/>
                </a:cubicBezTo>
                <a:cubicBezTo>
                  <a:pt x="1603015" y="56717"/>
                  <a:pt x="1601173" y="57113"/>
                  <a:pt x="1599366" y="57906"/>
                </a:cubicBezTo>
                <a:cubicBezTo>
                  <a:pt x="1597559" y="58699"/>
                  <a:pt x="1595665" y="59975"/>
                  <a:pt x="1593684" y="61734"/>
                </a:cubicBezTo>
                <a:cubicBezTo>
                  <a:pt x="1591703" y="63494"/>
                  <a:pt x="1589618" y="65822"/>
                  <a:pt x="1587429" y="68720"/>
                </a:cubicBezTo>
                <a:cubicBezTo>
                  <a:pt x="1585239" y="71617"/>
                  <a:pt x="1582824" y="75170"/>
                  <a:pt x="1580183" y="79377"/>
                </a:cubicBezTo>
                <a:lnTo>
                  <a:pt x="1580183" y="143249"/>
                </a:lnTo>
                <a:cubicBezTo>
                  <a:pt x="1580183" y="143666"/>
                  <a:pt x="1580078" y="144049"/>
                  <a:pt x="1579870" y="144399"/>
                </a:cubicBezTo>
                <a:cubicBezTo>
                  <a:pt x="1579661" y="144746"/>
                  <a:pt x="1579331" y="145024"/>
                  <a:pt x="1578879" y="145233"/>
                </a:cubicBezTo>
                <a:cubicBezTo>
                  <a:pt x="1578427" y="145441"/>
                  <a:pt x="1577802" y="145615"/>
                  <a:pt x="1577003" y="145754"/>
                </a:cubicBezTo>
                <a:cubicBezTo>
                  <a:pt x="1576203" y="145893"/>
                  <a:pt x="1575178" y="145963"/>
                  <a:pt x="1573927" y="145963"/>
                </a:cubicBezTo>
                <a:cubicBezTo>
                  <a:pt x="1572745" y="145963"/>
                  <a:pt x="1571755" y="145893"/>
                  <a:pt x="1570956" y="145754"/>
                </a:cubicBezTo>
                <a:cubicBezTo>
                  <a:pt x="1570156" y="145615"/>
                  <a:pt x="1569513" y="145441"/>
                  <a:pt x="1569027" y="145233"/>
                </a:cubicBezTo>
                <a:cubicBezTo>
                  <a:pt x="1568540" y="145024"/>
                  <a:pt x="1568210" y="144746"/>
                  <a:pt x="1568036" y="144399"/>
                </a:cubicBezTo>
                <a:cubicBezTo>
                  <a:pt x="1567863" y="144049"/>
                  <a:pt x="1567776" y="143666"/>
                  <a:pt x="1567776" y="143249"/>
                </a:cubicBezTo>
                <a:lnTo>
                  <a:pt x="1567776" y="48797"/>
                </a:lnTo>
                <a:cubicBezTo>
                  <a:pt x="1567776" y="48379"/>
                  <a:pt x="1567863" y="47997"/>
                  <a:pt x="1568036" y="47650"/>
                </a:cubicBezTo>
                <a:cubicBezTo>
                  <a:pt x="1568210" y="47300"/>
                  <a:pt x="1568540" y="47003"/>
                  <a:pt x="1569027" y="46760"/>
                </a:cubicBezTo>
                <a:cubicBezTo>
                  <a:pt x="1569513" y="46517"/>
                  <a:pt x="1570122" y="46343"/>
                  <a:pt x="1570851" y="46239"/>
                </a:cubicBezTo>
                <a:cubicBezTo>
                  <a:pt x="1571581" y="46135"/>
                  <a:pt x="1572537" y="46083"/>
                  <a:pt x="1573718" y="46083"/>
                </a:cubicBezTo>
                <a:cubicBezTo>
                  <a:pt x="1574900" y="46083"/>
                  <a:pt x="1575873" y="46135"/>
                  <a:pt x="1576638" y="46239"/>
                </a:cubicBezTo>
                <a:cubicBezTo>
                  <a:pt x="1577402" y="46343"/>
                  <a:pt x="1577993" y="46517"/>
                  <a:pt x="1578410" y="46760"/>
                </a:cubicBezTo>
                <a:cubicBezTo>
                  <a:pt x="1578827" y="47003"/>
                  <a:pt x="1579123" y="47300"/>
                  <a:pt x="1579296" y="47650"/>
                </a:cubicBezTo>
                <a:cubicBezTo>
                  <a:pt x="1579470" y="47997"/>
                  <a:pt x="1579557" y="48379"/>
                  <a:pt x="1579557" y="48797"/>
                </a:cubicBezTo>
                <a:lnTo>
                  <a:pt x="1579557" y="63722"/>
                </a:lnTo>
                <a:cubicBezTo>
                  <a:pt x="1582268" y="59777"/>
                  <a:pt x="1584770" y="56594"/>
                  <a:pt x="1587064" y="54172"/>
                </a:cubicBezTo>
                <a:cubicBezTo>
                  <a:pt x="1589357" y="51751"/>
                  <a:pt x="1591547" y="49865"/>
                  <a:pt x="1593632" y="48516"/>
                </a:cubicBezTo>
                <a:cubicBezTo>
                  <a:pt x="1595717" y="47167"/>
                  <a:pt x="1597750" y="46251"/>
                  <a:pt x="1599731" y="45766"/>
                </a:cubicBezTo>
                <a:cubicBezTo>
                  <a:pt x="1601712" y="45282"/>
                  <a:pt x="1603745" y="45040"/>
                  <a:pt x="1605830" y="45040"/>
                </a:cubicBezTo>
                <a:cubicBezTo>
                  <a:pt x="1606734" y="45040"/>
                  <a:pt x="1607776" y="45093"/>
                  <a:pt x="1608958" y="45200"/>
                </a:cubicBezTo>
                <a:cubicBezTo>
                  <a:pt x="1610140" y="45304"/>
                  <a:pt x="1611408" y="45496"/>
                  <a:pt x="1612763" y="45776"/>
                </a:cubicBezTo>
                <a:cubicBezTo>
                  <a:pt x="1614119" y="46056"/>
                  <a:pt x="1615335" y="46390"/>
                  <a:pt x="1616413" y="46777"/>
                </a:cubicBezTo>
                <a:cubicBezTo>
                  <a:pt x="1617490" y="47161"/>
                  <a:pt x="1618237" y="47512"/>
                  <a:pt x="1618654" y="47829"/>
                </a:cubicBezTo>
                <a:cubicBezTo>
                  <a:pt x="1619071" y="48144"/>
                  <a:pt x="1619349" y="48424"/>
                  <a:pt x="1619488" y="48669"/>
                </a:cubicBezTo>
                <a:cubicBezTo>
                  <a:pt x="1619627" y="48915"/>
                  <a:pt x="1619749" y="49231"/>
                  <a:pt x="1619853" y="49618"/>
                </a:cubicBezTo>
                <a:cubicBezTo>
                  <a:pt x="1619957" y="50002"/>
                  <a:pt x="1620027" y="50528"/>
                  <a:pt x="1620062" y="51194"/>
                </a:cubicBezTo>
                <a:cubicBezTo>
                  <a:pt x="1620096" y="51861"/>
                  <a:pt x="1620114" y="52720"/>
                  <a:pt x="1620114" y="53772"/>
                </a:cubicBezTo>
                <a:close/>
                <a:moveTo>
                  <a:pt x="1759048" y="116040"/>
                </a:moveTo>
                <a:lnTo>
                  <a:pt x="1752688" y="145337"/>
                </a:lnTo>
                <a:lnTo>
                  <a:pt x="1677204" y="145337"/>
                </a:lnTo>
                <a:lnTo>
                  <a:pt x="1675223" y="140229"/>
                </a:lnTo>
                <a:lnTo>
                  <a:pt x="1732253" y="74545"/>
                </a:lnTo>
                <a:cubicBezTo>
                  <a:pt x="1740316" y="65301"/>
                  <a:pt x="1746224" y="58733"/>
                  <a:pt x="1749977" y="54840"/>
                </a:cubicBezTo>
                <a:lnTo>
                  <a:pt x="1749352" y="54110"/>
                </a:lnTo>
                <a:lnTo>
                  <a:pt x="1724955" y="54110"/>
                </a:lnTo>
                <a:cubicBezTo>
                  <a:pt x="1721341" y="54110"/>
                  <a:pt x="1718699" y="54354"/>
                  <a:pt x="1717031" y="54840"/>
                </a:cubicBezTo>
                <a:cubicBezTo>
                  <a:pt x="1715363" y="55327"/>
                  <a:pt x="1713695" y="56178"/>
                  <a:pt x="1712027" y="57395"/>
                </a:cubicBezTo>
                <a:cubicBezTo>
                  <a:pt x="1710359" y="58611"/>
                  <a:pt x="1708569" y="60418"/>
                  <a:pt x="1706657" y="62816"/>
                </a:cubicBezTo>
                <a:cubicBezTo>
                  <a:pt x="1704746" y="65214"/>
                  <a:pt x="1702609" y="68637"/>
                  <a:pt x="1700246" y="73086"/>
                </a:cubicBezTo>
                <a:lnTo>
                  <a:pt x="1690966" y="73086"/>
                </a:lnTo>
                <a:lnTo>
                  <a:pt x="1697118" y="45665"/>
                </a:lnTo>
                <a:lnTo>
                  <a:pt x="1771246" y="45665"/>
                </a:lnTo>
                <a:lnTo>
                  <a:pt x="1773227" y="50878"/>
                </a:lnTo>
                <a:lnTo>
                  <a:pt x="1723495" y="108012"/>
                </a:lnTo>
                <a:cubicBezTo>
                  <a:pt x="1713834" y="119064"/>
                  <a:pt x="1705458" y="128447"/>
                  <a:pt x="1698369" y="136162"/>
                </a:cubicBezTo>
                <a:lnTo>
                  <a:pt x="1698994" y="136892"/>
                </a:lnTo>
                <a:lnTo>
                  <a:pt x="1722557" y="136892"/>
                </a:lnTo>
                <a:cubicBezTo>
                  <a:pt x="1726727" y="136892"/>
                  <a:pt x="1729925" y="136666"/>
                  <a:pt x="1732149" y="136215"/>
                </a:cubicBezTo>
                <a:cubicBezTo>
                  <a:pt x="1734373" y="135763"/>
                  <a:pt x="1736319" y="134911"/>
                  <a:pt x="1737987" y="133660"/>
                </a:cubicBezTo>
                <a:cubicBezTo>
                  <a:pt x="1739655" y="132409"/>
                  <a:pt x="1741376" y="130515"/>
                  <a:pt x="1743148" y="127978"/>
                </a:cubicBezTo>
                <a:cubicBezTo>
                  <a:pt x="1744921" y="125441"/>
                  <a:pt x="1747127" y="121462"/>
                  <a:pt x="1749769" y="116040"/>
                </a:cubicBezTo>
                <a:lnTo>
                  <a:pt x="1759048" y="116040"/>
                </a:lnTo>
                <a:close/>
                <a:moveTo>
                  <a:pt x="1889755" y="137726"/>
                </a:moveTo>
                <a:cubicBezTo>
                  <a:pt x="1889755" y="139186"/>
                  <a:pt x="1889633" y="140368"/>
                  <a:pt x="1889390" y="141271"/>
                </a:cubicBezTo>
                <a:cubicBezTo>
                  <a:pt x="1889147" y="142175"/>
                  <a:pt x="1888764" y="142887"/>
                  <a:pt x="1888243" y="143408"/>
                </a:cubicBezTo>
                <a:cubicBezTo>
                  <a:pt x="1887722" y="143930"/>
                  <a:pt x="1886957" y="144416"/>
                  <a:pt x="1885949" y="144868"/>
                </a:cubicBezTo>
                <a:cubicBezTo>
                  <a:pt x="1884942" y="145320"/>
                  <a:pt x="1883777" y="145702"/>
                  <a:pt x="1882457" y="146015"/>
                </a:cubicBezTo>
                <a:cubicBezTo>
                  <a:pt x="1881136" y="146328"/>
                  <a:pt x="1879746" y="146571"/>
                  <a:pt x="1878286" y="146745"/>
                </a:cubicBezTo>
                <a:cubicBezTo>
                  <a:pt x="1876827" y="146918"/>
                  <a:pt x="1875402" y="147005"/>
                  <a:pt x="1874012" y="147005"/>
                </a:cubicBezTo>
                <a:cubicBezTo>
                  <a:pt x="1869355" y="147005"/>
                  <a:pt x="1865393" y="146380"/>
                  <a:pt x="1862126" y="145129"/>
                </a:cubicBezTo>
                <a:cubicBezTo>
                  <a:pt x="1858859" y="143878"/>
                  <a:pt x="1856184" y="141984"/>
                  <a:pt x="1854098" y="139447"/>
                </a:cubicBezTo>
                <a:cubicBezTo>
                  <a:pt x="1852013" y="136910"/>
                  <a:pt x="1850501" y="133695"/>
                  <a:pt x="1849563" y="129803"/>
                </a:cubicBezTo>
                <a:cubicBezTo>
                  <a:pt x="1848625" y="125910"/>
                  <a:pt x="1848156" y="121323"/>
                  <a:pt x="1848156" y="116040"/>
                </a:cubicBezTo>
                <a:lnTo>
                  <a:pt x="1848156" y="57343"/>
                </a:lnTo>
                <a:lnTo>
                  <a:pt x="1834081" y="57343"/>
                </a:lnTo>
                <a:cubicBezTo>
                  <a:pt x="1833107" y="57343"/>
                  <a:pt x="1832343" y="56904"/>
                  <a:pt x="1831787" y="56026"/>
                </a:cubicBezTo>
                <a:cubicBezTo>
                  <a:pt x="1831231" y="55149"/>
                  <a:pt x="1830953" y="53832"/>
                  <a:pt x="1830953" y="52077"/>
                </a:cubicBezTo>
                <a:cubicBezTo>
                  <a:pt x="1830953" y="51165"/>
                  <a:pt x="1831022" y="50376"/>
                  <a:pt x="1831161" y="49709"/>
                </a:cubicBezTo>
                <a:cubicBezTo>
                  <a:pt x="1831300" y="49042"/>
                  <a:pt x="1831509" y="48480"/>
                  <a:pt x="1831787" y="48024"/>
                </a:cubicBezTo>
                <a:cubicBezTo>
                  <a:pt x="1832065" y="47568"/>
                  <a:pt x="1832395" y="47235"/>
                  <a:pt x="1832777" y="47024"/>
                </a:cubicBezTo>
                <a:cubicBezTo>
                  <a:pt x="1833160" y="46813"/>
                  <a:pt x="1833594" y="46708"/>
                  <a:pt x="1834081" y="46708"/>
                </a:cubicBezTo>
                <a:lnTo>
                  <a:pt x="1848156" y="46708"/>
                </a:lnTo>
                <a:lnTo>
                  <a:pt x="1848156" y="23563"/>
                </a:lnTo>
                <a:cubicBezTo>
                  <a:pt x="1848156" y="23146"/>
                  <a:pt x="1848242" y="22763"/>
                  <a:pt x="1848416" y="22416"/>
                </a:cubicBezTo>
                <a:cubicBezTo>
                  <a:pt x="1848590" y="22068"/>
                  <a:pt x="1848920" y="21773"/>
                  <a:pt x="1849407" y="21530"/>
                </a:cubicBezTo>
                <a:cubicBezTo>
                  <a:pt x="1849893" y="21286"/>
                  <a:pt x="1850536" y="21112"/>
                  <a:pt x="1851335" y="21008"/>
                </a:cubicBezTo>
                <a:cubicBezTo>
                  <a:pt x="1852135" y="20904"/>
                  <a:pt x="1853125" y="20852"/>
                  <a:pt x="1854307" y="20852"/>
                </a:cubicBezTo>
                <a:cubicBezTo>
                  <a:pt x="1855558" y="20852"/>
                  <a:pt x="1856583" y="20904"/>
                  <a:pt x="1857382" y="21008"/>
                </a:cubicBezTo>
                <a:cubicBezTo>
                  <a:pt x="1858182" y="21112"/>
                  <a:pt x="1858807" y="21286"/>
                  <a:pt x="1859259" y="21530"/>
                </a:cubicBezTo>
                <a:cubicBezTo>
                  <a:pt x="1859711" y="21773"/>
                  <a:pt x="1860041" y="22068"/>
                  <a:pt x="1860250" y="22416"/>
                </a:cubicBezTo>
                <a:cubicBezTo>
                  <a:pt x="1860458" y="22763"/>
                  <a:pt x="1860562" y="23146"/>
                  <a:pt x="1860562" y="23563"/>
                </a:cubicBezTo>
                <a:lnTo>
                  <a:pt x="1860562" y="46708"/>
                </a:lnTo>
                <a:lnTo>
                  <a:pt x="1886627" y="46708"/>
                </a:lnTo>
                <a:cubicBezTo>
                  <a:pt x="1887114" y="46708"/>
                  <a:pt x="1887548" y="46813"/>
                  <a:pt x="1887930" y="47024"/>
                </a:cubicBezTo>
                <a:cubicBezTo>
                  <a:pt x="1888313" y="47235"/>
                  <a:pt x="1888643" y="47568"/>
                  <a:pt x="1888921" y="48024"/>
                </a:cubicBezTo>
                <a:cubicBezTo>
                  <a:pt x="1889199" y="48480"/>
                  <a:pt x="1889407" y="49042"/>
                  <a:pt x="1889546" y="49709"/>
                </a:cubicBezTo>
                <a:cubicBezTo>
                  <a:pt x="1889685" y="50376"/>
                  <a:pt x="1889755" y="51165"/>
                  <a:pt x="1889755" y="52077"/>
                </a:cubicBezTo>
                <a:cubicBezTo>
                  <a:pt x="1889755" y="53832"/>
                  <a:pt x="1889460" y="55149"/>
                  <a:pt x="1888869" y="56026"/>
                </a:cubicBezTo>
                <a:cubicBezTo>
                  <a:pt x="1888278" y="56904"/>
                  <a:pt x="1887531" y="57343"/>
                  <a:pt x="1886627" y="57343"/>
                </a:cubicBezTo>
                <a:lnTo>
                  <a:pt x="1860562" y="57343"/>
                </a:lnTo>
                <a:lnTo>
                  <a:pt x="1860562" y="114372"/>
                </a:lnTo>
                <a:cubicBezTo>
                  <a:pt x="1860562" y="121531"/>
                  <a:pt x="1861588" y="126988"/>
                  <a:pt x="1863638" y="130741"/>
                </a:cubicBezTo>
                <a:cubicBezTo>
                  <a:pt x="1865688" y="134494"/>
                  <a:pt x="1869424" y="136371"/>
                  <a:pt x="1874846" y="136371"/>
                </a:cubicBezTo>
                <a:cubicBezTo>
                  <a:pt x="1876514" y="136371"/>
                  <a:pt x="1878026" y="136197"/>
                  <a:pt x="1879381" y="135850"/>
                </a:cubicBezTo>
                <a:cubicBezTo>
                  <a:pt x="1880737" y="135502"/>
                  <a:pt x="1881936" y="135120"/>
                  <a:pt x="1882978" y="134703"/>
                </a:cubicBezTo>
                <a:cubicBezTo>
                  <a:pt x="1884021" y="134286"/>
                  <a:pt x="1884907" y="133903"/>
                  <a:pt x="1885637" y="133556"/>
                </a:cubicBezTo>
                <a:cubicBezTo>
                  <a:pt x="1886367" y="133208"/>
                  <a:pt x="1887009" y="133035"/>
                  <a:pt x="1887565" y="133035"/>
                </a:cubicBezTo>
                <a:cubicBezTo>
                  <a:pt x="1887913" y="133035"/>
                  <a:pt x="1888226" y="133104"/>
                  <a:pt x="1888504" y="133243"/>
                </a:cubicBezTo>
                <a:cubicBezTo>
                  <a:pt x="1888782" y="133382"/>
                  <a:pt x="1889008" y="133643"/>
                  <a:pt x="1889182" y="134025"/>
                </a:cubicBezTo>
                <a:cubicBezTo>
                  <a:pt x="1889355" y="134407"/>
                  <a:pt x="1889494" y="134894"/>
                  <a:pt x="1889599" y="135485"/>
                </a:cubicBezTo>
                <a:cubicBezTo>
                  <a:pt x="1889703" y="136076"/>
                  <a:pt x="1889755" y="136823"/>
                  <a:pt x="1889755" y="137726"/>
                </a:cubicBezTo>
                <a:close/>
                <a:moveTo>
                  <a:pt x="1996287" y="95136"/>
                </a:moveTo>
                <a:cubicBezTo>
                  <a:pt x="1996287" y="102650"/>
                  <a:pt x="1995314" y="109572"/>
                  <a:pt x="1993367" y="115904"/>
                </a:cubicBezTo>
                <a:cubicBezTo>
                  <a:pt x="1991421" y="122235"/>
                  <a:pt x="1988519" y="127733"/>
                  <a:pt x="1984662" y="132396"/>
                </a:cubicBezTo>
                <a:cubicBezTo>
                  <a:pt x="1980804" y="137057"/>
                  <a:pt x="1975991" y="140692"/>
                  <a:pt x="1970222" y="143301"/>
                </a:cubicBezTo>
                <a:cubicBezTo>
                  <a:pt x="1964453" y="145910"/>
                  <a:pt x="1957746" y="147214"/>
                  <a:pt x="1950100" y="147214"/>
                </a:cubicBezTo>
                <a:cubicBezTo>
                  <a:pt x="1942732" y="147214"/>
                  <a:pt x="1936286" y="146049"/>
                  <a:pt x="1930760" y="143718"/>
                </a:cubicBezTo>
                <a:cubicBezTo>
                  <a:pt x="1925234" y="141387"/>
                  <a:pt x="1920612" y="138048"/>
                  <a:pt x="1916893" y="133699"/>
                </a:cubicBezTo>
                <a:cubicBezTo>
                  <a:pt x="1913175" y="129351"/>
                  <a:pt x="1910395" y="124080"/>
                  <a:pt x="1908553" y="117888"/>
                </a:cubicBezTo>
                <a:cubicBezTo>
                  <a:pt x="1906711" y="111695"/>
                  <a:pt x="1905790" y="104702"/>
                  <a:pt x="1905790" y="96909"/>
                </a:cubicBezTo>
                <a:cubicBezTo>
                  <a:pt x="1905790" y="89396"/>
                  <a:pt x="1906745" y="82473"/>
                  <a:pt x="1908657" y="76142"/>
                </a:cubicBezTo>
                <a:cubicBezTo>
                  <a:pt x="1910568" y="69810"/>
                  <a:pt x="1913453" y="64331"/>
                  <a:pt x="1917310" y="59705"/>
                </a:cubicBezTo>
                <a:cubicBezTo>
                  <a:pt x="1921168" y="55076"/>
                  <a:pt x="1925981" y="51475"/>
                  <a:pt x="1931750" y="48901"/>
                </a:cubicBezTo>
                <a:cubicBezTo>
                  <a:pt x="1937519" y="46327"/>
                  <a:pt x="1944261" y="45040"/>
                  <a:pt x="1951977" y="45040"/>
                </a:cubicBezTo>
                <a:cubicBezTo>
                  <a:pt x="1959344" y="45040"/>
                  <a:pt x="1965791" y="46188"/>
                  <a:pt x="1971317" y="48484"/>
                </a:cubicBezTo>
                <a:cubicBezTo>
                  <a:pt x="1976842" y="50780"/>
                  <a:pt x="1981447" y="54102"/>
                  <a:pt x="1985131" y="58450"/>
                </a:cubicBezTo>
                <a:cubicBezTo>
                  <a:pt x="1988815" y="62799"/>
                  <a:pt x="1991595" y="68069"/>
                  <a:pt x="1993472" y="74262"/>
                </a:cubicBezTo>
                <a:cubicBezTo>
                  <a:pt x="1995348" y="80454"/>
                  <a:pt x="1996287" y="87413"/>
                  <a:pt x="1996287" y="95136"/>
                </a:cubicBezTo>
                <a:moveTo>
                  <a:pt x="1983150" y="96283"/>
                </a:moveTo>
                <a:cubicBezTo>
                  <a:pt x="1983150" y="90925"/>
                  <a:pt x="1982629" y="85810"/>
                  <a:pt x="1981586" y="80938"/>
                </a:cubicBezTo>
                <a:cubicBezTo>
                  <a:pt x="1980544" y="76066"/>
                  <a:pt x="1978806" y="71768"/>
                  <a:pt x="1976373" y="68045"/>
                </a:cubicBezTo>
                <a:cubicBezTo>
                  <a:pt x="1973940" y="64322"/>
                  <a:pt x="1970674" y="61365"/>
                  <a:pt x="1966573" y="59174"/>
                </a:cubicBezTo>
                <a:cubicBezTo>
                  <a:pt x="1962472" y="56980"/>
                  <a:pt x="1957363" y="55883"/>
                  <a:pt x="1951247" y="55883"/>
                </a:cubicBezTo>
                <a:cubicBezTo>
                  <a:pt x="1945617" y="55883"/>
                  <a:pt x="1940751" y="56892"/>
                  <a:pt x="1936650" y="58910"/>
                </a:cubicBezTo>
                <a:cubicBezTo>
                  <a:pt x="1932550" y="60928"/>
                  <a:pt x="1929196" y="63729"/>
                  <a:pt x="1926589" y="67316"/>
                </a:cubicBezTo>
                <a:cubicBezTo>
                  <a:pt x="1923983" y="70899"/>
                  <a:pt x="1922054" y="75127"/>
                  <a:pt x="1920803" y="79999"/>
                </a:cubicBezTo>
                <a:cubicBezTo>
                  <a:pt x="1919552" y="84871"/>
                  <a:pt x="1918926" y="90125"/>
                  <a:pt x="1918926" y="95762"/>
                </a:cubicBezTo>
                <a:cubicBezTo>
                  <a:pt x="1918926" y="101190"/>
                  <a:pt x="1919448" y="106357"/>
                  <a:pt x="1920490" y="111264"/>
                </a:cubicBezTo>
                <a:cubicBezTo>
                  <a:pt x="1921533" y="116171"/>
                  <a:pt x="1923271" y="120468"/>
                  <a:pt x="1925703" y="124156"/>
                </a:cubicBezTo>
                <a:cubicBezTo>
                  <a:pt x="1928136" y="127844"/>
                  <a:pt x="1931403" y="130768"/>
                  <a:pt x="1935504" y="132927"/>
                </a:cubicBezTo>
                <a:cubicBezTo>
                  <a:pt x="1939604" y="135084"/>
                  <a:pt x="1944713" y="136162"/>
                  <a:pt x="1950830" y="136162"/>
                </a:cubicBezTo>
                <a:cubicBezTo>
                  <a:pt x="1956460" y="136162"/>
                  <a:pt x="1961325" y="135153"/>
                  <a:pt x="1965426" y="133136"/>
                </a:cubicBezTo>
                <a:cubicBezTo>
                  <a:pt x="1969527" y="131118"/>
                  <a:pt x="1972880" y="128334"/>
                  <a:pt x="1975487" y="124785"/>
                </a:cubicBezTo>
                <a:cubicBezTo>
                  <a:pt x="1978093" y="121234"/>
                  <a:pt x="1980022" y="117023"/>
                  <a:pt x="1981273" y="112153"/>
                </a:cubicBezTo>
                <a:cubicBezTo>
                  <a:pt x="1982524" y="107282"/>
                  <a:pt x="1983150" y="101991"/>
                  <a:pt x="1983150" y="96283"/>
                </a:cubicBezTo>
                <a:close/>
                <a:moveTo>
                  <a:pt x="2137181" y="143252"/>
                </a:moveTo>
                <a:cubicBezTo>
                  <a:pt x="2137181" y="143947"/>
                  <a:pt x="2136955" y="144486"/>
                  <a:pt x="2136503" y="144868"/>
                </a:cubicBezTo>
                <a:cubicBezTo>
                  <a:pt x="2136051" y="145250"/>
                  <a:pt x="2135461" y="145528"/>
                  <a:pt x="2134731" y="145702"/>
                </a:cubicBezTo>
                <a:cubicBezTo>
                  <a:pt x="2134001" y="145876"/>
                  <a:pt x="2133011" y="145963"/>
                  <a:pt x="2131759" y="145963"/>
                </a:cubicBezTo>
                <a:cubicBezTo>
                  <a:pt x="2130578" y="145963"/>
                  <a:pt x="2129570" y="145876"/>
                  <a:pt x="2128736" y="145702"/>
                </a:cubicBezTo>
                <a:cubicBezTo>
                  <a:pt x="2127902" y="145528"/>
                  <a:pt x="2127259" y="145250"/>
                  <a:pt x="2126807" y="144868"/>
                </a:cubicBezTo>
                <a:cubicBezTo>
                  <a:pt x="2126355" y="144486"/>
                  <a:pt x="2126129" y="143947"/>
                  <a:pt x="2126129" y="143252"/>
                </a:cubicBezTo>
                <a:lnTo>
                  <a:pt x="2126129" y="132722"/>
                </a:lnTo>
                <a:cubicBezTo>
                  <a:pt x="2121890" y="137309"/>
                  <a:pt x="2117215" y="140871"/>
                  <a:pt x="2112107" y="143408"/>
                </a:cubicBezTo>
                <a:cubicBezTo>
                  <a:pt x="2106998" y="145945"/>
                  <a:pt x="2101698" y="147214"/>
                  <a:pt x="2096207" y="147214"/>
                </a:cubicBezTo>
                <a:cubicBezTo>
                  <a:pt x="2091272" y="147214"/>
                  <a:pt x="2086841" y="146571"/>
                  <a:pt x="2082914" y="145285"/>
                </a:cubicBezTo>
                <a:cubicBezTo>
                  <a:pt x="2078987" y="143999"/>
                  <a:pt x="2075668" y="142157"/>
                  <a:pt x="2072957" y="139759"/>
                </a:cubicBezTo>
                <a:cubicBezTo>
                  <a:pt x="2070247" y="137361"/>
                  <a:pt x="2068161" y="134460"/>
                  <a:pt x="2066702" y="131054"/>
                </a:cubicBezTo>
                <a:cubicBezTo>
                  <a:pt x="2065242" y="127648"/>
                  <a:pt x="2064512" y="123825"/>
                  <a:pt x="2064512" y="119585"/>
                </a:cubicBezTo>
                <a:cubicBezTo>
                  <a:pt x="2064512" y="114372"/>
                  <a:pt x="2065590" y="109837"/>
                  <a:pt x="2067744" y="105979"/>
                </a:cubicBezTo>
                <a:cubicBezTo>
                  <a:pt x="2069899" y="102122"/>
                  <a:pt x="2072957" y="98907"/>
                  <a:pt x="2076919" y="96335"/>
                </a:cubicBezTo>
                <a:cubicBezTo>
                  <a:pt x="2080881" y="93764"/>
                  <a:pt x="2085642" y="91835"/>
                  <a:pt x="2091203" y="90549"/>
                </a:cubicBezTo>
                <a:cubicBezTo>
                  <a:pt x="2096763" y="89263"/>
                  <a:pt x="2102949" y="88620"/>
                  <a:pt x="2109761" y="88620"/>
                </a:cubicBezTo>
                <a:lnTo>
                  <a:pt x="2124774" y="88620"/>
                </a:lnTo>
                <a:lnTo>
                  <a:pt x="2124774" y="80462"/>
                </a:lnTo>
                <a:cubicBezTo>
                  <a:pt x="2124774" y="76418"/>
                  <a:pt x="2124357" y="72845"/>
                  <a:pt x="2123523" y="69743"/>
                </a:cubicBezTo>
                <a:cubicBezTo>
                  <a:pt x="2122689" y="66639"/>
                  <a:pt x="2121333" y="64041"/>
                  <a:pt x="2119457" y="61949"/>
                </a:cubicBezTo>
                <a:cubicBezTo>
                  <a:pt x="2117580" y="59858"/>
                  <a:pt x="2115147" y="58290"/>
                  <a:pt x="2112159" y="57245"/>
                </a:cubicBezTo>
                <a:cubicBezTo>
                  <a:pt x="2109170" y="56198"/>
                  <a:pt x="2105521" y="55674"/>
                  <a:pt x="2101211" y="55674"/>
                </a:cubicBezTo>
                <a:cubicBezTo>
                  <a:pt x="2097041" y="55674"/>
                  <a:pt x="2093288" y="56178"/>
                  <a:pt x="2089951" y="57186"/>
                </a:cubicBezTo>
                <a:cubicBezTo>
                  <a:pt x="2086615" y="58194"/>
                  <a:pt x="2083696" y="59323"/>
                  <a:pt x="2081194" y="60575"/>
                </a:cubicBezTo>
                <a:cubicBezTo>
                  <a:pt x="2078692" y="61826"/>
                  <a:pt x="2076624" y="62955"/>
                  <a:pt x="2074990" y="63963"/>
                </a:cubicBezTo>
                <a:cubicBezTo>
                  <a:pt x="2073357" y="64971"/>
                  <a:pt x="2072193" y="65475"/>
                  <a:pt x="2071498" y="65475"/>
                </a:cubicBezTo>
                <a:cubicBezTo>
                  <a:pt x="2071081" y="65475"/>
                  <a:pt x="2070698" y="65405"/>
                  <a:pt x="2070351" y="65266"/>
                </a:cubicBezTo>
                <a:cubicBezTo>
                  <a:pt x="2070003" y="65125"/>
                  <a:pt x="2069708" y="64862"/>
                  <a:pt x="2069465" y="64478"/>
                </a:cubicBezTo>
                <a:cubicBezTo>
                  <a:pt x="2069221" y="64091"/>
                  <a:pt x="2069048" y="63600"/>
                  <a:pt x="2068943" y="63005"/>
                </a:cubicBezTo>
                <a:cubicBezTo>
                  <a:pt x="2068839" y="62408"/>
                  <a:pt x="2068787" y="61689"/>
                  <a:pt x="2068787" y="60848"/>
                </a:cubicBezTo>
                <a:cubicBezTo>
                  <a:pt x="2068787" y="59376"/>
                  <a:pt x="2068891" y="58202"/>
                  <a:pt x="2069100" y="57326"/>
                </a:cubicBezTo>
                <a:cubicBezTo>
                  <a:pt x="2069308" y="56449"/>
                  <a:pt x="2069847" y="55572"/>
                  <a:pt x="2070716" y="54697"/>
                </a:cubicBezTo>
                <a:cubicBezTo>
                  <a:pt x="2071585" y="53819"/>
                  <a:pt x="2073131" y="52797"/>
                  <a:pt x="2075355" y="51631"/>
                </a:cubicBezTo>
                <a:cubicBezTo>
                  <a:pt x="2077579" y="50463"/>
                  <a:pt x="2080134" y="49381"/>
                  <a:pt x="2083018" y="48386"/>
                </a:cubicBezTo>
                <a:cubicBezTo>
                  <a:pt x="2085903" y="47391"/>
                  <a:pt x="2089013" y="46585"/>
                  <a:pt x="2092349" y="45969"/>
                </a:cubicBezTo>
                <a:cubicBezTo>
                  <a:pt x="2095686" y="45349"/>
                  <a:pt x="2099022" y="45040"/>
                  <a:pt x="2102358" y="45040"/>
                </a:cubicBezTo>
                <a:cubicBezTo>
                  <a:pt x="2108822" y="45040"/>
                  <a:pt x="2114279" y="45822"/>
                  <a:pt x="2118727" y="47386"/>
                </a:cubicBezTo>
                <a:cubicBezTo>
                  <a:pt x="2123175" y="48950"/>
                  <a:pt x="2126772" y="51191"/>
                  <a:pt x="2129518" y="54110"/>
                </a:cubicBezTo>
                <a:cubicBezTo>
                  <a:pt x="2132263" y="57030"/>
                  <a:pt x="2134227" y="60627"/>
                  <a:pt x="2135408" y="64901"/>
                </a:cubicBezTo>
                <a:cubicBezTo>
                  <a:pt x="2136590" y="69176"/>
                  <a:pt x="2137181" y="74024"/>
                  <a:pt x="2137181" y="79445"/>
                </a:cubicBezTo>
                <a:lnTo>
                  <a:pt x="2137181" y="143252"/>
                </a:lnTo>
                <a:moveTo>
                  <a:pt x="2124774" y="98838"/>
                </a:moveTo>
                <a:lnTo>
                  <a:pt x="2107571" y="98838"/>
                </a:lnTo>
                <a:cubicBezTo>
                  <a:pt x="2102567" y="98838"/>
                  <a:pt x="2098188" y="99289"/>
                  <a:pt x="2094435" y="100193"/>
                </a:cubicBezTo>
                <a:cubicBezTo>
                  <a:pt x="2090681" y="101097"/>
                  <a:pt x="2087554" y="102417"/>
                  <a:pt x="2085051" y="104155"/>
                </a:cubicBezTo>
                <a:cubicBezTo>
                  <a:pt x="2082549" y="105893"/>
                  <a:pt x="2080690" y="107978"/>
                  <a:pt x="2079473" y="110410"/>
                </a:cubicBezTo>
                <a:cubicBezTo>
                  <a:pt x="2078257" y="112843"/>
                  <a:pt x="2077649" y="115623"/>
                  <a:pt x="2077649" y="118751"/>
                </a:cubicBezTo>
                <a:cubicBezTo>
                  <a:pt x="2077649" y="124173"/>
                  <a:pt x="2079369" y="128499"/>
                  <a:pt x="2082810" y="131731"/>
                </a:cubicBezTo>
                <a:cubicBezTo>
                  <a:pt x="2086250" y="134963"/>
                  <a:pt x="2091098" y="136579"/>
                  <a:pt x="2097354" y="136579"/>
                </a:cubicBezTo>
                <a:cubicBezTo>
                  <a:pt x="2102289" y="136579"/>
                  <a:pt x="2106894" y="135311"/>
                  <a:pt x="2111168" y="132774"/>
                </a:cubicBezTo>
                <a:cubicBezTo>
                  <a:pt x="2115443" y="130237"/>
                  <a:pt x="2119978" y="126327"/>
                  <a:pt x="2124774" y="121045"/>
                </a:cubicBezTo>
                <a:lnTo>
                  <a:pt x="2124774" y="98838"/>
                </a:lnTo>
                <a:close/>
                <a:moveTo>
                  <a:pt x="2238117" y="129386"/>
                </a:moveTo>
                <a:cubicBezTo>
                  <a:pt x="2238117" y="130220"/>
                  <a:pt x="2238083" y="130967"/>
                  <a:pt x="2238013" y="131627"/>
                </a:cubicBezTo>
                <a:cubicBezTo>
                  <a:pt x="2237944" y="132287"/>
                  <a:pt x="2237839" y="132861"/>
                  <a:pt x="2237700" y="133347"/>
                </a:cubicBezTo>
                <a:cubicBezTo>
                  <a:pt x="2237561" y="133834"/>
                  <a:pt x="2237370" y="134268"/>
                  <a:pt x="2237127" y="134651"/>
                </a:cubicBezTo>
                <a:cubicBezTo>
                  <a:pt x="2236884" y="135033"/>
                  <a:pt x="2236310" y="135676"/>
                  <a:pt x="2235407" y="136579"/>
                </a:cubicBezTo>
                <a:cubicBezTo>
                  <a:pt x="2234503" y="137483"/>
                  <a:pt x="2232991" y="138630"/>
                  <a:pt x="2230871" y="140020"/>
                </a:cubicBezTo>
                <a:cubicBezTo>
                  <a:pt x="2228751" y="141410"/>
                  <a:pt x="2226371" y="142626"/>
                  <a:pt x="2223730" y="143669"/>
                </a:cubicBezTo>
                <a:cubicBezTo>
                  <a:pt x="2221088" y="144712"/>
                  <a:pt x="2218239" y="145563"/>
                  <a:pt x="2215180" y="146223"/>
                </a:cubicBezTo>
                <a:cubicBezTo>
                  <a:pt x="2212122" y="146884"/>
                  <a:pt x="2208959" y="147214"/>
                  <a:pt x="2205693" y="147214"/>
                </a:cubicBezTo>
                <a:cubicBezTo>
                  <a:pt x="2199159" y="147214"/>
                  <a:pt x="2193373" y="146118"/>
                  <a:pt x="2188334" y="143926"/>
                </a:cubicBezTo>
                <a:cubicBezTo>
                  <a:pt x="2183294" y="141735"/>
                  <a:pt x="2179072" y="138500"/>
                  <a:pt x="2175666" y="134221"/>
                </a:cubicBezTo>
                <a:cubicBezTo>
                  <a:pt x="2172260" y="129942"/>
                  <a:pt x="2169671" y="124688"/>
                  <a:pt x="2167899" y="118461"/>
                </a:cubicBezTo>
                <a:cubicBezTo>
                  <a:pt x="2166126" y="112234"/>
                  <a:pt x="2165240" y="105050"/>
                  <a:pt x="2165240" y="96909"/>
                </a:cubicBezTo>
                <a:cubicBezTo>
                  <a:pt x="2165240" y="87725"/>
                  <a:pt x="2166335" y="79864"/>
                  <a:pt x="2168524" y="73323"/>
                </a:cubicBezTo>
                <a:cubicBezTo>
                  <a:pt x="2170714" y="66783"/>
                  <a:pt x="2173720" y="61426"/>
                  <a:pt x="2177543" y="57251"/>
                </a:cubicBezTo>
                <a:cubicBezTo>
                  <a:pt x="2181366" y="53077"/>
                  <a:pt x="2185831" y="49998"/>
                  <a:pt x="2190940" y="48015"/>
                </a:cubicBezTo>
                <a:cubicBezTo>
                  <a:pt x="2196049" y="46031"/>
                  <a:pt x="2201522" y="45040"/>
                  <a:pt x="2207361" y="45040"/>
                </a:cubicBezTo>
                <a:cubicBezTo>
                  <a:pt x="2210489" y="45040"/>
                  <a:pt x="2213477" y="45339"/>
                  <a:pt x="2216327" y="45936"/>
                </a:cubicBezTo>
                <a:cubicBezTo>
                  <a:pt x="2219177" y="46531"/>
                  <a:pt x="2221801" y="47320"/>
                  <a:pt x="2224199" y="48301"/>
                </a:cubicBezTo>
                <a:cubicBezTo>
                  <a:pt x="2226597" y="49281"/>
                  <a:pt x="2228734" y="50402"/>
                  <a:pt x="2230611" y="51664"/>
                </a:cubicBezTo>
                <a:cubicBezTo>
                  <a:pt x="2232487" y="52926"/>
                  <a:pt x="2233860" y="53995"/>
                  <a:pt x="2234729" y="54873"/>
                </a:cubicBezTo>
                <a:cubicBezTo>
                  <a:pt x="2235598" y="55748"/>
                  <a:pt x="2236188" y="56414"/>
                  <a:pt x="2236501" y="56870"/>
                </a:cubicBezTo>
                <a:cubicBezTo>
                  <a:pt x="2236814" y="57324"/>
                  <a:pt x="2237057" y="57829"/>
                  <a:pt x="2237231" y="58385"/>
                </a:cubicBezTo>
                <a:cubicBezTo>
                  <a:pt x="2237405" y="58941"/>
                  <a:pt x="2237526" y="59549"/>
                  <a:pt x="2237596" y="60210"/>
                </a:cubicBezTo>
                <a:cubicBezTo>
                  <a:pt x="2237665" y="60870"/>
                  <a:pt x="2237700" y="61652"/>
                  <a:pt x="2237700" y="62555"/>
                </a:cubicBezTo>
                <a:cubicBezTo>
                  <a:pt x="2237700" y="64571"/>
                  <a:pt x="2237405" y="65979"/>
                  <a:pt x="2236814" y="66778"/>
                </a:cubicBezTo>
                <a:cubicBezTo>
                  <a:pt x="2236223" y="67577"/>
                  <a:pt x="2235580" y="67977"/>
                  <a:pt x="2234885" y="67977"/>
                </a:cubicBezTo>
                <a:cubicBezTo>
                  <a:pt x="2233912" y="67977"/>
                  <a:pt x="2232713" y="67346"/>
                  <a:pt x="2231288" y="66084"/>
                </a:cubicBezTo>
                <a:cubicBezTo>
                  <a:pt x="2229863" y="64822"/>
                  <a:pt x="2228039" y="63437"/>
                  <a:pt x="2225815" y="61930"/>
                </a:cubicBezTo>
                <a:cubicBezTo>
                  <a:pt x="2223591" y="60423"/>
                  <a:pt x="2220897" y="59038"/>
                  <a:pt x="2217735" y="57776"/>
                </a:cubicBezTo>
                <a:cubicBezTo>
                  <a:pt x="2214572" y="56514"/>
                  <a:pt x="2210801" y="55883"/>
                  <a:pt x="2206423" y="55883"/>
                </a:cubicBezTo>
                <a:cubicBezTo>
                  <a:pt x="2197387" y="55883"/>
                  <a:pt x="2190419" y="59363"/>
                  <a:pt x="2185519" y="66322"/>
                </a:cubicBezTo>
                <a:cubicBezTo>
                  <a:pt x="2180618" y="73281"/>
                  <a:pt x="2178168" y="83338"/>
                  <a:pt x="2178168" y="96492"/>
                </a:cubicBezTo>
                <a:cubicBezTo>
                  <a:pt x="2178168" y="103104"/>
                  <a:pt x="2178829" y="108898"/>
                  <a:pt x="2180149" y="113874"/>
                </a:cubicBezTo>
                <a:cubicBezTo>
                  <a:pt x="2181470" y="118850"/>
                  <a:pt x="2183364" y="122991"/>
                  <a:pt x="2185831" y="126297"/>
                </a:cubicBezTo>
                <a:cubicBezTo>
                  <a:pt x="2188299" y="129603"/>
                  <a:pt x="2191305" y="132073"/>
                  <a:pt x="2194850" y="133709"/>
                </a:cubicBezTo>
                <a:cubicBezTo>
                  <a:pt x="2198395" y="135345"/>
                  <a:pt x="2202391" y="136162"/>
                  <a:pt x="2206840" y="136162"/>
                </a:cubicBezTo>
                <a:cubicBezTo>
                  <a:pt x="2211010" y="136162"/>
                  <a:pt x="2214694" y="135502"/>
                  <a:pt x="2217891" y="134181"/>
                </a:cubicBezTo>
                <a:cubicBezTo>
                  <a:pt x="2221088" y="132861"/>
                  <a:pt x="2223869" y="131401"/>
                  <a:pt x="2226232" y="129803"/>
                </a:cubicBezTo>
                <a:cubicBezTo>
                  <a:pt x="2228595" y="128204"/>
                  <a:pt x="2230558" y="126744"/>
                  <a:pt x="2232122" y="125424"/>
                </a:cubicBezTo>
                <a:cubicBezTo>
                  <a:pt x="2233686" y="124103"/>
                  <a:pt x="2234850" y="123443"/>
                  <a:pt x="2235615" y="123443"/>
                </a:cubicBezTo>
                <a:cubicBezTo>
                  <a:pt x="2236032" y="123443"/>
                  <a:pt x="2236397" y="123564"/>
                  <a:pt x="2236710" y="123808"/>
                </a:cubicBezTo>
                <a:cubicBezTo>
                  <a:pt x="2237023" y="124051"/>
                  <a:pt x="2237283" y="124433"/>
                  <a:pt x="2237492" y="124955"/>
                </a:cubicBezTo>
                <a:cubicBezTo>
                  <a:pt x="2237700" y="125476"/>
                  <a:pt x="2237857" y="126101"/>
                  <a:pt x="2237961" y="126831"/>
                </a:cubicBezTo>
                <a:cubicBezTo>
                  <a:pt x="2238065" y="127561"/>
                  <a:pt x="2238117" y="128412"/>
                  <a:pt x="2238117" y="129386"/>
                </a:cubicBezTo>
                <a:close/>
                <a:moveTo>
                  <a:pt x="2340289" y="143252"/>
                </a:moveTo>
                <a:cubicBezTo>
                  <a:pt x="2340289" y="143669"/>
                  <a:pt x="2340185" y="144051"/>
                  <a:pt x="2339976" y="144399"/>
                </a:cubicBezTo>
                <a:cubicBezTo>
                  <a:pt x="2339768" y="144746"/>
                  <a:pt x="2339437" y="145024"/>
                  <a:pt x="2338986" y="145233"/>
                </a:cubicBezTo>
                <a:cubicBezTo>
                  <a:pt x="2338534" y="145441"/>
                  <a:pt x="2337908" y="145615"/>
                  <a:pt x="2337109" y="145754"/>
                </a:cubicBezTo>
                <a:cubicBezTo>
                  <a:pt x="2336310" y="145893"/>
                  <a:pt x="2335319" y="145963"/>
                  <a:pt x="2334138" y="145963"/>
                </a:cubicBezTo>
                <a:cubicBezTo>
                  <a:pt x="2332886" y="145963"/>
                  <a:pt x="2331861" y="145893"/>
                  <a:pt x="2331062" y="145754"/>
                </a:cubicBezTo>
                <a:cubicBezTo>
                  <a:pt x="2330263" y="145615"/>
                  <a:pt x="2329637" y="145441"/>
                  <a:pt x="2329185" y="145233"/>
                </a:cubicBezTo>
                <a:cubicBezTo>
                  <a:pt x="2328733" y="145024"/>
                  <a:pt x="2328403" y="144746"/>
                  <a:pt x="2328195" y="144399"/>
                </a:cubicBezTo>
                <a:cubicBezTo>
                  <a:pt x="2327986" y="144051"/>
                  <a:pt x="2327882" y="143669"/>
                  <a:pt x="2327882" y="143252"/>
                </a:cubicBezTo>
                <a:lnTo>
                  <a:pt x="2327882" y="87265"/>
                </a:lnTo>
                <a:cubicBezTo>
                  <a:pt x="2327882" y="81426"/>
                  <a:pt x="2327430" y="76683"/>
                  <a:pt x="2326527" y="73034"/>
                </a:cubicBezTo>
                <a:cubicBezTo>
                  <a:pt x="2325623" y="69384"/>
                  <a:pt x="2324268" y="66257"/>
                  <a:pt x="2322461" y="63650"/>
                </a:cubicBezTo>
                <a:cubicBezTo>
                  <a:pt x="2320653" y="61044"/>
                  <a:pt x="2318342" y="59028"/>
                  <a:pt x="2315527" y="57603"/>
                </a:cubicBezTo>
                <a:cubicBezTo>
                  <a:pt x="2312712" y="56178"/>
                  <a:pt x="2309428" y="55466"/>
                  <a:pt x="2305675" y="55466"/>
                </a:cubicBezTo>
                <a:cubicBezTo>
                  <a:pt x="2300879" y="55466"/>
                  <a:pt x="2296083" y="57169"/>
                  <a:pt x="2291287" y="60575"/>
                </a:cubicBezTo>
                <a:cubicBezTo>
                  <a:pt x="2286491" y="63980"/>
                  <a:pt x="2281452" y="68985"/>
                  <a:pt x="2276170" y="75588"/>
                </a:cubicBezTo>
                <a:lnTo>
                  <a:pt x="2276170" y="143252"/>
                </a:lnTo>
                <a:cubicBezTo>
                  <a:pt x="2276170" y="143669"/>
                  <a:pt x="2276065" y="144051"/>
                  <a:pt x="2275857" y="144399"/>
                </a:cubicBezTo>
                <a:cubicBezTo>
                  <a:pt x="2275648" y="144746"/>
                  <a:pt x="2275318" y="145024"/>
                  <a:pt x="2274866" y="145233"/>
                </a:cubicBezTo>
                <a:cubicBezTo>
                  <a:pt x="2274414" y="145441"/>
                  <a:pt x="2273789" y="145615"/>
                  <a:pt x="2272990" y="145754"/>
                </a:cubicBezTo>
                <a:cubicBezTo>
                  <a:pt x="2272190" y="145893"/>
                  <a:pt x="2271165" y="145963"/>
                  <a:pt x="2269914" y="145963"/>
                </a:cubicBezTo>
                <a:cubicBezTo>
                  <a:pt x="2268732" y="145963"/>
                  <a:pt x="2267742" y="145893"/>
                  <a:pt x="2266943" y="145754"/>
                </a:cubicBezTo>
                <a:cubicBezTo>
                  <a:pt x="2266143" y="145615"/>
                  <a:pt x="2265500" y="145441"/>
                  <a:pt x="2265014" y="145233"/>
                </a:cubicBezTo>
                <a:cubicBezTo>
                  <a:pt x="2264527" y="145024"/>
                  <a:pt x="2264197" y="144746"/>
                  <a:pt x="2264023" y="144399"/>
                </a:cubicBezTo>
                <a:cubicBezTo>
                  <a:pt x="2263850" y="144051"/>
                  <a:pt x="2263763" y="143669"/>
                  <a:pt x="2263763" y="143252"/>
                </a:cubicBezTo>
                <a:lnTo>
                  <a:pt x="2263763" y="2711"/>
                </a:lnTo>
                <a:cubicBezTo>
                  <a:pt x="2263763" y="2294"/>
                  <a:pt x="2263850" y="1911"/>
                  <a:pt x="2264023" y="1564"/>
                </a:cubicBezTo>
                <a:cubicBezTo>
                  <a:pt x="2264197" y="1216"/>
                  <a:pt x="2264527" y="921"/>
                  <a:pt x="2265014" y="678"/>
                </a:cubicBezTo>
                <a:cubicBezTo>
                  <a:pt x="2265500" y="434"/>
                  <a:pt x="2266143" y="261"/>
                  <a:pt x="2266943" y="156"/>
                </a:cubicBezTo>
                <a:cubicBezTo>
                  <a:pt x="2267742" y="52"/>
                  <a:pt x="2268732" y="0"/>
                  <a:pt x="2269914" y="0"/>
                </a:cubicBezTo>
                <a:cubicBezTo>
                  <a:pt x="2271165" y="0"/>
                  <a:pt x="2272190" y="52"/>
                  <a:pt x="2272990" y="156"/>
                </a:cubicBezTo>
                <a:cubicBezTo>
                  <a:pt x="2273789" y="261"/>
                  <a:pt x="2274414" y="434"/>
                  <a:pt x="2274866" y="678"/>
                </a:cubicBezTo>
                <a:cubicBezTo>
                  <a:pt x="2275318" y="921"/>
                  <a:pt x="2275648" y="1216"/>
                  <a:pt x="2275857" y="1564"/>
                </a:cubicBezTo>
                <a:cubicBezTo>
                  <a:pt x="2276065" y="1911"/>
                  <a:pt x="2276170" y="2294"/>
                  <a:pt x="2276170" y="2711"/>
                </a:cubicBezTo>
                <a:lnTo>
                  <a:pt x="2276170" y="61617"/>
                </a:lnTo>
                <a:cubicBezTo>
                  <a:pt x="2281313" y="55918"/>
                  <a:pt x="2286456" y="51730"/>
                  <a:pt x="2291600" y="49054"/>
                </a:cubicBezTo>
                <a:cubicBezTo>
                  <a:pt x="2296743" y="46378"/>
                  <a:pt x="2301887" y="45040"/>
                  <a:pt x="2307030" y="45040"/>
                </a:cubicBezTo>
                <a:cubicBezTo>
                  <a:pt x="2313216" y="45040"/>
                  <a:pt x="2318429" y="46083"/>
                  <a:pt x="2322669" y="48168"/>
                </a:cubicBezTo>
                <a:cubicBezTo>
                  <a:pt x="2326909" y="50253"/>
                  <a:pt x="2330332" y="53068"/>
                  <a:pt x="2332939" y="56613"/>
                </a:cubicBezTo>
                <a:cubicBezTo>
                  <a:pt x="2335545" y="60158"/>
                  <a:pt x="2337422" y="64293"/>
                  <a:pt x="2338569" y="69020"/>
                </a:cubicBezTo>
                <a:cubicBezTo>
                  <a:pt x="2339715" y="73746"/>
                  <a:pt x="2340289" y="79445"/>
                  <a:pt x="2340289" y="86118"/>
                </a:cubicBezTo>
                <a:lnTo>
                  <a:pt x="2340289" y="143252"/>
                </a:lnTo>
                <a:close/>
                <a:moveTo>
                  <a:pt x="2386711" y="143249"/>
                </a:moveTo>
                <a:cubicBezTo>
                  <a:pt x="2386711" y="143666"/>
                  <a:pt x="2386606" y="144049"/>
                  <a:pt x="2386398" y="144399"/>
                </a:cubicBezTo>
                <a:cubicBezTo>
                  <a:pt x="2386189" y="144746"/>
                  <a:pt x="2385859" y="145024"/>
                  <a:pt x="2385408" y="145233"/>
                </a:cubicBezTo>
                <a:cubicBezTo>
                  <a:pt x="2384956" y="145441"/>
                  <a:pt x="2384330" y="145615"/>
                  <a:pt x="2383531" y="145754"/>
                </a:cubicBezTo>
                <a:cubicBezTo>
                  <a:pt x="2382732" y="145893"/>
                  <a:pt x="2381706" y="145963"/>
                  <a:pt x="2380455" y="145963"/>
                </a:cubicBezTo>
                <a:cubicBezTo>
                  <a:pt x="2379274" y="145963"/>
                  <a:pt x="2378283" y="145893"/>
                  <a:pt x="2377484" y="145754"/>
                </a:cubicBezTo>
                <a:cubicBezTo>
                  <a:pt x="2376685" y="145615"/>
                  <a:pt x="2376042" y="145441"/>
                  <a:pt x="2375555" y="145233"/>
                </a:cubicBezTo>
                <a:cubicBezTo>
                  <a:pt x="2375068" y="145024"/>
                  <a:pt x="2374738" y="144746"/>
                  <a:pt x="2374565" y="144399"/>
                </a:cubicBezTo>
                <a:cubicBezTo>
                  <a:pt x="2374391" y="144049"/>
                  <a:pt x="2374304" y="143666"/>
                  <a:pt x="2374304" y="143249"/>
                </a:cubicBezTo>
                <a:lnTo>
                  <a:pt x="2374304" y="48797"/>
                </a:lnTo>
                <a:cubicBezTo>
                  <a:pt x="2374304" y="48379"/>
                  <a:pt x="2374391" y="47997"/>
                  <a:pt x="2374565" y="47650"/>
                </a:cubicBezTo>
                <a:cubicBezTo>
                  <a:pt x="2374738" y="47300"/>
                  <a:pt x="2375068" y="47003"/>
                  <a:pt x="2375555" y="46760"/>
                </a:cubicBezTo>
                <a:cubicBezTo>
                  <a:pt x="2376042" y="46517"/>
                  <a:pt x="2376685" y="46343"/>
                  <a:pt x="2377484" y="46239"/>
                </a:cubicBezTo>
                <a:cubicBezTo>
                  <a:pt x="2378283" y="46135"/>
                  <a:pt x="2379274" y="46083"/>
                  <a:pt x="2380455" y="46083"/>
                </a:cubicBezTo>
                <a:cubicBezTo>
                  <a:pt x="2381706" y="46083"/>
                  <a:pt x="2382732" y="46135"/>
                  <a:pt x="2383531" y="46239"/>
                </a:cubicBezTo>
                <a:cubicBezTo>
                  <a:pt x="2384330" y="46343"/>
                  <a:pt x="2384956" y="46517"/>
                  <a:pt x="2385408" y="46760"/>
                </a:cubicBezTo>
                <a:cubicBezTo>
                  <a:pt x="2385859" y="47003"/>
                  <a:pt x="2386189" y="47300"/>
                  <a:pt x="2386398" y="47650"/>
                </a:cubicBezTo>
                <a:cubicBezTo>
                  <a:pt x="2386606" y="47997"/>
                  <a:pt x="2386711" y="48379"/>
                  <a:pt x="2386711" y="48797"/>
                </a:cubicBezTo>
                <a:lnTo>
                  <a:pt x="2386711" y="143249"/>
                </a:lnTo>
                <a:moveTo>
                  <a:pt x="2388587" y="16838"/>
                </a:moveTo>
                <a:cubicBezTo>
                  <a:pt x="2388587" y="20194"/>
                  <a:pt x="2387997" y="22467"/>
                  <a:pt x="2386815" y="23657"/>
                </a:cubicBezTo>
                <a:cubicBezTo>
                  <a:pt x="2385633" y="24845"/>
                  <a:pt x="2383479" y="25439"/>
                  <a:pt x="2380351" y="25439"/>
                </a:cubicBezTo>
                <a:cubicBezTo>
                  <a:pt x="2377293" y="25439"/>
                  <a:pt x="2375190" y="24863"/>
                  <a:pt x="2374043" y="23709"/>
                </a:cubicBezTo>
                <a:cubicBezTo>
                  <a:pt x="2372896" y="22556"/>
                  <a:pt x="2372323" y="20300"/>
                  <a:pt x="2372323" y="16942"/>
                </a:cubicBezTo>
                <a:cubicBezTo>
                  <a:pt x="2372323" y="13586"/>
                  <a:pt x="2372914" y="11314"/>
                  <a:pt x="2374095" y="10126"/>
                </a:cubicBezTo>
                <a:cubicBezTo>
                  <a:pt x="2375277" y="8936"/>
                  <a:pt x="2377432" y="8341"/>
                  <a:pt x="2380559" y="8341"/>
                </a:cubicBezTo>
                <a:cubicBezTo>
                  <a:pt x="2383618" y="8341"/>
                  <a:pt x="2385720" y="8917"/>
                  <a:pt x="2386867" y="10071"/>
                </a:cubicBezTo>
                <a:cubicBezTo>
                  <a:pt x="2388014" y="11224"/>
                  <a:pt x="2388587" y="13480"/>
                  <a:pt x="2388587" y="16838"/>
                </a:cubicBezTo>
                <a:close/>
                <a:moveTo>
                  <a:pt x="2499011" y="91227"/>
                </a:moveTo>
                <a:cubicBezTo>
                  <a:pt x="2499011" y="93729"/>
                  <a:pt x="2498351" y="95449"/>
                  <a:pt x="2497030" y="96388"/>
                </a:cubicBezTo>
                <a:cubicBezTo>
                  <a:pt x="2495710" y="97326"/>
                  <a:pt x="2494424" y="97795"/>
                  <a:pt x="2493173" y="97795"/>
                </a:cubicBezTo>
                <a:lnTo>
                  <a:pt x="2428845" y="97795"/>
                </a:lnTo>
                <a:cubicBezTo>
                  <a:pt x="2428845" y="103649"/>
                  <a:pt x="2429418" y="108945"/>
                  <a:pt x="2430565" y="113685"/>
                </a:cubicBezTo>
                <a:cubicBezTo>
                  <a:pt x="2431712" y="118424"/>
                  <a:pt x="2433606" y="122484"/>
                  <a:pt x="2436247" y="125864"/>
                </a:cubicBezTo>
                <a:cubicBezTo>
                  <a:pt x="2438889" y="129243"/>
                  <a:pt x="2442329" y="131840"/>
                  <a:pt x="2446569" y="133654"/>
                </a:cubicBezTo>
                <a:cubicBezTo>
                  <a:pt x="2450809" y="135465"/>
                  <a:pt x="2456022" y="136371"/>
                  <a:pt x="2462208" y="136371"/>
                </a:cubicBezTo>
                <a:cubicBezTo>
                  <a:pt x="2466587" y="136371"/>
                  <a:pt x="2470514" y="135983"/>
                  <a:pt x="2473989" y="135208"/>
                </a:cubicBezTo>
                <a:cubicBezTo>
                  <a:pt x="2477465" y="134432"/>
                  <a:pt x="2480471" y="133569"/>
                  <a:pt x="2483008" y="132618"/>
                </a:cubicBezTo>
                <a:cubicBezTo>
                  <a:pt x="2485545" y="131666"/>
                  <a:pt x="2487630" y="130803"/>
                  <a:pt x="2489263" y="130027"/>
                </a:cubicBezTo>
                <a:cubicBezTo>
                  <a:pt x="2490897" y="129252"/>
                  <a:pt x="2492061" y="128864"/>
                  <a:pt x="2492756" y="128864"/>
                </a:cubicBezTo>
                <a:cubicBezTo>
                  <a:pt x="2493173" y="128864"/>
                  <a:pt x="2493555" y="128970"/>
                  <a:pt x="2493903" y="129180"/>
                </a:cubicBezTo>
                <a:cubicBezTo>
                  <a:pt x="2494250" y="129391"/>
                  <a:pt x="2494528" y="129724"/>
                  <a:pt x="2494737" y="130181"/>
                </a:cubicBezTo>
                <a:cubicBezTo>
                  <a:pt x="2494945" y="130637"/>
                  <a:pt x="2495102" y="131216"/>
                  <a:pt x="2495206" y="131917"/>
                </a:cubicBezTo>
                <a:cubicBezTo>
                  <a:pt x="2495310" y="132619"/>
                  <a:pt x="2495362" y="133495"/>
                  <a:pt x="2495362" y="134546"/>
                </a:cubicBezTo>
                <a:cubicBezTo>
                  <a:pt x="2495362" y="135039"/>
                  <a:pt x="2495328" y="135514"/>
                  <a:pt x="2495258" y="135970"/>
                </a:cubicBezTo>
                <a:cubicBezTo>
                  <a:pt x="2495189" y="136426"/>
                  <a:pt x="2495102" y="136848"/>
                  <a:pt x="2494997" y="137234"/>
                </a:cubicBezTo>
                <a:cubicBezTo>
                  <a:pt x="2494893" y="137619"/>
                  <a:pt x="2494737" y="137987"/>
                  <a:pt x="2494528" y="138339"/>
                </a:cubicBezTo>
                <a:cubicBezTo>
                  <a:pt x="2494320" y="138689"/>
                  <a:pt x="2494042" y="139039"/>
                  <a:pt x="2493694" y="139391"/>
                </a:cubicBezTo>
                <a:cubicBezTo>
                  <a:pt x="2493347" y="139741"/>
                  <a:pt x="2492269" y="140350"/>
                  <a:pt x="2490462" y="141219"/>
                </a:cubicBezTo>
                <a:cubicBezTo>
                  <a:pt x="2488655" y="142088"/>
                  <a:pt x="2486292" y="142957"/>
                  <a:pt x="2483373" y="143825"/>
                </a:cubicBezTo>
                <a:cubicBezTo>
                  <a:pt x="2480453" y="144694"/>
                  <a:pt x="2477065" y="145476"/>
                  <a:pt x="2473207" y="146171"/>
                </a:cubicBezTo>
                <a:cubicBezTo>
                  <a:pt x="2469350" y="146866"/>
                  <a:pt x="2465197" y="147214"/>
                  <a:pt x="2460748" y="147214"/>
                </a:cubicBezTo>
                <a:cubicBezTo>
                  <a:pt x="2453450" y="147214"/>
                  <a:pt x="2446986" y="146118"/>
                  <a:pt x="2441356" y="143926"/>
                </a:cubicBezTo>
                <a:cubicBezTo>
                  <a:pt x="2435726" y="141735"/>
                  <a:pt x="2431000" y="138500"/>
                  <a:pt x="2427177" y="134221"/>
                </a:cubicBezTo>
                <a:cubicBezTo>
                  <a:pt x="2423354" y="129942"/>
                  <a:pt x="2420452" y="124636"/>
                  <a:pt x="2418471" y="118305"/>
                </a:cubicBezTo>
                <a:cubicBezTo>
                  <a:pt x="2416490" y="111973"/>
                  <a:pt x="2415500" y="104633"/>
                  <a:pt x="2415500" y="96283"/>
                </a:cubicBezTo>
                <a:cubicBezTo>
                  <a:pt x="2415500" y="88281"/>
                  <a:pt x="2416525" y="81115"/>
                  <a:pt x="2418575" y="74783"/>
                </a:cubicBezTo>
                <a:cubicBezTo>
                  <a:pt x="2420626" y="68452"/>
                  <a:pt x="2423563" y="63077"/>
                  <a:pt x="2427385" y="58659"/>
                </a:cubicBezTo>
                <a:cubicBezTo>
                  <a:pt x="2431208" y="54241"/>
                  <a:pt x="2435813" y="50867"/>
                  <a:pt x="2441200" y="48536"/>
                </a:cubicBezTo>
                <a:cubicBezTo>
                  <a:pt x="2446586" y="46205"/>
                  <a:pt x="2452581" y="45040"/>
                  <a:pt x="2459184" y="45040"/>
                </a:cubicBezTo>
                <a:cubicBezTo>
                  <a:pt x="2466274" y="45040"/>
                  <a:pt x="2472321" y="46222"/>
                  <a:pt x="2477326" y="48585"/>
                </a:cubicBezTo>
                <a:cubicBezTo>
                  <a:pt x="2482330" y="50948"/>
                  <a:pt x="2486448" y="54128"/>
                  <a:pt x="2489680" y="58124"/>
                </a:cubicBezTo>
                <a:cubicBezTo>
                  <a:pt x="2492912" y="62121"/>
                  <a:pt x="2495275" y="66761"/>
                  <a:pt x="2496770" y="72043"/>
                </a:cubicBezTo>
                <a:cubicBezTo>
                  <a:pt x="2498264" y="77326"/>
                  <a:pt x="2499011" y="82886"/>
                  <a:pt x="2499011" y="88725"/>
                </a:cubicBezTo>
                <a:lnTo>
                  <a:pt x="2499011" y="91227"/>
                </a:lnTo>
                <a:moveTo>
                  <a:pt x="2486188" y="87578"/>
                </a:moveTo>
                <a:cubicBezTo>
                  <a:pt x="2486396" y="77569"/>
                  <a:pt x="2484102" y="69749"/>
                  <a:pt x="2479306" y="64119"/>
                </a:cubicBezTo>
                <a:cubicBezTo>
                  <a:pt x="2474511" y="58489"/>
                  <a:pt x="2467525" y="55674"/>
                  <a:pt x="2458350" y="55674"/>
                </a:cubicBezTo>
                <a:cubicBezTo>
                  <a:pt x="2453624" y="55674"/>
                  <a:pt x="2449471" y="56561"/>
                  <a:pt x="2445891" y="58333"/>
                </a:cubicBezTo>
                <a:cubicBezTo>
                  <a:pt x="2442312" y="60105"/>
                  <a:pt x="2439288" y="62451"/>
                  <a:pt x="2436821" y="65370"/>
                </a:cubicBezTo>
                <a:cubicBezTo>
                  <a:pt x="2434353" y="68290"/>
                  <a:pt x="2432459" y="71678"/>
                  <a:pt x="2431139" y="75536"/>
                </a:cubicBezTo>
                <a:cubicBezTo>
                  <a:pt x="2429818" y="79393"/>
                  <a:pt x="2429054" y="83407"/>
                  <a:pt x="2428845" y="87578"/>
                </a:cubicBezTo>
                <a:lnTo>
                  <a:pt x="2486188" y="87578"/>
                </a:lnTo>
                <a:close/>
                <a:moveTo>
                  <a:pt x="2598029" y="48588"/>
                </a:moveTo>
                <a:cubicBezTo>
                  <a:pt x="2598029" y="48797"/>
                  <a:pt x="2598011" y="49022"/>
                  <a:pt x="2597977" y="49266"/>
                </a:cubicBezTo>
                <a:cubicBezTo>
                  <a:pt x="2597942" y="49509"/>
                  <a:pt x="2597907" y="49735"/>
                  <a:pt x="2597872" y="49943"/>
                </a:cubicBezTo>
                <a:cubicBezTo>
                  <a:pt x="2597838" y="50152"/>
                  <a:pt x="2597785" y="50379"/>
                  <a:pt x="2597716" y="50624"/>
                </a:cubicBezTo>
                <a:cubicBezTo>
                  <a:pt x="2597646" y="50868"/>
                  <a:pt x="2597577" y="51093"/>
                  <a:pt x="2597507" y="51302"/>
                </a:cubicBezTo>
                <a:lnTo>
                  <a:pt x="2563310" y="143249"/>
                </a:lnTo>
                <a:cubicBezTo>
                  <a:pt x="2563102" y="143805"/>
                  <a:pt x="2562789" y="144258"/>
                  <a:pt x="2562372" y="144607"/>
                </a:cubicBezTo>
                <a:cubicBezTo>
                  <a:pt x="2561955" y="144955"/>
                  <a:pt x="2561434" y="145233"/>
                  <a:pt x="2560808" y="145441"/>
                </a:cubicBezTo>
                <a:cubicBezTo>
                  <a:pt x="2560183" y="145650"/>
                  <a:pt x="2559435" y="145789"/>
                  <a:pt x="2558567" y="145859"/>
                </a:cubicBezTo>
                <a:cubicBezTo>
                  <a:pt x="2557698" y="145928"/>
                  <a:pt x="2556673" y="145963"/>
                  <a:pt x="2555491" y="145963"/>
                </a:cubicBezTo>
                <a:cubicBezTo>
                  <a:pt x="2554309" y="145963"/>
                  <a:pt x="2553267" y="145911"/>
                  <a:pt x="2552363" y="145806"/>
                </a:cubicBezTo>
                <a:cubicBezTo>
                  <a:pt x="2551460" y="145702"/>
                  <a:pt x="2550695" y="145546"/>
                  <a:pt x="2550070" y="145337"/>
                </a:cubicBezTo>
                <a:cubicBezTo>
                  <a:pt x="2549444" y="145129"/>
                  <a:pt x="2548923" y="144851"/>
                  <a:pt x="2548506" y="144503"/>
                </a:cubicBezTo>
                <a:cubicBezTo>
                  <a:pt x="2548089" y="144153"/>
                  <a:pt x="2547776" y="143735"/>
                  <a:pt x="2547567" y="143249"/>
                </a:cubicBezTo>
                <a:lnTo>
                  <a:pt x="2513370" y="51302"/>
                </a:lnTo>
                <a:cubicBezTo>
                  <a:pt x="2513162" y="50744"/>
                  <a:pt x="2513005" y="50291"/>
                  <a:pt x="2512901" y="49943"/>
                </a:cubicBezTo>
                <a:cubicBezTo>
                  <a:pt x="2512797" y="49596"/>
                  <a:pt x="2512727" y="49318"/>
                  <a:pt x="2512693" y="49109"/>
                </a:cubicBezTo>
                <a:cubicBezTo>
                  <a:pt x="2512658" y="48901"/>
                  <a:pt x="2512640" y="48727"/>
                  <a:pt x="2512640" y="48588"/>
                </a:cubicBezTo>
                <a:cubicBezTo>
                  <a:pt x="2512640" y="48101"/>
                  <a:pt x="2512745" y="47684"/>
                  <a:pt x="2512953" y="47337"/>
                </a:cubicBezTo>
                <a:cubicBezTo>
                  <a:pt x="2513162" y="46987"/>
                  <a:pt x="2513492" y="46725"/>
                  <a:pt x="2513944" y="46552"/>
                </a:cubicBezTo>
                <a:cubicBezTo>
                  <a:pt x="2514396" y="46378"/>
                  <a:pt x="2515004" y="46256"/>
                  <a:pt x="2515768" y="46187"/>
                </a:cubicBezTo>
                <a:cubicBezTo>
                  <a:pt x="2516533" y="46117"/>
                  <a:pt x="2517471" y="46083"/>
                  <a:pt x="2518583" y="46083"/>
                </a:cubicBezTo>
                <a:cubicBezTo>
                  <a:pt x="2520112" y="46083"/>
                  <a:pt x="2521329" y="46135"/>
                  <a:pt x="2522232" y="46239"/>
                </a:cubicBezTo>
                <a:cubicBezTo>
                  <a:pt x="2523136" y="46343"/>
                  <a:pt x="2523848" y="46500"/>
                  <a:pt x="2524370" y="46708"/>
                </a:cubicBezTo>
                <a:cubicBezTo>
                  <a:pt x="2524891" y="46917"/>
                  <a:pt x="2525273" y="47196"/>
                  <a:pt x="2525516" y="47545"/>
                </a:cubicBezTo>
                <a:cubicBezTo>
                  <a:pt x="2525760" y="47893"/>
                  <a:pt x="2525986" y="48310"/>
                  <a:pt x="2526194" y="48797"/>
                </a:cubicBezTo>
                <a:lnTo>
                  <a:pt x="2555700" y="131246"/>
                </a:lnTo>
                <a:lnTo>
                  <a:pt x="2555908" y="131767"/>
                </a:lnTo>
                <a:lnTo>
                  <a:pt x="2556117" y="131246"/>
                </a:lnTo>
                <a:lnTo>
                  <a:pt x="2585101" y="48797"/>
                </a:lnTo>
                <a:cubicBezTo>
                  <a:pt x="2585240" y="48310"/>
                  <a:pt x="2585448" y="47893"/>
                  <a:pt x="2585726" y="47545"/>
                </a:cubicBezTo>
                <a:cubicBezTo>
                  <a:pt x="2586004" y="47196"/>
                  <a:pt x="2586404" y="46917"/>
                  <a:pt x="2586925" y="46708"/>
                </a:cubicBezTo>
                <a:cubicBezTo>
                  <a:pt x="2587446" y="46500"/>
                  <a:pt x="2588141" y="46343"/>
                  <a:pt x="2589010" y="46239"/>
                </a:cubicBezTo>
                <a:cubicBezTo>
                  <a:pt x="2589879" y="46135"/>
                  <a:pt x="2591009" y="46083"/>
                  <a:pt x="2592399" y="46083"/>
                </a:cubicBezTo>
                <a:cubicBezTo>
                  <a:pt x="2593511" y="46083"/>
                  <a:pt x="2594432" y="46117"/>
                  <a:pt x="2595162" y="46187"/>
                </a:cubicBezTo>
                <a:cubicBezTo>
                  <a:pt x="2595891" y="46256"/>
                  <a:pt x="2596465" y="46395"/>
                  <a:pt x="2596882" y="46604"/>
                </a:cubicBezTo>
                <a:cubicBezTo>
                  <a:pt x="2597299" y="46812"/>
                  <a:pt x="2597594" y="47074"/>
                  <a:pt x="2597768" y="47389"/>
                </a:cubicBezTo>
                <a:cubicBezTo>
                  <a:pt x="2597942" y="47702"/>
                  <a:pt x="2598029" y="48101"/>
                  <a:pt x="2598029" y="48588"/>
                </a:cubicBezTo>
                <a:close/>
                <a:moveTo>
                  <a:pt x="2694044" y="91227"/>
                </a:moveTo>
                <a:cubicBezTo>
                  <a:pt x="2694044" y="93729"/>
                  <a:pt x="2693383" y="95449"/>
                  <a:pt x="2692063" y="96388"/>
                </a:cubicBezTo>
                <a:cubicBezTo>
                  <a:pt x="2690742" y="97326"/>
                  <a:pt x="2689456" y="97795"/>
                  <a:pt x="2688205" y="97795"/>
                </a:cubicBezTo>
                <a:lnTo>
                  <a:pt x="2623877" y="97795"/>
                </a:lnTo>
                <a:cubicBezTo>
                  <a:pt x="2623877" y="103649"/>
                  <a:pt x="2624451" y="108945"/>
                  <a:pt x="2625598" y="113685"/>
                </a:cubicBezTo>
                <a:cubicBezTo>
                  <a:pt x="2626745" y="118424"/>
                  <a:pt x="2628639" y="122484"/>
                  <a:pt x="2631280" y="125864"/>
                </a:cubicBezTo>
                <a:cubicBezTo>
                  <a:pt x="2633921" y="129243"/>
                  <a:pt x="2637362" y="131840"/>
                  <a:pt x="2641601" y="133654"/>
                </a:cubicBezTo>
                <a:cubicBezTo>
                  <a:pt x="2645841" y="135465"/>
                  <a:pt x="2651054" y="136371"/>
                  <a:pt x="2657240" y="136371"/>
                </a:cubicBezTo>
                <a:cubicBezTo>
                  <a:pt x="2661619" y="136371"/>
                  <a:pt x="2665546" y="135983"/>
                  <a:pt x="2669022" y="135208"/>
                </a:cubicBezTo>
                <a:cubicBezTo>
                  <a:pt x="2672497" y="134432"/>
                  <a:pt x="2675503" y="133569"/>
                  <a:pt x="2678040" y="132618"/>
                </a:cubicBezTo>
                <a:cubicBezTo>
                  <a:pt x="2680577" y="131666"/>
                  <a:pt x="2682662" y="130803"/>
                  <a:pt x="2684296" y="130027"/>
                </a:cubicBezTo>
                <a:cubicBezTo>
                  <a:pt x="2685929" y="129252"/>
                  <a:pt x="2687093" y="128864"/>
                  <a:pt x="2687788" y="128864"/>
                </a:cubicBezTo>
                <a:cubicBezTo>
                  <a:pt x="2688205" y="128864"/>
                  <a:pt x="2688588" y="128970"/>
                  <a:pt x="2688935" y="129180"/>
                </a:cubicBezTo>
                <a:cubicBezTo>
                  <a:pt x="2689283" y="129391"/>
                  <a:pt x="2689561" y="129724"/>
                  <a:pt x="2689769" y="130181"/>
                </a:cubicBezTo>
                <a:cubicBezTo>
                  <a:pt x="2689978" y="130637"/>
                  <a:pt x="2690134" y="131216"/>
                  <a:pt x="2690238" y="131917"/>
                </a:cubicBezTo>
                <a:cubicBezTo>
                  <a:pt x="2690343" y="132619"/>
                  <a:pt x="2690395" y="133495"/>
                  <a:pt x="2690395" y="134546"/>
                </a:cubicBezTo>
                <a:cubicBezTo>
                  <a:pt x="2690395" y="135039"/>
                  <a:pt x="2690360" y="135514"/>
                  <a:pt x="2690290" y="135970"/>
                </a:cubicBezTo>
                <a:cubicBezTo>
                  <a:pt x="2690221" y="136426"/>
                  <a:pt x="2690134" y="136848"/>
                  <a:pt x="2690030" y="137234"/>
                </a:cubicBezTo>
                <a:cubicBezTo>
                  <a:pt x="2689926" y="137619"/>
                  <a:pt x="2689769" y="137987"/>
                  <a:pt x="2689561" y="138339"/>
                </a:cubicBezTo>
                <a:cubicBezTo>
                  <a:pt x="2689352" y="138689"/>
                  <a:pt x="2689074" y="139039"/>
                  <a:pt x="2688727" y="139391"/>
                </a:cubicBezTo>
                <a:cubicBezTo>
                  <a:pt x="2688379" y="139741"/>
                  <a:pt x="2687302" y="140350"/>
                  <a:pt x="2685495" y="141219"/>
                </a:cubicBezTo>
                <a:cubicBezTo>
                  <a:pt x="2683687" y="142088"/>
                  <a:pt x="2681324" y="142957"/>
                  <a:pt x="2678405" y="143825"/>
                </a:cubicBezTo>
                <a:cubicBezTo>
                  <a:pt x="2675486" y="144694"/>
                  <a:pt x="2672097" y="145476"/>
                  <a:pt x="2668240" y="146171"/>
                </a:cubicBezTo>
                <a:cubicBezTo>
                  <a:pt x="2664382" y="146866"/>
                  <a:pt x="2660229" y="147214"/>
                  <a:pt x="2655781" y="147214"/>
                </a:cubicBezTo>
                <a:cubicBezTo>
                  <a:pt x="2648483" y="147214"/>
                  <a:pt x="2642018" y="146118"/>
                  <a:pt x="2636388" y="143926"/>
                </a:cubicBezTo>
                <a:cubicBezTo>
                  <a:pt x="2630758" y="141735"/>
                  <a:pt x="2626032" y="138500"/>
                  <a:pt x="2622209" y="134221"/>
                </a:cubicBezTo>
                <a:cubicBezTo>
                  <a:pt x="2618386" y="129942"/>
                  <a:pt x="2615485" y="124636"/>
                  <a:pt x="2613504" y="118305"/>
                </a:cubicBezTo>
                <a:cubicBezTo>
                  <a:pt x="2611523" y="111973"/>
                  <a:pt x="2610532" y="104633"/>
                  <a:pt x="2610532" y="96283"/>
                </a:cubicBezTo>
                <a:cubicBezTo>
                  <a:pt x="2610532" y="88281"/>
                  <a:pt x="2611557" y="81115"/>
                  <a:pt x="2613608" y="74783"/>
                </a:cubicBezTo>
                <a:cubicBezTo>
                  <a:pt x="2615658" y="68452"/>
                  <a:pt x="2618595" y="63077"/>
                  <a:pt x="2622418" y="58659"/>
                </a:cubicBezTo>
                <a:cubicBezTo>
                  <a:pt x="2626241" y="54241"/>
                  <a:pt x="2630845" y="50867"/>
                  <a:pt x="2636232" y="48536"/>
                </a:cubicBezTo>
                <a:cubicBezTo>
                  <a:pt x="2641619" y="46205"/>
                  <a:pt x="2647614" y="45040"/>
                  <a:pt x="2654217" y="45040"/>
                </a:cubicBezTo>
                <a:cubicBezTo>
                  <a:pt x="2661306" y="45040"/>
                  <a:pt x="2667353" y="46222"/>
                  <a:pt x="2672358" y="48585"/>
                </a:cubicBezTo>
                <a:cubicBezTo>
                  <a:pt x="2677362" y="50948"/>
                  <a:pt x="2681481" y="54128"/>
                  <a:pt x="2684713" y="58124"/>
                </a:cubicBezTo>
                <a:cubicBezTo>
                  <a:pt x="2687945" y="62121"/>
                  <a:pt x="2690308" y="66761"/>
                  <a:pt x="2691802" y="72043"/>
                </a:cubicBezTo>
                <a:cubicBezTo>
                  <a:pt x="2693297" y="77326"/>
                  <a:pt x="2694044" y="82886"/>
                  <a:pt x="2694044" y="88725"/>
                </a:cubicBezTo>
                <a:lnTo>
                  <a:pt x="2694044" y="91227"/>
                </a:lnTo>
                <a:moveTo>
                  <a:pt x="2681220" y="87578"/>
                </a:moveTo>
                <a:cubicBezTo>
                  <a:pt x="2681428" y="77569"/>
                  <a:pt x="2679135" y="69749"/>
                  <a:pt x="2674339" y="64119"/>
                </a:cubicBezTo>
                <a:cubicBezTo>
                  <a:pt x="2669543" y="58489"/>
                  <a:pt x="2662558" y="55674"/>
                  <a:pt x="2653383" y="55674"/>
                </a:cubicBezTo>
                <a:cubicBezTo>
                  <a:pt x="2648656" y="55674"/>
                  <a:pt x="2644503" y="56561"/>
                  <a:pt x="2640924" y="58333"/>
                </a:cubicBezTo>
                <a:cubicBezTo>
                  <a:pt x="2637344" y="60105"/>
                  <a:pt x="2634321" y="62451"/>
                  <a:pt x="2631853" y="65370"/>
                </a:cubicBezTo>
                <a:cubicBezTo>
                  <a:pt x="2629386" y="68290"/>
                  <a:pt x="2627492" y="71678"/>
                  <a:pt x="2626171" y="75536"/>
                </a:cubicBezTo>
                <a:cubicBezTo>
                  <a:pt x="2624850" y="79393"/>
                  <a:pt x="2624086" y="83407"/>
                  <a:pt x="2623877" y="87578"/>
                </a:cubicBezTo>
                <a:lnTo>
                  <a:pt x="2681220" y="87578"/>
                </a:lnTo>
                <a:close/>
                <a:moveTo>
                  <a:pt x="2743354" y="61200"/>
                </a:moveTo>
                <a:cubicBezTo>
                  <a:pt x="2743354" y="63077"/>
                  <a:pt x="2743232" y="64658"/>
                  <a:pt x="2742989" y="65944"/>
                </a:cubicBezTo>
                <a:cubicBezTo>
                  <a:pt x="2742745" y="67230"/>
                  <a:pt x="2742276" y="68255"/>
                  <a:pt x="2741581" y="69020"/>
                </a:cubicBezTo>
                <a:cubicBezTo>
                  <a:pt x="2740886" y="69784"/>
                  <a:pt x="2739965" y="70323"/>
                  <a:pt x="2738818" y="70636"/>
                </a:cubicBezTo>
                <a:cubicBezTo>
                  <a:pt x="2737671" y="70948"/>
                  <a:pt x="2736194" y="71105"/>
                  <a:pt x="2734387" y="71105"/>
                </a:cubicBezTo>
                <a:cubicBezTo>
                  <a:pt x="2732580" y="71105"/>
                  <a:pt x="2731121" y="70948"/>
                  <a:pt x="2730008" y="70636"/>
                </a:cubicBezTo>
                <a:cubicBezTo>
                  <a:pt x="2728896" y="70323"/>
                  <a:pt x="2727993" y="69784"/>
                  <a:pt x="2727298" y="69020"/>
                </a:cubicBezTo>
                <a:cubicBezTo>
                  <a:pt x="2726603" y="68255"/>
                  <a:pt x="2726133" y="67230"/>
                  <a:pt x="2725890" y="65944"/>
                </a:cubicBezTo>
                <a:cubicBezTo>
                  <a:pt x="2725647" y="64658"/>
                  <a:pt x="2725525" y="63077"/>
                  <a:pt x="2725525" y="61200"/>
                </a:cubicBezTo>
                <a:cubicBezTo>
                  <a:pt x="2725525" y="59184"/>
                  <a:pt x="2725647" y="57534"/>
                  <a:pt x="2725890" y="56248"/>
                </a:cubicBezTo>
                <a:cubicBezTo>
                  <a:pt x="2726133" y="54962"/>
                  <a:pt x="2726603" y="53937"/>
                  <a:pt x="2727298" y="53172"/>
                </a:cubicBezTo>
                <a:cubicBezTo>
                  <a:pt x="2727993" y="52408"/>
                  <a:pt x="2728896" y="51869"/>
                  <a:pt x="2730008" y="51556"/>
                </a:cubicBezTo>
                <a:cubicBezTo>
                  <a:pt x="2731121" y="51243"/>
                  <a:pt x="2732580" y="51087"/>
                  <a:pt x="2734387" y="51087"/>
                </a:cubicBezTo>
                <a:cubicBezTo>
                  <a:pt x="2736194" y="51087"/>
                  <a:pt x="2737671" y="51243"/>
                  <a:pt x="2738818" y="51556"/>
                </a:cubicBezTo>
                <a:cubicBezTo>
                  <a:pt x="2739965" y="51869"/>
                  <a:pt x="2740886" y="52408"/>
                  <a:pt x="2741581" y="53172"/>
                </a:cubicBezTo>
                <a:cubicBezTo>
                  <a:pt x="2742276" y="53937"/>
                  <a:pt x="2742745" y="54962"/>
                  <a:pt x="2742989" y="56248"/>
                </a:cubicBezTo>
                <a:cubicBezTo>
                  <a:pt x="2743232" y="57534"/>
                  <a:pt x="2743354" y="59184"/>
                  <a:pt x="2743354" y="61200"/>
                </a:cubicBezTo>
                <a:moveTo>
                  <a:pt x="2743354" y="136162"/>
                </a:moveTo>
                <a:cubicBezTo>
                  <a:pt x="2743354" y="138109"/>
                  <a:pt x="2743232" y="139725"/>
                  <a:pt x="2742989" y="141010"/>
                </a:cubicBezTo>
                <a:cubicBezTo>
                  <a:pt x="2742745" y="142296"/>
                  <a:pt x="2742276" y="143322"/>
                  <a:pt x="2741581" y="144086"/>
                </a:cubicBezTo>
                <a:cubicBezTo>
                  <a:pt x="2740886" y="144851"/>
                  <a:pt x="2739965" y="145389"/>
                  <a:pt x="2738818" y="145702"/>
                </a:cubicBezTo>
                <a:cubicBezTo>
                  <a:pt x="2737671" y="146015"/>
                  <a:pt x="2736194" y="146171"/>
                  <a:pt x="2734387" y="146171"/>
                </a:cubicBezTo>
                <a:cubicBezTo>
                  <a:pt x="2732580" y="146171"/>
                  <a:pt x="2731121" y="146015"/>
                  <a:pt x="2730008" y="145702"/>
                </a:cubicBezTo>
                <a:cubicBezTo>
                  <a:pt x="2728896" y="145389"/>
                  <a:pt x="2727993" y="144851"/>
                  <a:pt x="2727298" y="144086"/>
                </a:cubicBezTo>
                <a:cubicBezTo>
                  <a:pt x="2726603" y="143322"/>
                  <a:pt x="2726133" y="142296"/>
                  <a:pt x="2725890" y="141010"/>
                </a:cubicBezTo>
                <a:cubicBezTo>
                  <a:pt x="2725647" y="139725"/>
                  <a:pt x="2725525" y="138109"/>
                  <a:pt x="2725525" y="136162"/>
                </a:cubicBezTo>
                <a:cubicBezTo>
                  <a:pt x="2725525" y="134216"/>
                  <a:pt x="2725647" y="132583"/>
                  <a:pt x="2725890" y="131262"/>
                </a:cubicBezTo>
                <a:cubicBezTo>
                  <a:pt x="2726133" y="129942"/>
                  <a:pt x="2726603" y="128916"/>
                  <a:pt x="2727298" y="128187"/>
                </a:cubicBezTo>
                <a:cubicBezTo>
                  <a:pt x="2727993" y="127457"/>
                  <a:pt x="2728896" y="126935"/>
                  <a:pt x="2730008" y="126623"/>
                </a:cubicBezTo>
                <a:cubicBezTo>
                  <a:pt x="2731121" y="126310"/>
                  <a:pt x="2732580" y="126154"/>
                  <a:pt x="2734387" y="126154"/>
                </a:cubicBezTo>
                <a:cubicBezTo>
                  <a:pt x="2736194" y="126154"/>
                  <a:pt x="2737671" y="126310"/>
                  <a:pt x="2738818" y="126623"/>
                </a:cubicBezTo>
                <a:cubicBezTo>
                  <a:pt x="2739965" y="126935"/>
                  <a:pt x="2740886" y="127457"/>
                  <a:pt x="2741581" y="128187"/>
                </a:cubicBezTo>
                <a:cubicBezTo>
                  <a:pt x="2742276" y="128916"/>
                  <a:pt x="2742745" y="129942"/>
                  <a:pt x="2742989" y="131262"/>
                </a:cubicBezTo>
                <a:cubicBezTo>
                  <a:pt x="2743232" y="132583"/>
                  <a:pt x="2743354" y="134216"/>
                  <a:pt x="2743354" y="1361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0">
            <a:extLst xmlns:a="http://schemas.openxmlformats.org/drawingml/2006/main">
              <a:ext uri="{FF2B5EF4-FFF2-40B4-BE49-F238E27FC236}">
                <a16:creationId xmlns:a16="http://schemas.microsoft.com/office/drawing/2014/main" id="{3141B97D-863E-4537-90B0-47D0E2BA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7120" y="761118"/>
            <a:ext cx="115415" cy="148048"/>
          </a:xfrm>
          <a:custGeom xmlns:a="http://schemas.openxmlformats.org/drawingml/2006/main">
            <a:pathLst>
              <a:path w="115415" h="148048">
                <a:moveTo>
                  <a:pt x="22416" y="110410"/>
                </a:moveTo>
                <a:cubicBezTo>
                  <a:pt x="21095" y="112009"/>
                  <a:pt x="19983" y="113590"/>
                  <a:pt x="19079" y="115154"/>
                </a:cubicBezTo>
                <a:cubicBezTo>
                  <a:pt x="18176" y="116718"/>
                  <a:pt x="17533" y="118230"/>
                  <a:pt x="17151" y="119689"/>
                </a:cubicBezTo>
                <a:cubicBezTo>
                  <a:pt x="16768" y="121149"/>
                  <a:pt x="16577" y="122887"/>
                  <a:pt x="16577" y="124902"/>
                </a:cubicBezTo>
                <a:cubicBezTo>
                  <a:pt x="16577" y="130115"/>
                  <a:pt x="18454" y="133921"/>
                  <a:pt x="22207" y="136319"/>
                </a:cubicBezTo>
                <a:cubicBezTo>
                  <a:pt x="25961" y="138717"/>
                  <a:pt x="31625" y="139916"/>
                  <a:pt x="39201" y="139916"/>
                </a:cubicBezTo>
                <a:cubicBezTo>
                  <a:pt x="47751" y="139916"/>
                  <a:pt x="54614" y="137987"/>
                  <a:pt x="59793" y="134129"/>
                </a:cubicBezTo>
                <a:cubicBezTo>
                  <a:pt x="64971" y="130272"/>
                  <a:pt x="69402" y="124068"/>
                  <a:pt x="73086" y="115519"/>
                </a:cubicBezTo>
                <a:cubicBezTo>
                  <a:pt x="76769" y="106970"/>
                  <a:pt x="80349" y="94042"/>
                  <a:pt x="83824" y="76735"/>
                </a:cubicBezTo>
                <a:lnTo>
                  <a:pt x="82365" y="76422"/>
                </a:lnTo>
                <a:cubicBezTo>
                  <a:pt x="75623" y="85666"/>
                  <a:pt x="69367" y="92408"/>
                  <a:pt x="63598" y="96648"/>
                </a:cubicBezTo>
                <a:cubicBezTo>
                  <a:pt x="57829" y="100888"/>
                  <a:pt x="51608" y="103008"/>
                  <a:pt x="44936" y="103008"/>
                </a:cubicBezTo>
                <a:cubicBezTo>
                  <a:pt x="37360" y="103008"/>
                  <a:pt x="31469" y="100158"/>
                  <a:pt x="27264" y="94459"/>
                </a:cubicBezTo>
                <a:cubicBezTo>
                  <a:pt x="23059" y="88759"/>
                  <a:pt x="20956" y="80627"/>
                  <a:pt x="20956" y="70062"/>
                </a:cubicBezTo>
                <a:cubicBezTo>
                  <a:pt x="20956" y="58177"/>
                  <a:pt x="23285" y="46760"/>
                  <a:pt x="27941" y="35813"/>
                </a:cubicBezTo>
                <a:cubicBezTo>
                  <a:pt x="32598" y="24866"/>
                  <a:pt x="39062" y="16160"/>
                  <a:pt x="47334" y="9696"/>
                </a:cubicBezTo>
                <a:cubicBezTo>
                  <a:pt x="55605" y="3232"/>
                  <a:pt x="64814" y="0"/>
                  <a:pt x="74962" y="0"/>
                </a:cubicBezTo>
                <a:cubicBezTo>
                  <a:pt x="79341" y="0"/>
                  <a:pt x="83477" y="521"/>
                  <a:pt x="87369" y="1564"/>
                </a:cubicBezTo>
                <a:cubicBezTo>
                  <a:pt x="91261" y="2606"/>
                  <a:pt x="95189" y="4379"/>
                  <a:pt x="99150" y="6881"/>
                </a:cubicBezTo>
                <a:lnTo>
                  <a:pt x="108742" y="0"/>
                </a:lnTo>
                <a:lnTo>
                  <a:pt x="115415" y="1668"/>
                </a:lnTo>
                <a:lnTo>
                  <a:pt x="104676" y="50253"/>
                </a:lnTo>
                <a:cubicBezTo>
                  <a:pt x="103912" y="53659"/>
                  <a:pt x="102174" y="62243"/>
                  <a:pt x="99463" y="76005"/>
                </a:cubicBezTo>
                <a:cubicBezTo>
                  <a:pt x="96613" y="90601"/>
                  <a:pt x="94302" y="100923"/>
                  <a:pt x="92530" y="106970"/>
                </a:cubicBezTo>
                <a:cubicBezTo>
                  <a:pt x="90758" y="113017"/>
                  <a:pt x="88551" y="118525"/>
                  <a:pt x="85910" y="123495"/>
                </a:cubicBezTo>
                <a:cubicBezTo>
                  <a:pt x="83268" y="128465"/>
                  <a:pt x="79862" y="132791"/>
                  <a:pt x="75692" y="136475"/>
                </a:cubicBezTo>
                <a:cubicBezTo>
                  <a:pt x="71522" y="140159"/>
                  <a:pt x="66465" y="143009"/>
                  <a:pt x="60522" y="145024"/>
                </a:cubicBezTo>
                <a:cubicBezTo>
                  <a:pt x="54580" y="147040"/>
                  <a:pt x="47542" y="148048"/>
                  <a:pt x="39410" y="148048"/>
                </a:cubicBezTo>
                <a:cubicBezTo>
                  <a:pt x="13137" y="148048"/>
                  <a:pt x="0" y="140402"/>
                  <a:pt x="0" y="125111"/>
                </a:cubicBezTo>
                <a:cubicBezTo>
                  <a:pt x="0" y="121219"/>
                  <a:pt x="1182" y="117674"/>
                  <a:pt x="3545" y="114477"/>
                </a:cubicBezTo>
                <a:cubicBezTo>
                  <a:pt x="5908" y="111279"/>
                  <a:pt x="9696" y="107908"/>
                  <a:pt x="14909" y="104363"/>
                </a:cubicBezTo>
                <a:lnTo>
                  <a:pt x="22416" y="110410"/>
                </a:lnTo>
                <a:moveTo>
                  <a:pt x="52338" y="90705"/>
                </a:moveTo>
                <a:cubicBezTo>
                  <a:pt x="55883" y="90705"/>
                  <a:pt x="59410" y="89489"/>
                  <a:pt x="62920" y="87056"/>
                </a:cubicBezTo>
                <a:cubicBezTo>
                  <a:pt x="66430" y="84624"/>
                  <a:pt x="70184" y="80766"/>
                  <a:pt x="74180" y="75484"/>
                </a:cubicBezTo>
                <a:cubicBezTo>
                  <a:pt x="78177" y="70201"/>
                  <a:pt x="81287" y="65162"/>
                  <a:pt x="83512" y="60366"/>
                </a:cubicBezTo>
                <a:cubicBezTo>
                  <a:pt x="85736" y="55570"/>
                  <a:pt x="87630" y="49593"/>
                  <a:pt x="89194" y="42433"/>
                </a:cubicBezTo>
                <a:cubicBezTo>
                  <a:pt x="90758" y="35274"/>
                  <a:pt x="91540" y="29054"/>
                  <a:pt x="91540" y="23771"/>
                </a:cubicBezTo>
                <a:cubicBezTo>
                  <a:pt x="91540" y="18350"/>
                  <a:pt x="90393" y="14405"/>
                  <a:pt x="88099" y="11938"/>
                </a:cubicBezTo>
                <a:cubicBezTo>
                  <a:pt x="85805" y="9470"/>
                  <a:pt x="81982" y="8236"/>
                  <a:pt x="76630" y="8236"/>
                </a:cubicBezTo>
                <a:cubicBezTo>
                  <a:pt x="69541" y="8236"/>
                  <a:pt x="63181" y="11104"/>
                  <a:pt x="57551" y="16838"/>
                </a:cubicBezTo>
                <a:cubicBezTo>
                  <a:pt x="51921" y="22572"/>
                  <a:pt x="47490" y="30305"/>
                  <a:pt x="44258" y="40035"/>
                </a:cubicBezTo>
                <a:cubicBezTo>
                  <a:pt x="41026" y="49766"/>
                  <a:pt x="39410" y="59462"/>
                  <a:pt x="39410" y="69124"/>
                </a:cubicBezTo>
                <a:cubicBezTo>
                  <a:pt x="39410" y="76352"/>
                  <a:pt x="40453" y="81757"/>
                  <a:pt x="42538" y="85336"/>
                </a:cubicBezTo>
                <a:cubicBezTo>
                  <a:pt x="44623" y="88916"/>
                  <a:pt x="47890" y="90705"/>
                  <a:pt x="52338" y="907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AEA9BC-8BE8-424B-8573-A03EEE91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964" y="704201"/>
            <a:ext cx="1574342" cy="197780"/>
          </a:xfrm>
          <a:custGeom xmlns:a="http://schemas.openxmlformats.org/drawingml/2006/main">
            <a:pathLst>
              <a:path w="1574342" h="197780">
                <a:moveTo>
                  <a:pt x="1511266" y="0"/>
                </a:moveTo>
                <a:cubicBezTo>
                  <a:pt x="1531562" y="5352"/>
                  <a:pt x="1547149" y="16908"/>
                  <a:pt x="1558026" y="34667"/>
                </a:cubicBezTo>
                <a:cubicBezTo>
                  <a:pt x="1568904" y="52426"/>
                  <a:pt x="1574342" y="73851"/>
                  <a:pt x="1574342" y="98942"/>
                </a:cubicBezTo>
                <a:cubicBezTo>
                  <a:pt x="1574342" y="124104"/>
                  <a:pt x="1568922" y="145529"/>
                  <a:pt x="1558078" y="163218"/>
                </a:cubicBezTo>
                <a:cubicBezTo>
                  <a:pt x="1547236" y="180907"/>
                  <a:pt x="1531632" y="192428"/>
                  <a:pt x="1511266" y="197780"/>
                </a:cubicBezTo>
                <a:lnTo>
                  <a:pt x="1508764" y="189752"/>
                </a:lnTo>
                <a:cubicBezTo>
                  <a:pt x="1524820" y="184400"/>
                  <a:pt x="1536758" y="173835"/>
                  <a:pt x="1544577" y="158057"/>
                </a:cubicBezTo>
                <a:cubicBezTo>
                  <a:pt x="1552397" y="142279"/>
                  <a:pt x="1556306" y="122226"/>
                  <a:pt x="1556306" y="97900"/>
                </a:cubicBezTo>
                <a:cubicBezTo>
                  <a:pt x="1556306" y="74407"/>
                  <a:pt x="1552414" y="54894"/>
                  <a:pt x="1544629" y="39358"/>
                </a:cubicBezTo>
                <a:cubicBezTo>
                  <a:pt x="1536845" y="23823"/>
                  <a:pt x="1524785" y="13380"/>
                  <a:pt x="1508451" y="8028"/>
                </a:cubicBezTo>
                <a:lnTo>
                  <a:pt x="1511266" y="0"/>
                </a:lnTo>
                <a:close/>
                <a:moveTo>
                  <a:pt x="63078" y="0"/>
                </a:moveTo>
                <a:lnTo>
                  <a:pt x="65893" y="8028"/>
                </a:lnTo>
                <a:cubicBezTo>
                  <a:pt x="49627" y="13380"/>
                  <a:pt x="37586" y="23823"/>
                  <a:pt x="29767" y="39358"/>
                </a:cubicBezTo>
                <a:cubicBezTo>
                  <a:pt x="21947" y="54894"/>
                  <a:pt x="18038" y="74407"/>
                  <a:pt x="18038" y="97900"/>
                </a:cubicBezTo>
                <a:cubicBezTo>
                  <a:pt x="18038" y="122226"/>
                  <a:pt x="21947" y="142279"/>
                  <a:pt x="29767" y="158057"/>
                </a:cubicBezTo>
                <a:cubicBezTo>
                  <a:pt x="37586" y="173835"/>
                  <a:pt x="49524" y="184400"/>
                  <a:pt x="65579" y="189752"/>
                </a:cubicBezTo>
                <a:lnTo>
                  <a:pt x="63078" y="197780"/>
                </a:lnTo>
                <a:cubicBezTo>
                  <a:pt x="42712" y="192428"/>
                  <a:pt x="27108" y="180907"/>
                  <a:pt x="16264" y="163218"/>
                </a:cubicBezTo>
                <a:cubicBezTo>
                  <a:pt x="5422" y="145529"/>
                  <a:pt x="0" y="124104"/>
                  <a:pt x="0" y="98942"/>
                </a:cubicBezTo>
                <a:cubicBezTo>
                  <a:pt x="0" y="73851"/>
                  <a:pt x="5440" y="52426"/>
                  <a:pt x="16318" y="34667"/>
                </a:cubicBezTo>
                <a:cubicBezTo>
                  <a:pt x="27195" y="16908"/>
                  <a:pt x="42782" y="5352"/>
                  <a:pt x="6307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%">
            <a:extLst xmlns:a="http://schemas.openxmlformats.org/drawingml/2006/main">
              <a:ext uri="{FF2B5EF4-FFF2-40B4-BE49-F238E27FC236}">
                <a16:creationId xmlns:a16="http://schemas.microsoft.com/office/drawing/2014/main" id="{AEF25B8C-B572-435E-A0C4-9C4A6B2E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023" y="761223"/>
            <a:ext cx="86535" cy="103112"/>
          </a:xfrm>
          <a:custGeom xmlns:a="http://schemas.openxmlformats.org/drawingml/2006/main">
            <a:pathLst>
              <a:path w="86535" h="103112">
                <a:moveTo>
                  <a:pt x="73398" y="27003"/>
                </a:moveTo>
                <a:cubicBezTo>
                  <a:pt x="72634" y="20817"/>
                  <a:pt x="70601" y="16125"/>
                  <a:pt x="67299" y="12928"/>
                </a:cubicBezTo>
                <a:cubicBezTo>
                  <a:pt x="63998" y="9731"/>
                  <a:pt x="58802" y="8132"/>
                  <a:pt x="51713" y="8132"/>
                </a:cubicBezTo>
                <a:cubicBezTo>
                  <a:pt x="46222" y="8132"/>
                  <a:pt x="41773" y="9540"/>
                  <a:pt x="38367" y="12355"/>
                </a:cubicBezTo>
                <a:cubicBezTo>
                  <a:pt x="34962" y="15170"/>
                  <a:pt x="33259" y="18871"/>
                  <a:pt x="33259" y="23458"/>
                </a:cubicBezTo>
                <a:cubicBezTo>
                  <a:pt x="33259" y="25961"/>
                  <a:pt x="33693" y="28167"/>
                  <a:pt x="34562" y="30079"/>
                </a:cubicBezTo>
                <a:cubicBezTo>
                  <a:pt x="35431" y="31990"/>
                  <a:pt x="37186" y="34093"/>
                  <a:pt x="39827" y="36386"/>
                </a:cubicBezTo>
                <a:cubicBezTo>
                  <a:pt x="42468" y="38680"/>
                  <a:pt x="46569" y="41495"/>
                  <a:pt x="52130" y="44831"/>
                </a:cubicBezTo>
                <a:cubicBezTo>
                  <a:pt x="56508" y="47473"/>
                  <a:pt x="60018" y="49888"/>
                  <a:pt x="62660" y="52077"/>
                </a:cubicBezTo>
                <a:cubicBezTo>
                  <a:pt x="65301" y="54267"/>
                  <a:pt x="67386" y="56439"/>
                  <a:pt x="68915" y="58594"/>
                </a:cubicBezTo>
                <a:cubicBezTo>
                  <a:pt x="70444" y="60748"/>
                  <a:pt x="71557" y="63025"/>
                  <a:pt x="72252" y="65423"/>
                </a:cubicBezTo>
                <a:cubicBezTo>
                  <a:pt x="72947" y="67821"/>
                  <a:pt x="73294" y="70722"/>
                  <a:pt x="73294" y="74128"/>
                </a:cubicBezTo>
                <a:cubicBezTo>
                  <a:pt x="73294" y="80314"/>
                  <a:pt x="71643" y="85614"/>
                  <a:pt x="68342" y="90028"/>
                </a:cubicBezTo>
                <a:cubicBezTo>
                  <a:pt x="65040" y="94441"/>
                  <a:pt x="60557" y="97726"/>
                  <a:pt x="54892" y="99880"/>
                </a:cubicBezTo>
                <a:cubicBezTo>
                  <a:pt x="49228" y="102035"/>
                  <a:pt x="42781" y="103112"/>
                  <a:pt x="35552" y="103112"/>
                </a:cubicBezTo>
                <a:cubicBezTo>
                  <a:pt x="29783" y="103112"/>
                  <a:pt x="24119" y="102678"/>
                  <a:pt x="18558" y="101809"/>
                </a:cubicBezTo>
                <a:cubicBezTo>
                  <a:pt x="12998" y="100940"/>
                  <a:pt x="6812" y="99463"/>
                  <a:pt x="0" y="97378"/>
                </a:cubicBezTo>
                <a:lnTo>
                  <a:pt x="5004" y="74650"/>
                </a:lnTo>
                <a:lnTo>
                  <a:pt x="13137" y="74650"/>
                </a:lnTo>
                <a:cubicBezTo>
                  <a:pt x="13415" y="81322"/>
                  <a:pt x="15291" y="86361"/>
                  <a:pt x="18767" y="89767"/>
                </a:cubicBezTo>
                <a:cubicBezTo>
                  <a:pt x="22242" y="93173"/>
                  <a:pt x="27768" y="94876"/>
                  <a:pt x="35344" y="94876"/>
                </a:cubicBezTo>
                <a:cubicBezTo>
                  <a:pt x="41947" y="94876"/>
                  <a:pt x="47108" y="93399"/>
                  <a:pt x="50826" y="90445"/>
                </a:cubicBezTo>
                <a:cubicBezTo>
                  <a:pt x="54545" y="87491"/>
                  <a:pt x="56404" y="83303"/>
                  <a:pt x="56404" y="77882"/>
                </a:cubicBezTo>
                <a:cubicBezTo>
                  <a:pt x="56404" y="74754"/>
                  <a:pt x="55883" y="72060"/>
                  <a:pt x="54840" y="69801"/>
                </a:cubicBezTo>
                <a:cubicBezTo>
                  <a:pt x="53798" y="67543"/>
                  <a:pt x="52095" y="65370"/>
                  <a:pt x="49732" y="63285"/>
                </a:cubicBezTo>
                <a:cubicBezTo>
                  <a:pt x="47368" y="61200"/>
                  <a:pt x="43615" y="58594"/>
                  <a:pt x="38472" y="55466"/>
                </a:cubicBezTo>
                <a:cubicBezTo>
                  <a:pt x="33050" y="52199"/>
                  <a:pt x="28828" y="49245"/>
                  <a:pt x="25804" y="46604"/>
                </a:cubicBezTo>
                <a:cubicBezTo>
                  <a:pt x="22781" y="43963"/>
                  <a:pt x="20504" y="41095"/>
                  <a:pt x="18975" y="38002"/>
                </a:cubicBezTo>
                <a:cubicBezTo>
                  <a:pt x="17446" y="34909"/>
                  <a:pt x="16681" y="31347"/>
                  <a:pt x="16681" y="27316"/>
                </a:cubicBezTo>
                <a:cubicBezTo>
                  <a:pt x="16681" y="21825"/>
                  <a:pt x="18158" y="17012"/>
                  <a:pt x="21112" y="12876"/>
                </a:cubicBezTo>
                <a:cubicBezTo>
                  <a:pt x="24066" y="8740"/>
                  <a:pt x="28289" y="5560"/>
                  <a:pt x="33780" y="3336"/>
                </a:cubicBezTo>
                <a:cubicBezTo>
                  <a:pt x="39271" y="1112"/>
                  <a:pt x="45665" y="0"/>
                  <a:pt x="52964" y="0"/>
                </a:cubicBezTo>
                <a:cubicBezTo>
                  <a:pt x="59428" y="0"/>
                  <a:pt x="65318" y="382"/>
                  <a:pt x="70636" y="1147"/>
                </a:cubicBezTo>
                <a:cubicBezTo>
                  <a:pt x="75953" y="1911"/>
                  <a:pt x="81253" y="3232"/>
                  <a:pt x="86535" y="5109"/>
                </a:cubicBezTo>
                <a:lnTo>
                  <a:pt x="81843" y="27003"/>
                </a:lnTo>
                <a:lnTo>
                  <a:pt x="73398" y="27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+">
            <a:extLst xmlns:a="http://schemas.openxmlformats.org/drawingml/2006/main">
              <a:ext uri="{FF2B5EF4-FFF2-40B4-BE49-F238E27FC236}">
                <a16:creationId xmlns:a16="http://schemas.microsoft.com/office/drawing/2014/main" id="{58767E7B-8985-42B0-81ED-3F1D748F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1292" y="804834"/>
            <a:ext cx="82886" cy="102993"/>
          </a:xfrm>
          <a:custGeom xmlns:a="http://schemas.openxmlformats.org/drawingml/2006/main">
            <a:pathLst>
              <a:path w="82886" h="102993">
                <a:moveTo>
                  <a:pt x="62258" y="75960"/>
                </a:moveTo>
                <a:cubicBezTo>
                  <a:pt x="61563" y="78889"/>
                  <a:pt x="61103" y="81223"/>
                  <a:pt x="60880" y="82960"/>
                </a:cubicBezTo>
                <a:cubicBezTo>
                  <a:pt x="60656" y="84698"/>
                  <a:pt x="60545" y="86262"/>
                  <a:pt x="60545" y="87652"/>
                </a:cubicBezTo>
                <a:cubicBezTo>
                  <a:pt x="60545" y="89539"/>
                  <a:pt x="60930" y="90904"/>
                  <a:pt x="61699" y="91748"/>
                </a:cubicBezTo>
                <a:cubicBezTo>
                  <a:pt x="62469" y="92592"/>
                  <a:pt x="63573" y="93014"/>
                  <a:pt x="65013" y="93014"/>
                </a:cubicBezTo>
                <a:cubicBezTo>
                  <a:pt x="65907" y="93014"/>
                  <a:pt x="66788" y="92840"/>
                  <a:pt x="67657" y="92493"/>
                </a:cubicBezTo>
                <a:cubicBezTo>
                  <a:pt x="68526" y="92145"/>
                  <a:pt x="69469" y="91599"/>
                  <a:pt x="70487" y="90854"/>
                </a:cubicBezTo>
                <a:cubicBezTo>
                  <a:pt x="71504" y="90110"/>
                  <a:pt x="72621" y="89154"/>
                  <a:pt x="73838" y="87987"/>
                </a:cubicBezTo>
                <a:cubicBezTo>
                  <a:pt x="75054" y="86821"/>
                  <a:pt x="76432" y="85418"/>
                  <a:pt x="77971" y="83780"/>
                </a:cubicBezTo>
                <a:cubicBezTo>
                  <a:pt x="78765" y="84624"/>
                  <a:pt x="79584" y="85455"/>
                  <a:pt x="80428" y="86274"/>
                </a:cubicBezTo>
                <a:cubicBezTo>
                  <a:pt x="81272" y="87094"/>
                  <a:pt x="82092" y="87900"/>
                  <a:pt x="82886" y="88695"/>
                </a:cubicBezTo>
                <a:cubicBezTo>
                  <a:pt x="80404" y="91227"/>
                  <a:pt x="78145" y="93399"/>
                  <a:pt x="76109" y="95211"/>
                </a:cubicBezTo>
                <a:cubicBezTo>
                  <a:pt x="74074" y="97023"/>
                  <a:pt x="72100" y="98512"/>
                  <a:pt x="70189" y="99679"/>
                </a:cubicBezTo>
                <a:cubicBezTo>
                  <a:pt x="68277" y="100846"/>
                  <a:pt x="66403" y="101690"/>
                  <a:pt x="64566" y="102211"/>
                </a:cubicBezTo>
                <a:cubicBezTo>
                  <a:pt x="62729" y="102732"/>
                  <a:pt x="60818" y="102993"/>
                  <a:pt x="58832" y="102993"/>
                </a:cubicBezTo>
                <a:cubicBezTo>
                  <a:pt x="55257" y="102993"/>
                  <a:pt x="52477" y="101839"/>
                  <a:pt x="50491" y="99530"/>
                </a:cubicBezTo>
                <a:cubicBezTo>
                  <a:pt x="48505" y="97222"/>
                  <a:pt x="47512" y="94057"/>
                  <a:pt x="47512" y="90035"/>
                </a:cubicBezTo>
                <a:cubicBezTo>
                  <a:pt x="47512" y="87801"/>
                  <a:pt x="47860" y="85666"/>
                  <a:pt x="48555" y="83631"/>
                </a:cubicBezTo>
                <a:lnTo>
                  <a:pt x="47512" y="83184"/>
                </a:lnTo>
                <a:cubicBezTo>
                  <a:pt x="44980" y="86709"/>
                  <a:pt x="42523" y="89712"/>
                  <a:pt x="40140" y="92195"/>
                </a:cubicBezTo>
                <a:cubicBezTo>
                  <a:pt x="37757" y="94677"/>
                  <a:pt x="35398" y="96725"/>
                  <a:pt x="33065" y="98339"/>
                </a:cubicBezTo>
                <a:cubicBezTo>
                  <a:pt x="30732" y="99952"/>
                  <a:pt x="28373" y="101131"/>
                  <a:pt x="25990" y="101876"/>
                </a:cubicBezTo>
                <a:cubicBezTo>
                  <a:pt x="23607" y="102621"/>
                  <a:pt x="21125" y="102993"/>
                  <a:pt x="18543" y="102993"/>
                </a:cubicBezTo>
                <a:cubicBezTo>
                  <a:pt x="12635" y="102993"/>
                  <a:pt x="8068" y="100871"/>
                  <a:pt x="4841" y="96626"/>
                </a:cubicBezTo>
                <a:cubicBezTo>
                  <a:pt x="1614" y="92381"/>
                  <a:pt x="0" y="86212"/>
                  <a:pt x="0" y="78120"/>
                </a:cubicBezTo>
                <a:cubicBezTo>
                  <a:pt x="0" y="73304"/>
                  <a:pt x="509" y="68674"/>
                  <a:pt x="1527" y="64231"/>
                </a:cubicBezTo>
                <a:cubicBezTo>
                  <a:pt x="2544" y="59788"/>
                  <a:pt x="3984" y="55617"/>
                  <a:pt x="5846" y="51720"/>
                </a:cubicBezTo>
                <a:cubicBezTo>
                  <a:pt x="7708" y="47823"/>
                  <a:pt x="9929" y="44273"/>
                  <a:pt x="12511" y="41071"/>
                </a:cubicBezTo>
                <a:cubicBezTo>
                  <a:pt x="15093" y="37868"/>
                  <a:pt x="17923" y="35125"/>
                  <a:pt x="21001" y="32842"/>
                </a:cubicBezTo>
                <a:cubicBezTo>
                  <a:pt x="24079" y="30558"/>
                  <a:pt x="27356" y="28783"/>
                  <a:pt x="30831" y="27517"/>
                </a:cubicBezTo>
                <a:cubicBezTo>
                  <a:pt x="34306" y="26251"/>
                  <a:pt x="37906" y="25618"/>
                  <a:pt x="41629" y="25618"/>
                </a:cubicBezTo>
                <a:cubicBezTo>
                  <a:pt x="44906" y="25618"/>
                  <a:pt x="47910" y="25941"/>
                  <a:pt x="50640" y="26586"/>
                </a:cubicBezTo>
                <a:cubicBezTo>
                  <a:pt x="53371" y="27231"/>
                  <a:pt x="55977" y="28522"/>
                  <a:pt x="58460" y="30459"/>
                </a:cubicBezTo>
                <a:cubicBezTo>
                  <a:pt x="59304" y="27331"/>
                  <a:pt x="59974" y="24662"/>
                  <a:pt x="60470" y="22453"/>
                </a:cubicBezTo>
                <a:cubicBezTo>
                  <a:pt x="60967" y="20244"/>
                  <a:pt x="61376" y="18208"/>
                  <a:pt x="61699" y="16346"/>
                </a:cubicBezTo>
                <a:cubicBezTo>
                  <a:pt x="62022" y="14485"/>
                  <a:pt x="62183" y="12933"/>
                  <a:pt x="62183" y="11692"/>
                </a:cubicBezTo>
                <a:cubicBezTo>
                  <a:pt x="62183" y="10649"/>
                  <a:pt x="62047" y="9780"/>
                  <a:pt x="61774" y="9085"/>
                </a:cubicBezTo>
                <a:cubicBezTo>
                  <a:pt x="61500" y="8390"/>
                  <a:pt x="61016" y="7819"/>
                  <a:pt x="60321" y="7373"/>
                </a:cubicBezTo>
                <a:cubicBezTo>
                  <a:pt x="59626" y="6926"/>
                  <a:pt x="58646" y="6603"/>
                  <a:pt x="57380" y="6404"/>
                </a:cubicBezTo>
                <a:cubicBezTo>
                  <a:pt x="56114" y="6206"/>
                  <a:pt x="54513" y="6057"/>
                  <a:pt x="52576" y="5958"/>
                </a:cubicBezTo>
                <a:lnTo>
                  <a:pt x="53544" y="894"/>
                </a:lnTo>
                <a:lnTo>
                  <a:pt x="75737" y="0"/>
                </a:lnTo>
                <a:lnTo>
                  <a:pt x="79535" y="0"/>
                </a:lnTo>
                <a:lnTo>
                  <a:pt x="62258" y="75960"/>
                </a:lnTo>
                <a:moveTo>
                  <a:pt x="52204" y="59502"/>
                </a:moveTo>
                <a:cubicBezTo>
                  <a:pt x="52750" y="56821"/>
                  <a:pt x="53247" y="54140"/>
                  <a:pt x="53693" y="51459"/>
                </a:cubicBezTo>
                <a:cubicBezTo>
                  <a:pt x="54140" y="48778"/>
                  <a:pt x="54364" y="46321"/>
                  <a:pt x="54364" y="44087"/>
                </a:cubicBezTo>
                <a:cubicBezTo>
                  <a:pt x="54364" y="40065"/>
                  <a:pt x="53458" y="37211"/>
                  <a:pt x="51645" y="35523"/>
                </a:cubicBezTo>
                <a:cubicBezTo>
                  <a:pt x="49833" y="33835"/>
                  <a:pt x="46941" y="32991"/>
                  <a:pt x="42970" y="32991"/>
                </a:cubicBezTo>
                <a:cubicBezTo>
                  <a:pt x="40040" y="32991"/>
                  <a:pt x="37322" y="33624"/>
                  <a:pt x="34815" y="34890"/>
                </a:cubicBezTo>
                <a:cubicBezTo>
                  <a:pt x="32308" y="36156"/>
                  <a:pt x="30012" y="37893"/>
                  <a:pt x="27927" y="40103"/>
                </a:cubicBezTo>
                <a:cubicBezTo>
                  <a:pt x="25841" y="42312"/>
                  <a:pt x="23980" y="44869"/>
                  <a:pt x="22341" y="47773"/>
                </a:cubicBezTo>
                <a:cubicBezTo>
                  <a:pt x="20703" y="50677"/>
                  <a:pt x="19325" y="53780"/>
                  <a:pt x="18208" y="57082"/>
                </a:cubicBezTo>
                <a:cubicBezTo>
                  <a:pt x="17091" y="60383"/>
                  <a:pt x="16247" y="63759"/>
                  <a:pt x="15676" y="67210"/>
                </a:cubicBezTo>
                <a:cubicBezTo>
                  <a:pt x="15105" y="70660"/>
                  <a:pt x="14820" y="74024"/>
                  <a:pt x="14820" y="77301"/>
                </a:cubicBezTo>
                <a:cubicBezTo>
                  <a:pt x="14820" y="82663"/>
                  <a:pt x="15577" y="86647"/>
                  <a:pt x="17091" y="89253"/>
                </a:cubicBezTo>
                <a:cubicBezTo>
                  <a:pt x="18605" y="91860"/>
                  <a:pt x="21050" y="93163"/>
                  <a:pt x="24426" y="93163"/>
                </a:cubicBezTo>
                <a:cubicBezTo>
                  <a:pt x="26710" y="93163"/>
                  <a:pt x="29242" y="92393"/>
                  <a:pt x="32022" y="90854"/>
                </a:cubicBezTo>
                <a:cubicBezTo>
                  <a:pt x="34803" y="89315"/>
                  <a:pt x="37496" y="87094"/>
                  <a:pt x="40103" y="84189"/>
                </a:cubicBezTo>
                <a:cubicBezTo>
                  <a:pt x="42709" y="81285"/>
                  <a:pt x="45104" y="77748"/>
                  <a:pt x="47289" y="73577"/>
                </a:cubicBezTo>
                <a:cubicBezTo>
                  <a:pt x="49473" y="69407"/>
                  <a:pt x="51112" y="64715"/>
                  <a:pt x="52204" y="595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||'">
            <a:extLst xmlns:a="http://schemas.openxmlformats.org/drawingml/2006/main">
              <a:ext uri="{FF2B5EF4-FFF2-40B4-BE49-F238E27FC236}">
                <a16:creationId xmlns:a16="http://schemas.microsoft.com/office/drawing/2014/main" id="{6CF396CC-DFA0-44CB-8E87-6FEB9652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0451" y="713368"/>
            <a:ext cx="218214" cy="194026"/>
          </a:xfrm>
          <a:custGeom xmlns:a="http://schemas.openxmlformats.org/drawingml/2006/main">
            <a:pathLst>
              <a:path w="218214" h="194026">
                <a:moveTo>
                  <a:pt x="16056" y="194026"/>
                </a:moveTo>
                <a:lnTo>
                  <a:pt x="0" y="194026"/>
                </a:lnTo>
                <a:lnTo>
                  <a:pt x="0" y="0"/>
                </a:lnTo>
                <a:lnTo>
                  <a:pt x="16056" y="0"/>
                </a:lnTo>
                <a:lnTo>
                  <a:pt x="16056" y="194026"/>
                </a:lnTo>
                <a:close/>
                <a:moveTo>
                  <a:pt x="82782" y="194026"/>
                </a:moveTo>
                <a:lnTo>
                  <a:pt x="66726" y="194026"/>
                </a:lnTo>
                <a:lnTo>
                  <a:pt x="66726" y="0"/>
                </a:lnTo>
                <a:lnTo>
                  <a:pt x="82782" y="0"/>
                </a:lnTo>
                <a:lnTo>
                  <a:pt x="82782" y="194026"/>
                </a:lnTo>
                <a:close/>
                <a:moveTo>
                  <a:pt x="157431" y="102070"/>
                </a:moveTo>
                <a:cubicBezTo>
                  <a:pt x="156389" y="96579"/>
                  <a:pt x="155311" y="91296"/>
                  <a:pt x="154199" y="86222"/>
                </a:cubicBezTo>
                <a:cubicBezTo>
                  <a:pt x="153087" y="81148"/>
                  <a:pt x="151940" y="76422"/>
                  <a:pt x="150759" y="72043"/>
                </a:cubicBezTo>
                <a:cubicBezTo>
                  <a:pt x="149577" y="67664"/>
                  <a:pt x="148604" y="64797"/>
                  <a:pt x="147840" y="63442"/>
                </a:cubicBezTo>
                <a:cubicBezTo>
                  <a:pt x="147075" y="62086"/>
                  <a:pt x="146258" y="61148"/>
                  <a:pt x="145389" y="60627"/>
                </a:cubicBezTo>
                <a:cubicBezTo>
                  <a:pt x="144521" y="60105"/>
                  <a:pt x="143426" y="59845"/>
                  <a:pt x="142105" y="59845"/>
                </a:cubicBezTo>
                <a:cubicBezTo>
                  <a:pt x="140646" y="59845"/>
                  <a:pt x="139325" y="60175"/>
                  <a:pt x="138143" y="60835"/>
                </a:cubicBezTo>
                <a:cubicBezTo>
                  <a:pt x="136962" y="61495"/>
                  <a:pt x="135676" y="62642"/>
                  <a:pt x="134286" y="64276"/>
                </a:cubicBezTo>
                <a:cubicBezTo>
                  <a:pt x="132896" y="65909"/>
                  <a:pt x="131054" y="68463"/>
                  <a:pt x="128760" y="71939"/>
                </a:cubicBezTo>
                <a:lnTo>
                  <a:pt x="121983" y="67456"/>
                </a:lnTo>
                <a:cubicBezTo>
                  <a:pt x="126362" y="60853"/>
                  <a:pt x="130567" y="55918"/>
                  <a:pt x="134599" y="52651"/>
                </a:cubicBezTo>
                <a:cubicBezTo>
                  <a:pt x="138630" y="49384"/>
                  <a:pt x="143391" y="47751"/>
                  <a:pt x="148882" y="47751"/>
                </a:cubicBezTo>
                <a:cubicBezTo>
                  <a:pt x="151037" y="47751"/>
                  <a:pt x="152931" y="47994"/>
                  <a:pt x="154564" y="48480"/>
                </a:cubicBezTo>
                <a:cubicBezTo>
                  <a:pt x="156198" y="48967"/>
                  <a:pt x="157640" y="49714"/>
                  <a:pt x="158891" y="50722"/>
                </a:cubicBezTo>
                <a:cubicBezTo>
                  <a:pt x="160142" y="51730"/>
                  <a:pt x="161254" y="53033"/>
                  <a:pt x="162227" y="54632"/>
                </a:cubicBezTo>
                <a:cubicBezTo>
                  <a:pt x="163200" y="56230"/>
                  <a:pt x="164139" y="58402"/>
                  <a:pt x="165042" y="61148"/>
                </a:cubicBezTo>
                <a:cubicBezTo>
                  <a:pt x="165946" y="63893"/>
                  <a:pt x="166797" y="67299"/>
                  <a:pt x="167597" y="71365"/>
                </a:cubicBezTo>
                <a:cubicBezTo>
                  <a:pt x="168396" y="75431"/>
                  <a:pt x="169108" y="79654"/>
                  <a:pt x="169734" y="84033"/>
                </a:cubicBezTo>
                <a:lnTo>
                  <a:pt x="170777" y="84033"/>
                </a:lnTo>
                <a:cubicBezTo>
                  <a:pt x="177449" y="74650"/>
                  <a:pt x="182506" y="67786"/>
                  <a:pt x="185946" y="63442"/>
                </a:cubicBezTo>
                <a:cubicBezTo>
                  <a:pt x="189387" y="59098"/>
                  <a:pt x="192289" y="55866"/>
                  <a:pt x="194652" y="53746"/>
                </a:cubicBezTo>
                <a:cubicBezTo>
                  <a:pt x="197015" y="51626"/>
                  <a:pt x="199291" y="50131"/>
                  <a:pt x="201481" y="49262"/>
                </a:cubicBezTo>
                <a:cubicBezTo>
                  <a:pt x="203670" y="48394"/>
                  <a:pt x="206572" y="47959"/>
                  <a:pt x="210187" y="47959"/>
                </a:cubicBezTo>
                <a:cubicBezTo>
                  <a:pt x="213453" y="47959"/>
                  <a:pt x="216129" y="48376"/>
                  <a:pt x="218214" y="49210"/>
                </a:cubicBezTo>
                <a:lnTo>
                  <a:pt x="214044" y="68081"/>
                </a:lnTo>
                <a:lnTo>
                  <a:pt x="206746" y="68081"/>
                </a:lnTo>
                <a:cubicBezTo>
                  <a:pt x="206329" y="65162"/>
                  <a:pt x="205113" y="63702"/>
                  <a:pt x="203097" y="63702"/>
                </a:cubicBezTo>
                <a:cubicBezTo>
                  <a:pt x="202471" y="63702"/>
                  <a:pt x="201811" y="63807"/>
                  <a:pt x="201116" y="64015"/>
                </a:cubicBezTo>
                <a:cubicBezTo>
                  <a:pt x="200421" y="64224"/>
                  <a:pt x="199569" y="64675"/>
                  <a:pt x="198562" y="65370"/>
                </a:cubicBezTo>
                <a:cubicBezTo>
                  <a:pt x="197554" y="66066"/>
                  <a:pt x="196077" y="67421"/>
                  <a:pt x="194131" y="69437"/>
                </a:cubicBezTo>
                <a:cubicBezTo>
                  <a:pt x="192184" y="71452"/>
                  <a:pt x="189995" y="73920"/>
                  <a:pt x="187562" y="76839"/>
                </a:cubicBezTo>
                <a:cubicBezTo>
                  <a:pt x="185130" y="79758"/>
                  <a:pt x="182627" y="82816"/>
                  <a:pt x="180056" y="86014"/>
                </a:cubicBezTo>
                <a:lnTo>
                  <a:pt x="172966" y="94876"/>
                </a:lnTo>
                <a:cubicBezTo>
                  <a:pt x="174217" y="101548"/>
                  <a:pt x="175399" y="107317"/>
                  <a:pt x="176511" y="112183"/>
                </a:cubicBezTo>
                <a:cubicBezTo>
                  <a:pt x="177623" y="117048"/>
                  <a:pt x="178613" y="121097"/>
                  <a:pt x="179482" y="124329"/>
                </a:cubicBezTo>
                <a:cubicBezTo>
                  <a:pt x="180351" y="127561"/>
                  <a:pt x="181116" y="130115"/>
                  <a:pt x="181776" y="131992"/>
                </a:cubicBezTo>
                <a:cubicBezTo>
                  <a:pt x="182436" y="133869"/>
                  <a:pt x="183149" y="135276"/>
                  <a:pt x="183913" y="136215"/>
                </a:cubicBezTo>
                <a:cubicBezTo>
                  <a:pt x="184678" y="137153"/>
                  <a:pt x="185460" y="137813"/>
                  <a:pt x="186259" y="138195"/>
                </a:cubicBezTo>
                <a:cubicBezTo>
                  <a:pt x="187058" y="138578"/>
                  <a:pt x="187979" y="138769"/>
                  <a:pt x="189022" y="138769"/>
                </a:cubicBezTo>
                <a:cubicBezTo>
                  <a:pt x="190899" y="138769"/>
                  <a:pt x="192723" y="138039"/>
                  <a:pt x="194496" y="136579"/>
                </a:cubicBezTo>
                <a:cubicBezTo>
                  <a:pt x="196268" y="135120"/>
                  <a:pt x="198822" y="131818"/>
                  <a:pt x="202159" y="126675"/>
                </a:cubicBezTo>
                <a:lnTo>
                  <a:pt x="208935" y="131158"/>
                </a:lnTo>
                <a:cubicBezTo>
                  <a:pt x="204070" y="138387"/>
                  <a:pt x="199674" y="143478"/>
                  <a:pt x="195747" y="146432"/>
                </a:cubicBezTo>
                <a:cubicBezTo>
                  <a:pt x="191820" y="149386"/>
                  <a:pt x="187145" y="150863"/>
                  <a:pt x="181724" y="150863"/>
                </a:cubicBezTo>
                <a:cubicBezTo>
                  <a:pt x="178735" y="150863"/>
                  <a:pt x="176198" y="150324"/>
                  <a:pt x="174113" y="149247"/>
                </a:cubicBezTo>
                <a:cubicBezTo>
                  <a:pt x="172028" y="148170"/>
                  <a:pt x="170221" y="146449"/>
                  <a:pt x="168691" y="144086"/>
                </a:cubicBezTo>
                <a:cubicBezTo>
                  <a:pt x="167162" y="141723"/>
                  <a:pt x="165807" y="138039"/>
                  <a:pt x="164625" y="133035"/>
                </a:cubicBezTo>
                <a:cubicBezTo>
                  <a:pt x="162471" y="124138"/>
                  <a:pt x="161150" y="117326"/>
                  <a:pt x="160663" y="112600"/>
                </a:cubicBezTo>
                <a:lnTo>
                  <a:pt x="159621" y="112600"/>
                </a:lnTo>
                <a:cubicBezTo>
                  <a:pt x="152253" y="122956"/>
                  <a:pt x="146780" y="130393"/>
                  <a:pt x="143200" y="134911"/>
                </a:cubicBezTo>
                <a:cubicBezTo>
                  <a:pt x="139620" y="139429"/>
                  <a:pt x="136666" y="142765"/>
                  <a:pt x="134338" y="144920"/>
                </a:cubicBezTo>
                <a:cubicBezTo>
                  <a:pt x="132010" y="147075"/>
                  <a:pt x="129751" y="148587"/>
                  <a:pt x="127561" y="149455"/>
                </a:cubicBezTo>
                <a:cubicBezTo>
                  <a:pt x="125372" y="150324"/>
                  <a:pt x="122470" y="150759"/>
                  <a:pt x="118856" y="150759"/>
                </a:cubicBezTo>
                <a:cubicBezTo>
                  <a:pt x="115589" y="150759"/>
                  <a:pt x="112913" y="150342"/>
                  <a:pt x="110828" y="149508"/>
                </a:cubicBezTo>
                <a:lnTo>
                  <a:pt x="114998" y="130637"/>
                </a:lnTo>
                <a:lnTo>
                  <a:pt x="122296" y="130637"/>
                </a:lnTo>
                <a:cubicBezTo>
                  <a:pt x="122713" y="133556"/>
                  <a:pt x="123929" y="135016"/>
                  <a:pt x="125945" y="135016"/>
                </a:cubicBezTo>
                <a:cubicBezTo>
                  <a:pt x="126918" y="135016"/>
                  <a:pt x="127943" y="134755"/>
                  <a:pt x="129021" y="134234"/>
                </a:cubicBezTo>
                <a:cubicBezTo>
                  <a:pt x="130098" y="133712"/>
                  <a:pt x="131645" y="132461"/>
                  <a:pt x="133660" y="130480"/>
                </a:cubicBezTo>
                <a:cubicBezTo>
                  <a:pt x="135676" y="128499"/>
                  <a:pt x="138456" y="125389"/>
                  <a:pt x="142001" y="121149"/>
                </a:cubicBezTo>
                <a:cubicBezTo>
                  <a:pt x="145546" y="116909"/>
                  <a:pt x="150689" y="110549"/>
                  <a:pt x="157431" y="1020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-">
            <a:extLst xmlns:a="http://schemas.openxmlformats.org/drawingml/2006/main">
              <a:ext uri="{FF2B5EF4-FFF2-40B4-BE49-F238E27FC236}">
                <a16:creationId xmlns:a16="http://schemas.microsoft.com/office/drawing/2014/main" id="{82FD7CE1-B2A0-4EF5-942B-0F64CA62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053" y="813101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||/||%">
            <a:extLst xmlns:a="http://schemas.openxmlformats.org/drawingml/2006/main">
              <a:ext uri="{FF2B5EF4-FFF2-40B4-BE49-F238E27FC236}">
                <a16:creationId xmlns:a16="http://schemas.microsoft.com/office/drawing/2014/main" id="{BCD35206-CE88-40CE-BAC2-CC365A860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903" y="713368"/>
            <a:ext cx="435847" cy="194026"/>
          </a:xfrm>
          <a:custGeom xmlns:a="http://schemas.openxmlformats.org/drawingml/2006/main">
            <a:pathLst>
              <a:path w="435847" h="194026">
                <a:moveTo>
                  <a:pt x="16056" y="194026"/>
                </a:moveTo>
                <a:lnTo>
                  <a:pt x="0" y="194026"/>
                </a:lnTo>
                <a:lnTo>
                  <a:pt x="0" y="0"/>
                </a:lnTo>
                <a:lnTo>
                  <a:pt x="16056" y="0"/>
                </a:lnTo>
                <a:lnTo>
                  <a:pt x="16056" y="194026"/>
                </a:lnTo>
                <a:close/>
                <a:moveTo>
                  <a:pt x="82782" y="194026"/>
                </a:moveTo>
                <a:lnTo>
                  <a:pt x="66726" y="194026"/>
                </a:lnTo>
                <a:lnTo>
                  <a:pt x="66726" y="0"/>
                </a:lnTo>
                <a:lnTo>
                  <a:pt x="82782" y="0"/>
                </a:lnTo>
                <a:lnTo>
                  <a:pt x="82782" y="194026"/>
                </a:lnTo>
                <a:close/>
                <a:moveTo>
                  <a:pt x="194130" y="119898"/>
                </a:moveTo>
                <a:lnTo>
                  <a:pt x="187770" y="149195"/>
                </a:lnTo>
                <a:lnTo>
                  <a:pt x="112286" y="149195"/>
                </a:lnTo>
                <a:lnTo>
                  <a:pt x="110305" y="144086"/>
                </a:lnTo>
                <a:lnTo>
                  <a:pt x="167335" y="78403"/>
                </a:lnTo>
                <a:cubicBezTo>
                  <a:pt x="175398" y="69159"/>
                  <a:pt x="181306" y="62590"/>
                  <a:pt x="185059" y="58698"/>
                </a:cubicBezTo>
                <a:lnTo>
                  <a:pt x="184434" y="57968"/>
                </a:lnTo>
                <a:lnTo>
                  <a:pt x="160037" y="57968"/>
                </a:lnTo>
                <a:cubicBezTo>
                  <a:pt x="156423" y="57968"/>
                  <a:pt x="153781" y="58211"/>
                  <a:pt x="152113" y="58698"/>
                </a:cubicBezTo>
                <a:cubicBezTo>
                  <a:pt x="150445" y="59184"/>
                  <a:pt x="148777" y="60036"/>
                  <a:pt x="147109" y="61252"/>
                </a:cubicBezTo>
                <a:cubicBezTo>
                  <a:pt x="145441" y="62469"/>
                  <a:pt x="143651" y="64276"/>
                  <a:pt x="141740" y="66674"/>
                </a:cubicBezTo>
                <a:cubicBezTo>
                  <a:pt x="139828" y="69072"/>
                  <a:pt x="137691" y="72495"/>
                  <a:pt x="135328" y="76943"/>
                </a:cubicBezTo>
                <a:lnTo>
                  <a:pt x="126049" y="76943"/>
                </a:lnTo>
                <a:lnTo>
                  <a:pt x="132200" y="49523"/>
                </a:lnTo>
                <a:lnTo>
                  <a:pt x="206328" y="49523"/>
                </a:lnTo>
                <a:lnTo>
                  <a:pt x="208309" y="54736"/>
                </a:lnTo>
                <a:lnTo>
                  <a:pt x="158577" y="111870"/>
                </a:lnTo>
                <a:cubicBezTo>
                  <a:pt x="148916" y="122921"/>
                  <a:pt x="140541" y="132305"/>
                  <a:pt x="133451" y="140020"/>
                </a:cubicBezTo>
                <a:lnTo>
                  <a:pt x="134077" y="140750"/>
                </a:lnTo>
                <a:lnTo>
                  <a:pt x="157639" y="140750"/>
                </a:lnTo>
                <a:cubicBezTo>
                  <a:pt x="161809" y="140750"/>
                  <a:pt x="165007" y="140524"/>
                  <a:pt x="167231" y="140072"/>
                </a:cubicBezTo>
                <a:cubicBezTo>
                  <a:pt x="169455" y="139620"/>
                  <a:pt x="171401" y="138769"/>
                  <a:pt x="173069" y="137518"/>
                </a:cubicBezTo>
                <a:cubicBezTo>
                  <a:pt x="174738" y="136267"/>
                  <a:pt x="176458" y="134373"/>
                  <a:pt x="178230" y="131836"/>
                </a:cubicBezTo>
                <a:cubicBezTo>
                  <a:pt x="180003" y="129299"/>
                  <a:pt x="182209" y="125319"/>
                  <a:pt x="184851" y="119898"/>
                </a:cubicBezTo>
                <a:lnTo>
                  <a:pt x="194130" y="119898"/>
                </a:lnTo>
                <a:close/>
                <a:moveTo>
                  <a:pt x="252455" y="194026"/>
                </a:moveTo>
                <a:lnTo>
                  <a:pt x="236400" y="194026"/>
                </a:lnTo>
                <a:lnTo>
                  <a:pt x="236400" y="0"/>
                </a:lnTo>
                <a:lnTo>
                  <a:pt x="252455" y="0"/>
                </a:lnTo>
                <a:lnTo>
                  <a:pt x="252455" y="194026"/>
                </a:lnTo>
                <a:close/>
                <a:moveTo>
                  <a:pt x="319181" y="194026"/>
                </a:moveTo>
                <a:lnTo>
                  <a:pt x="303125" y="194026"/>
                </a:lnTo>
                <a:lnTo>
                  <a:pt x="303125" y="0"/>
                </a:lnTo>
                <a:lnTo>
                  <a:pt x="319181" y="0"/>
                </a:lnTo>
                <a:lnTo>
                  <a:pt x="319181" y="194026"/>
                </a:lnTo>
                <a:close/>
                <a:moveTo>
                  <a:pt x="422711" y="74858"/>
                </a:moveTo>
                <a:cubicBezTo>
                  <a:pt x="421946" y="68672"/>
                  <a:pt x="419913" y="63980"/>
                  <a:pt x="416612" y="60783"/>
                </a:cubicBezTo>
                <a:cubicBezTo>
                  <a:pt x="413310" y="57586"/>
                  <a:pt x="408114" y="55987"/>
                  <a:pt x="401025" y="55987"/>
                </a:cubicBezTo>
                <a:cubicBezTo>
                  <a:pt x="395534" y="55987"/>
                  <a:pt x="391085" y="57395"/>
                  <a:pt x="387680" y="60210"/>
                </a:cubicBezTo>
                <a:cubicBezTo>
                  <a:pt x="384274" y="63025"/>
                  <a:pt x="382571" y="66726"/>
                  <a:pt x="382571" y="71313"/>
                </a:cubicBezTo>
                <a:cubicBezTo>
                  <a:pt x="382571" y="73815"/>
                  <a:pt x="383005" y="76022"/>
                  <a:pt x="383874" y="77934"/>
                </a:cubicBezTo>
                <a:cubicBezTo>
                  <a:pt x="384743" y="79845"/>
                  <a:pt x="386498" y="81948"/>
                  <a:pt x="389139" y="84241"/>
                </a:cubicBezTo>
                <a:cubicBezTo>
                  <a:pt x="391781" y="86535"/>
                  <a:pt x="395881" y="89350"/>
                  <a:pt x="401442" y="92686"/>
                </a:cubicBezTo>
                <a:cubicBezTo>
                  <a:pt x="405821" y="95328"/>
                  <a:pt x="409331" y="97743"/>
                  <a:pt x="411972" y="99932"/>
                </a:cubicBezTo>
                <a:cubicBezTo>
                  <a:pt x="414613" y="102122"/>
                  <a:pt x="416698" y="104294"/>
                  <a:pt x="418228" y="106449"/>
                </a:cubicBezTo>
                <a:cubicBezTo>
                  <a:pt x="419757" y="108603"/>
                  <a:pt x="420869" y="110880"/>
                  <a:pt x="421564" y="113278"/>
                </a:cubicBezTo>
                <a:cubicBezTo>
                  <a:pt x="422259" y="115675"/>
                  <a:pt x="422606" y="118577"/>
                  <a:pt x="422606" y="121983"/>
                </a:cubicBezTo>
                <a:cubicBezTo>
                  <a:pt x="422606" y="128169"/>
                  <a:pt x="420956" y="133469"/>
                  <a:pt x="417654" y="137883"/>
                </a:cubicBezTo>
                <a:cubicBezTo>
                  <a:pt x="414353" y="142296"/>
                  <a:pt x="409869" y="145580"/>
                  <a:pt x="404205" y="147735"/>
                </a:cubicBezTo>
                <a:cubicBezTo>
                  <a:pt x="398540" y="149890"/>
                  <a:pt x="392093" y="150967"/>
                  <a:pt x="384865" y="150967"/>
                </a:cubicBezTo>
                <a:cubicBezTo>
                  <a:pt x="379096" y="150967"/>
                  <a:pt x="373431" y="150533"/>
                  <a:pt x="367870" y="149664"/>
                </a:cubicBezTo>
                <a:cubicBezTo>
                  <a:pt x="362310" y="148795"/>
                  <a:pt x="356124" y="147318"/>
                  <a:pt x="349312" y="145233"/>
                </a:cubicBezTo>
                <a:lnTo>
                  <a:pt x="354317" y="122504"/>
                </a:lnTo>
                <a:lnTo>
                  <a:pt x="362449" y="122504"/>
                </a:lnTo>
                <a:cubicBezTo>
                  <a:pt x="362727" y="129177"/>
                  <a:pt x="364604" y="134216"/>
                  <a:pt x="368079" y="137622"/>
                </a:cubicBezTo>
                <a:cubicBezTo>
                  <a:pt x="371554" y="141028"/>
                  <a:pt x="377080" y="142731"/>
                  <a:pt x="384656" y="142731"/>
                </a:cubicBezTo>
                <a:cubicBezTo>
                  <a:pt x="391259" y="142731"/>
                  <a:pt x="396420" y="141254"/>
                  <a:pt x="400139" y="138300"/>
                </a:cubicBezTo>
                <a:cubicBezTo>
                  <a:pt x="403857" y="135346"/>
                  <a:pt x="405717" y="131158"/>
                  <a:pt x="405717" y="125736"/>
                </a:cubicBezTo>
                <a:cubicBezTo>
                  <a:pt x="405717" y="122609"/>
                  <a:pt x="405195" y="119915"/>
                  <a:pt x="404153" y="117656"/>
                </a:cubicBezTo>
                <a:cubicBezTo>
                  <a:pt x="403110" y="115397"/>
                  <a:pt x="401407" y="113225"/>
                  <a:pt x="399044" y="111140"/>
                </a:cubicBezTo>
                <a:cubicBezTo>
                  <a:pt x="396681" y="109055"/>
                  <a:pt x="392927" y="106449"/>
                  <a:pt x="387784" y="103321"/>
                </a:cubicBezTo>
                <a:cubicBezTo>
                  <a:pt x="382362" y="100054"/>
                  <a:pt x="378140" y="97100"/>
                  <a:pt x="375116" y="94459"/>
                </a:cubicBezTo>
                <a:cubicBezTo>
                  <a:pt x="372093" y="91818"/>
                  <a:pt x="369817" y="88950"/>
                  <a:pt x="368287" y="85857"/>
                </a:cubicBezTo>
                <a:cubicBezTo>
                  <a:pt x="366758" y="82764"/>
                  <a:pt x="365994" y="79202"/>
                  <a:pt x="365994" y="75171"/>
                </a:cubicBezTo>
                <a:cubicBezTo>
                  <a:pt x="365994" y="69680"/>
                  <a:pt x="367471" y="64867"/>
                  <a:pt x="370425" y="60731"/>
                </a:cubicBezTo>
                <a:cubicBezTo>
                  <a:pt x="373379" y="56595"/>
                  <a:pt x="377601" y="53415"/>
                  <a:pt x="383092" y="51191"/>
                </a:cubicBezTo>
                <a:cubicBezTo>
                  <a:pt x="388583" y="48967"/>
                  <a:pt x="394978" y="47855"/>
                  <a:pt x="402276" y="47855"/>
                </a:cubicBezTo>
                <a:cubicBezTo>
                  <a:pt x="408740" y="47855"/>
                  <a:pt x="414631" y="48237"/>
                  <a:pt x="419948" y="49002"/>
                </a:cubicBezTo>
                <a:cubicBezTo>
                  <a:pt x="425265" y="49766"/>
                  <a:pt x="430565" y="51087"/>
                  <a:pt x="435847" y="52964"/>
                </a:cubicBezTo>
                <a:lnTo>
                  <a:pt x="431156" y="74858"/>
                </a:lnTo>
                <a:lnTo>
                  <a:pt x="422711" y="748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,">
            <a:extLst xmlns:a="http://schemas.openxmlformats.org/drawingml/2006/main">
              <a:ext uri="{FF2B5EF4-FFF2-40B4-BE49-F238E27FC236}">
                <a16:creationId xmlns:a16="http://schemas.microsoft.com/office/drawing/2014/main" id="{AEC8E8B1-6018-4774-974A-B7FB6856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1291" y="830452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||'">
            <a:extLst xmlns:a="http://schemas.openxmlformats.org/drawingml/2006/main">
              <a:ext uri="{FF2B5EF4-FFF2-40B4-BE49-F238E27FC236}">
                <a16:creationId xmlns:a16="http://schemas.microsoft.com/office/drawing/2014/main" id="{B894140E-5232-49C4-9D42-444C4C88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4969" y="713368"/>
            <a:ext cx="218214" cy="194026"/>
          </a:xfrm>
          <a:custGeom xmlns:a="http://schemas.openxmlformats.org/drawingml/2006/main">
            <a:pathLst>
              <a:path w="218214" h="194026">
                <a:moveTo>
                  <a:pt x="16056" y="194026"/>
                </a:moveTo>
                <a:lnTo>
                  <a:pt x="0" y="194026"/>
                </a:lnTo>
                <a:lnTo>
                  <a:pt x="0" y="0"/>
                </a:lnTo>
                <a:lnTo>
                  <a:pt x="16056" y="0"/>
                </a:lnTo>
                <a:lnTo>
                  <a:pt x="16056" y="194026"/>
                </a:lnTo>
                <a:close/>
                <a:moveTo>
                  <a:pt x="82782" y="194026"/>
                </a:moveTo>
                <a:lnTo>
                  <a:pt x="66726" y="194026"/>
                </a:lnTo>
                <a:lnTo>
                  <a:pt x="66726" y="0"/>
                </a:lnTo>
                <a:lnTo>
                  <a:pt x="82782" y="0"/>
                </a:lnTo>
                <a:lnTo>
                  <a:pt x="82782" y="194026"/>
                </a:lnTo>
                <a:close/>
                <a:moveTo>
                  <a:pt x="157431" y="102070"/>
                </a:moveTo>
                <a:cubicBezTo>
                  <a:pt x="156388" y="96579"/>
                  <a:pt x="155311" y="91296"/>
                  <a:pt x="154199" y="86222"/>
                </a:cubicBezTo>
                <a:cubicBezTo>
                  <a:pt x="153087" y="81148"/>
                  <a:pt x="151940" y="76422"/>
                  <a:pt x="150758" y="72043"/>
                </a:cubicBezTo>
                <a:cubicBezTo>
                  <a:pt x="149577" y="67664"/>
                  <a:pt x="148604" y="64797"/>
                  <a:pt x="147839" y="63442"/>
                </a:cubicBezTo>
                <a:cubicBezTo>
                  <a:pt x="147074" y="62086"/>
                  <a:pt x="146258" y="61148"/>
                  <a:pt x="145389" y="60627"/>
                </a:cubicBezTo>
                <a:cubicBezTo>
                  <a:pt x="144520" y="60105"/>
                  <a:pt x="143425" y="59845"/>
                  <a:pt x="142105" y="59845"/>
                </a:cubicBezTo>
                <a:cubicBezTo>
                  <a:pt x="140645" y="59845"/>
                  <a:pt x="139325" y="60175"/>
                  <a:pt x="138143" y="60835"/>
                </a:cubicBezTo>
                <a:cubicBezTo>
                  <a:pt x="136961" y="61495"/>
                  <a:pt x="135675" y="62642"/>
                  <a:pt x="134285" y="64276"/>
                </a:cubicBezTo>
                <a:cubicBezTo>
                  <a:pt x="132895" y="65909"/>
                  <a:pt x="131053" y="68463"/>
                  <a:pt x="128760" y="71939"/>
                </a:cubicBezTo>
                <a:lnTo>
                  <a:pt x="121983" y="67456"/>
                </a:lnTo>
                <a:cubicBezTo>
                  <a:pt x="126362" y="60853"/>
                  <a:pt x="130567" y="55918"/>
                  <a:pt x="134598" y="52651"/>
                </a:cubicBezTo>
                <a:cubicBezTo>
                  <a:pt x="138629" y="49384"/>
                  <a:pt x="143391" y="47751"/>
                  <a:pt x="148882" y="47751"/>
                </a:cubicBezTo>
                <a:cubicBezTo>
                  <a:pt x="151036" y="47751"/>
                  <a:pt x="152930" y="47994"/>
                  <a:pt x="154564" y="48480"/>
                </a:cubicBezTo>
                <a:cubicBezTo>
                  <a:pt x="156197" y="48967"/>
                  <a:pt x="157639" y="49714"/>
                  <a:pt x="158890" y="50722"/>
                </a:cubicBezTo>
                <a:cubicBezTo>
                  <a:pt x="160142" y="51730"/>
                  <a:pt x="161254" y="53033"/>
                  <a:pt x="162227" y="54632"/>
                </a:cubicBezTo>
                <a:cubicBezTo>
                  <a:pt x="163200" y="56230"/>
                  <a:pt x="164138" y="58402"/>
                  <a:pt x="165042" y="61148"/>
                </a:cubicBezTo>
                <a:cubicBezTo>
                  <a:pt x="165945" y="63893"/>
                  <a:pt x="166797" y="67299"/>
                  <a:pt x="167596" y="71365"/>
                </a:cubicBezTo>
                <a:cubicBezTo>
                  <a:pt x="168395" y="75431"/>
                  <a:pt x="169108" y="79654"/>
                  <a:pt x="169733" y="84033"/>
                </a:cubicBezTo>
                <a:lnTo>
                  <a:pt x="170776" y="84033"/>
                </a:lnTo>
                <a:cubicBezTo>
                  <a:pt x="177449" y="74650"/>
                  <a:pt x="182505" y="67786"/>
                  <a:pt x="185946" y="63442"/>
                </a:cubicBezTo>
                <a:cubicBezTo>
                  <a:pt x="189386" y="59098"/>
                  <a:pt x="192288" y="55866"/>
                  <a:pt x="194651" y="53746"/>
                </a:cubicBezTo>
                <a:cubicBezTo>
                  <a:pt x="197015" y="51626"/>
                  <a:pt x="199291" y="50131"/>
                  <a:pt x="201480" y="49262"/>
                </a:cubicBezTo>
                <a:cubicBezTo>
                  <a:pt x="203670" y="48394"/>
                  <a:pt x="206572" y="47959"/>
                  <a:pt x="210186" y="47959"/>
                </a:cubicBezTo>
                <a:cubicBezTo>
                  <a:pt x="213453" y="47959"/>
                  <a:pt x="216129" y="48376"/>
                  <a:pt x="218214" y="49210"/>
                </a:cubicBezTo>
                <a:lnTo>
                  <a:pt x="214044" y="68081"/>
                </a:lnTo>
                <a:lnTo>
                  <a:pt x="206745" y="68081"/>
                </a:lnTo>
                <a:cubicBezTo>
                  <a:pt x="206328" y="65162"/>
                  <a:pt x="205112" y="63702"/>
                  <a:pt x="203096" y="63702"/>
                </a:cubicBezTo>
                <a:cubicBezTo>
                  <a:pt x="202471" y="63702"/>
                  <a:pt x="201810" y="63807"/>
                  <a:pt x="201115" y="64015"/>
                </a:cubicBezTo>
                <a:cubicBezTo>
                  <a:pt x="200420" y="64224"/>
                  <a:pt x="199569" y="64675"/>
                  <a:pt x="198561" y="65370"/>
                </a:cubicBezTo>
                <a:cubicBezTo>
                  <a:pt x="197553" y="66066"/>
                  <a:pt x="196076" y="67421"/>
                  <a:pt x="194130" y="69437"/>
                </a:cubicBezTo>
                <a:cubicBezTo>
                  <a:pt x="192184" y="71452"/>
                  <a:pt x="189994" y="73920"/>
                  <a:pt x="187562" y="76839"/>
                </a:cubicBezTo>
                <a:cubicBezTo>
                  <a:pt x="185129" y="79758"/>
                  <a:pt x="182627" y="82816"/>
                  <a:pt x="180055" y="86014"/>
                </a:cubicBezTo>
                <a:lnTo>
                  <a:pt x="172965" y="94876"/>
                </a:lnTo>
                <a:cubicBezTo>
                  <a:pt x="174217" y="101548"/>
                  <a:pt x="175398" y="107317"/>
                  <a:pt x="176510" y="112183"/>
                </a:cubicBezTo>
                <a:cubicBezTo>
                  <a:pt x="177622" y="117048"/>
                  <a:pt x="178613" y="121097"/>
                  <a:pt x="179482" y="124329"/>
                </a:cubicBezTo>
                <a:cubicBezTo>
                  <a:pt x="180350" y="127561"/>
                  <a:pt x="181115" y="130115"/>
                  <a:pt x="181775" y="131992"/>
                </a:cubicBezTo>
                <a:cubicBezTo>
                  <a:pt x="182436" y="133869"/>
                  <a:pt x="183148" y="135276"/>
                  <a:pt x="183913" y="136215"/>
                </a:cubicBezTo>
                <a:cubicBezTo>
                  <a:pt x="184677" y="137153"/>
                  <a:pt x="185459" y="137813"/>
                  <a:pt x="186258" y="138195"/>
                </a:cubicBezTo>
                <a:cubicBezTo>
                  <a:pt x="187058" y="138578"/>
                  <a:pt x="187979" y="138769"/>
                  <a:pt x="189021" y="138769"/>
                </a:cubicBezTo>
                <a:cubicBezTo>
                  <a:pt x="190898" y="138769"/>
                  <a:pt x="192723" y="138039"/>
                  <a:pt x="194495" y="136579"/>
                </a:cubicBezTo>
                <a:cubicBezTo>
                  <a:pt x="196267" y="135120"/>
                  <a:pt x="198822" y="131818"/>
                  <a:pt x="202158" y="126675"/>
                </a:cubicBezTo>
                <a:lnTo>
                  <a:pt x="208935" y="131158"/>
                </a:lnTo>
                <a:cubicBezTo>
                  <a:pt x="204069" y="138387"/>
                  <a:pt x="199673" y="143478"/>
                  <a:pt x="195746" y="146432"/>
                </a:cubicBezTo>
                <a:cubicBezTo>
                  <a:pt x="191819" y="149386"/>
                  <a:pt x="187145" y="150863"/>
                  <a:pt x="181723" y="150863"/>
                </a:cubicBezTo>
                <a:cubicBezTo>
                  <a:pt x="178734" y="150863"/>
                  <a:pt x="176197" y="150324"/>
                  <a:pt x="174112" y="149247"/>
                </a:cubicBezTo>
                <a:cubicBezTo>
                  <a:pt x="172027" y="148170"/>
                  <a:pt x="170220" y="146449"/>
                  <a:pt x="168691" y="144086"/>
                </a:cubicBezTo>
                <a:cubicBezTo>
                  <a:pt x="167162" y="141723"/>
                  <a:pt x="165806" y="138039"/>
                  <a:pt x="164625" y="133035"/>
                </a:cubicBezTo>
                <a:cubicBezTo>
                  <a:pt x="162470" y="124138"/>
                  <a:pt x="161149" y="117326"/>
                  <a:pt x="160663" y="112600"/>
                </a:cubicBezTo>
                <a:lnTo>
                  <a:pt x="159620" y="112600"/>
                </a:lnTo>
                <a:cubicBezTo>
                  <a:pt x="152253" y="122956"/>
                  <a:pt x="146779" y="130393"/>
                  <a:pt x="143199" y="134911"/>
                </a:cubicBezTo>
                <a:cubicBezTo>
                  <a:pt x="139620" y="139429"/>
                  <a:pt x="136666" y="142765"/>
                  <a:pt x="134337" y="144920"/>
                </a:cubicBezTo>
                <a:cubicBezTo>
                  <a:pt x="132009" y="147075"/>
                  <a:pt x="129750" y="148587"/>
                  <a:pt x="127561" y="149455"/>
                </a:cubicBezTo>
                <a:cubicBezTo>
                  <a:pt x="125371" y="150324"/>
                  <a:pt x="122469" y="150759"/>
                  <a:pt x="118855" y="150759"/>
                </a:cubicBezTo>
                <a:cubicBezTo>
                  <a:pt x="115588" y="150759"/>
                  <a:pt x="112912" y="150342"/>
                  <a:pt x="110827" y="149508"/>
                </a:cubicBezTo>
                <a:lnTo>
                  <a:pt x="114997" y="130637"/>
                </a:lnTo>
                <a:lnTo>
                  <a:pt x="122296" y="130637"/>
                </a:lnTo>
                <a:cubicBezTo>
                  <a:pt x="122713" y="133556"/>
                  <a:pt x="123929" y="135016"/>
                  <a:pt x="125945" y="135016"/>
                </a:cubicBezTo>
                <a:cubicBezTo>
                  <a:pt x="126918" y="135016"/>
                  <a:pt x="127943" y="134755"/>
                  <a:pt x="129020" y="134234"/>
                </a:cubicBezTo>
                <a:cubicBezTo>
                  <a:pt x="130098" y="133712"/>
                  <a:pt x="131644" y="132461"/>
                  <a:pt x="133660" y="130480"/>
                </a:cubicBezTo>
                <a:cubicBezTo>
                  <a:pt x="135675" y="128499"/>
                  <a:pt x="138456" y="125389"/>
                  <a:pt x="142000" y="121149"/>
                </a:cubicBezTo>
                <a:cubicBezTo>
                  <a:pt x="145545" y="116909"/>
                  <a:pt x="150689" y="110549"/>
                  <a:pt x="157431" y="1020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Text ,">
            <a:extLst xmlns:a="http://schemas.openxmlformats.org/drawingml/2006/main">
              <a:ext uri="{FF2B5EF4-FFF2-40B4-BE49-F238E27FC236}">
                <a16:creationId xmlns:a16="http://schemas.microsoft.com/office/drawing/2014/main" id="{FD9CB606-031E-48BB-A232-F70DA8B1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4528" y="830452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=2">
            <a:extLst xmlns:a="http://schemas.openxmlformats.org/drawingml/2006/main">
              <a:ext uri="{FF2B5EF4-FFF2-40B4-BE49-F238E27FC236}">
                <a16:creationId xmlns:a16="http://schemas.microsoft.com/office/drawing/2014/main" id="{6C5082CA-40AA-43CA-A141-D41AB393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5930" y="713472"/>
            <a:ext cx="316015" cy="150759"/>
          </a:xfrm>
          <a:custGeom xmlns:a="http://schemas.openxmlformats.org/drawingml/2006/main">
            <a:pathLst>
              <a:path w="316015" h="150759">
                <a:moveTo>
                  <a:pt x="0" y="73398"/>
                </a:moveTo>
                <a:lnTo>
                  <a:pt x="0" y="59532"/>
                </a:lnTo>
                <a:lnTo>
                  <a:pt x="128447" y="59532"/>
                </a:lnTo>
                <a:lnTo>
                  <a:pt x="128447" y="73398"/>
                </a:lnTo>
                <a:lnTo>
                  <a:pt x="0" y="73398"/>
                </a:lnTo>
                <a:moveTo>
                  <a:pt x="0" y="116666"/>
                </a:moveTo>
                <a:lnTo>
                  <a:pt x="0" y="102799"/>
                </a:lnTo>
                <a:lnTo>
                  <a:pt x="128447" y="102799"/>
                </a:lnTo>
                <a:lnTo>
                  <a:pt x="128447" y="116666"/>
                </a:lnTo>
                <a:lnTo>
                  <a:pt x="0" y="116666"/>
                </a:lnTo>
                <a:moveTo>
                  <a:pt x="132826" y="88099"/>
                </a:moveTo>
                <a:lnTo>
                  <a:pt x="132826" y="88099"/>
                </a:lnTo>
                <a:close/>
                <a:moveTo>
                  <a:pt x="258881" y="106240"/>
                </a:moveTo>
                <a:cubicBezTo>
                  <a:pt x="258185" y="103529"/>
                  <a:pt x="257490" y="101653"/>
                  <a:pt x="256795" y="100610"/>
                </a:cubicBezTo>
                <a:cubicBezTo>
                  <a:pt x="256100" y="99567"/>
                  <a:pt x="255301" y="98872"/>
                  <a:pt x="254397" y="98525"/>
                </a:cubicBezTo>
                <a:cubicBezTo>
                  <a:pt x="253494" y="98177"/>
                  <a:pt x="251895" y="98004"/>
                  <a:pt x="249601" y="98004"/>
                </a:cubicBezTo>
                <a:lnTo>
                  <a:pt x="242408" y="98004"/>
                </a:lnTo>
                <a:lnTo>
                  <a:pt x="231565" y="149091"/>
                </a:lnTo>
                <a:lnTo>
                  <a:pt x="213528" y="149091"/>
                </a:lnTo>
                <a:lnTo>
                  <a:pt x="240322" y="29922"/>
                </a:lnTo>
                <a:cubicBezTo>
                  <a:pt x="241226" y="25891"/>
                  <a:pt x="241869" y="22746"/>
                  <a:pt x="242251" y="20487"/>
                </a:cubicBezTo>
                <a:cubicBezTo>
                  <a:pt x="242633" y="18228"/>
                  <a:pt x="242825" y="16230"/>
                  <a:pt x="242825" y="14492"/>
                </a:cubicBezTo>
                <a:cubicBezTo>
                  <a:pt x="242825" y="11573"/>
                  <a:pt x="241938" y="9522"/>
                  <a:pt x="240166" y="8341"/>
                </a:cubicBezTo>
                <a:cubicBezTo>
                  <a:pt x="238394" y="7159"/>
                  <a:pt x="235214" y="6499"/>
                  <a:pt x="230626" y="6360"/>
                </a:cubicBezTo>
                <a:lnTo>
                  <a:pt x="231877" y="938"/>
                </a:lnTo>
                <a:lnTo>
                  <a:pt x="258255" y="0"/>
                </a:lnTo>
                <a:lnTo>
                  <a:pt x="264302" y="0"/>
                </a:lnTo>
                <a:lnTo>
                  <a:pt x="243867" y="91018"/>
                </a:lnTo>
                <a:lnTo>
                  <a:pt x="247203" y="91018"/>
                </a:lnTo>
                <a:cubicBezTo>
                  <a:pt x="252416" y="91018"/>
                  <a:pt x="258272" y="88742"/>
                  <a:pt x="264771" y="84189"/>
                </a:cubicBezTo>
                <a:cubicBezTo>
                  <a:pt x="271270" y="79637"/>
                  <a:pt x="276466" y="75414"/>
                  <a:pt x="280358" y="71522"/>
                </a:cubicBezTo>
                <a:cubicBezTo>
                  <a:pt x="284250" y="67629"/>
                  <a:pt x="286196" y="63876"/>
                  <a:pt x="286196" y="60262"/>
                </a:cubicBezTo>
                <a:cubicBezTo>
                  <a:pt x="286196" y="56856"/>
                  <a:pt x="283833" y="54945"/>
                  <a:pt x="279107" y="54528"/>
                </a:cubicBezTo>
                <a:lnTo>
                  <a:pt x="280254" y="49419"/>
                </a:lnTo>
                <a:lnTo>
                  <a:pt x="314034" y="49419"/>
                </a:lnTo>
                <a:lnTo>
                  <a:pt x="316015" y="54528"/>
                </a:lnTo>
                <a:cubicBezTo>
                  <a:pt x="310246" y="59740"/>
                  <a:pt x="304129" y="64849"/>
                  <a:pt x="297665" y="69854"/>
                </a:cubicBezTo>
                <a:lnTo>
                  <a:pt x="271809" y="89871"/>
                </a:lnTo>
                <a:lnTo>
                  <a:pt x="282026" y="127509"/>
                </a:lnTo>
                <a:cubicBezTo>
                  <a:pt x="282860" y="130706"/>
                  <a:pt x="283607" y="133017"/>
                  <a:pt x="284268" y="134442"/>
                </a:cubicBezTo>
                <a:cubicBezTo>
                  <a:pt x="284928" y="135867"/>
                  <a:pt x="285692" y="136927"/>
                  <a:pt x="286561" y="137622"/>
                </a:cubicBezTo>
                <a:cubicBezTo>
                  <a:pt x="287430" y="138317"/>
                  <a:pt x="288594" y="138665"/>
                  <a:pt x="290054" y="138665"/>
                </a:cubicBezTo>
                <a:cubicBezTo>
                  <a:pt x="291861" y="138665"/>
                  <a:pt x="294016" y="137692"/>
                  <a:pt x="296518" y="135745"/>
                </a:cubicBezTo>
                <a:cubicBezTo>
                  <a:pt x="299020" y="133799"/>
                  <a:pt x="301870" y="130984"/>
                  <a:pt x="305067" y="127300"/>
                </a:cubicBezTo>
                <a:lnTo>
                  <a:pt x="311010" y="133139"/>
                </a:lnTo>
                <a:cubicBezTo>
                  <a:pt x="304755" y="139742"/>
                  <a:pt x="299576" y="144329"/>
                  <a:pt x="295475" y="146901"/>
                </a:cubicBezTo>
                <a:cubicBezTo>
                  <a:pt x="291375" y="149473"/>
                  <a:pt x="287413" y="150759"/>
                  <a:pt x="283590" y="150759"/>
                </a:cubicBezTo>
                <a:cubicBezTo>
                  <a:pt x="278864" y="150759"/>
                  <a:pt x="275110" y="149421"/>
                  <a:pt x="272330" y="146745"/>
                </a:cubicBezTo>
                <a:cubicBezTo>
                  <a:pt x="269550" y="144069"/>
                  <a:pt x="267360" y="139603"/>
                  <a:pt x="265762" y="133347"/>
                </a:cubicBezTo>
                <a:lnTo>
                  <a:pt x="258881" y="1062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3">
            <a:extLst xmlns:a="http://schemas.openxmlformats.org/drawingml/2006/main">
              <a:ext uri="{FF2B5EF4-FFF2-40B4-BE49-F238E27FC236}">
                <a16:creationId xmlns:a16="http://schemas.microsoft.com/office/drawing/2014/main" id="{C059FCE8-23E6-4920-9CA4-125E0E88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2428" y="972733"/>
            <a:ext cx="117396" cy="196320"/>
          </a:xfrm>
          <a:custGeom xmlns:a="http://schemas.openxmlformats.org/drawingml/2006/main">
            <a:pathLst>
              <a:path w="117396" h="196320">
                <a:moveTo>
                  <a:pt x="46500" y="151488"/>
                </a:moveTo>
                <a:cubicBezTo>
                  <a:pt x="43302" y="166571"/>
                  <a:pt x="38402" y="177814"/>
                  <a:pt x="31799" y="185216"/>
                </a:cubicBezTo>
                <a:cubicBezTo>
                  <a:pt x="25196" y="192619"/>
                  <a:pt x="16890" y="196320"/>
                  <a:pt x="6881" y="196320"/>
                </a:cubicBezTo>
                <a:cubicBezTo>
                  <a:pt x="3962" y="196320"/>
                  <a:pt x="1668" y="196146"/>
                  <a:pt x="0" y="195799"/>
                </a:cubicBezTo>
                <a:lnTo>
                  <a:pt x="1772" y="186624"/>
                </a:lnTo>
                <a:cubicBezTo>
                  <a:pt x="2467" y="186832"/>
                  <a:pt x="4101" y="186937"/>
                  <a:pt x="6673" y="186937"/>
                </a:cubicBezTo>
                <a:cubicBezTo>
                  <a:pt x="9800" y="186937"/>
                  <a:pt x="12476" y="186137"/>
                  <a:pt x="14701" y="184539"/>
                </a:cubicBezTo>
                <a:cubicBezTo>
                  <a:pt x="16925" y="182940"/>
                  <a:pt x="18993" y="180160"/>
                  <a:pt x="20904" y="176198"/>
                </a:cubicBezTo>
                <a:cubicBezTo>
                  <a:pt x="22815" y="172236"/>
                  <a:pt x="24570" y="166745"/>
                  <a:pt x="26169" y="159725"/>
                </a:cubicBezTo>
                <a:lnTo>
                  <a:pt x="48585" y="60575"/>
                </a:lnTo>
                <a:lnTo>
                  <a:pt x="30965" y="60575"/>
                </a:lnTo>
                <a:lnTo>
                  <a:pt x="32529" y="53381"/>
                </a:lnTo>
                <a:cubicBezTo>
                  <a:pt x="37186" y="53103"/>
                  <a:pt x="40539" y="52720"/>
                  <a:pt x="42590" y="52234"/>
                </a:cubicBezTo>
                <a:cubicBezTo>
                  <a:pt x="44640" y="51747"/>
                  <a:pt x="46239" y="51017"/>
                  <a:pt x="47386" y="50044"/>
                </a:cubicBezTo>
                <a:cubicBezTo>
                  <a:pt x="48533" y="49071"/>
                  <a:pt x="49506" y="47803"/>
                  <a:pt x="50305" y="46239"/>
                </a:cubicBezTo>
                <a:cubicBezTo>
                  <a:pt x="51104" y="44675"/>
                  <a:pt x="52130" y="41808"/>
                  <a:pt x="53381" y="37638"/>
                </a:cubicBezTo>
                <a:cubicBezTo>
                  <a:pt x="57064" y="25126"/>
                  <a:pt x="62747" y="15726"/>
                  <a:pt x="70427" y="9435"/>
                </a:cubicBezTo>
                <a:cubicBezTo>
                  <a:pt x="78107" y="3145"/>
                  <a:pt x="87890" y="0"/>
                  <a:pt x="99776" y="0"/>
                </a:cubicBezTo>
                <a:cubicBezTo>
                  <a:pt x="106588" y="0"/>
                  <a:pt x="112461" y="556"/>
                  <a:pt x="117396" y="1668"/>
                </a:cubicBezTo>
                <a:lnTo>
                  <a:pt x="113330" y="19392"/>
                </a:lnTo>
                <a:lnTo>
                  <a:pt x="104155" y="19392"/>
                </a:lnTo>
                <a:cubicBezTo>
                  <a:pt x="103182" y="15430"/>
                  <a:pt x="101913" y="12581"/>
                  <a:pt x="100349" y="10843"/>
                </a:cubicBezTo>
                <a:cubicBezTo>
                  <a:pt x="98786" y="9105"/>
                  <a:pt x="96474" y="8236"/>
                  <a:pt x="93416" y="8236"/>
                </a:cubicBezTo>
                <a:cubicBezTo>
                  <a:pt x="89454" y="8236"/>
                  <a:pt x="86101" y="9331"/>
                  <a:pt x="83355" y="11521"/>
                </a:cubicBezTo>
                <a:cubicBezTo>
                  <a:pt x="80610" y="13710"/>
                  <a:pt x="78264" y="16959"/>
                  <a:pt x="76318" y="21269"/>
                </a:cubicBezTo>
                <a:cubicBezTo>
                  <a:pt x="74371" y="25578"/>
                  <a:pt x="72564" y="31382"/>
                  <a:pt x="70896" y="38680"/>
                </a:cubicBezTo>
                <a:lnTo>
                  <a:pt x="68290" y="50044"/>
                </a:lnTo>
                <a:lnTo>
                  <a:pt x="95084" y="50044"/>
                </a:lnTo>
                <a:lnTo>
                  <a:pt x="92791" y="60575"/>
                </a:lnTo>
                <a:lnTo>
                  <a:pt x="65892" y="60575"/>
                </a:lnTo>
                <a:lnTo>
                  <a:pt x="46500" y="151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EFF5F1-3533-4749-B4C3-BD623891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212" y="963478"/>
            <a:ext cx="1543077" cy="197780"/>
          </a:xfrm>
          <a:custGeom xmlns:a="http://schemas.openxmlformats.org/drawingml/2006/main">
            <a:pathLst>
              <a:path w="1543077" h="197780">
                <a:moveTo>
                  <a:pt x="1480000" y="0"/>
                </a:moveTo>
                <a:cubicBezTo>
                  <a:pt x="1500296" y="5352"/>
                  <a:pt x="1515883" y="16908"/>
                  <a:pt x="1526760" y="34667"/>
                </a:cubicBezTo>
                <a:cubicBezTo>
                  <a:pt x="1537638" y="52426"/>
                  <a:pt x="1543077" y="73850"/>
                  <a:pt x="1543077" y="98942"/>
                </a:cubicBezTo>
                <a:cubicBezTo>
                  <a:pt x="1543077" y="124104"/>
                  <a:pt x="1537656" y="145529"/>
                  <a:pt x="1526812" y="163218"/>
                </a:cubicBezTo>
                <a:cubicBezTo>
                  <a:pt x="1515970" y="180907"/>
                  <a:pt x="1500366" y="192428"/>
                  <a:pt x="1480000" y="197780"/>
                </a:cubicBezTo>
                <a:lnTo>
                  <a:pt x="1477498" y="189752"/>
                </a:lnTo>
                <a:cubicBezTo>
                  <a:pt x="1493555" y="184400"/>
                  <a:pt x="1505492" y="173835"/>
                  <a:pt x="1513312" y="158057"/>
                </a:cubicBezTo>
                <a:cubicBezTo>
                  <a:pt x="1521131" y="142279"/>
                  <a:pt x="1525040" y="122226"/>
                  <a:pt x="1525040" y="97900"/>
                </a:cubicBezTo>
                <a:cubicBezTo>
                  <a:pt x="1525040" y="74407"/>
                  <a:pt x="1521148" y="54892"/>
                  <a:pt x="1513363" y="39358"/>
                </a:cubicBezTo>
                <a:cubicBezTo>
                  <a:pt x="1505579" y="23823"/>
                  <a:pt x="1493520" y="13380"/>
                  <a:pt x="1477185" y="8028"/>
                </a:cubicBezTo>
                <a:lnTo>
                  <a:pt x="1480000" y="0"/>
                </a:lnTo>
                <a:close/>
                <a:moveTo>
                  <a:pt x="63078" y="0"/>
                </a:moveTo>
                <a:lnTo>
                  <a:pt x="65893" y="8028"/>
                </a:lnTo>
                <a:cubicBezTo>
                  <a:pt x="49627" y="13380"/>
                  <a:pt x="37586" y="23823"/>
                  <a:pt x="29767" y="39358"/>
                </a:cubicBezTo>
                <a:cubicBezTo>
                  <a:pt x="21947" y="54892"/>
                  <a:pt x="18038" y="74407"/>
                  <a:pt x="18038" y="97900"/>
                </a:cubicBezTo>
                <a:cubicBezTo>
                  <a:pt x="18038" y="122226"/>
                  <a:pt x="21947" y="142279"/>
                  <a:pt x="29767" y="158057"/>
                </a:cubicBezTo>
                <a:cubicBezTo>
                  <a:pt x="37586" y="173835"/>
                  <a:pt x="49524" y="184400"/>
                  <a:pt x="65579" y="189752"/>
                </a:cubicBezTo>
                <a:lnTo>
                  <a:pt x="63078" y="197780"/>
                </a:lnTo>
                <a:cubicBezTo>
                  <a:pt x="42712" y="192428"/>
                  <a:pt x="27108" y="180907"/>
                  <a:pt x="16264" y="163218"/>
                </a:cubicBezTo>
                <a:cubicBezTo>
                  <a:pt x="5422" y="145529"/>
                  <a:pt x="0" y="124104"/>
                  <a:pt x="0" y="98942"/>
                </a:cubicBezTo>
                <a:cubicBezTo>
                  <a:pt x="0" y="73850"/>
                  <a:pt x="5439" y="52426"/>
                  <a:pt x="16318" y="34667"/>
                </a:cubicBezTo>
                <a:cubicBezTo>
                  <a:pt x="27195" y="16908"/>
                  <a:pt x="42782" y="5352"/>
                  <a:pt x="6307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%">
            <a:extLst xmlns:a="http://schemas.openxmlformats.org/drawingml/2006/main">
              <a:ext uri="{FF2B5EF4-FFF2-40B4-BE49-F238E27FC236}">
                <a16:creationId xmlns:a16="http://schemas.microsoft.com/office/drawing/2014/main" id="{73BAD749-20A8-497D-918B-0CEF8B9E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2271" y="1021110"/>
            <a:ext cx="86535" cy="103112"/>
          </a:xfrm>
          <a:custGeom xmlns:a="http://schemas.openxmlformats.org/drawingml/2006/main">
            <a:pathLst>
              <a:path w="86535" h="103112">
                <a:moveTo>
                  <a:pt x="73398" y="27003"/>
                </a:moveTo>
                <a:cubicBezTo>
                  <a:pt x="72634" y="20817"/>
                  <a:pt x="70601" y="16125"/>
                  <a:pt x="67299" y="12928"/>
                </a:cubicBezTo>
                <a:cubicBezTo>
                  <a:pt x="63998" y="9731"/>
                  <a:pt x="58802" y="8132"/>
                  <a:pt x="51713" y="8132"/>
                </a:cubicBezTo>
                <a:cubicBezTo>
                  <a:pt x="46222" y="8132"/>
                  <a:pt x="41773" y="9540"/>
                  <a:pt x="38367" y="12355"/>
                </a:cubicBezTo>
                <a:cubicBezTo>
                  <a:pt x="34962" y="15170"/>
                  <a:pt x="33259" y="18871"/>
                  <a:pt x="33259" y="23458"/>
                </a:cubicBezTo>
                <a:cubicBezTo>
                  <a:pt x="33259" y="25961"/>
                  <a:pt x="33693" y="28167"/>
                  <a:pt x="34562" y="30079"/>
                </a:cubicBezTo>
                <a:cubicBezTo>
                  <a:pt x="35431" y="31990"/>
                  <a:pt x="37186" y="34093"/>
                  <a:pt x="39827" y="36386"/>
                </a:cubicBezTo>
                <a:cubicBezTo>
                  <a:pt x="42468" y="38680"/>
                  <a:pt x="46569" y="41495"/>
                  <a:pt x="52130" y="44831"/>
                </a:cubicBezTo>
                <a:cubicBezTo>
                  <a:pt x="56508" y="47473"/>
                  <a:pt x="60018" y="49888"/>
                  <a:pt x="62660" y="52077"/>
                </a:cubicBezTo>
                <a:cubicBezTo>
                  <a:pt x="65301" y="54267"/>
                  <a:pt x="67386" y="56439"/>
                  <a:pt x="68915" y="58594"/>
                </a:cubicBezTo>
                <a:cubicBezTo>
                  <a:pt x="70444" y="60748"/>
                  <a:pt x="71557" y="63025"/>
                  <a:pt x="72252" y="65423"/>
                </a:cubicBezTo>
                <a:cubicBezTo>
                  <a:pt x="72947" y="67821"/>
                  <a:pt x="73294" y="70722"/>
                  <a:pt x="73294" y="74128"/>
                </a:cubicBezTo>
                <a:cubicBezTo>
                  <a:pt x="73294" y="80314"/>
                  <a:pt x="71643" y="85614"/>
                  <a:pt x="68342" y="90028"/>
                </a:cubicBezTo>
                <a:cubicBezTo>
                  <a:pt x="65040" y="94441"/>
                  <a:pt x="60557" y="97726"/>
                  <a:pt x="54892" y="99880"/>
                </a:cubicBezTo>
                <a:cubicBezTo>
                  <a:pt x="49228" y="102035"/>
                  <a:pt x="42781" y="103112"/>
                  <a:pt x="35552" y="103112"/>
                </a:cubicBezTo>
                <a:cubicBezTo>
                  <a:pt x="29783" y="103112"/>
                  <a:pt x="24119" y="102678"/>
                  <a:pt x="18558" y="101809"/>
                </a:cubicBezTo>
                <a:cubicBezTo>
                  <a:pt x="12998" y="100940"/>
                  <a:pt x="6812" y="99463"/>
                  <a:pt x="0" y="97378"/>
                </a:cubicBezTo>
                <a:lnTo>
                  <a:pt x="5004" y="74650"/>
                </a:lnTo>
                <a:lnTo>
                  <a:pt x="13137" y="74650"/>
                </a:lnTo>
                <a:cubicBezTo>
                  <a:pt x="13415" y="81322"/>
                  <a:pt x="15291" y="86361"/>
                  <a:pt x="18767" y="89767"/>
                </a:cubicBezTo>
                <a:cubicBezTo>
                  <a:pt x="22242" y="93173"/>
                  <a:pt x="27768" y="94876"/>
                  <a:pt x="35344" y="94876"/>
                </a:cubicBezTo>
                <a:cubicBezTo>
                  <a:pt x="41947" y="94876"/>
                  <a:pt x="47108" y="93399"/>
                  <a:pt x="50826" y="90445"/>
                </a:cubicBezTo>
                <a:cubicBezTo>
                  <a:pt x="54545" y="87491"/>
                  <a:pt x="56404" y="83303"/>
                  <a:pt x="56404" y="77882"/>
                </a:cubicBezTo>
                <a:cubicBezTo>
                  <a:pt x="56404" y="74754"/>
                  <a:pt x="55883" y="72060"/>
                  <a:pt x="54840" y="69801"/>
                </a:cubicBezTo>
                <a:cubicBezTo>
                  <a:pt x="53798" y="67543"/>
                  <a:pt x="52095" y="65370"/>
                  <a:pt x="49732" y="63285"/>
                </a:cubicBezTo>
                <a:cubicBezTo>
                  <a:pt x="47368" y="61200"/>
                  <a:pt x="43615" y="58594"/>
                  <a:pt x="38472" y="55466"/>
                </a:cubicBezTo>
                <a:cubicBezTo>
                  <a:pt x="33050" y="52199"/>
                  <a:pt x="28828" y="49245"/>
                  <a:pt x="25804" y="46604"/>
                </a:cubicBezTo>
                <a:cubicBezTo>
                  <a:pt x="22781" y="43963"/>
                  <a:pt x="20504" y="41095"/>
                  <a:pt x="18975" y="38002"/>
                </a:cubicBezTo>
                <a:cubicBezTo>
                  <a:pt x="17446" y="34909"/>
                  <a:pt x="16681" y="31347"/>
                  <a:pt x="16681" y="27316"/>
                </a:cubicBezTo>
                <a:cubicBezTo>
                  <a:pt x="16681" y="21825"/>
                  <a:pt x="18158" y="17012"/>
                  <a:pt x="21112" y="12876"/>
                </a:cubicBezTo>
                <a:cubicBezTo>
                  <a:pt x="24066" y="8740"/>
                  <a:pt x="28289" y="5560"/>
                  <a:pt x="33780" y="3336"/>
                </a:cubicBezTo>
                <a:cubicBezTo>
                  <a:pt x="39271" y="1112"/>
                  <a:pt x="45665" y="0"/>
                  <a:pt x="52964" y="0"/>
                </a:cubicBezTo>
                <a:cubicBezTo>
                  <a:pt x="59428" y="0"/>
                  <a:pt x="65318" y="382"/>
                  <a:pt x="70636" y="1147"/>
                </a:cubicBezTo>
                <a:cubicBezTo>
                  <a:pt x="75953" y="1911"/>
                  <a:pt x="81253" y="3232"/>
                  <a:pt x="86535" y="5109"/>
                </a:cubicBezTo>
                <a:lnTo>
                  <a:pt x="81843" y="27003"/>
                </a:lnTo>
                <a:lnTo>
                  <a:pt x="73398" y="27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-">
            <a:extLst xmlns:a="http://schemas.openxmlformats.org/drawingml/2006/main">
              <a:ext uri="{FF2B5EF4-FFF2-40B4-BE49-F238E27FC236}">
                <a16:creationId xmlns:a16="http://schemas.microsoft.com/office/drawing/2014/main" id="{6F0F9904-9FE7-4609-8649-8626B262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1583" y="1072989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||'">
            <a:extLst xmlns:a="http://schemas.openxmlformats.org/drawingml/2006/main">
              <a:ext uri="{FF2B5EF4-FFF2-40B4-BE49-F238E27FC236}">
                <a16:creationId xmlns:a16="http://schemas.microsoft.com/office/drawing/2014/main" id="{81677F31-789A-4999-B340-30777038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432" y="973255"/>
            <a:ext cx="218214" cy="194026"/>
          </a:xfrm>
          <a:custGeom xmlns:a="http://schemas.openxmlformats.org/drawingml/2006/main">
            <a:pathLst>
              <a:path w="218214" h="194026">
                <a:moveTo>
                  <a:pt x="16056" y="194026"/>
                </a:moveTo>
                <a:lnTo>
                  <a:pt x="0" y="194026"/>
                </a:lnTo>
                <a:lnTo>
                  <a:pt x="0" y="0"/>
                </a:lnTo>
                <a:lnTo>
                  <a:pt x="16056" y="0"/>
                </a:lnTo>
                <a:lnTo>
                  <a:pt x="16056" y="194026"/>
                </a:lnTo>
                <a:close/>
                <a:moveTo>
                  <a:pt x="82782" y="194026"/>
                </a:moveTo>
                <a:lnTo>
                  <a:pt x="66726" y="194026"/>
                </a:lnTo>
                <a:lnTo>
                  <a:pt x="66726" y="0"/>
                </a:lnTo>
                <a:lnTo>
                  <a:pt x="82782" y="0"/>
                </a:lnTo>
                <a:lnTo>
                  <a:pt x="82782" y="194026"/>
                </a:lnTo>
                <a:close/>
                <a:moveTo>
                  <a:pt x="157431" y="102070"/>
                </a:moveTo>
                <a:cubicBezTo>
                  <a:pt x="156389" y="96579"/>
                  <a:pt x="155311" y="91296"/>
                  <a:pt x="154199" y="86222"/>
                </a:cubicBezTo>
                <a:cubicBezTo>
                  <a:pt x="153087" y="81148"/>
                  <a:pt x="151940" y="76422"/>
                  <a:pt x="150759" y="72043"/>
                </a:cubicBezTo>
                <a:cubicBezTo>
                  <a:pt x="149577" y="67664"/>
                  <a:pt x="148604" y="64797"/>
                  <a:pt x="147840" y="63442"/>
                </a:cubicBezTo>
                <a:cubicBezTo>
                  <a:pt x="147075" y="62086"/>
                  <a:pt x="146258" y="61148"/>
                  <a:pt x="145389" y="60627"/>
                </a:cubicBezTo>
                <a:cubicBezTo>
                  <a:pt x="144521" y="60105"/>
                  <a:pt x="143426" y="59845"/>
                  <a:pt x="142105" y="59845"/>
                </a:cubicBezTo>
                <a:cubicBezTo>
                  <a:pt x="140646" y="59845"/>
                  <a:pt x="139325" y="60175"/>
                  <a:pt x="138143" y="60835"/>
                </a:cubicBezTo>
                <a:cubicBezTo>
                  <a:pt x="136962" y="61495"/>
                  <a:pt x="135676" y="62642"/>
                  <a:pt x="134286" y="64276"/>
                </a:cubicBezTo>
                <a:cubicBezTo>
                  <a:pt x="132896" y="65909"/>
                  <a:pt x="131054" y="68463"/>
                  <a:pt x="128760" y="71939"/>
                </a:cubicBezTo>
                <a:lnTo>
                  <a:pt x="121983" y="67456"/>
                </a:lnTo>
                <a:cubicBezTo>
                  <a:pt x="126362" y="60853"/>
                  <a:pt x="130567" y="55918"/>
                  <a:pt x="134599" y="52651"/>
                </a:cubicBezTo>
                <a:cubicBezTo>
                  <a:pt x="138630" y="49384"/>
                  <a:pt x="143391" y="47751"/>
                  <a:pt x="148882" y="47751"/>
                </a:cubicBezTo>
                <a:cubicBezTo>
                  <a:pt x="151037" y="47751"/>
                  <a:pt x="152931" y="47994"/>
                  <a:pt x="154564" y="48480"/>
                </a:cubicBezTo>
                <a:cubicBezTo>
                  <a:pt x="156198" y="48967"/>
                  <a:pt x="157640" y="49714"/>
                  <a:pt x="158891" y="50722"/>
                </a:cubicBezTo>
                <a:cubicBezTo>
                  <a:pt x="160142" y="51730"/>
                  <a:pt x="161254" y="53033"/>
                  <a:pt x="162227" y="54632"/>
                </a:cubicBezTo>
                <a:cubicBezTo>
                  <a:pt x="163200" y="56230"/>
                  <a:pt x="164139" y="58402"/>
                  <a:pt x="165042" y="61148"/>
                </a:cubicBezTo>
                <a:cubicBezTo>
                  <a:pt x="165946" y="63893"/>
                  <a:pt x="166797" y="67299"/>
                  <a:pt x="167597" y="71365"/>
                </a:cubicBezTo>
                <a:cubicBezTo>
                  <a:pt x="168396" y="75431"/>
                  <a:pt x="169108" y="79654"/>
                  <a:pt x="169734" y="84033"/>
                </a:cubicBezTo>
                <a:lnTo>
                  <a:pt x="170777" y="84033"/>
                </a:lnTo>
                <a:cubicBezTo>
                  <a:pt x="177449" y="74650"/>
                  <a:pt x="182506" y="67786"/>
                  <a:pt x="185946" y="63442"/>
                </a:cubicBezTo>
                <a:cubicBezTo>
                  <a:pt x="189387" y="59098"/>
                  <a:pt x="192289" y="55866"/>
                  <a:pt x="194652" y="53746"/>
                </a:cubicBezTo>
                <a:cubicBezTo>
                  <a:pt x="197015" y="51626"/>
                  <a:pt x="199291" y="50131"/>
                  <a:pt x="201481" y="49262"/>
                </a:cubicBezTo>
                <a:cubicBezTo>
                  <a:pt x="203670" y="48394"/>
                  <a:pt x="206572" y="47959"/>
                  <a:pt x="210187" y="47959"/>
                </a:cubicBezTo>
                <a:cubicBezTo>
                  <a:pt x="213453" y="47959"/>
                  <a:pt x="216129" y="48376"/>
                  <a:pt x="218214" y="49210"/>
                </a:cubicBezTo>
                <a:lnTo>
                  <a:pt x="214044" y="68081"/>
                </a:lnTo>
                <a:lnTo>
                  <a:pt x="206746" y="68081"/>
                </a:lnTo>
                <a:cubicBezTo>
                  <a:pt x="206329" y="65162"/>
                  <a:pt x="205113" y="63702"/>
                  <a:pt x="203097" y="63702"/>
                </a:cubicBezTo>
                <a:cubicBezTo>
                  <a:pt x="202471" y="63702"/>
                  <a:pt x="201811" y="63807"/>
                  <a:pt x="201116" y="64015"/>
                </a:cubicBezTo>
                <a:cubicBezTo>
                  <a:pt x="200421" y="64224"/>
                  <a:pt x="199569" y="64675"/>
                  <a:pt x="198562" y="65370"/>
                </a:cubicBezTo>
                <a:cubicBezTo>
                  <a:pt x="197554" y="66066"/>
                  <a:pt x="196077" y="67421"/>
                  <a:pt x="194131" y="69437"/>
                </a:cubicBezTo>
                <a:cubicBezTo>
                  <a:pt x="192184" y="71452"/>
                  <a:pt x="189995" y="73920"/>
                  <a:pt x="187562" y="76839"/>
                </a:cubicBezTo>
                <a:cubicBezTo>
                  <a:pt x="185130" y="79758"/>
                  <a:pt x="182627" y="82816"/>
                  <a:pt x="180056" y="86014"/>
                </a:cubicBezTo>
                <a:lnTo>
                  <a:pt x="172966" y="94876"/>
                </a:lnTo>
                <a:cubicBezTo>
                  <a:pt x="174217" y="101548"/>
                  <a:pt x="175399" y="107317"/>
                  <a:pt x="176511" y="112183"/>
                </a:cubicBezTo>
                <a:cubicBezTo>
                  <a:pt x="177623" y="117048"/>
                  <a:pt x="178613" y="121097"/>
                  <a:pt x="179482" y="124329"/>
                </a:cubicBezTo>
                <a:cubicBezTo>
                  <a:pt x="180351" y="127561"/>
                  <a:pt x="181116" y="130115"/>
                  <a:pt x="181776" y="131992"/>
                </a:cubicBezTo>
                <a:cubicBezTo>
                  <a:pt x="182436" y="133869"/>
                  <a:pt x="183149" y="135276"/>
                  <a:pt x="183913" y="136215"/>
                </a:cubicBezTo>
                <a:cubicBezTo>
                  <a:pt x="184678" y="137153"/>
                  <a:pt x="185460" y="137813"/>
                  <a:pt x="186259" y="138195"/>
                </a:cubicBezTo>
                <a:cubicBezTo>
                  <a:pt x="187058" y="138578"/>
                  <a:pt x="187979" y="138769"/>
                  <a:pt x="189022" y="138769"/>
                </a:cubicBezTo>
                <a:cubicBezTo>
                  <a:pt x="190899" y="138769"/>
                  <a:pt x="192723" y="138039"/>
                  <a:pt x="194496" y="136579"/>
                </a:cubicBezTo>
                <a:cubicBezTo>
                  <a:pt x="196268" y="135120"/>
                  <a:pt x="198822" y="131818"/>
                  <a:pt x="202159" y="126675"/>
                </a:cubicBezTo>
                <a:lnTo>
                  <a:pt x="208935" y="131158"/>
                </a:lnTo>
                <a:cubicBezTo>
                  <a:pt x="204070" y="138387"/>
                  <a:pt x="199674" y="143478"/>
                  <a:pt x="195747" y="146432"/>
                </a:cubicBezTo>
                <a:cubicBezTo>
                  <a:pt x="191820" y="149386"/>
                  <a:pt x="187145" y="150863"/>
                  <a:pt x="181724" y="150863"/>
                </a:cubicBezTo>
                <a:cubicBezTo>
                  <a:pt x="178735" y="150863"/>
                  <a:pt x="176198" y="150324"/>
                  <a:pt x="174113" y="149247"/>
                </a:cubicBezTo>
                <a:cubicBezTo>
                  <a:pt x="172028" y="148170"/>
                  <a:pt x="170221" y="146449"/>
                  <a:pt x="168691" y="144086"/>
                </a:cubicBezTo>
                <a:cubicBezTo>
                  <a:pt x="167162" y="141723"/>
                  <a:pt x="165807" y="138039"/>
                  <a:pt x="164625" y="133035"/>
                </a:cubicBezTo>
                <a:cubicBezTo>
                  <a:pt x="162471" y="124138"/>
                  <a:pt x="161150" y="117326"/>
                  <a:pt x="160663" y="112600"/>
                </a:cubicBezTo>
                <a:lnTo>
                  <a:pt x="159621" y="112600"/>
                </a:lnTo>
                <a:cubicBezTo>
                  <a:pt x="152253" y="122956"/>
                  <a:pt x="146780" y="130393"/>
                  <a:pt x="143200" y="134911"/>
                </a:cubicBezTo>
                <a:cubicBezTo>
                  <a:pt x="139620" y="139429"/>
                  <a:pt x="136666" y="142765"/>
                  <a:pt x="134338" y="144920"/>
                </a:cubicBezTo>
                <a:cubicBezTo>
                  <a:pt x="132010" y="147075"/>
                  <a:pt x="129751" y="148587"/>
                  <a:pt x="127561" y="149455"/>
                </a:cubicBezTo>
                <a:cubicBezTo>
                  <a:pt x="125372" y="150324"/>
                  <a:pt x="122470" y="150759"/>
                  <a:pt x="118856" y="150759"/>
                </a:cubicBezTo>
                <a:cubicBezTo>
                  <a:pt x="115589" y="150759"/>
                  <a:pt x="112913" y="150342"/>
                  <a:pt x="110828" y="149508"/>
                </a:cubicBezTo>
                <a:lnTo>
                  <a:pt x="114998" y="130637"/>
                </a:lnTo>
                <a:lnTo>
                  <a:pt x="122296" y="130637"/>
                </a:lnTo>
                <a:cubicBezTo>
                  <a:pt x="122713" y="133556"/>
                  <a:pt x="123929" y="135016"/>
                  <a:pt x="125945" y="135016"/>
                </a:cubicBezTo>
                <a:cubicBezTo>
                  <a:pt x="126918" y="135016"/>
                  <a:pt x="127943" y="134755"/>
                  <a:pt x="129021" y="134234"/>
                </a:cubicBezTo>
                <a:cubicBezTo>
                  <a:pt x="130098" y="133712"/>
                  <a:pt x="131645" y="132461"/>
                  <a:pt x="133660" y="130480"/>
                </a:cubicBezTo>
                <a:cubicBezTo>
                  <a:pt x="135676" y="128499"/>
                  <a:pt x="138456" y="125389"/>
                  <a:pt x="142001" y="121149"/>
                </a:cubicBezTo>
                <a:cubicBezTo>
                  <a:pt x="145546" y="116909"/>
                  <a:pt x="150689" y="110549"/>
                  <a:pt x="157431" y="1020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Text -">
            <a:extLst xmlns:a="http://schemas.openxmlformats.org/drawingml/2006/main">
              <a:ext uri="{FF2B5EF4-FFF2-40B4-BE49-F238E27FC236}">
                <a16:creationId xmlns:a16="http://schemas.microsoft.com/office/drawing/2014/main" id="{0A012901-38F6-422F-B4E9-29E6EC8E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9035" y="1072989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||/||%">
            <a:extLst xmlns:a="http://schemas.openxmlformats.org/drawingml/2006/main">
              <a:ext uri="{FF2B5EF4-FFF2-40B4-BE49-F238E27FC236}">
                <a16:creationId xmlns:a16="http://schemas.microsoft.com/office/drawing/2014/main" id="{A7074A5A-B967-4A26-9816-456E3384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5885" y="973255"/>
            <a:ext cx="435847" cy="194026"/>
          </a:xfrm>
          <a:custGeom xmlns:a="http://schemas.openxmlformats.org/drawingml/2006/main">
            <a:pathLst>
              <a:path w="435847" h="194026">
                <a:moveTo>
                  <a:pt x="16056" y="194026"/>
                </a:moveTo>
                <a:lnTo>
                  <a:pt x="0" y="194026"/>
                </a:lnTo>
                <a:lnTo>
                  <a:pt x="0" y="0"/>
                </a:lnTo>
                <a:lnTo>
                  <a:pt x="16056" y="0"/>
                </a:lnTo>
                <a:lnTo>
                  <a:pt x="16056" y="194026"/>
                </a:lnTo>
                <a:close/>
                <a:moveTo>
                  <a:pt x="82782" y="194026"/>
                </a:moveTo>
                <a:lnTo>
                  <a:pt x="66726" y="194026"/>
                </a:lnTo>
                <a:lnTo>
                  <a:pt x="66726" y="0"/>
                </a:lnTo>
                <a:lnTo>
                  <a:pt x="82782" y="0"/>
                </a:lnTo>
                <a:lnTo>
                  <a:pt x="82782" y="194026"/>
                </a:lnTo>
                <a:close/>
                <a:moveTo>
                  <a:pt x="194130" y="119898"/>
                </a:moveTo>
                <a:lnTo>
                  <a:pt x="187771" y="149195"/>
                </a:lnTo>
                <a:lnTo>
                  <a:pt x="112287" y="149195"/>
                </a:lnTo>
                <a:lnTo>
                  <a:pt x="110306" y="144086"/>
                </a:lnTo>
                <a:lnTo>
                  <a:pt x="167336" y="78403"/>
                </a:lnTo>
                <a:cubicBezTo>
                  <a:pt x="175398" y="69159"/>
                  <a:pt x="181306" y="62590"/>
                  <a:pt x="185060" y="58698"/>
                </a:cubicBezTo>
                <a:lnTo>
                  <a:pt x="184434" y="57968"/>
                </a:lnTo>
                <a:lnTo>
                  <a:pt x="160038" y="57968"/>
                </a:lnTo>
                <a:cubicBezTo>
                  <a:pt x="156423" y="57968"/>
                  <a:pt x="153782" y="58211"/>
                  <a:pt x="152114" y="58698"/>
                </a:cubicBezTo>
                <a:cubicBezTo>
                  <a:pt x="150446" y="59184"/>
                  <a:pt x="148778" y="60036"/>
                  <a:pt x="147109" y="61252"/>
                </a:cubicBezTo>
                <a:cubicBezTo>
                  <a:pt x="145441" y="62469"/>
                  <a:pt x="143652" y="64276"/>
                  <a:pt x="141740" y="66674"/>
                </a:cubicBezTo>
                <a:cubicBezTo>
                  <a:pt x="139829" y="69072"/>
                  <a:pt x="137691" y="72495"/>
                  <a:pt x="135328" y="76943"/>
                </a:cubicBezTo>
                <a:lnTo>
                  <a:pt x="126049" y="76943"/>
                </a:lnTo>
                <a:lnTo>
                  <a:pt x="132200" y="49523"/>
                </a:lnTo>
                <a:lnTo>
                  <a:pt x="206329" y="49523"/>
                </a:lnTo>
                <a:lnTo>
                  <a:pt x="208310" y="54736"/>
                </a:lnTo>
                <a:lnTo>
                  <a:pt x="158578" y="111870"/>
                </a:lnTo>
                <a:cubicBezTo>
                  <a:pt x="148917" y="122921"/>
                  <a:pt x="140541" y="132305"/>
                  <a:pt x="133452" y="140020"/>
                </a:cubicBezTo>
                <a:lnTo>
                  <a:pt x="134077" y="140750"/>
                </a:lnTo>
                <a:lnTo>
                  <a:pt x="157640" y="140750"/>
                </a:lnTo>
                <a:cubicBezTo>
                  <a:pt x="161810" y="140750"/>
                  <a:pt x="165007" y="140524"/>
                  <a:pt x="167231" y="140072"/>
                </a:cubicBezTo>
                <a:cubicBezTo>
                  <a:pt x="169456" y="139620"/>
                  <a:pt x="171402" y="138769"/>
                  <a:pt x="173070" y="137518"/>
                </a:cubicBezTo>
                <a:cubicBezTo>
                  <a:pt x="174738" y="136267"/>
                  <a:pt x="176458" y="134373"/>
                  <a:pt x="178231" y="131836"/>
                </a:cubicBezTo>
                <a:cubicBezTo>
                  <a:pt x="180003" y="129299"/>
                  <a:pt x="182210" y="125319"/>
                  <a:pt x="184851" y="119898"/>
                </a:cubicBezTo>
                <a:lnTo>
                  <a:pt x="194130" y="119898"/>
                </a:lnTo>
                <a:close/>
                <a:moveTo>
                  <a:pt x="252455" y="194026"/>
                </a:moveTo>
                <a:lnTo>
                  <a:pt x="236400" y="194026"/>
                </a:lnTo>
                <a:lnTo>
                  <a:pt x="236400" y="0"/>
                </a:lnTo>
                <a:lnTo>
                  <a:pt x="252455" y="0"/>
                </a:lnTo>
                <a:lnTo>
                  <a:pt x="252455" y="194026"/>
                </a:lnTo>
                <a:close/>
                <a:moveTo>
                  <a:pt x="319182" y="194026"/>
                </a:moveTo>
                <a:lnTo>
                  <a:pt x="303126" y="194026"/>
                </a:lnTo>
                <a:lnTo>
                  <a:pt x="303126" y="0"/>
                </a:lnTo>
                <a:lnTo>
                  <a:pt x="319182" y="0"/>
                </a:lnTo>
                <a:lnTo>
                  <a:pt x="319182" y="194026"/>
                </a:lnTo>
                <a:close/>
                <a:moveTo>
                  <a:pt x="422711" y="74858"/>
                </a:moveTo>
                <a:cubicBezTo>
                  <a:pt x="421946" y="68672"/>
                  <a:pt x="419913" y="63980"/>
                  <a:pt x="416612" y="60783"/>
                </a:cubicBezTo>
                <a:cubicBezTo>
                  <a:pt x="413310" y="57586"/>
                  <a:pt x="408114" y="55987"/>
                  <a:pt x="401025" y="55987"/>
                </a:cubicBezTo>
                <a:cubicBezTo>
                  <a:pt x="395534" y="55987"/>
                  <a:pt x="391085" y="57395"/>
                  <a:pt x="387680" y="60210"/>
                </a:cubicBezTo>
                <a:cubicBezTo>
                  <a:pt x="384274" y="63025"/>
                  <a:pt x="382571" y="66726"/>
                  <a:pt x="382571" y="71313"/>
                </a:cubicBezTo>
                <a:cubicBezTo>
                  <a:pt x="382571" y="73815"/>
                  <a:pt x="383005" y="76022"/>
                  <a:pt x="383874" y="77934"/>
                </a:cubicBezTo>
                <a:cubicBezTo>
                  <a:pt x="384743" y="79845"/>
                  <a:pt x="386498" y="81948"/>
                  <a:pt x="389139" y="84241"/>
                </a:cubicBezTo>
                <a:cubicBezTo>
                  <a:pt x="391781" y="86535"/>
                  <a:pt x="395881" y="89350"/>
                  <a:pt x="401442" y="92686"/>
                </a:cubicBezTo>
                <a:cubicBezTo>
                  <a:pt x="405821" y="95328"/>
                  <a:pt x="409331" y="97743"/>
                  <a:pt x="411972" y="99932"/>
                </a:cubicBezTo>
                <a:cubicBezTo>
                  <a:pt x="414613" y="102122"/>
                  <a:pt x="416698" y="104294"/>
                  <a:pt x="418228" y="106449"/>
                </a:cubicBezTo>
                <a:cubicBezTo>
                  <a:pt x="419757" y="108603"/>
                  <a:pt x="420869" y="110880"/>
                  <a:pt x="421564" y="113278"/>
                </a:cubicBezTo>
                <a:cubicBezTo>
                  <a:pt x="422259" y="115675"/>
                  <a:pt x="422606" y="118577"/>
                  <a:pt x="422606" y="121983"/>
                </a:cubicBezTo>
                <a:cubicBezTo>
                  <a:pt x="422606" y="128169"/>
                  <a:pt x="420956" y="133469"/>
                  <a:pt x="417654" y="137883"/>
                </a:cubicBezTo>
                <a:cubicBezTo>
                  <a:pt x="414353" y="142296"/>
                  <a:pt x="409869" y="145580"/>
                  <a:pt x="404205" y="147735"/>
                </a:cubicBezTo>
                <a:cubicBezTo>
                  <a:pt x="398540" y="149890"/>
                  <a:pt x="392093" y="150967"/>
                  <a:pt x="384865" y="150967"/>
                </a:cubicBezTo>
                <a:cubicBezTo>
                  <a:pt x="379096" y="150967"/>
                  <a:pt x="373431" y="150533"/>
                  <a:pt x="367870" y="149664"/>
                </a:cubicBezTo>
                <a:cubicBezTo>
                  <a:pt x="362310" y="148795"/>
                  <a:pt x="356124" y="147318"/>
                  <a:pt x="349312" y="145233"/>
                </a:cubicBezTo>
                <a:lnTo>
                  <a:pt x="354317" y="122504"/>
                </a:lnTo>
                <a:lnTo>
                  <a:pt x="362449" y="122504"/>
                </a:lnTo>
                <a:cubicBezTo>
                  <a:pt x="362727" y="129177"/>
                  <a:pt x="364604" y="134216"/>
                  <a:pt x="368079" y="137622"/>
                </a:cubicBezTo>
                <a:cubicBezTo>
                  <a:pt x="371554" y="141028"/>
                  <a:pt x="377080" y="142731"/>
                  <a:pt x="384656" y="142731"/>
                </a:cubicBezTo>
                <a:cubicBezTo>
                  <a:pt x="391259" y="142731"/>
                  <a:pt x="396420" y="141254"/>
                  <a:pt x="400139" y="138300"/>
                </a:cubicBezTo>
                <a:cubicBezTo>
                  <a:pt x="403857" y="135346"/>
                  <a:pt x="405717" y="131158"/>
                  <a:pt x="405717" y="125736"/>
                </a:cubicBezTo>
                <a:cubicBezTo>
                  <a:pt x="405717" y="122609"/>
                  <a:pt x="405195" y="119915"/>
                  <a:pt x="404153" y="117656"/>
                </a:cubicBezTo>
                <a:cubicBezTo>
                  <a:pt x="403110" y="115397"/>
                  <a:pt x="401407" y="113225"/>
                  <a:pt x="399044" y="111140"/>
                </a:cubicBezTo>
                <a:cubicBezTo>
                  <a:pt x="396681" y="109055"/>
                  <a:pt x="392927" y="106449"/>
                  <a:pt x="387784" y="103321"/>
                </a:cubicBezTo>
                <a:cubicBezTo>
                  <a:pt x="382362" y="100054"/>
                  <a:pt x="378140" y="97100"/>
                  <a:pt x="375116" y="94459"/>
                </a:cubicBezTo>
                <a:cubicBezTo>
                  <a:pt x="372093" y="91818"/>
                  <a:pt x="369817" y="88950"/>
                  <a:pt x="368287" y="85857"/>
                </a:cubicBezTo>
                <a:cubicBezTo>
                  <a:pt x="366758" y="82764"/>
                  <a:pt x="365994" y="79202"/>
                  <a:pt x="365994" y="75171"/>
                </a:cubicBezTo>
                <a:cubicBezTo>
                  <a:pt x="365994" y="69680"/>
                  <a:pt x="367471" y="64867"/>
                  <a:pt x="370425" y="60731"/>
                </a:cubicBezTo>
                <a:cubicBezTo>
                  <a:pt x="373379" y="56595"/>
                  <a:pt x="377601" y="53415"/>
                  <a:pt x="383092" y="51191"/>
                </a:cubicBezTo>
                <a:cubicBezTo>
                  <a:pt x="388583" y="48967"/>
                  <a:pt x="394978" y="47855"/>
                  <a:pt x="402276" y="47855"/>
                </a:cubicBezTo>
                <a:cubicBezTo>
                  <a:pt x="408740" y="47855"/>
                  <a:pt x="414631" y="48237"/>
                  <a:pt x="419948" y="49002"/>
                </a:cubicBezTo>
                <a:cubicBezTo>
                  <a:pt x="425265" y="49766"/>
                  <a:pt x="430565" y="51087"/>
                  <a:pt x="435847" y="52964"/>
                </a:cubicBezTo>
                <a:lnTo>
                  <a:pt x="431156" y="74858"/>
                </a:lnTo>
                <a:lnTo>
                  <a:pt x="422711" y="748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Text ,">
            <a:extLst xmlns:a="http://schemas.openxmlformats.org/drawingml/2006/main">
              <a:ext uri="{FF2B5EF4-FFF2-40B4-BE49-F238E27FC236}">
                <a16:creationId xmlns:a16="http://schemas.microsoft.com/office/drawing/2014/main" id="{4296016F-F4B1-4389-9083-00CC9746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273" y="1090340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||'">
            <a:extLst xmlns:a="http://schemas.openxmlformats.org/drawingml/2006/main">
              <a:ext uri="{FF2B5EF4-FFF2-40B4-BE49-F238E27FC236}">
                <a16:creationId xmlns:a16="http://schemas.microsoft.com/office/drawing/2014/main" id="{F97FCEF6-7E1C-4341-BB5B-7A51ADF4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950" y="973255"/>
            <a:ext cx="218214" cy="194026"/>
          </a:xfrm>
          <a:custGeom xmlns:a="http://schemas.openxmlformats.org/drawingml/2006/main">
            <a:pathLst>
              <a:path w="218214" h="194026">
                <a:moveTo>
                  <a:pt x="16056" y="194026"/>
                </a:moveTo>
                <a:lnTo>
                  <a:pt x="0" y="194026"/>
                </a:lnTo>
                <a:lnTo>
                  <a:pt x="0" y="0"/>
                </a:lnTo>
                <a:lnTo>
                  <a:pt x="16056" y="0"/>
                </a:lnTo>
                <a:lnTo>
                  <a:pt x="16056" y="194026"/>
                </a:lnTo>
                <a:close/>
                <a:moveTo>
                  <a:pt x="82782" y="194026"/>
                </a:moveTo>
                <a:lnTo>
                  <a:pt x="66726" y="194026"/>
                </a:lnTo>
                <a:lnTo>
                  <a:pt x="66726" y="0"/>
                </a:lnTo>
                <a:lnTo>
                  <a:pt x="82782" y="0"/>
                </a:lnTo>
                <a:lnTo>
                  <a:pt x="82782" y="194026"/>
                </a:lnTo>
                <a:close/>
                <a:moveTo>
                  <a:pt x="157431" y="102070"/>
                </a:moveTo>
                <a:cubicBezTo>
                  <a:pt x="156389" y="96579"/>
                  <a:pt x="155311" y="91296"/>
                  <a:pt x="154199" y="86222"/>
                </a:cubicBezTo>
                <a:cubicBezTo>
                  <a:pt x="153087" y="81148"/>
                  <a:pt x="151940" y="76422"/>
                  <a:pt x="150759" y="72043"/>
                </a:cubicBezTo>
                <a:cubicBezTo>
                  <a:pt x="149577" y="67664"/>
                  <a:pt x="148604" y="64797"/>
                  <a:pt x="147840" y="63442"/>
                </a:cubicBezTo>
                <a:cubicBezTo>
                  <a:pt x="147075" y="62086"/>
                  <a:pt x="146258" y="61148"/>
                  <a:pt x="145389" y="60627"/>
                </a:cubicBezTo>
                <a:cubicBezTo>
                  <a:pt x="144521" y="60105"/>
                  <a:pt x="143426" y="59845"/>
                  <a:pt x="142105" y="59845"/>
                </a:cubicBezTo>
                <a:cubicBezTo>
                  <a:pt x="140646" y="59845"/>
                  <a:pt x="139325" y="60175"/>
                  <a:pt x="138143" y="60835"/>
                </a:cubicBezTo>
                <a:cubicBezTo>
                  <a:pt x="136962" y="61495"/>
                  <a:pt x="135676" y="62642"/>
                  <a:pt x="134286" y="64276"/>
                </a:cubicBezTo>
                <a:cubicBezTo>
                  <a:pt x="132896" y="65909"/>
                  <a:pt x="131054" y="68463"/>
                  <a:pt x="128760" y="71939"/>
                </a:cubicBezTo>
                <a:lnTo>
                  <a:pt x="121983" y="67456"/>
                </a:lnTo>
                <a:cubicBezTo>
                  <a:pt x="126362" y="60853"/>
                  <a:pt x="130567" y="55918"/>
                  <a:pt x="134599" y="52651"/>
                </a:cubicBezTo>
                <a:cubicBezTo>
                  <a:pt x="138630" y="49384"/>
                  <a:pt x="143391" y="47751"/>
                  <a:pt x="148882" y="47751"/>
                </a:cubicBezTo>
                <a:cubicBezTo>
                  <a:pt x="151037" y="47751"/>
                  <a:pt x="152931" y="47994"/>
                  <a:pt x="154564" y="48480"/>
                </a:cubicBezTo>
                <a:cubicBezTo>
                  <a:pt x="156198" y="48967"/>
                  <a:pt x="157640" y="49714"/>
                  <a:pt x="158891" y="50722"/>
                </a:cubicBezTo>
                <a:cubicBezTo>
                  <a:pt x="160142" y="51730"/>
                  <a:pt x="161254" y="53033"/>
                  <a:pt x="162227" y="54632"/>
                </a:cubicBezTo>
                <a:cubicBezTo>
                  <a:pt x="163200" y="56230"/>
                  <a:pt x="164139" y="58402"/>
                  <a:pt x="165042" y="61148"/>
                </a:cubicBezTo>
                <a:cubicBezTo>
                  <a:pt x="165946" y="63893"/>
                  <a:pt x="166797" y="67299"/>
                  <a:pt x="167597" y="71365"/>
                </a:cubicBezTo>
                <a:cubicBezTo>
                  <a:pt x="168396" y="75431"/>
                  <a:pt x="169108" y="79654"/>
                  <a:pt x="169734" y="84033"/>
                </a:cubicBezTo>
                <a:lnTo>
                  <a:pt x="170777" y="84033"/>
                </a:lnTo>
                <a:cubicBezTo>
                  <a:pt x="177449" y="74650"/>
                  <a:pt x="182506" y="67786"/>
                  <a:pt x="185946" y="63442"/>
                </a:cubicBezTo>
                <a:cubicBezTo>
                  <a:pt x="189387" y="59098"/>
                  <a:pt x="192289" y="55866"/>
                  <a:pt x="194652" y="53746"/>
                </a:cubicBezTo>
                <a:cubicBezTo>
                  <a:pt x="197015" y="51626"/>
                  <a:pt x="199291" y="50131"/>
                  <a:pt x="201481" y="49262"/>
                </a:cubicBezTo>
                <a:cubicBezTo>
                  <a:pt x="203670" y="48394"/>
                  <a:pt x="206572" y="47959"/>
                  <a:pt x="210187" y="47959"/>
                </a:cubicBezTo>
                <a:cubicBezTo>
                  <a:pt x="213453" y="47959"/>
                  <a:pt x="216129" y="48376"/>
                  <a:pt x="218214" y="49210"/>
                </a:cubicBezTo>
                <a:lnTo>
                  <a:pt x="214044" y="68081"/>
                </a:lnTo>
                <a:lnTo>
                  <a:pt x="206746" y="68081"/>
                </a:lnTo>
                <a:cubicBezTo>
                  <a:pt x="206329" y="65162"/>
                  <a:pt x="205113" y="63702"/>
                  <a:pt x="203097" y="63702"/>
                </a:cubicBezTo>
                <a:cubicBezTo>
                  <a:pt x="202471" y="63702"/>
                  <a:pt x="201811" y="63807"/>
                  <a:pt x="201116" y="64015"/>
                </a:cubicBezTo>
                <a:cubicBezTo>
                  <a:pt x="200421" y="64224"/>
                  <a:pt x="199569" y="64675"/>
                  <a:pt x="198562" y="65370"/>
                </a:cubicBezTo>
                <a:cubicBezTo>
                  <a:pt x="197554" y="66066"/>
                  <a:pt x="196077" y="67421"/>
                  <a:pt x="194131" y="69437"/>
                </a:cubicBezTo>
                <a:cubicBezTo>
                  <a:pt x="192184" y="71452"/>
                  <a:pt x="189995" y="73920"/>
                  <a:pt x="187562" y="76839"/>
                </a:cubicBezTo>
                <a:cubicBezTo>
                  <a:pt x="185130" y="79758"/>
                  <a:pt x="182627" y="82816"/>
                  <a:pt x="180056" y="86014"/>
                </a:cubicBezTo>
                <a:lnTo>
                  <a:pt x="172966" y="94876"/>
                </a:lnTo>
                <a:cubicBezTo>
                  <a:pt x="174217" y="101548"/>
                  <a:pt x="175399" y="107317"/>
                  <a:pt x="176511" y="112183"/>
                </a:cubicBezTo>
                <a:cubicBezTo>
                  <a:pt x="177623" y="117048"/>
                  <a:pt x="178613" y="121097"/>
                  <a:pt x="179482" y="124329"/>
                </a:cubicBezTo>
                <a:cubicBezTo>
                  <a:pt x="180351" y="127561"/>
                  <a:pt x="181116" y="130115"/>
                  <a:pt x="181776" y="131992"/>
                </a:cubicBezTo>
                <a:cubicBezTo>
                  <a:pt x="182436" y="133869"/>
                  <a:pt x="183149" y="135276"/>
                  <a:pt x="183913" y="136215"/>
                </a:cubicBezTo>
                <a:cubicBezTo>
                  <a:pt x="184678" y="137153"/>
                  <a:pt x="185460" y="137813"/>
                  <a:pt x="186259" y="138195"/>
                </a:cubicBezTo>
                <a:cubicBezTo>
                  <a:pt x="187058" y="138578"/>
                  <a:pt x="187979" y="138769"/>
                  <a:pt x="189022" y="138769"/>
                </a:cubicBezTo>
                <a:cubicBezTo>
                  <a:pt x="190899" y="138769"/>
                  <a:pt x="192723" y="138039"/>
                  <a:pt x="194496" y="136579"/>
                </a:cubicBezTo>
                <a:cubicBezTo>
                  <a:pt x="196268" y="135120"/>
                  <a:pt x="198822" y="131818"/>
                  <a:pt x="202159" y="126675"/>
                </a:cubicBezTo>
                <a:lnTo>
                  <a:pt x="208935" y="131158"/>
                </a:lnTo>
                <a:cubicBezTo>
                  <a:pt x="204070" y="138387"/>
                  <a:pt x="199674" y="143478"/>
                  <a:pt x="195747" y="146432"/>
                </a:cubicBezTo>
                <a:cubicBezTo>
                  <a:pt x="191820" y="149386"/>
                  <a:pt x="187145" y="150863"/>
                  <a:pt x="181724" y="150863"/>
                </a:cubicBezTo>
                <a:cubicBezTo>
                  <a:pt x="178735" y="150863"/>
                  <a:pt x="176198" y="150324"/>
                  <a:pt x="174113" y="149247"/>
                </a:cubicBezTo>
                <a:cubicBezTo>
                  <a:pt x="172028" y="148170"/>
                  <a:pt x="170221" y="146449"/>
                  <a:pt x="168691" y="144086"/>
                </a:cubicBezTo>
                <a:cubicBezTo>
                  <a:pt x="167162" y="141723"/>
                  <a:pt x="165807" y="138039"/>
                  <a:pt x="164625" y="133035"/>
                </a:cubicBezTo>
                <a:cubicBezTo>
                  <a:pt x="162471" y="124138"/>
                  <a:pt x="161150" y="117326"/>
                  <a:pt x="160663" y="112600"/>
                </a:cubicBezTo>
                <a:lnTo>
                  <a:pt x="159621" y="112600"/>
                </a:lnTo>
                <a:cubicBezTo>
                  <a:pt x="152253" y="122956"/>
                  <a:pt x="146780" y="130393"/>
                  <a:pt x="143200" y="134911"/>
                </a:cubicBezTo>
                <a:cubicBezTo>
                  <a:pt x="139620" y="139429"/>
                  <a:pt x="136666" y="142765"/>
                  <a:pt x="134338" y="144920"/>
                </a:cubicBezTo>
                <a:cubicBezTo>
                  <a:pt x="132010" y="147075"/>
                  <a:pt x="129751" y="148587"/>
                  <a:pt x="127561" y="149455"/>
                </a:cubicBezTo>
                <a:cubicBezTo>
                  <a:pt x="125372" y="150324"/>
                  <a:pt x="122470" y="150759"/>
                  <a:pt x="118856" y="150759"/>
                </a:cubicBezTo>
                <a:cubicBezTo>
                  <a:pt x="115589" y="150759"/>
                  <a:pt x="112913" y="150342"/>
                  <a:pt x="110828" y="149508"/>
                </a:cubicBezTo>
                <a:lnTo>
                  <a:pt x="114998" y="130637"/>
                </a:lnTo>
                <a:lnTo>
                  <a:pt x="122296" y="130637"/>
                </a:lnTo>
                <a:cubicBezTo>
                  <a:pt x="122713" y="133556"/>
                  <a:pt x="123929" y="135016"/>
                  <a:pt x="125945" y="135016"/>
                </a:cubicBezTo>
                <a:cubicBezTo>
                  <a:pt x="126918" y="135016"/>
                  <a:pt x="127943" y="134755"/>
                  <a:pt x="129021" y="134234"/>
                </a:cubicBezTo>
                <a:cubicBezTo>
                  <a:pt x="130098" y="133712"/>
                  <a:pt x="131645" y="132461"/>
                  <a:pt x="133660" y="130480"/>
                </a:cubicBezTo>
                <a:cubicBezTo>
                  <a:pt x="135676" y="128499"/>
                  <a:pt x="138456" y="125389"/>
                  <a:pt x="142001" y="121149"/>
                </a:cubicBezTo>
                <a:cubicBezTo>
                  <a:pt x="145546" y="116909"/>
                  <a:pt x="150689" y="110549"/>
                  <a:pt x="157431" y="1020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Text ,">
            <a:extLst xmlns:a="http://schemas.openxmlformats.org/drawingml/2006/main">
              <a:ext uri="{FF2B5EF4-FFF2-40B4-BE49-F238E27FC236}">
                <a16:creationId xmlns:a16="http://schemas.microsoft.com/office/drawing/2014/main" id="{367596A0-A4CC-4579-AA3F-0B543747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2510" y="1090340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=(">
            <a:extLst xmlns:a="http://schemas.openxmlformats.org/drawingml/2006/main">
              <a:ext uri="{FF2B5EF4-FFF2-40B4-BE49-F238E27FC236}">
                <a16:creationId xmlns:a16="http://schemas.microsoft.com/office/drawing/2014/main" id="{4120C1D2-0AD0-484E-9FE6-1EC64A56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3911" y="1021110"/>
            <a:ext cx="320291" cy="146797"/>
          </a:xfrm>
          <a:custGeom xmlns:a="http://schemas.openxmlformats.org/drawingml/2006/main">
            <a:pathLst>
              <a:path w="320291" h="146797">
                <a:moveTo>
                  <a:pt x="0" y="25648"/>
                </a:moveTo>
                <a:lnTo>
                  <a:pt x="0" y="11781"/>
                </a:lnTo>
                <a:lnTo>
                  <a:pt x="128447" y="11781"/>
                </a:lnTo>
                <a:lnTo>
                  <a:pt x="128447" y="25648"/>
                </a:lnTo>
                <a:lnTo>
                  <a:pt x="0" y="25648"/>
                </a:lnTo>
                <a:moveTo>
                  <a:pt x="0" y="68915"/>
                </a:moveTo>
                <a:lnTo>
                  <a:pt x="0" y="55049"/>
                </a:lnTo>
                <a:lnTo>
                  <a:pt x="128447" y="55049"/>
                </a:lnTo>
                <a:lnTo>
                  <a:pt x="128447" y="68915"/>
                </a:lnTo>
                <a:lnTo>
                  <a:pt x="0" y="68915"/>
                </a:lnTo>
                <a:moveTo>
                  <a:pt x="132826" y="40348"/>
                </a:moveTo>
                <a:lnTo>
                  <a:pt x="132826" y="40348"/>
                </a:lnTo>
                <a:close/>
                <a:moveTo>
                  <a:pt x="254920" y="101548"/>
                </a:moveTo>
                <a:cubicBezTo>
                  <a:pt x="252904" y="89385"/>
                  <a:pt x="250159" y="74719"/>
                  <a:pt x="246684" y="57551"/>
                </a:cubicBezTo>
                <a:cubicBezTo>
                  <a:pt x="243000" y="39201"/>
                  <a:pt x="240567" y="27837"/>
                  <a:pt x="239385" y="23458"/>
                </a:cubicBezTo>
                <a:cubicBezTo>
                  <a:pt x="237926" y="18176"/>
                  <a:pt x="236397" y="14805"/>
                  <a:pt x="234798" y="13345"/>
                </a:cubicBezTo>
                <a:cubicBezTo>
                  <a:pt x="233825" y="12442"/>
                  <a:pt x="232609" y="11990"/>
                  <a:pt x="231149" y="11990"/>
                </a:cubicBezTo>
                <a:cubicBezTo>
                  <a:pt x="228925" y="11990"/>
                  <a:pt x="226840" y="12893"/>
                  <a:pt x="224893" y="14701"/>
                </a:cubicBezTo>
                <a:cubicBezTo>
                  <a:pt x="222947" y="16508"/>
                  <a:pt x="220549" y="19635"/>
                  <a:pt x="217700" y="24084"/>
                </a:cubicBezTo>
                <a:lnTo>
                  <a:pt x="210923" y="19601"/>
                </a:lnTo>
                <a:cubicBezTo>
                  <a:pt x="215719" y="12442"/>
                  <a:pt x="220202" y="7385"/>
                  <a:pt x="224372" y="4431"/>
                </a:cubicBezTo>
                <a:cubicBezTo>
                  <a:pt x="228543" y="1477"/>
                  <a:pt x="233199" y="0"/>
                  <a:pt x="238343" y="0"/>
                </a:cubicBezTo>
                <a:cubicBezTo>
                  <a:pt x="241193" y="0"/>
                  <a:pt x="243625" y="382"/>
                  <a:pt x="245641" y="1147"/>
                </a:cubicBezTo>
                <a:cubicBezTo>
                  <a:pt x="247031" y="1703"/>
                  <a:pt x="248421" y="2624"/>
                  <a:pt x="249811" y="3910"/>
                </a:cubicBezTo>
                <a:cubicBezTo>
                  <a:pt x="251202" y="5196"/>
                  <a:pt x="252435" y="6985"/>
                  <a:pt x="253513" y="9279"/>
                </a:cubicBezTo>
                <a:cubicBezTo>
                  <a:pt x="254590" y="11573"/>
                  <a:pt x="255528" y="14144"/>
                  <a:pt x="256328" y="16994"/>
                </a:cubicBezTo>
                <a:cubicBezTo>
                  <a:pt x="257127" y="19844"/>
                  <a:pt x="258013" y="23945"/>
                  <a:pt x="258986" y="29297"/>
                </a:cubicBezTo>
                <a:cubicBezTo>
                  <a:pt x="260654" y="38263"/>
                  <a:pt x="262270" y="47699"/>
                  <a:pt x="263834" y="57603"/>
                </a:cubicBezTo>
                <a:cubicBezTo>
                  <a:pt x="265398" y="67508"/>
                  <a:pt x="266736" y="76700"/>
                  <a:pt x="267848" y="85180"/>
                </a:cubicBezTo>
                <a:cubicBezTo>
                  <a:pt x="274590" y="75449"/>
                  <a:pt x="280307" y="65927"/>
                  <a:pt x="284999" y="56613"/>
                </a:cubicBezTo>
                <a:cubicBezTo>
                  <a:pt x="289691" y="47299"/>
                  <a:pt x="293062" y="39201"/>
                  <a:pt x="295112" y="32320"/>
                </a:cubicBezTo>
                <a:cubicBezTo>
                  <a:pt x="297162" y="25439"/>
                  <a:pt x="298188" y="19844"/>
                  <a:pt x="298188" y="15535"/>
                </a:cubicBezTo>
                <a:cubicBezTo>
                  <a:pt x="298188" y="12268"/>
                  <a:pt x="297493" y="10044"/>
                  <a:pt x="296102" y="8862"/>
                </a:cubicBezTo>
                <a:cubicBezTo>
                  <a:pt x="294712" y="7680"/>
                  <a:pt x="292349" y="6985"/>
                  <a:pt x="289013" y="6777"/>
                </a:cubicBezTo>
                <a:lnTo>
                  <a:pt x="290055" y="1668"/>
                </a:lnTo>
                <a:lnTo>
                  <a:pt x="317476" y="1668"/>
                </a:lnTo>
                <a:lnTo>
                  <a:pt x="320291" y="6881"/>
                </a:lnTo>
                <a:cubicBezTo>
                  <a:pt x="315008" y="21338"/>
                  <a:pt x="307849" y="36803"/>
                  <a:pt x="298813" y="53276"/>
                </a:cubicBezTo>
                <a:cubicBezTo>
                  <a:pt x="289916" y="69402"/>
                  <a:pt x="279734" y="85458"/>
                  <a:pt x="268265" y="101444"/>
                </a:cubicBezTo>
                <a:cubicBezTo>
                  <a:pt x="257283" y="116666"/>
                  <a:pt x="248143" y="127683"/>
                  <a:pt x="240845" y="134494"/>
                </a:cubicBezTo>
                <a:cubicBezTo>
                  <a:pt x="235771" y="139151"/>
                  <a:pt x="230871" y="142487"/>
                  <a:pt x="226145" y="144503"/>
                </a:cubicBezTo>
                <a:cubicBezTo>
                  <a:pt x="222391" y="146032"/>
                  <a:pt x="218395" y="146797"/>
                  <a:pt x="214155" y="146797"/>
                </a:cubicBezTo>
                <a:cubicBezTo>
                  <a:pt x="212695" y="146797"/>
                  <a:pt x="211010" y="146675"/>
                  <a:pt x="209098" y="146432"/>
                </a:cubicBezTo>
                <a:cubicBezTo>
                  <a:pt x="207187" y="146189"/>
                  <a:pt x="205710" y="145858"/>
                  <a:pt x="204667" y="145441"/>
                </a:cubicBezTo>
                <a:lnTo>
                  <a:pt x="209150" y="125215"/>
                </a:lnTo>
                <a:lnTo>
                  <a:pt x="217387" y="125215"/>
                </a:lnTo>
                <a:cubicBezTo>
                  <a:pt x="217387" y="129664"/>
                  <a:pt x="218916" y="131888"/>
                  <a:pt x="221974" y="131888"/>
                </a:cubicBezTo>
                <a:cubicBezTo>
                  <a:pt x="226006" y="131888"/>
                  <a:pt x="230697" y="129368"/>
                  <a:pt x="236049" y="124329"/>
                </a:cubicBezTo>
                <a:cubicBezTo>
                  <a:pt x="241401" y="119290"/>
                  <a:pt x="247691" y="111696"/>
                  <a:pt x="254920" y="1015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Text ,">
            <a:extLst xmlns:a="http://schemas.openxmlformats.org/drawingml/2006/main">
              <a:ext uri="{FF2B5EF4-FFF2-40B4-BE49-F238E27FC236}">
                <a16:creationId xmlns:a16="http://schemas.microsoft.com/office/drawing/2014/main" id="{B3667059-8F95-43CC-8BB3-A00BDF5C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8727" y="1090340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Step">
            <a:extLst xmlns:a="http://schemas.openxmlformats.org/drawingml/2006/main">
              <a:ext uri="{FF2B5EF4-FFF2-40B4-BE49-F238E27FC236}">
                <a16:creationId xmlns:a16="http://schemas.microsoft.com/office/drawing/2014/main" id="{385E0D7A-E51D-46B0-AB8B-AAC4BBFE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086" y="2541019"/>
            <a:ext cx="362428" cy="171516"/>
          </a:xfrm>
          <a:custGeom xmlns:a="http://schemas.openxmlformats.org/drawingml/2006/main">
            <a:pathLst>
              <a:path w="362428" h="171516">
                <a:moveTo>
                  <a:pt x="80071" y="98385"/>
                </a:moveTo>
                <a:cubicBezTo>
                  <a:pt x="80071" y="104254"/>
                  <a:pt x="78994" y="109508"/>
                  <a:pt x="76839" y="114148"/>
                </a:cubicBezTo>
                <a:cubicBezTo>
                  <a:pt x="74684" y="118786"/>
                  <a:pt x="71661" y="122726"/>
                  <a:pt x="67768" y="125967"/>
                </a:cubicBezTo>
                <a:cubicBezTo>
                  <a:pt x="63876" y="129208"/>
                  <a:pt x="59254" y="131681"/>
                  <a:pt x="53902" y="133387"/>
                </a:cubicBezTo>
                <a:cubicBezTo>
                  <a:pt x="48550" y="135093"/>
                  <a:pt x="42711" y="135946"/>
                  <a:pt x="36386" y="135946"/>
                </a:cubicBezTo>
                <a:cubicBezTo>
                  <a:pt x="32077" y="135946"/>
                  <a:pt x="28011" y="135550"/>
                  <a:pt x="24188" y="134757"/>
                </a:cubicBezTo>
                <a:cubicBezTo>
                  <a:pt x="20365" y="133967"/>
                  <a:pt x="16959" y="133023"/>
                  <a:pt x="13971" y="131924"/>
                </a:cubicBezTo>
                <a:cubicBezTo>
                  <a:pt x="10982" y="130823"/>
                  <a:pt x="8462" y="129706"/>
                  <a:pt x="6412" y="128573"/>
                </a:cubicBezTo>
                <a:cubicBezTo>
                  <a:pt x="4362" y="127438"/>
                  <a:pt x="2954" y="126476"/>
                  <a:pt x="2189" y="125686"/>
                </a:cubicBezTo>
                <a:cubicBezTo>
                  <a:pt x="1425" y="124894"/>
                  <a:pt x="869" y="123970"/>
                  <a:pt x="521" y="122913"/>
                </a:cubicBezTo>
                <a:cubicBezTo>
                  <a:pt x="174" y="121857"/>
                  <a:pt x="0" y="120545"/>
                  <a:pt x="0" y="118978"/>
                </a:cubicBezTo>
                <a:cubicBezTo>
                  <a:pt x="0" y="117820"/>
                  <a:pt x="70" y="116866"/>
                  <a:pt x="209" y="116116"/>
                </a:cubicBezTo>
                <a:cubicBezTo>
                  <a:pt x="348" y="115366"/>
                  <a:pt x="539" y="114753"/>
                  <a:pt x="782" y="114276"/>
                </a:cubicBezTo>
                <a:cubicBezTo>
                  <a:pt x="1025" y="113799"/>
                  <a:pt x="1338" y="113475"/>
                  <a:pt x="1720" y="113305"/>
                </a:cubicBezTo>
                <a:cubicBezTo>
                  <a:pt x="2103" y="113135"/>
                  <a:pt x="2502" y="113050"/>
                  <a:pt x="2919" y="113050"/>
                </a:cubicBezTo>
                <a:cubicBezTo>
                  <a:pt x="3892" y="113050"/>
                  <a:pt x="5265" y="113651"/>
                  <a:pt x="7037" y="114854"/>
                </a:cubicBezTo>
                <a:cubicBezTo>
                  <a:pt x="8810" y="116057"/>
                  <a:pt x="11104" y="117364"/>
                  <a:pt x="13919" y="118774"/>
                </a:cubicBezTo>
                <a:cubicBezTo>
                  <a:pt x="16734" y="120183"/>
                  <a:pt x="20105" y="121490"/>
                  <a:pt x="24032" y="122693"/>
                </a:cubicBezTo>
                <a:cubicBezTo>
                  <a:pt x="27959" y="123896"/>
                  <a:pt x="32529" y="124498"/>
                  <a:pt x="37742" y="124498"/>
                </a:cubicBezTo>
                <a:cubicBezTo>
                  <a:pt x="41982" y="124498"/>
                  <a:pt x="45874" y="123934"/>
                  <a:pt x="49419" y="122808"/>
                </a:cubicBezTo>
                <a:cubicBezTo>
                  <a:pt x="52964" y="121681"/>
                  <a:pt x="56022" y="120060"/>
                  <a:pt x="58594" y="117943"/>
                </a:cubicBezTo>
                <a:cubicBezTo>
                  <a:pt x="61165" y="115824"/>
                  <a:pt x="63164" y="113211"/>
                  <a:pt x="64589" y="110105"/>
                </a:cubicBezTo>
                <a:cubicBezTo>
                  <a:pt x="66013" y="106998"/>
                  <a:pt x="66726" y="103464"/>
                  <a:pt x="66726" y="99503"/>
                </a:cubicBezTo>
                <a:cubicBezTo>
                  <a:pt x="66726" y="95408"/>
                  <a:pt x="65822" y="91893"/>
                  <a:pt x="64015" y="88959"/>
                </a:cubicBezTo>
                <a:cubicBezTo>
                  <a:pt x="62208" y="86022"/>
                  <a:pt x="59827" y="83446"/>
                  <a:pt x="56873" y="81229"/>
                </a:cubicBezTo>
                <a:cubicBezTo>
                  <a:pt x="53919" y="79010"/>
                  <a:pt x="50566" y="76997"/>
                  <a:pt x="46812" y="75189"/>
                </a:cubicBezTo>
                <a:cubicBezTo>
                  <a:pt x="43059" y="73379"/>
                  <a:pt x="39219" y="71570"/>
                  <a:pt x="35292" y="69762"/>
                </a:cubicBezTo>
                <a:cubicBezTo>
                  <a:pt x="31365" y="67952"/>
                  <a:pt x="27524" y="65989"/>
                  <a:pt x="23771" y="63875"/>
                </a:cubicBezTo>
                <a:cubicBezTo>
                  <a:pt x="20018" y="61758"/>
                  <a:pt x="16664" y="59284"/>
                  <a:pt x="13710" y="56451"/>
                </a:cubicBezTo>
                <a:cubicBezTo>
                  <a:pt x="10756" y="53617"/>
                  <a:pt x="8375" y="50289"/>
                  <a:pt x="6568" y="46466"/>
                </a:cubicBezTo>
                <a:cubicBezTo>
                  <a:pt x="4761" y="42644"/>
                  <a:pt x="3858" y="38106"/>
                  <a:pt x="3858" y="32852"/>
                </a:cubicBezTo>
                <a:cubicBezTo>
                  <a:pt x="3858" y="27735"/>
                  <a:pt x="4796" y="23147"/>
                  <a:pt x="6673" y="19089"/>
                </a:cubicBezTo>
                <a:cubicBezTo>
                  <a:pt x="8549" y="15028"/>
                  <a:pt x="11190" y="11582"/>
                  <a:pt x="14596" y="8752"/>
                </a:cubicBezTo>
                <a:cubicBezTo>
                  <a:pt x="18002" y="5920"/>
                  <a:pt x="22086" y="3753"/>
                  <a:pt x="26847" y="2252"/>
                </a:cubicBezTo>
                <a:cubicBezTo>
                  <a:pt x="31608" y="751"/>
                  <a:pt x="36838" y="0"/>
                  <a:pt x="42538" y="0"/>
                </a:cubicBezTo>
                <a:cubicBezTo>
                  <a:pt x="45387" y="0"/>
                  <a:pt x="48272" y="269"/>
                  <a:pt x="51191" y="808"/>
                </a:cubicBezTo>
                <a:cubicBezTo>
                  <a:pt x="54110" y="1347"/>
                  <a:pt x="56873" y="2038"/>
                  <a:pt x="59480" y="2881"/>
                </a:cubicBezTo>
                <a:cubicBezTo>
                  <a:pt x="62086" y="3724"/>
                  <a:pt x="64415" y="4669"/>
                  <a:pt x="66465" y="5714"/>
                </a:cubicBezTo>
                <a:cubicBezTo>
                  <a:pt x="68516" y="6758"/>
                  <a:pt x="69871" y="7600"/>
                  <a:pt x="70531" y="8241"/>
                </a:cubicBezTo>
                <a:cubicBezTo>
                  <a:pt x="71192" y="8880"/>
                  <a:pt x="71609" y="9355"/>
                  <a:pt x="71782" y="9666"/>
                </a:cubicBezTo>
                <a:cubicBezTo>
                  <a:pt x="71956" y="9974"/>
                  <a:pt x="72113" y="10369"/>
                  <a:pt x="72252" y="10851"/>
                </a:cubicBezTo>
                <a:cubicBezTo>
                  <a:pt x="72391" y="11332"/>
                  <a:pt x="72495" y="11899"/>
                  <a:pt x="72564" y="12553"/>
                </a:cubicBezTo>
                <a:cubicBezTo>
                  <a:pt x="72634" y="13205"/>
                  <a:pt x="72669" y="14012"/>
                  <a:pt x="72669" y="14974"/>
                </a:cubicBezTo>
                <a:cubicBezTo>
                  <a:pt x="72669" y="15869"/>
                  <a:pt x="72616" y="16677"/>
                  <a:pt x="72512" y="17399"/>
                </a:cubicBezTo>
                <a:cubicBezTo>
                  <a:pt x="72408" y="18119"/>
                  <a:pt x="72252" y="18737"/>
                  <a:pt x="72043" y="19255"/>
                </a:cubicBezTo>
                <a:cubicBezTo>
                  <a:pt x="71835" y="19770"/>
                  <a:pt x="71574" y="20165"/>
                  <a:pt x="71261" y="20440"/>
                </a:cubicBezTo>
                <a:cubicBezTo>
                  <a:pt x="70948" y="20714"/>
                  <a:pt x="70583" y="20852"/>
                  <a:pt x="70166" y="20852"/>
                </a:cubicBezTo>
                <a:cubicBezTo>
                  <a:pt x="69402" y="20852"/>
                  <a:pt x="68238" y="20358"/>
                  <a:pt x="66674" y="19370"/>
                </a:cubicBezTo>
                <a:cubicBezTo>
                  <a:pt x="65110" y="18382"/>
                  <a:pt x="63146" y="17274"/>
                  <a:pt x="60783" y="16048"/>
                </a:cubicBezTo>
                <a:cubicBezTo>
                  <a:pt x="58420" y="14821"/>
                  <a:pt x="55605" y="13714"/>
                  <a:pt x="52338" y="12726"/>
                </a:cubicBezTo>
                <a:cubicBezTo>
                  <a:pt x="49071" y="11738"/>
                  <a:pt x="45353" y="11244"/>
                  <a:pt x="41182" y="11244"/>
                </a:cubicBezTo>
                <a:cubicBezTo>
                  <a:pt x="37081" y="11244"/>
                  <a:pt x="33502" y="11790"/>
                  <a:pt x="30444" y="12882"/>
                </a:cubicBezTo>
                <a:cubicBezTo>
                  <a:pt x="27385" y="13975"/>
                  <a:pt x="24848" y="15460"/>
                  <a:pt x="22833" y="17338"/>
                </a:cubicBezTo>
                <a:cubicBezTo>
                  <a:pt x="20817" y="19216"/>
                  <a:pt x="19305" y="21419"/>
                  <a:pt x="18297" y="23947"/>
                </a:cubicBezTo>
                <a:cubicBezTo>
                  <a:pt x="17290" y="26475"/>
                  <a:pt x="16786" y="29139"/>
                  <a:pt x="16786" y="31939"/>
                </a:cubicBezTo>
                <a:cubicBezTo>
                  <a:pt x="16786" y="36034"/>
                  <a:pt x="17689" y="39550"/>
                  <a:pt x="19496" y="42486"/>
                </a:cubicBezTo>
                <a:cubicBezTo>
                  <a:pt x="21304" y="45421"/>
                  <a:pt x="23702" y="48014"/>
                  <a:pt x="26690" y="50267"/>
                </a:cubicBezTo>
                <a:cubicBezTo>
                  <a:pt x="29679" y="52518"/>
                  <a:pt x="33068" y="54549"/>
                  <a:pt x="36856" y="56359"/>
                </a:cubicBezTo>
                <a:cubicBezTo>
                  <a:pt x="40644" y="58167"/>
                  <a:pt x="44501" y="59976"/>
                  <a:pt x="48428" y="61786"/>
                </a:cubicBezTo>
                <a:cubicBezTo>
                  <a:pt x="52355" y="63594"/>
                  <a:pt x="56213" y="65539"/>
                  <a:pt x="60001" y="67621"/>
                </a:cubicBezTo>
                <a:cubicBezTo>
                  <a:pt x="63789" y="69704"/>
                  <a:pt x="67178" y="72162"/>
                  <a:pt x="70166" y="74994"/>
                </a:cubicBezTo>
                <a:cubicBezTo>
                  <a:pt x="73155" y="77826"/>
                  <a:pt x="75553" y="81136"/>
                  <a:pt x="77360" y="84925"/>
                </a:cubicBezTo>
                <a:cubicBezTo>
                  <a:pt x="79167" y="88713"/>
                  <a:pt x="80071" y="93200"/>
                  <a:pt x="80071" y="98385"/>
                </a:cubicBezTo>
                <a:close/>
                <a:moveTo>
                  <a:pt x="152183" y="126644"/>
                </a:moveTo>
                <a:cubicBezTo>
                  <a:pt x="152183" y="128075"/>
                  <a:pt x="152061" y="129234"/>
                  <a:pt x="151818" y="130119"/>
                </a:cubicBezTo>
                <a:cubicBezTo>
                  <a:pt x="151575" y="131005"/>
                  <a:pt x="151192" y="131704"/>
                  <a:pt x="150671" y="132215"/>
                </a:cubicBezTo>
                <a:cubicBezTo>
                  <a:pt x="150150" y="132726"/>
                  <a:pt x="149385" y="133203"/>
                  <a:pt x="148377" y="133646"/>
                </a:cubicBezTo>
                <a:cubicBezTo>
                  <a:pt x="147369" y="134089"/>
                  <a:pt x="146205" y="134464"/>
                  <a:pt x="144885" y="134770"/>
                </a:cubicBezTo>
                <a:cubicBezTo>
                  <a:pt x="143564" y="135077"/>
                  <a:pt x="142174" y="135315"/>
                  <a:pt x="140714" y="135486"/>
                </a:cubicBezTo>
                <a:cubicBezTo>
                  <a:pt x="139255" y="135656"/>
                  <a:pt x="137830" y="135741"/>
                  <a:pt x="136440" y="135741"/>
                </a:cubicBezTo>
                <a:cubicBezTo>
                  <a:pt x="131783" y="135741"/>
                  <a:pt x="127821" y="135128"/>
                  <a:pt x="124554" y="133901"/>
                </a:cubicBezTo>
                <a:cubicBezTo>
                  <a:pt x="121287" y="132675"/>
                  <a:pt x="118611" y="130818"/>
                  <a:pt x="116526" y="128331"/>
                </a:cubicBezTo>
                <a:cubicBezTo>
                  <a:pt x="114441" y="125843"/>
                  <a:pt x="112929" y="122692"/>
                  <a:pt x="111991" y="118876"/>
                </a:cubicBezTo>
                <a:cubicBezTo>
                  <a:pt x="111052" y="115060"/>
                  <a:pt x="110583" y="110562"/>
                  <a:pt x="110583" y="105383"/>
                </a:cubicBezTo>
                <a:lnTo>
                  <a:pt x="110583" y="47837"/>
                </a:lnTo>
                <a:lnTo>
                  <a:pt x="96508" y="47837"/>
                </a:lnTo>
                <a:cubicBezTo>
                  <a:pt x="95535" y="47837"/>
                  <a:pt x="94771" y="47406"/>
                  <a:pt x="94215" y="46546"/>
                </a:cubicBezTo>
                <a:cubicBezTo>
                  <a:pt x="93659" y="45686"/>
                  <a:pt x="93381" y="44395"/>
                  <a:pt x="93381" y="42675"/>
                </a:cubicBezTo>
                <a:cubicBezTo>
                  <a:pt x="93381" y="41780"/>
                  <a:pt x="93450" y="41006"/>
                  <a:pt x="93589" y="40352"/>
                </a:cubicBezTo>
                <a:cubicBezTo>
                  <a:pt x="93728" y="39699"/>
                  <a:pt x="93937" y="39148"/>
                  <a:pt x="94215" y="38701"/>
                </a:cubicBezTo>
                <a:cubicBezTo>
                  <a:pt x="94493" y="38254"/>
                  <a:pt x="94823" y="37927"/>
                  <a:pt x="95205" y="37720"/>
                </a:cubicBezTo>
                <a:cubicBezTo>
                  <a:pt x="95587" y="37514"/>
                  <a:pt x="96022" y="37411"/>
                  <a:pt x="96508" y="37411"/>
                </a:cubicBezTo>
                <a:lnTo>
                  <a:pt x="110583" y="37411"/>
                </a:lnTo>
                <a:lnTo>
                  <a:pt x="110583" y="14719"/>
                </a:lnTo>
                <a:cubicBezTo>
                  <a:pt x="110583" y="14310"/>
                  <a:pt x="110670" y="13935"/>
                  <a:pt x="110844" y="13595"/>
                </a:cubicBezTo>
                <a:cubicBezTo>
                  <a:pt x="111018" y="13254"/>
                  <a:pt x="111348" y="12964"/>
                  <a:pt x="111834" y="12726"/>
                </a:cubicBezTo>
                <a:cubicBezTo>
                  <a:pt x="112321" y="12487"/>
                  <a:pt x="112964" y="12317"/>
                  <a:pt x="113763" y="12215"/>
                </a:cubicBezTo>
                <a:cubicBezTo>
                  <a:pt x="114563" y="12112"/>
                  <a:pt x="115553" y="12061"/>
                  <a:pt x="116735" y="12061"/>
                </a:cubicBezTo>
                <a:cubicBezTo>
                  <a:pt x="117986" y="12061"/>
                  <a:pt x="119011" y="12112"/>
                  <a:pt x="119810" y="12215"/>
                </a:cubicBezTo>
                <a:cubicBezTo>
                  <a:pt x="120610" y="12317"/>
                  <a:pt x="121235" y="12487"/>
                  <a:pt x="121687" y="12726"/>
                </a:cubicBezTo>
                <a:cubicBezTo>
                  <a:pt x="122139" y="12964"/>
                  <a:pt x="122469" y="13254"/>
                  <a:pt x="122677" y="13595"/>
                </a:cubicBezTo>
                <a:cubicBezTo>
                  <a:pt x="122886" y="13935"/>
                  <a:pt x="122990" y="14310"/>
                  <a:pt x="122990" y="14719"/>
                </a:cubicBezTo>
                <a:lnTo>
                  <a:pt x="122990" y="37411"/>
                </a:lnTo>
                <a:lnTo>
                  <a:pt x="149055" y="37411"/>
                </a:lnTo>
                <a:cubicBezTo>
                  <a:pt x="149541" y="37411"/>
                  <a:pt x="149976" y="37514"/>
                  <a:pt x="150358" y="37720"/>
                </a:cubicBezTo>
                <a:cubicBezTo>
                  <a:pt x="150740" y="37927"/>
                  <a:pt x="151071" y="38254"/>
                  <a:pt x="151349" y="38701"/>
                </a:cubicBezTo>
                <a:cubicBezTo>
                  <a:pt x="151627" y="39148"/>
                  <a:pt x="151835" y="39699"/>
                  <a:pt x="151974" y="40352"/>
                </a:cubicBezTo>
                <a:cubicBezTo>
                  <a:pt x="152113" y="41006"/>
                  <a:pt x="152183" y="41780"/>
                  <a:pt x="152183" y="42675"/>
                </a:cubicBezTo>
                <a:cubicBezTo>
                  <a:pt x="152183" y="44395"/>
                  <a:pt x="151887" y="45686"/>
                  <a:pt x="151297" y="46546"/>
                </a:cubicBezTo>
                <a:cubicBezTo>
                  <a:pt x="150706" y="47406"/>
                  <a:pt x="149959" y="47837"/>
                  <a:pt x="149055" y="47837"/>
                </a:cubicBezTo>
                <a:lnTo>
                  <a:pt x="122990" y="47837"/>
                </a:lnTo>
                <a:lnTo>
                  <a:pt x="122990" y="103748"/>
                </a:lnTo>
                <a:cubicBezTo>
                  <a:pt x="122990" y="110767"/>
                  <a:pt x="124015" y="116116"/>
                  <a:pt x="126066" y="119796"/>
                </a:cubicBezTo>
                <a:cubicBezTo>
                  <a:pt x="128116" y="123476"/>
                  <a:pt x="131852" y="125315"/>
                  <a:pt x="137274" y="125315"/>
                </a:cubicBezTo>
                <a:cubicBezTo>
                  <a:pt x="138942" y="125315"/>
                  <a:pt x="140454" y="125145"/>
                  <a:pt x="141809" y="124804"/>
                </a:cubicBezTo>
                <a:cubicBezTo>
                  <a:pt x="143164" y="124464"/>
                  <a:pt x="144363" y="124089"/>
                  <a:pt x="145406" y="123680"/>
                </a:cubicBezTo>
                <a:cubicBezTo>
                  <a:pt x="146448" y="123271"/>
                  <a:pt x="147335" y="122896"/>
                  <a:pt x="148064" y="122556"/>
                </a:cubicBezTo>
                <a:cubicBezTo>
                  <a:pt x="148794" y="122215"/>
                  <a:pt x="149437" y="122044"/>
                  <a:pt x="149993" y="122044"/>
                </a:cubicBezTo>
                <a:cubicBezTo>
                  <a:pt x="150341" y="122044"/>
                  <a:pt x="150654" y="122113"/>
                  <a:pt x="150932" y="122249"/>
                </a:cubicBezTo>
                <a:cubicBezTo>
                  <a:pt x="151210" y="122385"/>
                  <a:pt x="151436" y="122641"/>
                  <a:pt x="151609" y="123016"/>
                </a:cubicBezTo>
                <a:cubicBezTo>
                  <a:pt x="151783" y="123390"/>
                  <a:pt x="151922" y="123867"/>
                  <a:pt x="152026" y="124447"/>
                </a:cubicBezTo>
                <a:cubicBezTo>
                  <a:pt x="152131" y="125026"/>
                  <a:pt x="152183" y="125758"/>
                  <a:pt x="152183" y="126644"/>
                </a:cubicBezTo>
                <a:close/>
                <a:moveTo>
                  <a:pt x="252082" y="81056"/>
                </a:moveTo>
                <a:cubicBezTo>
                  <a:pt x="252082" y="83510"/>
                  <a:pt x="251421" y="85196"/>
                  <a:pt x="250101" y="86116"/>
                </a:cubicBezTo>
                <a:cubicBezTo>
                  <a:pt x="248780" y="87036"/>
                  <a:pt x="247494" y="87496"/>
                  <a:pt x="246243" y="87496"/>
                </a:cubicBezTo>
                <a:lnTo>
                  <a:pt x="181915" y="87496"/>
                </a:lnTo>
                <a:cubicBezTo>
                  <a:pt x="181915" y="93235"/>
                  <a:pt x="182489" y="98428"/>
                  <a:pt x="183636" y="103074"/>
                </a:cubicBezTo>
                <a:cubicBezTo>
                  <a:pt x="184783" y="107721"/>
                  <a:pt x="186677" y="111701"/>
                  <a:pt x="189318" y="115014"/>
                </a:cubicBezTo>
                <a:cubicBezTo>
                  <a:pt x="191959" y="118327"/>
                  <a:pt x="195400" y="120873"/>
                  <a:pt x="199639" y="122651"/>
                </a:cubicBezTo>
                <a:cubicBezTo>
                  <a:pt x="203879" y="124427"/>
                  <a:pt x="209092" y="125315"/>
                  <a:pt x="215278" y="125315"/>
                </a:cubicBezTo>
                <a:cubicBezTo>
                  <a:pt x="219657" y="125315"/>
                  <a:pt x="223584" y="124935"/>
                  <a:pt x="227060" y="124175"/>
                </a:cubicBezTo>
                <a:cubicBezTo>
                  <a:pt x="230535" y="123415"/>
                  <a:pt x="233541" y="122568"/>
                  <a:pt x="236078" y="121636"/>
                </a:cubicBezTo>
                <a:cubicBezTo>
                  <a:pt x="238615" y="120703"/>
                  <a:pt x="240700" y="119856"/>
                  <a:pt x="242334" y="119096"/>
                </a:cubicBezTo>
                <a:cubicBezTo>
                  <a:pt x="243967" y="118336"/>
                  <a:pt x="245131" y="117956"/>
                  <a:pt x="245826" y="117956"/>
                </a:cubicBezTo>
                <a:cubicBezTo>
                  <a:pt x="246243" y="117956"/>
                  <a:pt x="246626" y="118059"/>
                  <a:pt x="246973" y="118266"/>
                </a:cubicBezTo>
                <a:cubicBezTo>
                  <a:pt x="247321" y="118472"/>
                  <a:pt x="247599" y="118799"/>
                  <a:pt x="247807" y="119246"/>
                </a:cubicBezTo>
                <a:cubicBezTo>
                  <a:pt x="248016" y="119694"/>
                  <a:pt x="248172" y="120261"/>
                  <a:pt x="248276" y="120949"/>
                </a:cubicBezTo>
                <a:cubicBezTo>
                  <a:pt x="248381" y="121637"/>
                  <a:pt x="248433" y="122496"/>
                  <a:pt x="248433" y="123527"/>
                </a:cubicBezTo>
                <a:cubicBezTo>
                  <a:pt x="248433" y="124010"/>
                  <a:pt x="248398" y="124475"/>
                  <a:pt x="248328" y="124922"/>
                </a:cubicBezTo>
                <a:cubicBezTo>
                  <a:pt x="248259" y="125370"/>
                  <a:pt x="248172" y="125783"/>
                  <a:pt x="248068" y="126162"/>
                </a:cubicBezTo>
                <a:cubicBezTo>
                  <a:pt x="247964" y="126539"/>
                  <a:pt x="247807" y="126900"/>
                  <a:pt x="247599" y="127245"/>
                </a:cubicBezTo>
                <a:cubicBezTo>
                  <a:pt x="247390" y="127588"/>
                  <a:pt x="247112" y="127931"/>
                  <a:pt x="246765" y="128276"/>
                </a:cubicBezTo>
                <a:cubicBezTo>
                  <a:pt x="246417" y="128619"/>
                  <a:pt x="245340" y="129217"/>
                  <a:pt x="243533" y="130068"/>
                </a:cubicBezTo>
                <a:cubicBezTo>
                  <a:pt x="241725" y="130920"/>
                  <a:pt x="239362" y="131772"/>
                  <a:pt x="236443" y="132624"/>
                </a:cubicBezTo>
                <a:cubicBezTo>
                  <a:pt x="233524" y="133476"/>
                  <a:pt x="230135" y="134242"/>
                  <a:pt x="226278" y="134924"/>
                </a:cubicBezTo>
                <a:cubicBezTo>
                  <a:pt x="222420" y="135605"/>
                  <a:pt x="218267" y="135946"/>
                  <a:pt x="213819" y="135946"/>
                </a:cubicBezTo>
                <a:cubicBezTo>
                  <a:pt x="206521" y="135946"/>
                  <a:pt x="200056" y="134871"/>
                  <a:pt x="194427" y="132723"/>
                </a:cubicBezTo>
                <a:cubicBezTo>
                  <a:pt x="188797" y="130574"/>
                  <a:pt x="184070" y="127402"/>
                  <a:pt x="180247" y="123207"/>
                </a:cubicBezTo>
                <a:cubicBezTo>
                  <a:pt x="176424" y="119012"/>
                  <a:pt x="173523" y="113811"/>
                  <a:pt x="171542" y="107603"/>
                </a:cubicBezTo>
                <a:cubicBezTo>
                  <a:pt x="169561" y="101396"/>
                  <a:pt x="168570" y="94199"/>
                  <a:pt x="168570" y="86014"/>
                </a:cubicBezTo>
                <a:cubicBezTo>
                  <a:pt x="168570" y="78169"/>
                  <a:pt x="169595" y="71143"/>
                  <a:pt x="171646" y="64935"/>
                </a:cubicBezTo>
                <a:cubicBezTo>
                  <a:pt x="173696" y="58728"/>
                  <a:pt x="176633" y="53458"/>
                  <a:pt x="180456" y="49127"/>
                </a:cubicBezTo>
                <a:cubicBezTo>
                  <a:pt x="184279" y="44796"/>
                  <a:pt x="188883" y="41488"/>
                  <a:pt x="194270" y="39203"/>
                </a:cubicBezTo>
                <a:cubicBezTo>
                  <a:pt x="199657" y="36918"/>
                  <a:pt x="205652" y="35775"/>
                  <a:pt x="212255" y="35775"/>
                </a:cubicBezTo>
                <a:cubicBezTo>
                  <a:pt x="219344" y="35775"/>
                  <a:pt x="225391" y="36934"/>
                  <a:pt x="230396" y="39250"/>
                </a:cubicBezTo>
                <a:cubicBezTo>
                  <a:pt x="235400" y="41567"/>
                  <a:pt x="239519" y="44685"/>
                  <a:pt x="242751" y="48603"/>
                </a:cubicBezTo>
                <a:cubicBezTo>
                  <a:pt x="245983" y="52521"/>
                  <a:pt x="248346" y="57070"/>
                  <a:pt x="249840" y="62249"/>
                </a:cubicBezTo>
                <a:cubicBezTo>
                  <a:pt x="251335" y="67428"/>
                  <a:pt x="252082" y="72879"/>
                  <a:pt x="252082" y="78603"/>
                </a:cubicBezTo>
                <a:lnTo>
                  <a:pt x="252082" y="81056"/>
                </a:lnTo>
                <a:moveTo>
                  <a:pt x="239258" y="77479"/>
                </a:moveTo>
                <a:cubicBezTo>
                  <a:pt x="239466" y="67666"/>
                  <a:pt x="237173" y="60000"/>
                  <a:pt x="232377" y="54480"/>
                </a:cubicBezTo>
                <a:cubicBezTo>
                  <a:pt x="227581" y="48961"/>
                  <a:pt x="220596" y="46201"/>
                  <a:pt x="211421" y="46201"/>
                </a:cubicBezTo>
                <a:cubicBezTo>
                  <a:pt x="206694" y="46201"/>
                  <a:pt x="202541" y="47070"/>
                  <a:pt x="198962" y="48808"/>
                </a:cubicBezTo>
                <a:cubicBezTo>
                  <a:pt x="195382" y="50545"/>
                  <a:pt x="192359" y="52845"/>
                  <a:pt x="189891" y="55707"/>
                </a:cubicBezTo>
                <a:cubicBezTo>
                  <a:pt x="187424" y="58569"/>
                  <a:pt x="185530" y="61891"/>
                  <a:pt x="184209" y="65673"/>
                </a:cubicBezTo>
                <a:cubicBezTo>
                  <a:pt x="182888" y="69455"/>
                  <a:pt x="182124" y="73390"/>
                  <a:pt x="181915" y="77479"/>
                </a:cubicBezTo>
                <a:lnTo>
                  <a:pt x="239258" y="77479"/>
                </a:lnTo>
                <a:close/>
                <a:moveTo>
                  <a:pt x="362428" y="84481"/>
                </a:moveTo>
                <a:cubicBezTo>
                  <a:pt x="362428" y="92392"/>
                  <a:pt x="361542" y="99519"/>
                  <a:pt x="359770" y="105863"/>
                </a:cubicBezTo>
                <a:cubicBezTo>
                  <a:pt x="357997" y="112206"/>
                  <a:pt x="355391" y="117596"/>
                  <a:pt x="351950" y="122032"/>
                </a:cubicBezTo>
                <a:cubicBezTo>
                  <a:pt x="348510" y="126465"/>
                  <a:pt x="344253" y="129893"/>
                  <a:pt x="339179" y="132314"/>
                </a:cubicBezTo>
                <a:cubicBezTo>
                  <a:pt x="334105" y="134735"/>
                  <a:pt x="328301" y="135946"/>
                  <a:pt x="321767" y="135946"/>
                </a:cubicBezTo>
                <a:cubicBezTo>
                  <a:pt x="318987" y="135946"/>
                  <a:pt x="316381" y="135655"/>
                  <a:pt x="313948" y="135074"/>
                </a:cubicBezTo>
                <a:cubicBezTo>
                  <a:pt x="311515" y="134494"/>
                  <a:pt x="309135" y="133592"/>
                  <a:pt x="306806" y="132365"/>
                </a:cubicBezTo>
                <a:cubicBezTo>
                  <a:pt x="304478" y="131136"/>
                  <a:pt x="302149" y="129601"/>
                  <a:pt x="299821" y="127759"/>
                </a:cubicBezTo>
                <a:cubicBezTo>
                  <a:pt x="297492" y="125917"/>
                  <a:pt x="295042" y="123700"/>
                  <a:pt x="292471" y="121109"/>
                </a:cubicBezTo>
                <a:lnTo>
                  <a:pt x="292471" y="168859"/>
                </a:lnTo>
                <a:cubicBezTo>
                  <a:pt x="292471" y="169268"/>
                  <a:pt x="292366" y="169643"/>
                  <a:pt x="292158" y="169983"/>
                </a:cubicBezTo>
                <a:cubicBezTo>
                  <a:pt x="291949" y="170324"/>
                  <a:pt x="291619" y="170614"/>
                  <a:pt x="291167" y="170852"/>
                </a:cubicBezTo>
                <a:cubicBezTo>
                  <a:pt x="290715" y="171091"/>
                  <a:pt x="290090" y="171261"/>
                  <a:pt x="289291" y="171363"/>
                </a:cubicBezTo>
                <a:cubicBezTo>
                  <a:pt x="288491" y="171465"/>
                  <a:pt x="287466" y="171516"/>
                  <a:pt x="286215" y="171516"/>
                </a:cubicBezTo>
                <a:cubicBezTo>
                  <a:pt x="285033" y="171516"/>
                  <a:pt x="284043" y="171465"/>
                  <a:pt x="283244" y="171363"/>
                </a:cubicBezTo>
                <a:cubicBezTo>
                  <a:pt x="282444" y="171261"/>
                  <a:pt x="281801" y="171091"/>
                  <a:pt x="281315" y="170852"/>
                </a:cubicBezTo>
                <a:cubicBezTo>
                  <a:pt x="280828" y="170614"/>
                  <a:pt x="280498" y="170323"/>
                  <a:pt x="280324" y="169980"/>
                </a:cubicBezTo>
                <a:cubicBezTo>
                  <a:pt x="280151" y="169639"/>
                  <a:pt x="280064" y="169265"/>
                  <a:pt x="280064" y="168856"/>
                </a:cubicBezTo>
                <a:lnTo>
                  <a:pt x="280064" y="39458"/>
                </a:lnTo>
                <a:cubicBezTo>
                  <a:pt x="280064" y="38981"/>
                  <a:pt x="280151" y="38572"/>
                  <a:pt x="280324" y="38232"/>
                </a:cubicBezTo>
                <a:cubicBezTo>
                  <a:pt x="280498" y="37889"/>
                  <a:pt x="280811" y="37615"/>
                  <a:pt x="281263" y="37411"/>
                </a:cubicBezTo>
                <a:cubicBezTo>
                  <a:pt x="281714" y="37206"/>
                  <a:pt x="282305" y="37053"/>
                  <a:pt x="283035" y="36951"/>
                </a:cubicBezTo>
                <a:cubicBezTo>
                  <a:pt x="283765" y="36848"/>
                  <a:pt x="284651" y="36797"/>
                  <a:pt x="285694" y="36797"/>
                </a:cubicBezTo>
                <a:cubicBezTo>
                  <a:pt x="286736" y="36797"/>
                  <a:pt x="287605" y="36850"/>
                  <a:pt x="288300" y="36954"/>
                </a:cubicBezTo>
                <a:cubicBezTo>
                  <a:pt x="288995" y="37056"/>
                  <a:pt x="289586" y="37210"/>
                  <a:pt x="290073" y="37417"/>
                </a:cubicBezTo>
                <a:cubicBezTo>
                  <a:pt x="290559" y="37621"/>
                  <a:pt x="290907" y="37895"/>
                  <a:pt x="291115" y="38238"/>
                </a:cubicBezTo>
                <a:cubicBezTo>
                  <a:pt x="291324" y="38581"/>
                  <a:pt x="291428" y="38993"/>
                  <a:pt x="291428" y="39474"/>
                </a:cubicBezTo>
                <a:lnTo>
                  <a:pt x="291428" y="52963"/>
                </a:lnTo>
                <a:cubicBezTo>
                  <a:pt x="294347" y="50031"/>
                  <a:pt x="297127" y="47490"/>
                  <a:pt x="299769" y="45342"/>
                </a:cubicBezTo>
                <a:cubicBezTo>
                  <a:pt x="302410" y="43193"/>
                  <a:pt x="305051" y="41403"/>
                  <a:pt x="307692" y="39972"/>
                </a:cubicBezTo>
                <a:cubicBezTo>
                  <a:pt x="310334" y="38539"/>
                  <a:pt x="313044" y="37482"/>
                  <a:pt x="315825" y="36801"/>
                </a:cubicBezTo>
                <a:cubicBezTo>
                  <a:pt x="318605" y="36117"/>
                  <a:pt x="321559" y="35775"/>
                  <a:pt x="324687" y="35775"/>
                </a:cubicBezTo>
                <a:cubicBezTo>
                  <a:pt x="331498" y="35775"/>
                  <a:pt x="337302" y="37054"/>
                  <a:pt x="342098" y="39611"/>
                </a:cubicBezTo>
                <a:cubicBezTo>
                  <a:pt x="346894" y="42169"/>
                  <a:pt x="350803" y="45666"/>
                  <a:pt x="353827" y="50101"/>
                </a:cubicBezTo>
                <a:cubicBezTo>
                  <a:pt x="356851" y="54535"/>
                  <a:pt x="359040" y="59702"/>
                  <a:pt x="360395" y="65603"/>
                </a:cubicBezTo>
                <a:cubicBezTo>
                  <a:pt x="361751" y="71501"/>
                  <a:pt x="362428" y="77794"/>
                  <a:pt x="362428" y="84481"/>
                </a:cubicBezTo>
                <a:moveTo>
                  <a:pt x="349396" y="86423"/>
                </a:moveTo>
                <a:cubicBezTo>
                  <a:pt x="349396" y="81237"/>
                  <a:pt x="348979" y="76239"/>
                  <a:pt x="348145" y="71429"/>
                </a:cubicBezTo>
                <a:cubicBezTo>
                  <a:pt x="347311" y="66619"/>
                  <a:pt x="345903" y="62337"/>
                  <a:pt x="343922" y="58585"/>
                </a:cubicBezTo>
                <a:cubicBezTo>
                  <a:pt x="341941" y="54833"/>
                  <a:pt x="339300" y="51831"/>
                  <a:pt x="335999" y="49581"/>
                </a:cubicBezTo>
                <a:cubicBezTo>
                  <a:pt x="332697" y="47328"/>
                  <a:pt x="328544" y="46201"/>
                  <a:pt x="323540" y="46201"/>
                </a:cubicBezTo>
                <a:cubicBezTo>
                  <a:pt x="321038" y="46201"/>
                  <a:pt x="318587" y="46543"/>
                  <a:pt x="316189" y="47226"/>
                </a:cubicBezTo>
                <a:cubicBezTo>
                  <a:pt x="313792" y="47908"/>
                  <a:pt x="311341" y="49033"/>
                  <a:pt x="308839" y="50603"/>
                </a:cubicBezTo>
                <a:cubicBezTo>
                  <a:pt x="306337" y="52172"/>
                  <a:pt x="303730" y="54203"/>
                  <a:pt x="301020" y="56694"/>
                </a:cubicBezTo>
                <a:cubicBezTo>
                  <a:pt x="298309" y="59186"/>
                  <a:pt x="295459" y="62274"/>
                  <a:pt x="292471" y="65961"/>
                </a:cubicBezTo>
                <a:lnTo>
                  <a:pt x="292471" y="106275"/>
                </a:lnTo>
                <a:cubicBezTo>
                  <a:pt x="297683" y="112484"/>
                  <a:pt x="302671" y="117245"/>
                  <a:pt x="307432" y="120556"/>
                </a:cubicBezTo>
                <a:cubicBezTo>
                  <a:pt x="312193" y="123865"/>
                  <a:pt x="317180" y="125520"/>
                  <a:pt x="322393" y="125520"/>
                </a:cubicBezTo>
                <a:cubicBezTo>
                  <a:pt x="327189" y="125520"/>
                  <a:pt x="331307" y="124377"/>
                  <a:pt x="334748" y="122092"/>
                </a:cubicBezTo>
                <a:cubicBezTo>
                  <a:pt x="338188" y="119805"/>
                  <a:pt x="340986" y="116803"/>
                  <a:pt x="343140" y="113085"/>
                </a:cubicBezTo>
                <a:cubicBezTo>
                  <a:pt x="345295" y="109367"/>
                  <a:pt x="346876" y="105171"/>
                  <a:pt x="347884" y="100496"/>
                </a:cubicBezTo>
                <a:cubicBezTo>
                  <a:pt x="348892" y="95822"/>
                  <a:pt x="349396" y="91131"/>
                  <a:pt x="349396" y="864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Step">
            <a:extLst xmlns:a="http://schemas.openxmlformats.org/drawingml/2006/main">
              <a:ext uri="{FF2B5EF4-FFF2-40B4-BE49-F238E27FC236}">
                <a16:creationId xmlns:a16="http://schemas.microsoft.com/office/drawing/2014/main" id="{3322FC68-13FE-4280-867F-D7F68142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086" y="2541019"/>
            <a:ext cx="362428" cy="171516"/>
          </a:xfrm>
          <a:custGeom xmlns:a="http://schemas.openxmlformats.org/drawingml/2006/main">
            <a:pathLst>
              <a:path w="362428" h="171516" fill="none">
                <a:moveTo>
                  <a:pt x="80071" y="98385"/>
                </a:moveTo>
                <a:cubicBezTo>
                  <a:pt x="80071" y="104254"/>
                  <a:pt x="78994" y="109508"/>
                  <a:pt x="76839" y="114148"/>
                </a:cubicBezTo>
                <a:cubicBezTo>
                  <a:pt x="74684" y="118786"/>
                  <a:pt x="71661" y="122726"/>
                  <a:pt x="67768" y="125967"/>
                </a:cubicBezTo>
                <a:cubicBezTo>
                  <a:pt x="63876" y="129208"/>
                  <a:pt x="59254" y="131681"/>
                  <a:pt x="53902" y="133387"/>
                </a:cubicBezTo>
                <a:cubicBezTo>
                  <a:pt x="48550" y="135093"/>
                  <a:pt x="42711" y="135946"/>
                  <a:pt x="36386" y="135946"/>
                </a:cubicBezTo>
                <a:cubicBezTo>
                  <a:pt x="32077" y="135946"/>
                  <a:pt x="28011" y="135550"/>
                  <a:pt x="24188" y="134757"/>
                </a:cubicBezTo>
                <a:cubicBezTo>
                  <a:pt x="20365" y="133967"/>
                  <a:pt x="16959" y="133023"/>
                  <a:pt x="13971" y="131924"/>
                </a:cubicBezTo>
                <a:cubicBezTo>
                  <a:pt x="10982" y="130823"/>
                  <a:pt x="8462" y="129706"/>
                  <a:pt x="6412" y="128573"/>
                </a:cubicBezTo>
                <a:cubicBezTo>
                  <a:pt x="4362" y="127438"/>
                  <a:pt x="2954" y="126476"/>
                  <a:pt x="2189" y="125686"/>
                </a:cubicBezTo>
                <a:cubicBezTo>
                  <a:pt x="1425" y="124894"/>
                  <a:pt x="869" y="123970"/>
                  <a:pt x="521" y="122913"/>
                </a:cubicBezTo>
                <a:cubicBezTo>
                  <a:pt x="174" y="121857"/>
                  <a:pt x="0" y="120545"/>
                  <a:pt x="0" y="118978"/>
                </a:cubicBezTo>
                <a:cubicBezTo>
                  <a:pt x="0" y="117820"/>
                  <a:pt x="70" y="116866"/>
                  <a:pt x="209" y="116116"/>
                </a:cubicBezTo>
                <a:cubicBezTo>
                  <a:pt x="348" y="115366"/>
                  <a:pt x="539" y="114753"/>
                  <a:pt x="782" y="114276"/>
                </a:cubicBezTo>
                <a:cubicBezTo>
                  <a:pt x="1025" y="113799"/>
                  <a:pt x="1338" y="113475"/>
                  <a:pt x="1720" y="113305"/>
                </a:cubicBezTo>
                <a:cubicBezTo>
                  <a:pt x="2103" y="113135"/>
                  <a:pt x="2502" y="113050"/>
                  <a:pt x="2919" y="113050"/>
                </a:cubicBezTo>
                <a:cubicBezTo>
                  <a:pt x="3892" y="113050"/>
                  <a:pt x="5265" y="113651"/>
                  <a:pt x="7037" y="114854"/>
                </a:cubicBezTo>
                <a:cubicBezTo>
                  <a:pt x="8810" y="116057"/>
                  <a:pt x="11104" y="117364"/>
                  <a:pt x="13919" y="118774"/>
                </a:cubicBezTo>
                <a:cubicBezTo>
                  <a:pt x="16734" y="120183"/>
                  <a:pt x="20105" y="121490"/>
                  <a:pt x="24032" y="122693"/>
                </a:cubicBezTo>
                <a:cubicBezTo>
                  <a:pt x="27959" y="123896"/>
                  <a:pt x="32529" y="124498"/>
                  <a:pt x="37742" y="124498"/>
                </a:cubicBezTo>
                <a:cubicBezTo>
                  <a:pt x="41982" y="124498"/>
                  <a:pt x="45874" y="123934"/>
                  <a:pt x="49419" y="122808"/>
                </a:cubicBezTo>
                <a:cubicBezTo>
                  <a:pt x="52964" y="121681"/>
                  <a:pt x="56022" y="120060"/>
                  <a:pt x="58594" y="117943"/>
                </a:cubicBezTo>
                <a:cubicBezTo>
                  <a:pt x="61165" y="115824"/>
                  <a:pt x="63164" y="113211"/>
                  <a:pt x="64589" y="110105"/>
                </a:cubicBezTo>
                <a:cubicBezTo>
                  <a:pt x="66013" y="106998"/>
                  <a:pt x="66726" y="103464"/>
                  <a:pt x="66726" y="99503"/>
                </a:cubicBezTo>
                <a:cubicBezTo>
                  <a:pt x="66726" y="95408"/>
                  <a:pt x="65822" y="91893"/>
                  <a:pt x="64015" y="88959"/>
                </a:cubicBezTo>
                <a:cubicBezTo>
                  <a:pt x="62208" y="86022"/>
                  <a:pt x="59827" y="83446"/>
                  <a:pt x="56873" y="81229"/>
                </a:cubicBezTo>
                <a:cubicBezTo>
                  <a:pt x="53919" y="79010"/>
                  <a:pt x="50566" y="76997"/>
                  <a:pt x="46812" y="75189"/>
                </a:cubicBezTo>
                <a:cubicBezTo>
                  <a:pt x="43059" y="73379"/>
                  <a:pt x="39219" y="71570"/>
                  <a:pt x="35292" y="69762"/>
                </a:cubicBezTo>
                <a:cubicBezTo>
                  <a:pt x="31365" y="67952"/>
                  <a:pt x="27524" y="65989"/>
                  <a:pt x="23771" y="63875"/>
                </a:cubicBezTo>
                <a:cubicBezTo>
                  <a:pt x="20018" y="61758"/>
                  <a:pt x="16664" y="59284"/>
                  <a:pt x="13710" y="56451"/>
                </a:cubicBezTo>
                <a:cubicBezTo>
                  <a:pt x="10756" y="53617"/>
                  <a:pt x="8375" y="50289"/>
                  <a:pt x="6568" y="46466"/>
                </a:cubicBezTo>
                <a:cubicBezTo>
                  <a:pt x="4761" y="42644"/>
                  <a:pt x="3858" y="38106"/>
                  <a:pt x="3858" y="32852"/>
                </a:cubicBezTo>
                <a:cubicBezTo>
                  <a:pt x="3858" y="27735"/>
                  <a:pt x="4796" y="23147"/>
                  <a:pt x="6673" y="19089"/>
                </a:cubicBezTo>
                <a:cubicBezTo>
                  <a:pt x="8549" y="15028"/>
                  <a:pt x="11190" y="11582"/>
                  <a:pt x="14596" y="8752"/>
                </a:cubicBezTo>
                <a:cubicBezTo>
                  <a:pt x="18002" y="5920"/>
                  <a:pt x="22086" y="3753"/>
                  <a:pt x="26847" y="2252"/>
                </a:cubicBezTo>
                <a:cubicBezTo>
                  <a:pt x="31608" y="751"/>
                  <a:pt x="36838" y="0"/>
                  <a:pt x="42538" y="0"/>
                </a:cubicBezTo>
                <a:cubicBezTo>
                  <a:pt x="45387" y="0"/>
                  <a:pt x="48272" y="269"/>
                  <a:pt x="51191" y="808"/>
                </a:cubicBezTo>
                <a:cubicBezTo>
                  <a:pt x="54110" y="1347"/>
                  <a:pt x="56873" y="2038"/>
                  <a:pt x="59480" y="2881"/>
                </a:cubicBezTo>
                <a:cubicBezTo>
                  <a:pt x="62086" y="3724"/>
                  <a:pt x="64415" y="4669"/>
                  <a:pt x="66465" y="5714"/>
                </a:cubicBezTo>
                <a:cubicBezTo>
                  <a:pt x="68516" y="6758"/>
                  <a:pt x="69871" y="7600"/>
                  <a:pt x="70531" y="8241"/>
                </a:cubicBezTo>
                <a:cubicBezTo>
                  <a:pt x="71192" y="8880"/>
                  <a:pt x="71609" y="9355"/>
                  <a:pt x="71782" y="9666"/>
                </a:cubicBezTo>
                <a:cubicBezTo>
                  <a:pt x="71956" y="9974"/>
                  <a:pt x="72113" y="10369"/>
                  <a:pt x="72252" y="10851"/>
                </a:cubicBezTo>
                <a:cubicBezTo>
                  <a:pt x="72391" y="11332"/>
                  <a:pt x="72495" y="11899"/>
                  <a:pt x="72564" y="12553"/>
                </a:cubicBezTo>
                <a:cubicBezTo>
                  <a:pt x="72634" y="13205"/>
                  <a:pt x="72669" y="14012"/>
                  <a:pt x="72669" y="14974"/>
                </a:cubicBezTo>
                <a:cubicBezTo>
                  <a:pt x="72669" y="15869"/>
                  <a:pt x="72616" y="16677"/>
                  <a:pt x="72512" y="17399"/>
                </a:cubicBezTo>
                <a:cubicBezTo>
                  <a:pt x="72408" y="18119"/>
                  <a:pt x="72252" y="18737"/>
                  <a:pt x="72043" y="19255"/>
                </a:cubicBezTo>
                <a:cubicBezTo>
                  <a:pt x="71835" y="19770"/>
                  <a:pt x="71574" y="20165"/>
                  <a:pt x="71261" y="20440"/>
                </a:cubicBezTo>
                <a:cubicBezTo>
                  <a:pt x="70948" y="20714"/>
                  <a:pt x="70583" y="20852"/>
                  <a:pt x="70166" y="20852"/>
                </a:cubicBezTo>
                <a:cubicBezTo>
                  <a:pt x="69402" y="20852"/>
                  <a:pt x="68238" y="20358"/>
                  <a:pt x="66674" y="19370"/>
                </a:cubicBezTo>
                <a:cubicBezTo>
                  <a:pt x="65110" y="18382"/>
                  <a:pt x="63146" y="17274"/>
                  <a:pt x="60783" y="16048"/>
                </a:cubicBezTo>
                <a:cubicBezTo>
                  <a:pt x="58420" y="14821"/>
                  <a:pt x="55605" y="13714"/>
                  <a:pt x="52338" y="12726"/>
                </a:cubicBezTo>
                <a:cubicBezTo>
                  <a:pt x="49071" y="11738"/>
                  <a:pt x="45353" y="11244"/>
                  <a:pt x="41182" y="11244"/>
                </a:cubicBezTo>
                <a:cubicBezTo>
                  <a:pt x="37081" y="11244"/>
                  <a:pt x="33502" y="11790"/>
                  <a:pt x="30444" y="12882"/>
                </a:cubicBezTo>
                <a:cubicBezTo>
                  <a:pt x="27385" y="13975"/>
                  <a:pt x="24848" y="15460"/>
                  <a:pt x="22833" y="17338"/>
                </a:cubicBezTo>
                <a:cubicBezTo>
                  <a:pt x="20817" y="19216"/>
                  <a:pt x="19305" y="21419"/>
                  <a:pt x="18297" y="23947"/>
                </a:cubicBezTo>
                <a:cubicBezTo>
                  <a:pt x="17290" y="26475"/>
                  <a:pt x="16786" y="29139"/>
                  <a:pt x="16786" y="31939"/>
                </a:cubicBezTo>
                <a:cubicBezTo>
                  <a:pt x="16786" y="36034"/>
                  <a:pt x="17689" y="39550"/>
                  <a:pt x="19496" y="42486"/>
                </a:cubicBezTo>
                <a:cubicBezTo>
                  <a:pt x="21304" y="45421"/>
                  <a:pt x="23702" y="48014"/>
                  <a:pt x="26690" y="50267"/>
                </a:cubicBezTo>
                <a:cubicBezTo>
                  <a:pt x="29679" y="52518"/>
                  <a:pt x="33068" y="54549"/>
                  <a:pt x="36856" y="56359"/>
                </a:cubicBezTo>
                <a:cubicBezTo>
                  <a:pt x="40644" y="58167"/>
                  <a:pt x="44501" y="59976"/>
                  <a:pt x="48428" y="61786"/>
                </a:cubicBezTo>
                <a:cubicBezTo>
                  <a:pt x="52355" y="63594"/>
                  <a:pt x="56213" y="65539"/>
                  <a:pt x="60001" y="67621"/>
                </a:cubicBezTo>
                <a:cubicBezTo>
                  <a:pt x="63789" y="69704"/>
                  <a:pt x="67178" y="72162"/>
                  <a:pt x="70166" y="74994"/>
                </a:cubicBezTo>
                <a:cubicBezTo>
                  <a:pt x="73155" y="77826"/>
                  <a:pt x="75553" y="81136"/>
                  <a:pt x="77360" y="84925"/>
                </a:cubicBezTo>
                <a:cubicBezTo>
                  <a:pt x="79167" y="88713"/>
                  <a:pt x="80071" y="93200"/>
                  <a:pt x="80071" y="98385"/>
                </a:cubicBezTo>
                <a:close/>
                <a:moveTo>
                  <a:pt x="152183" y="126644"/>
                </a:moveTo>
                <a:cubicBezTo>
                  <a:pt x="152183" y="128075"/>
                  <a:pt x="152061" y="129234"/>
                  <a:pt x="151818" y="130119"/>
                </a:cubicBezTo>
                <a:cubicBezTo>
                  <a:pt x="151575" y="131005"/>
                  <a:pt x="151192" y="131704"/>
                  <a:pt x="150671" y="132215"/>
                </a:cubicBezTo>
                <a:cubicBezTo>
                  <a:pt x="150150" y="132726"/>
                  <a:pt x="149385" y="133203"/>
                  <a:pt x="148377" y="133646"/>
                </a:cubicBezTo>
                <a:cubicBezTo>
                  <a:pt x="147369" y="134089"/>
                  <a:pt x="146205" y="134464"/>
                  <a:pt x="144885" y="134770"/>
                </a:cubicBezTo>
                <a:cubicBezTo>
                  <a:pt x="143564" y="135077"/>
                  <a:pt x="142174" y="135315"/>
                  <a:pt x="140714" y="135486"/>
                </a:cubicBezTo>
                <a:cubicBezTo>
                  <a:pt x="139255" y="135656"/>
                  <a:pt x="137830" y="135741"/>
                  <a:pt x="136440" y="135741"/>
                </a:cubicBezTo>
                <a:cubicBezTo>
                  <a:pt x="131783" y="135741"/>
                  <a:pt x="127821" y="135128"/>
                  <a:pt x="124554" y="133901"/>
                </a:cubicBezTo>
                <a:cubicBezTo>
                  <a:pt x="121287" y="132675"/>
                  <a:pt x="118611" y="130818"/>
                  <a:pt x="116526" y="128331"/>
                </a:cubicBezTo>
                <a:cubicBezTo>
                  <a:pt x="114441" y="125843"/>
                  <a:pt x="112929" y="122692"/>
                  <a:pt x="111991" y="118876"/>
                </a:cubicBezTo>
                <a:cubicBezTo>
                  <a:pt x="111052" y="115060"/>
                  <a:pt x="110583" y="110562"/>
                  <a:pt x="110583" y="105383"/>
                </a:cubicBezTo>
                <a:lnTo>
                  <a:pt x="110583" y="47837"/>
                </a:lnTo>
                <a:lnTo>
                  <a:pt x="96508" y="47837"/>
                </a:lnTo>
                <a:cubicBezTo>
                  <a:pt x="95535" y="47837"/>
                  <a:pt x="94771" y="47406"/>
                  <a:pt x="94215" y="46546"/>
                </a:cubicBezTo>
                <a:cubicBezTo>
                  <a:pt x="93659" y="45686"/>
                  <a:pt x="93381" y="44395"/>
                  <a:pt x="93381" y="42675"/>
                </a:cubicBezTo>
                <a:cubicBezTo>
                  <a:pt x="93381" y="41780"/>
                  <a:pt x="93450" y="41006"/>
                  <a:pt x="93589" y="40352"/>
                </a:cubicBezTo>
                <a:cubicBezTo>
                  <a:pt x="93728" y="39699"/>
                  <a:pt x="93937" y="39148"/>
                  <a:pt x="94215" y="38701"/>
                </a:cubicBezTo>
                <a:cubicBezTo>
                  <a:pt x="94493" y="38254"/>
                  <a:pt x="94823" y="37927"/>
                  <a:pt x="95205" y="37720"/>
                </a:cubicBezTo>
                <a:cubicBezTo>
                  <a:pt x="95587" y="37514"/>
                  <a:pt x="96022" y="37411"/>
                  <a:pt x="96508" y="37411"/>
                </a:cubicBezTo>
                <a:lnTo>
                  <a:pt x="110583" y="37411"/>
                </a:lnTo>
                <a:lnTo>
                  <a:pt x="110583" y="14719"/>
                </a:lnTo>
                <a:cubicBezTo>
                  <a:pt x="110583" y="14310"/>
                  <a:pt x="110670" y="13935"/>
                  <a:pt x="110844" y="13595"/>
                </a:cubicBezTo>
                <a:cubicBezTo>
                  <a:pt x="111018" y="13254"/>
                  <a:pt x="111348" y="12964"/>
                  <a:pt x="111834" y="12726"/>
                </a:cubicBezTo>
                <a:cubicBezTo>
                  <a:pt x="112321" y="12487"/>
                  <a:pt x="112964" y="12317"/>
                  <a:pt x="113763" y="12215"/>
                </a:cubicBezTo>
                <a:cubicBezTo>
                  <a:pt x="114563" y="12112"/>
                  <a:pt x="115553" y="12061"/>
                  <a:pt x="116735" y="12061"/>
                </a:cubicBezTo>
                <a:cubicBezTo>
                  <a:pt x="117986" y="12061"/>
                  <a:pt x="119011" y="12112"/>
                  <a:pt x="119810" y="12215"/>
                </a:cubicBezTo>
                <a:cubicBezTo>
                  <a:pt x="120610" y="12317"/>
                  <a:pt x="121235" y="12487"/>
                  <a:pt x="121687" y="12726"/>
                </a:cubicBezTo>
                <a:cubicBezTo>
                  <a:pt x="122139" y="12964"/>
                  <a:pt x="122469" y="13254"/>
                  <a:pt x="122677" y="13595"/>
                </a:cubicBezTo>
                <a:cubicBezTo>
                  <a:pt x="122886" y="13935"/>
                  <a:pt x="122990" y="14310"/>
                  <a:pt x="122990" y="14719"/>
                </a:cubicBezTo>
                <a:lnTo>
                  <a:pt x="122990" y="37411"/>
                </a:lnTo>
                <a:lnTo>
                  <a:pt x="149055" y="37411"/>
                </a:lnTo>
                <a:cubicBezTo>
                  <a:pt x="149541" y="37411"/>
                  <a:pt x="149976" y="37514"/>
                  <a:pt x="150358" y="37720"/>
                </a:cubicBezTo>
                <a:cubicBezTo>
                  <a:pt x="150740" y="37927"/>
                  <a:pt x="151071" y="38254"/>
                  <a:pt x="151349" y="38701"/>
                </a:cubicBezTo>
                <a:cubicBezTo>
                  <a:pt x="151627" y="39148"/>
                  <a:pt x="151835" y="39699"/>
                  <a:pt x="151974" y="40352"/>
                </a:cubicBezTo>
                <a:cubicBezTo>
                  <a:pt x="152113" y="41006"/>
                  <a:pt x="152183" y="41780"/>
                  <a:pt x="152183" y="42675"/>
                </a:cubicBezTo>
                <a:cubicBezTo>
                  <a:pt x="152183" y="44395"/>
                  <a:pt x="151887" y="45686"/>
                  <a:pt x="151297" y="46546"/>
                </a:cubicBezTo>
                <a:cubicBezTo>
                  <a:pt x="150706" y="47406"/>
                  <a:pt x="149959" y="47837"/>
                  <a:pt x="149055" y="47837"/>
                </a:cubicBezTo>
                <a:lnTo>
                  <a:pt x="122990" y="47837"/>
                </a:lnTo>
                <a:lnTo>
                  <a:pt x="122990" y="103748"/>
                </a:lnTo>
                <a:cubicBezTo>
                  <a:pt x="122990" y="110767"/>
                  <a:pt x="124015" y="116116"/>
                  <a:pt x="126066" y="119796"/>
                </a:cubicBezTo>
                <a:cubicBezTo>
                  <a:pt x="128116" y="123476"/>
                  <a:pt x="131852" y="125315"/>
                  <a:pt x="137274" y="125315"/>
                </a:cubicBezTo>
                <a:cubicBezTo>
                  <a:pt x="138942" y="125315"/>
                  <a:pt x="140454" y="125145"/>
                  <a:pt x="141809" y="124804"/>
                </a:cubicBezTo>
                <a:cubicBezTo>
                  <a:pt x="143164" y="124464"/>
                  <a:pt x="144363" y="124089"/>
                  <a:pt x="145406" y="123680"/>
                </a:cubicBezTo>
                <a:cubicBezTo>
                  <a:pt x="146448" y="123271"/>
                  <a:pt x="147335" y="122896"/>
                  <a:pt x="148064" y="122556"/>
                </a:cubicBezTo>
                <a:cubicBezTo>
                  <a:pt x="148794" y="122215"/>
                  <a:pt x="149437" y="122044"/>
                  <a:pt x="149993" y="122044"/>
                </a:cubicBezTo>
                <a:cubicBezTo>
                  <a:pt x="150341" y="122044"/>
                  <a:pt x="150654" y="122113"/>
                  <a:pt x="150932" y="122249"/>
                </a:cubicBezTo>
                <a:cubicBezTo>
                  <a:pt x="151210" y="122385"/>
                  <a:pt x="151436" y="122641"/>
                  <a:pt x="151609" y="123016"/>
                </a:cubicBezTo>
                <a:cubicBezTo>
                  <a:pt x="151783" y="123390"/>
                  <a:pt x="151922" y="123867"/>
                  <a:pt x="152026" y="124447"/>
                </a:cubicBezTo>
                <a:cubicBezTo>
                  <a:pt x="152131" y="125026"/>
                  <a:pt x="152183" y="125758"/>
                  <a:pt x="152183" y="126644"/>
                </a:cubicBezTo>
                <a:close/>
                <a:moveTo>
                  <a:pt x="252082" y="81056"/>
                </a:moveTo>
                <a:cubicBezTo>
                  <a:pt x="252082" y="83510"/>
                  <a:pt x="251421" y="85196"/>
                  <a:pt x="250101" y="86116"/>
                </a:cubicBezTo>
                <a:cubicBezTo>
                  <a:pt x="248780" y="87036"/>
                  <a:pt x="247494" y="87496"/>
                  <a:pt x="246243" y="87496"/>
                </a:cubicBezTo>
                <a:lnTo>
                  <a:pt x="181915" y="87496"/>
                </a:lnTo>
                <a:cubicBezTo>
                  <a:pt x="181915" y="93235"/>
                  <a:pt x="182489" y="98428"/>
                  <a:pt x="183636" y="103074"/>
                </a:cubicBezTo>
                <a:cubicBezTo>
                  <a:pt x="184783" y="107721"/>
                  <a:pt x="186677" y="111701"/>
                  <a:pt x="189318" y="115014"/>
                </a:cubicBezTo>
                <a:cubicBezTo>
                  <a:pt x="191959" y="118327"/>
                  <a:pt x="195400" y="120873"/>
                  <a:pt x="199639" y="122651"/>
                </a:cubicBezTo>
                <a:cubicBezTo>
                  <a:pt x="203879" y="124427"/>
                  <a:pt x="209092" y="125315"/>
                  <a:pt x="215278" y="125315"/>
                </a:cubicBezTo>
                <a:cubicBezTo>
                  <a:pt x="219657" y="125315"/>
                  <a:pt x="223584" y="124935"/>
                  <a:pt x="227060" y="124175"/>
                </a:cubicBezTo>
                <a:cubicBezTo>
                  <a:pt x="230535" y="123415"/>
                  <a:pt x="233541" y="122568"/>
                  <a:pt x="236078" y="121636"/>
                </a:cubicBezTo>
                <a:cubicBezTo>
                  <a:pt x="238615" y="120703"/>
                  <a:pt x="240700" y="119856"/>
                  <a:pt x="242334" y="119096"/>
                </a:cubicBezTo>
                <a:cubicBezTo>
                  <a:pt x="243967" y="118336"/>
                  <a:pt x="245131" y="117956"/>
                  <a:pt x="245826" y="117956"/>
                </a:cubicBezTo>
                <a:cubicBezTo>
                  <a:pt x="246243" y="117956"/>
                  <a:pt x="246626" y="118059"/>
                  <a:pt x="246973" y="118266"/>
                </a:cubicBezTo>
                <a:cubicBezTo>
                  <a:pt x="247321" y="118472"/>
                  <a:pt x="247599" y="118799"/>
                  <a:pt x="247807" y="119246"/>
                </a:cubicBezTo>
                <a:cubicBezTo>
                  <a:pt x="248016" y="119694"/>
                  <a:pt x="248172" y="120261"/>
                  <a:pt x="248276" y="120949"/>
                </a:cubicBezTo>
                <a:cubicBezTo>
                  <a:pt x="248381" y="121637"/>
                  <a:pt x="248433" y="122496"/>
                  <a:pt x="248433" y="123527"/>
                </a:cubicBezTo>
                <a:cubicBezTo>
                  <a:pt x="248433" y="124010"/>
                  <a:pt x="248398" y="124475"/>
                  <a:pt x="248328" y="124922"/>
                </a:cubicBezTo>
                <a:cubicBezTo>
                  <a:pt x="248259" y="125370"/>
                  <a:pt x="248172" y="125783"/>
                  <a:pt x="248068" y="126162"/>
                </a:cubicBezTo>
                <a:cubicBezTo>
                  <a:pt x="247964" y="126539"/>
                  <a:pt x="247807" y="126900"/>
                  <a:pt x="247599" y="127245"/>
                </a:cubicBezTo>
                <a:cubicBezTo>
                  <a:pt x="247390" y="127588"/>
                  <a:pt x="247112" y="127931"/>
                  <a:pt x="246765" y="128276"/>
                </a:cubicBezTo>
                <a:cubicBezTo>
                  <a:pt x="246417" y="128619"/>
                  <a:pt x="245340" y="129217"/>
                  <a:pt x="243533" y="130068"/>
                </a:cubicBezTo>
                <a:cubicBezTo>
                  <a:pt x="241725" y="130920"/>
                  <a:pt x="239362" y="131772"/>
                  <a:pt x="236443" y="132624"/>
                </a:cubicBezTo>
                <a:cubicBezTo>
                  <a:pt x="233524" y="133476"/>
                  <a:pt x="230135" y="134242"/>
                  <a:pt x="226278" y="134924"/>
                </a:cubicBezTo>
                <a:cubicBezTo>
                  <a:pt x="222420" y="135605"/>
                  <a:pt x="218267" y="135946"/>
                  <a:pt x="213819" y="135946"/>
                </a:cubicBezTo>
                <a:cubicBezTo>
                  <a:pt x="206521" y="135946"/>
                  <a:pt x="200056" y="134871"/>
                  <a:pt x="194427" y="132723"/>
                </a:cubicBezTo>
                <a:cubicBezTo>
                  <a:pt x="188797" y="130574"/>
                  <a:pt x="184070" y="127402"/>
                  <a:pt x="180247" y="123207"/>
                </a:cubicBezTo>
                <a:cubicBezTo>
                  <a:pt x="176424" y="119012"/>
                  <a:pt x="173523" y="113811"/>
                  <a:pt x="171542" y="107603"/>
                </a:cubicBezTo>
                <a:cubicBezTo>
                  <a:pt x="169561" y="101396"/>
                  <a:pt x="168570" y="94199"/>
                  <a:pt x="168570" y="86014"/>
                </a:cubicBezTo>
                <a:cubicBezTo>
                  <a:pt x="168570" y="78169"/>
                  <a:pt x="169595" y="71143"/>
                  <a:pt x="171646" y="64935"/>
                </a:cubicBezTo>
                <a:cubicBezTo>
                  <a:pt x="173696" y="58728"/>
                  <a:pt x="176633" y="53458"/>
                  <a:pt x="180456" y="49127"/>
                </a:cubicBezTo>
                <a:cubicBezTo>
                  <a:pt x="184279" y="44796"/>
                  <a:pt x="188883" y="41488"/>
                  <a:pt x="194270" y="39203"/>
                </a:cubicBezTo>
                <a:cubicBezTo>
                  <a:pt x="199657" y="36918"/>
                  <a:pt x="205652" y="35775"/>
                  <a:pt x="212255" y="35775"/>
                </a:cubicBezTo>
                <a:cubicBezTo>
                  <a:pt x="219344" y="35775"/>
                  <a:pt x="225391" y="36934"/>
                  <a:pt x="230396" y="39250"/>
                </a:cubicBezTo>
                <a:cubicBezTo>
                  <a:pt x="235400" y="41567"/>
                  <a:pt x="239519" y="44685"/>
                  <a:pt x="242751" y="48603"/>
                </a:cubicBezTo>
                <a:cubicBezTo>
                  <a:pt x="245983" y="52521"/>
                  <a:pt x="248346" y="57070"/>
                  <a:pt x="249840" y="62249"/>
                </a:cubicBezTo>
                <a:cubicBezTo>
                  <a:pt x="251335" y="67428"/>
                  <a:pt x="252082" y="72879"/>
                  <a:pt x="252082" y="78603"/>
                </a:cubicBezTo>
                <a:lnTo>
                  <a:pt x="252082" y="81056"/>
                </a:lnTo>
                <a:moveTo>
                  <a:pt x="239258" y="77479"/>
                </a:moveTo>
                <a:cubicBezTo>
                  <a:pt x="239466" y="67666"/>
                  <a:pt x="237173" y="60000"/>
                  <a:pt x="232377" y="54480"/>
                </a:cubicBezTo>
                <a:cubicBezTo>
                  <a:pt x="227581" y="48961"/>
                  <a:pt x="220596" y="46201"/>
                  <a:pt x="211421" y="46201"/>
                </a:cubicBezTo>
                <a:cubicBezTo>
                  <a:pt x="206694" y="46201"/>
                  <a:pt x="202541" y="47070"/>
                  <a:pt x="198962" y="48808"/>
                </a:cubicBezTo>
                <a:cubicBezTo>
                  <a:pt x="195382" y="50545"/>
                  <a:pt x="192359" y="52845"/>
                  <a:pt x="189891" y="55707"/>
                </a:cubicBezTo>
                <a:cubicBezTo>
                  <a:pt x="187424" y="58569"/>
                  <a:pt x="185530" y="61891"/>
                  <a:pt x="184209" y="65673"/>
                </a:cubicBezTo>
                <a:cubicBezTo>
                  <a:pt x="182888" y="69455"/>
                  <a:pt x="182124" y="73390"/>
                  <a:pt x="181915" y="77479"/>
                </a:cubicBezTo>
                <a:lnTo>
                  <a:pt x="239258" y="77479"/>
                </a:lnTo>
                <a:close/>
                <a:moveTo>
                  <a:pt x="362428" y="84481"/>
                </a:moveTo>
                <a:cubicBezTo>
                  <a:pt x="362428" y="92392"/>
                  <a:pt x="361542" y="99519"/>
                  <a:pt x="359770" y="105863"/>
                </a:cubicBezTo>
                <a:cubicBezTo>
                  <a:pt x="357997" y="112206"/>
                  <a:pt x="355391" y="117596"/>
                  <a:pt x="351950" y="122032"/>
                </a:cubicBezTo>
                <a:cubicBezTo>
                  <a:pt x="348510" y="126465"/>
                  <a:pt x="344253" y="129893"/>
                  <a:pt x="339179" y="132314"/>
                </a:cubicBezTo>
                <a:cubicBezTo>
                  <a:pt x="334105" y="134735"/>
                  <a:pt x="328301" y="135946"/>
                  <a:pt x="321767" y="135946"/>
                </a:cubicBezTo>
                <a:cubicBezTo>
                  <a:pt x="318987" y="135946"/>
                  <a:pt x="316381" y="135655"/>
                  <a:pt x="313948" y="135074"/>
                </a:cubicBezTo>
                <a:cubicBezTo>
                  <a:pt x="311515" y="134494"/>
                  <a:pt x="309135" y="133592"/>
                  <a:pt x="306806" y="132365"/>
                </a:cubicBezTo>
                <a:cubicBezTo>
                  <a:pt x="304478" y="131136"/>
                  <a:pt x="302149" y="129601"/>
                  <a:pt x="299821" y="127759"/>
                </a:cubicBezTo>
                <a:cubicBezTo>
                  <a:pt x="297492" y="125917"/>
                  <a:pt x="295042" y="123700"/>
                  <a:pt x="292471" y="121109"/>
                </a:cubicBezTo>
                <a:lnTo>
                  <a:pt x="292471" y="168859"/>
                </a:lnTo>
                <a:cubicBezTo>
                  <a:pt x="292471" y="169268"/>
                  <a:pt x="292366" y="169643"/>
                  <a:pt x="292158" y="169983"/>
                </a:cubicBezTo>
                <a:cubicBezTo>
                  <a:pt x="291949" y="170324"/>
                  <a:pt x="291619" y="170614"/>
                  <a:pt x="291167" y="170852"/>
                </a:cubicBezTo>
                <a:cubicBezTo>
                  <a:pt x="290715" y="171091"/>
                  <a:pt x="290090" y="171261"/>
                  <a:pt x="289291" y="171363"/>
                </a:cubicBezTo>
                <a:cubicBezTo>
                  <a:pt x="288491" y="171465"/>
                  <a:pt x="287466" y="171516"/>
                  <a:pt x="286215" y="171516"/>
                </a:cubicBezTo>
                <a:cubicBezTo>
                  <a:pt x="285033" y="171516"/>
                  <a:pt x="284043" y="171465"/>
                  <a:pt x="283244" y="171363"/>
                </a:cubicBezTo>
                <a:cubicBezTo>
                  <a:pt x="282444" y="171261"/>
                  <a:pt x="281801" y="171091"/>
                  <a:pt x="281315" y="170852"/>
                </a:cubicBezTo>
                <a:cubicBezTo>
                  <a:pt x="280828" y="170614"/>
                  <a:pt x="280498" y="170323"/>
                  <a:pt x="280324" y="169980"/>
                </a:cubicBezTo>
                <a:cubicBezTo>
                  <a:pt x="280151" y="169639"/>
                  <a:pt x="280064" y="169265"/>
                  <a:pt x="280064" y="168856"/>
                </a:cubicBezTo>
                <a:lnTo>
                  <a:pt x="280064" y="39458"/>
                </a:lnTo>
                <a:cubicBezTo>
                  <a:pt x="280064" y="38981"/>
                  <a:pt x="280151" y="38572"/>
                  <a:pt x="280324" y="38232"/>
                </a:cubicBezTo>
                <a:cubicBezTo>
                  <a:pt x="280498" y="37889"/>
                  <a:pt x="280811" y="37615"/>
                  <a:pt x="281263" y="37411"/>
                </a:cubicBezTo>
                <a:cubicBezTo>
                  <a:pt x="281714" y="37206"/>
                  <a:pt x="282305" y="37053"/>
                  <a:pt x="283035" y="36951"/>
                </a:cubicBezTo>
                <a:cubicBezTo>
                  <a:pt x="283765" y="36848"/>
                  <a:pt x="284651" y="36797"/>
                  <a:pt x="285694" y="36797"/>
                </a:cubicBezTo>
                <a:cubicBezTo>
                  <a:pt x="286736" y="36797"/>
                  <a:pt x="287605" y="36850"/>
                  <a:pt x="288300" y="36954"/>
                </a:cubicBezTo>
                <a:cubicBezTo>
                  <a:pt x="288995" y="37056"/>
                  <a:pt x="289586" y="37210"/>
                  <a:pt x="290073" y="37417"/>
                </a:cubicBezTo>
                <a:cubicBezTo>
                  <a:pt x="290559" y="37621"/>
                  <a:pt x="290907" y="37895"/>
                  <a:pt x="291115" y="38238"/>
                </a:cubicBezTo>
                <a:cubicBezTo>
                  <a:pt x="291324" y="38581"/>
                  <a:pt x="291428" y="38993"/>
                  <a:pt x="291428" y="39474"/>
                </a:cubicBezTo>
                <a:lnTo>
                  <a:pt x="291428" y="52963"/>
                </a:lnTo>
                <a:cubicBezTo>
                  <a:pt x="294347" y="50031"/>
                  <a:pt x="297127" y="47490"/>
                  <a:pt x="299769" y="45342"/>
                </a:cubicBezTo>
                <a:cubicBezTo>
                  <a:pt x="302410" y="43193"/>
                  <a:pt x="305051" y="41403"/>
                  <a:pt x="307692" y="39972"/>
                </a:cubicBezTo>
                <a:cubicBezTo>
                  <a:pt x="310334" y="38539"/>
                  <a:pt x="313044" y="37482"/>
                  <a:pt x="315825" y="36801"/>
                </a:cubicBezTo>
                <a:cubicBezTo>
                  <a:pt x="318605" y="36117"/>
                  <a:pt x="321559" y="35775"/>
                  <a:pt x="324687" y="35775"/>
                </a:cubicBezTo>
                <a:cubicBezTo>
                  <a:pt x="331498" y="35775"/>
                  <a:pt x="337302" y="37054"/>
                  <a:pt x="342098" y="39611"/>
                </a:cubicBezTo>
                <a:cubicBezTo>
                  <a:pt x="346894" y="42169"/>
                  <a:pt x="350803" y="45666"/>
                  <a:pt x="353827" y="50101"/>
                </a:cubicBezTo>
                <a:cubicBezTo>
                  <a:pt x="356851" y="54535"/>
                  <a:pt x="359040" y="59702"/>
                  <a:pt x="360395" y="65603"/>
                </a:cubicBezTo>
                <a:cubicBezTo>
                  <a:pt x="361751" y="71501"/>
                  <a:pt x="362428" y="77794"/>
                  <a:pt x="362428" y="84481"/>
                </a:cubicBezTo>
                <a:moveTo>
                  <a:pt x="349396" y="86423"/>
                </a:moveTo>
                <a:cubicBezTo>
                  <a:pt x="349396" y="81237"/>
                  <a:pt x="348979" y="76239"/>
                  <a:pt x="348145" y="71429"/>
                </a:cubicBezTo>
                <a:cubicBezTo>
                  <a:pt x="347311" y="66619"/>
                  <a:pt x="345903" y="62337"/>
                  <a:pt x="343922" y="58585"/>
                </a:cubicBezTo>
                <a:cubicBezTo>
                  <a:pt x="341941" y="54833"/>
                  <a:pt x="339300" y="51831"/>
                  <a:pt x="335999" y="49581"/>
                </a:cubicBezTo>
                <a:cubicBezTo>
                  <a:pt x="332697" y="47328"/>
                  <a:pt x="328544" y="46201"/>
                  <a:pt x="323540" y="46201"/>
                </a:cubicBezTo>
                <a:cubicBezTo>
                  <a:pt x="321038" y="46201"/>
                  <a:pt x="318587" y="46543"/>
                  <a:pt x="316189" y="47226"/>
                </a:cubicBezTo>
                <a:cubicBezTo>
                  <a:pt x="313792" y="47908"/>
                  <a:pt x="311341" y="49033"/>
                  <a:pt x="308839" y="50603"/>
                </a:cubicBezTo>
                <a:cubicBezTo>
                  <a:pt x="306337" y="52172"/>
                  <a:pt x="303730" y="54203"/>
                  <a:pt x="301020" y="56694"/>
                </a:cubicBezTo>
                <a:cubicBezTo>
                  <a:pt x="298309" y="59186"/>
                  <a:pt x="295459" y="62274"/>
                  <a:pt x="292471" y="65961"/>
                </a:cubicBezTo>
                <a:lnTo>
                  <a:pt x="292471" y="106275"/>
                </a:lnTo>
                <a:cubicBezTo>
                  <a:pt x="297683" y="112484"/>
                  <a:pt x="302671" y="117245"/>
                  <a:pt x="307432" y="120556"/>
                </a:cubicBezTo>
                <a:cubicBezTo>
                  <a:pt x="312193" y="123865"/>
                  <a:pt x="317180" y="125520"/>
                  <a:pt x="322393" y="125520"/>
                </a:cubicBezTo>
                <a:cubicBezTo>
                  <a:pt x="327189" y="125520"/>
                  <a:pt x="331307" y="124377"/>
                  <a:pt x="334748" y="122092"/>
                </a:cubicBezTo>
                <a:cubicBezTo>
                  <a:pt x="338188" y="119805"/>
                  <a:pt x="340986" y="116803"/>
                  <a:pt x="343140" y="113085"/>
                </a:cubicBezTo>
                <a:cubicBezTo>
                  <a:pt x="345295" y="109367"/>
                  <a:pt x="346876" y="105171"/>
                  <a:pt x="347884" y="100496"/>
                </a:cubicBezTo>
                <a:cubicBezTo>
                  <a:pt x="348892" y="95822"/>
                  <a:pt x="349396" y="91131"/>
                  <a:pt x="349396" y="8642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437" cap="flat">
            <a:solidFill>
              <a:srgbClr val="000000"/>
            </a:solidFill>
            <a:miter/>
          </a:ln>
        </p:spPr>
      </p:sp>
      <p:sp>
        <p:nvSpPr>
          <p:cNvPr id="88" name="Text ③">
            <a:extLst xmlns:a="http://schemas.openxmlformats.org/drawingml/2006/main">
              <a:ext uri="{FF2B5EF4-FFF2-40B4-BE49-F238E27FC236}">
                <a16:creationId xmlns:a16="http://schemas.microsoft.com/office/drawing/2014/main" id="{7E6C1859-1CC6-4052-8499-629F41C7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505" y="2484597"/>
            <a:ext cx="232498" cy="241431"/>
          </a:xfrm>
          <a:custGeom xmlns:a="http://schemas.openxmlformats.org/drawingml/2006/main">
            <a:pathLst>
              <a:path w="232498" h="241431">
                <a:moveTo>
                  <a:pt x="116249" y="231823"/>
                </a:moveTo>
                <a:cubicBezTo>
                  <a:pt x="135294" y="231823"/>
                  <a:pt x="151471" y="229304"/>
                  <a:pt x="164782" y="224266"/>
                </a:cubicBezTo>
                <a:cubicBezTo>
                  <a:pt x="178092" y="219227"/>
                  <a:pt x="188935" y="211959"/>
                  <a:pt x="197310" y="202462"/>
                </a:cubicBezTo>
                <a:cubicBezTo>
                  <a:pt x="205686" y="192967"/>
                  <a:pt x="211768" y="181343"/>
                  <a:pt x="215556" y="167591"/>
                </a:cubicBezTo>
                <a:cubicBezTo>
                  <a:pt x="219344" y="153837"/>
                  <a:pt x="221238" y="138211"/>
                  <a:pt x="221238" y="120716"/>
                </a:cubicBezTo>
                <a:cubicBezTo>
                  <a:pt x="221238" y="102947"/>
                  <a:pt x="219309" y="87170"/>
                  <a:pt x="215451" y="73384"/>
                </a:cubicBezTo>
                <a:cubicBezTo>
                  <a:pt x="211594" y="59598"/>
                  <a:pt x="205477" y="47990"/>
                  <a:pt x="197102" y="38561"/>
                </a:cubicBezTo>
                <a:cubicBezTo>
                  <a:pt x="188726" y="29131"/>
                  <a:pt x="177883" y="21948"/>
                  <a:pt x="164573" y="17012"/>
                </a:cubicBezTo>
                <a:cubicBezTo>
                  <a:pt x="151263" y="12076"/>
                  <a:pt x="135155" y="9608"/>
                  <a:pt x="116249" y="9608"/>
                </a:cubicBezTo>
                <a:cubicBezTo>
                  <a:pt x="97204" y="9608"/>
                  <a:pt x="81027" y="12127"/>
                  <a:pt x="67716" y="17166"/>
                </a:cubicBezTo>
                <a:cubicBezTo>
                  <a:pt x="54406" y="22204"/>
                  <a:pt x="43563" y="29472"/>
                  <a:pt x="35187" y="38969"/>
                </a:cubicBezTo>
                <a:cubicBezTo>
                  <a:pt x="26812" y="48465"/>
                  <a:pt x="20730" y="60107"/>
                  <a:pt x="16942" y="73895"/>
                </a:cubicBezTo>
                <a:cubicBezTo>
                  <a:pt x="13154" y="87681"/>
                  <a:pt x="11260" y="103288"/>
                  <a:pt x="11260" y="120716"/>
                </a:cubicBezTo>
                <a:cubicBezTo>
                  <a:pt x="11260" y="138484"/>
                  <a:pt x="13171" y="154261"/>
                  <a:pt x="16994" y="168048"/>
                </a:cubicBezTo>
                <a:cubicBezTo>
                  <a:pt x="20817" y="181834"/>
                  <a:pt x="26934" y="193442"/>
                  <a:pt x="35344" y="202871"/>
                </a:cubicBezTo>
                <a:cubicBezTo>
                  <a:pt x="43754" y="212300"/>
                  <a:pt x="54614" y="219483"/>
                  <a:pt x="67925" y="224419"/>
                </a:cubicBezTo>
                <a:cubicBezTo>
                  <a:pt x="81235" y="229355"/>
                  <a:pt x="97343" y="231823"/>
                  <a:pt x="116249" y="231823"/>
                </a:cubicBezTo>
                <a:moveTo>
                  <a:pt x="232498" y="119489"/>
                </a:moveTo>
                <a:cubicBezTo>
                  <a:pt x="232498" y="139728"/>
                  <a:pt x="230135" y="157479"/>
                  <a:pt x="225408" y="172743"/>
                </a:cubicBezTo>
                <a:cubicBezTo>
                  <a:pt x="220682" y="188007"/>
                  <a:pt x="213471" y="200716"/>
                  <a:pt x="203774" y="210869"/>
                </a:cubicBezTo>
                <a:cubicBezTo>
                  <a:pt x="194078" y="221023"/>
                  <a:pt x="181845" y="228655"/>
                  <a:pt x="167075" y="233765"/>
                </a:cubicBezTo>
                <a:cubicBezTo>
                  <a:pt x="152305" y="238876"/>
                  <a:pt x="134911" y="241431"/>
                  <a:pt x="114894" y="241431"/>
                </a:cubicBezTo>
                <a:cubicBezTo>
                  <a:pt x="95084" y="241431"/>
                  <a:pt x="77968" y="238791"/>
                  <a:pt x="63546" y="233510"/>
                </a:cubicBezTo>
                <a:cubicBezTo>
                  <a:pt x="49123" y="228229"/>
                  <a:pt x="37203" y="220511"/>
                  <a:pt x="27785" y="210358"/>
                </a:cubicBezTo>
                <a:cubicBezTo>
                  <a:pt x="18367" y="200205"/>
                  <a:pt x="11382" y="187718"/>
                  <a:pt x="6829" y="172896"/>
                </a:cubicBezTo>
                <a:cubicBezTo>
                  <a:pt x="2276" y="158075"/>
                  <a:pt x="0" y="141091"/>
                  <a:pt x="0" y="121942"/>
                </a:cubicBezTo>
                <a:cubicBezTo>
                  <a:pt x="0" y="101704"/>
                  <a:pt x="2363" y="83952"/>
                  <a:pt x="7090" y="68688"/>
                </a:cubicBezTo>
                <a:cubicBezTo>
                  <a:pt x="11816" y="53424"/>
                  <a:pt x="19027" y="40716"/>
                  <a:pt x="28723" y="30562"/>
                </a:cubicBezTo>
                <a:cubicBezTo>
                  <a:pt x="38419" y="20409"/>
                  <a:pt x="50653" y="12777"/>
                  <a:pt x="65423" y="7666"/>
                </a:cubicBezTo>
                <a:cubicBezTo>
                  <a:pt x="80193" y="2555"/>
                  <a:pt x="97587" y="0"/>
                  <a:pt x="117604" y="0"/>
                </a:cubicBezTo>
                <a:cubicBezTo>
                  <a:pt x="137414" y="0"/>
                  <a:pt x="154529" y="2641"/>
                  <a:pt x="168952" y="7922"/>
                </a:cubicBezTo>
                <a:cubicBezTo>
                  <a:pt x="183374" y="13203"/>
                  <a:pt x="195295" y="20920"/>
                  <a:pt x="204713" y="31073"/>
                </a:cubicBezTo>
                <a:cubicBezTo>
                  <a:pt x="214131" y="41227"/>
                  <a:pt x="221116" y="53731"/>
                  <a:pt x="225669" y="68586"/>
                </a:cubicBezTo>
                <a:cubicBezTo>
                  <a:pt x="230221" y="83441"/>
                  <a:pt x="232498" y="100409"/>
                  <a:pt x="232498" y="119489"/>
                </a:cubicBezTo>
                <a:moveTo>
                  <a:pt x="157014" y="148528"/>
                </a:moveTo>
                <a:cubicBezTo>
                  <a:pt x="157014" y="154267"/>
                  <a:pt x="156059" y="159526"/>
                  <a:pt x="154147" y="164307"/>
                </a:cubicBezTo>
                <a:cubicBezTo>
                  <a:pt x="152236" y="169088"/>
                  <a:pt x="149403" y="173220"/>
                  <a:pt x="145650" y="176704"/>
                </a:cubicBezTo>
                <a:cubicBezTo>
                  <a:pt x="141897" y="180188"/>
                  <a:pt x="137205" y="182886"/>
                  <a:pt x="131575" y="184798"/>
                </a:cubicBezTo>
                <a:cubicBezTo>
                  <a:pt x="125945" y="186710"/>
                  <a:pt x="119446" y="187666"/>
                  <a:pt x="112079" y="187666"/>
                </a:cubicBezTo>
                <a:cubicBezTo>
                  <a:pt x="107630" y="187666"/>
                  <a:pt x="103460" y="187292"/>
                  <a:pt x="99567" y="186542"/>
                </a:cubicBezTo>
                <a:cubicBezTo>
                  <a:pt x="95675" y="185792"/>
                  <a:pt x="92217" y="184907"/>
                  <a:pt x="89194" y="183884"/>
                </a:cubicBezTo>
                <a:cubicBezTo>
                  <a:pt x="86170" y="182862"/>
                  <a:pt x="83651" y="181806"/>
                  <a:pt x="81635" y="180716"/>
                </a:cubicBezTo>
                <a:cubicBezTo>
                  <a:pt x="79619" y="179626"/>
                  <a:pt x="78368" y="178876"/>
                  <a:pt x="77882" y="178467"/>
                </a:cubicBezTo>
                <a:cubicBezTo>
                  <a:pt x="77395" y="178058"/>
                  <a:pt x="77030" y="177649"/>
                  <a:pt x="76787" y="177241"/>
                </a:cubicBezTo>
                <a:cubicBezTo>
                  <a:pt x="76544" y="176832"/>
                  <a:pt x="76335" y="176372"/>
                  <a:pt x="76161" y="175861"/>
                </a:cubicBezTo>
                <a:cubicBezTo>
                  <a:pt x="75988" y="175350"/>
                  <a:pt x="75849" y="174702"/>
                  <a:pt x="75744" y="173919"/>
                </a:cubicBezTo>
                <a:cubicBezTo>
                  <a:pt x="75640" y="173135"/>
                  <a:pt x="75588" y="172198"/>
                  <a:pt x="75588" y="171108"/>
                </a:cubicBezTo>
                <a:cubicBezTo>
                  <a:pt x="75588" y="169063"/>
                  <a:pt x="75814" y="167666"/>
                  <a:pt x="76266" y="166917"/>
                </a:cubicBezTo>
                <a:cubicBezTo>
                  <a:pt x="76717" y="166167"/>
                  <a:pt x="77326" y="165792"/>
                  <a:pt x="78090" y="165792"/>
                </a:cubicBezTo>
                <a:cubicBezTo>
                  <a:pt x="78716" y="165792"/>
                  <a:pt x="79984" y="166372"/>
                  <a:pt x="81896" y="167530"/>
                </a:cubicBezTo>
                <a:cubicBezTo>
                  <a:pt x="83807" y="168689"/>
                  <a:pt x="86274" y="169949"/>
                  <a:pt x="89298" y="171312"/>
                </a:cubicBezTo>
                <a:cubicBezTo>
                  <a:pt x="92321" y="172675"/>
                  <a:pt x="95831" y="173936"/>
                  <a:pt x="99828" y="175094"/>
                </a:cubicBezTo>
                <a:cubicBezTo>
                  <a:pt x="103825" y="176252"/>
                  <a:pt x="108256" y="176832"/>
                  <a:pt x="113121" y="176832"/>
                </a:cubicBezTo>
                <a:cubicBezTo>
                  <a:pt x="118126" y="176832"/>
                  <a:pt x="122504" y="176183"/>
                  <a:pt x="126258" y="174886"/>
                </a:cubicBezTo>
                <a:cubicBezTo>
                  <a:pt x="130011" y="173590"/>
                  <a:pt x="133174" y="171763"/>
                  <a:pt x="135745" y="169408"/>
                </a:cubicBezTo>
                <a:cubicBezTo>
                  <a:pt x="138317" y="167051"/>
                  <a:pt x="140246" y="164252"/>
                  <a:pt x="141532" y="161011"/>
                </a:cubicBezTo>
                <a:cubicBezTo>
                  <a:pt x="142818" y="157768"/>
                  <a:pt x="143461" y="154234"/>
                  <a:pt x="143461" y="150409"/>
                </a:cubicBezTo>
                <a:cubicBezTo>
                  <a:pt x="143461" y="146314"/>
                  <a:pt x="142626" y="142611"/>
                  <a:pt x="140958" y="139300"/>
                </a:cubicBezTo>
                <a:cubicBezTo>
                  <a:pt x="139290" y="135988"/>
                  <a:pt x="136892" y="133138"/>
                  <a:pt x="133764" y="130749"/>
                </a:cubicBezTo>
                <a:cubicBezTo>
                  <a:pt x="130637" y="128357"/>
                  <a:pt x="126814" y="126513"/>
                  <a:pt x="122296" y="125216"/>
                </a:cubicBezTo>
                <a:cubicBezTo>
                  <a:pt x="117778" y="123920"/>
                  <a:pt x="112704" y="123271"/>
                  <a:pt x="107074" y="123271"/>
                </a:cubicBezTo>
                <a:lnTo>
                  <a:pt x="93729" y="123271"/>
                </a:lnTo>
                <a:cubicBezTo>
                  <a:pt x="93312" y="123271"/>
                  <a:pt x="92877" y="123168"/>
                  <a:pt x="92426" y="122961"/>
                </a:cubicBezTo>
                <a:cubicBezTo>
                  <a:pt x="91974" y="122755"/>
                  <a:pt x="91557" y="122428"/>
                  <a:pt x="91175" y="121981"/>
                </a:cubicBezTo>
                <a:cubicBezTo>
                  <a:pt x="90792" y="121533"/>
                  <a:pt x="90480" y="120966"/>
                  <a:pt x="90236" y="120278"/>
                </a:cubicBezTo>
                <a:cubicBezTo>
                  <a:pt x="89993" y="119590"/>
                  <a:pt x="89871" y="118731"/>
                  <a:pt x="89871" y="117700"/>
                </a:cubicBezTo>
                <a:cubicBezTo>
                  <a:pt x="89871" y="116806"/>
                  <a:pt x="89976" y="116032"/>
                  <a:pt x="90184" y="115378"/>
                </a:cubicBezTo>
                <a:cubicBezTo>
                  <a:pt x="90393" y="114724"/>
                  <a:pt x="90671" y="114174"/>
                  <a:pt x="91018" y="113727"/>
                </a:cubicBezTo>
                <a:cubicBezTo>
                  <a:pt x="91366" y="113280"/>
                  <a:pt x="91765" y="112953"/>
                  <a:pt x="92217" y="112746"/>
                </a:cubicBezTo>
                <a:cubicBezTo>
                  <a:pt x="92669" y="112540"/>
                  <a:pt x="93173" y="112436"/>
                  <a:pt x="93729" y="112436"/>
                </a:cubicBezTo>
                <a:lnTo>
                  <a:pt x="105510" y="112436"/>
                </a:lnTo>
                <a:cubicBezTo>
                  <a:pt x="110376" y="112436"/>
                  <a:pt x="114772" y="111789"/>
                  <a:pt x="118699" y="110494"/>
                </a:cubicBezTo>
                <a:cubicBezTo>
                  <a:pt x="122626" y="109200"/>
                  <a:pt x="125980" y="107343"/>
                  <a:pt x="128760" y="104924"/>
                </a:cubicBezTo>
                <a:cubicBezTo>
                  <a:pt x="131540" y="102504"/>
                  <a:pt x="133678" y="99608"/>
                  <a:pt x="135172" y="96235"/>
                </a:cubicBezTo>
                <a:cubicBezTo>
                  <a:pt x="136666" y="92862"/>
                  <a:pt x="137414" y="89097"/>
                  <a:pt x="137414" y="84941"/>
                </a:cubicBezTo>
                <a:cubicBezTo>
                  <a:pt x="137414" y="81874"/>
                  <a:pt x="136910" y="78978"/>
                  <a:pt x="135902" y="76252"/>
                </a:cubicBezTo>
                <a:cubicBezTo>
                  <a:pt x="134894" y="73527"/>
                  <a:pt x="133400" y="71142"/>
                  <a:pt x="131419" y="69097"/>
                </a:cubicBezTo>
                <a:cubicBezTo>
                  <a:pt x="129438" y="67053"/>
                  <a:pt x="126935" y="65452"/>
                  <a:pt x="123912" y="64293"/>
                </a:cubicBezTo>
                <a:cubicBezTo>
                  <a:pt x="120888" y="63135"/>
                  <a:pt x="117361" y="62555"/>
                  <a:pt x="113330" y="62555"/>
                </a:cubicBezTo>
                <a:cubicBezTo>
                  <a:pt x="109090" y="62555"/>
                  <a:pt x="105232" y="63174"/>
                  <a:pt x="101757" y="64411"/>
                </a:cubicBezTo>
                <a:cubicBezTo>
                  <a:pt x="98282" y="65649"/>
                  <a:pt x="95206" y="67006"/>
                  <a:pt x="92530" y="68484"/>
                </a:cubicBezTo>
                <a:cubicBezTo>
                  <a:pt x="89854" y="69962"/>
                  <a:pt x="87665" y="71319"/>
                  <a:pt x="85962" y="72557"/>
                </a:cubicBezTo>
                <a:cubicBezTo>
                  <a:pt x="84259" y="73794"/>
                  <a:pt x="83060" y="74412"/>
                  <a:pt x="82365" y="74412"/>
                </a:cubicBezTo>
                <a:cubicBezTo>
                  <a:pt x="81948" y="74412"/>
                  <a:pt x="81565" y="74344"/>
                  <a:pt x="81218" y="74208"/>
                </a:cubicBezTo>
                <a:cubicBezTo>
                  <a:pt x="80870" y="74070"/>
                  <a:pt x="80575" y="73796"/>
                  <a:pt x="80332" y="73387"/>
                </a:cubicBezTo>
                <a:cubicBezTo>
                  <a:pt x="80088" y="72976"/>
                  <a:pt x="79915" y="72412"/>
                  <a:pt x="79810" y="71694"/>
                </a:cubicBezTo>
                <a:cubicBezTo>
                  <a:pt x="79706" y="70974"/>
                  <a:pt x="79654" y="70032"/>
                  <a:pt x="79654" y="68867"/>
                </a:cubicBezTo>
                <a:cubicBezTo>
                  <a:pt x="79654" y="68116"/>
                  <a:pt x="79689" y="67449"/>
                  <a:pt x="79758" y="66868"/>
                </a:cubicBezTo>
                <a:cubicBezTo>
                  <a:pt x="79828" y="66284"/>
                  <a:pt x="79967" y="65753"/>
                  <a:pt x="80175" y="65274"/>
                </a:cubicBezTo>
                <a:cubicBezTo>
                  <a:pt x="80384" y="64795"/>
                  <a:pt x="80627" y="64333"/>
                  <a:pt x="80905" y="63887"/>
                </a:cubicBezTo>
                <a:cubicBezTo>
                  <a:pt x="81183" y="63442"/>
                  <a:pt x="81635" y="62912"/>
                  <a:pt x="82260" y="62297"/>
                </a:cubicBezTo>
                <a:cubicBezTo>
                  <a:pt x="82886" y="61681"/>
                  <a:pt x="84172" y="60757"/>
                  <a:pt x="86118" y="59524"/>
                </a:cubicBezTo>
                <a:cubicBezTo>
                  <a:pt x="88064" y="58291"/>
                  <a:pt x="90445" y="57093"/>
                  <a:pt x="93260" y="55931"/>
                </a:cubicBezTo>
                <a:cubicBezTo>
                  <a:pt x="96075" y="54766"/>
                  <a:pt x="99289" y="53774"/>
                  <a:pt x="102904" y="52954"/>
                </a:cubicBezTo>
                <a:cubicBezTo>
                  <a:pt x="106518" y="52132"/>
                  <a:pt x="110376" y="51721"/>
                  <a:pt x="114476" y="51721"/>
                </a:cubicBezTo>
                <a:cubicBezTo>
                  <a:pt x="120663" y="51721"/>
                  <a:pt x="126032" y="52539"/>
                  <a:pt x="130585" y="54177"/>
                </a:cubicBezTo>
                <a:cubicBezTo>
                  <a:pt x="135137" y="55812"/>
                  <a:pt x="138908" y="58062"/>
                  <a:pt x="141897" y="60926"/>
                </a:cubicBezTo>
                <a:cubicBezTo>
                  <a:pt x="144885" y="63791"/>
                  <a:pt x="147110" y="67183"/>
                  <a:pt x="148569" y="71103"/>
                </a:cubicBezTo>
                <a:cubicBezTo>
                  <a:pt x="150029" y="75024"/>
                  <a:pt x="150759" y="79268"/>
                  <a:pt x="150759" y="83835"/>
                </a:cubicBezTo>
                <a:cubicBezTo>
                  <a:pt x="150759" y="88062"/>
                  <a:pt x="150185" y="92000"/>
                  <a:pt x="149038" y="95648"/>
                </a:cubicBezTo>
                <a:cubicBezTo>
                  <a:pt x="147892" y="99295"/>
                  <a:pt x="146206" y="102534"/>
                  <a:pt x="143982" y="105364"/>
                </a:cubicBezTo>
                <a:cubicBezTo>
                  <a:pt x="141758" y="108194"/>
                  <a:pt x="139030" y="110564"/>
                  <a:pt x="135797" y="112475"/>
                </a:cubicBezTo>
                <a:cubicBezTo>
                  <a:pt x="132565" y="114383"/>
                  <a:pt x="128864" y="115677"/>
                  <a:pt x="124694" y="116359"/>
                </a:cubicBezTo>
                <a:lnTo>
                  <a:pt x="124694" y="116563"/>
                </a:lnTo>
                <a:cubicBezTo>
                  <a:pt x="129351" y="116974"/>
                  <a:pt x="133643" y="118068"/>
                  <a:pt x="137570" y="119844"/>
                </a:cubicBezTo>
                <a:cubicBezTo>
                  <a:pt x="141497" y="121618"/>
                  <a:pt x="144903" y="123906"/>
                  <a:pt x="147787" y="126708"/>
                </a:cubicBezTo>
                <a:cubicBezTo>
                  <a:pt x="150672" y="129508"/>
                  <a:pt x="152931" y="132770"/>
                  <a:pt x="154564" y="136492"/>
                </a:cubicBezTo>
                <a:cubicBezTo>
                  <a:pt x="156198" y="140214"/>
                  <a:pt x="157014" y="144226"/>
                  <a:pt x="157014" y="14852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③">
            <a:extLst xmlns:a="http://schemas.openxmlformats.org/drawingml/2006/main">
              <a:ext uri="{FF2B5EF4-FFF2-40B4-BE49-F238E27FC236}">
                <a16:creationId xmlns:a16="http://schemas.microsoft.com/office/drawing/2014/main" id="{B9C4A4CB-E1E0-4786-BDA4-755E864B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505" y="2484597"/>
            <a:ext cx="232498" cy="241431"/>
          </a:xfrm>
          <a:custGeom xmlns:a="http://schemas.openxmlformats.org/drawingml/2006/main">
            <a:pathLst>
              <a:path w="232498" h="241431" fill="none">
                <a:moveTo>
                  <a:pt x="116249" y="231823"/>
                </a:moveTo>
                <a:cubicBezTo>
                  <a:pt x="135294" y="231823"/>
                  <a:pt x="151471" y="229304"/>
                  <a:pt x="164782" y="224266"/>
                </a:cubicBezTo>
                <a:cubicBezTo>
                  <a:pt x="178092" y="219227"/>
                  <a:pt x="188935" y="211959"/>
                  <a:pt x="197310" y="202462"/>
                </a:cubicBezTo>
                <a:cubicBezTo>
                  <a:pt x="205686" y="192967"/>
                  <a:pt x="211768" y="181343"/>
                  <a:pt x="215556" y="167591"/>
                </a:cubicBezTo>
                <a:cubicBezTo>
                  <a:pt x="219344" y="153837"/>
                  <a:pt x="221238" y="138211"/>
                  <a:pt x="221238" y="120716"/>
                </a:cubicBezTo>
                <a:cubicBezTo>
                  <a:pt x="221238" y="102947"/>
                  <a:pt x="219309" y="87170"/>
                  <a:pt x="215451" y="73384"/>
                </a:cubicBezTo>
                <a:cubicBezTo>
                  <a:pt x="211594" y="59598"/>
                  <a:pt x="205477" y="47990"/>
                  <a:pt x="197102" y="38561"/>
                </a:cubicBezTo>
                <a:cubicBezTo>
                  <a:pt x="188726" y="29131"/>
                  <a:pt x="177883" y="21948"/>
                  <a:pt x="164573" y="17012"/>
                </a:cubicBezTo>
                <a:cubicBezTo>
                  <a:pt x="151263" y="12076"/>
                  <a:pt x="135155" y="9608"/>
                  <a:pt x="116249" y="9608"/>
                </a:cubicBezTo>
                <a:cubicBezTo>
                  <a:pt x="97204" y="9608"/>
                  <a:pt x="81027" y="12127"/>
                  <a:pt x="67716" y="17166"/>
                </a:cubicBezTo>
                <a:cubicBezTo>
                  <a:pt x="54406" y="22204"/>
                  <a:pt x="43563" y="29472"/>
                  <a:pt x="35187" y="38969"/>
                </a:cubicBezTo>
                <a:cubicBezTo>
                  <a:pt x="26812" y="48465"/>
                  <a:pt x="20730" y="60107"/>
                  <a:pt x="16942" y="73895"/>
                </a:cubicBezTo>
                <a:cubicBezTo>
                  <a:pt x="13154" y="87681"/>
                  <a:pt x="11260" y="103288"/>
                  <a:pt x="11260" y="120716"/>
                </a:cubicBezTo>
                <a:cubicBezTo>
                  <a:pt x="11260" y="138484"/>
                  <a:pt x="13171" y="154261"/>
                  <a:pt x="16994" y="168048"/>
                </a:cubicBezTo>
                <a:cubicBezTo>
                  <a:pt x="20817" y="181834"/>
                  <a:pt x="26934" y="193442"/>
                  <a:pt x="35344" y="202871"/>
                </a:cubicBezTo>
                <a:cubicBezTo>
                  <a:pt x="43754" y="212300"/>
                  <a:pt x="54614" y="219483"/>
                  <a:pt x="67925" y="224419"/>
                </a:cubicBezTo>
                <a:cubicBezTo>
                  <a:pt x="81235" y="229355"/>
                  <a:pt x="97343" y="231823"/>
                  <a:pt x="116249" y="231823"/>
                </a:cubicBezTo>
                <a:moveTo>
                  <a:pt x="232498" y="119489"/>
                </a:moveTo>
                <a:cubicBezTo>
                  <a:pt x="232498" y="139728"/>
                  <a:pt x="230135" y="157479"/>
                  <a:pt x="225408" y="172743"/>
                </a:cubicBezTo>
                <a:cubicBezTo>
                  <a:pt x="220682" y="188007"/>
                  <a:pt x="213471" y="200716"/>
                  <a:pt x="203774" y="210869"/>
                </a:cubicBezTo>
                <a:cubicBezTo>
                  <a:pt x="194078" y="221023"/>
                  <a:pt x="181845" y="228655"/>
                  <a:pt x="167075" y="233765"/>
                </a:cubicBezTo>
                <a:cubicBezTo>
                  <a:pt x="152305" y="238876"/>
                  <a:pt x="134911" y="241431"/>
                  <a:pt x="114894" y="241431"/>
                </a:cubicBezTo>
                <a:cubicBezTo>
                  <a:pt x="95084" y="241431"/>
                  <a:pt x="77968" y="238791"/>
                  <a:pt x="63546" y="233510"/>
                </a:cubicBezTo>
                <a:cubicBezTo>
                  <a:pt x="49123" y="228229"/>
                  <a:pt x="37203" y="220511"/>
                  <a:pt x="27785" y="210358"/>
                </a:cubicBezTo>
                <a:cubicBezTo>
                  <a:pt x="18367" y="200205"/>
                  <a:pt x="11382" y="187718"/>
                  <a:pt x="6829" y="172896"/>
                </a:cubicBezTo>
                <a:cubicBezTo>
                  <a:pt x="2276" y="158075"/>
                  <a:pt x="0" y="141091"/>
                  <a:pt x="0" y="121942"/>
                </a:cubicBezTo>
                <a:cubicBezTo>
                  <a:pt x="0" y="101704"/>
                  <a:pt x="2363" y="83952"/>
                  <a:pt x="7090" y="68688"/>
                </a:cubicBezTo>
                <a:cubicBezTo>
                  <a:pt x="11816" y="53424"/>
                  <a:pt x="19027" y="40716"/>
                  <a:pt x="28723" y="30562"/>
                </a:cubicBezTo>
                <a:cubicBezTo>
                  <a:pt x="38419" y="20409"/>
                  <a:pt x="50653" y="12777"/>
                  <a:pt x="65423" y="7666"/>
                </a:cubicBezTo>
                <a:cubicBezTo>
                  <a:pt x="80193" y="2555"/>
                  <a:pt x="97587" y="0"/>
                  <a:pt x="117604" y="0"/>
                </a:cubicBezTo>
                <a:cubicBezTo>
                  <a:pt x="137414" y="0"/>
                  <a:pt x="154529" y="2641"/>
                  <a:pt x="168952" y="7922"/>
                </a:cubicBezTo>
                <a:cubicBezTo>
                  <a:pt x="183374" y="13203"/>
                  <a:pt x="195295" y="20920"/>
                  <a:pt x="204713" y="31073"/>
                </a:cubicBezTo>
                <a:cubicBezTo>
                  <a:pt x="214131" y="41227"/>
                  <a:pt x="221116" y="53731"/>
                  <a:pt x="225669" y="68586"/>
                </a:cubicBezTo>
                <a:cubicBezTo>
                  <a:pt x="230221" y="83441"/>
                  <a:pt x="232498" y="100409"/>
                  <a:pt x="232498" y="119489"/>
                </a:cubicBezTo>
                <a:moveTo>
                  <a:pt x="157014" y="148528"/>
                </a:moveTo>
                <a:cubicBezTo>
                  <a:pt x="157014" y="154267"/>
                  <a:pt x="156059" y="159526"/>
                  <a:pt x="154147" y="164307"/>
                </a:cubicBezTo>
                <a:cubicBezTo>
                  <a:pt x="152236" y="169088"/>
                  <a:pt x="149403" y="173220"/>
                  <a:pt x="145650" y="176704"/>
                </a:cubicBezTo>
                <a:cubicBezTo>
                  <a:pt x="141897" y="180188"/>
                  <a:pt x="137205" y="182886"/>
                  <a:pt x="131575" y="184798"/>
                </a:cubicBezTo>
                <a:cubicBezTo>
                  <a:pt x="125945" y="186710"/>
                  <a:pt x="119446" y="187666"/>
                  <a:pt x="112079" y="187666"/>
                </a:cubicBezTo>
                <a:cubicBezTo>
                  <a:pt x="107630" y="187666"/>
                  <a:pt x="103460" y="187292"/>
                  <a:pt x="99567" y="186542"/>
                </a:cubicBezTo>
                <a:cubicBezTo>
                  <a:pt x="95675" y="185792"/>
                  <a:pt x="92217" y="184907"/>
                  <a:pt x="89194" y="183884"/>
                </a:cubicBezTo>
                <a:cubicBezTo>
                  <a:pt x="86170" y="182862"/>
                  <a:pt x="83651" y="181806"/>
                  <a:pt x="81635" y="180716"/>
                </a:cubicBezTo>
                <a:cubicBezTo>
                  <a:pt x="79619" y="179626"/>
                  <a:pt x="78368" y="178876"/>
                  <a:pt x="77882" y="178467"/>
                </a:cubicBezTo>
                <a:cubicBezTo>
                  <a:pt x="77395" y="178058"/>
                  <a:pt x="77030" y="177649"/>
                  <a:pt x="76787" y="177241"/>
                </a:cubicBezTo>
                <a:cubicBezTo>
                  <a:pt x="76544" y="176832"/>
                  <a:pt x="76335" y="176372"/>
                  <a:pt x="76161" y="175861"/>
                </a:cubicBezTo>
                <a:cubicBezTo>
                  <a:pt x="75988" y="175350"/>
                  <a:pt x="75849" y="174702"/>
                  <a:pt x="75744" y="173919"/>
                </a:cubicBezTo>
                <a:cubicBezTo>
                  <a:pt x="75640" y="173135"/>
                  <a:pt x="75588" y="172198"/>
                  <a:pt x="75588" y="171108"/>
                </a:cubicBezTo>
                <a:cubicBezTo>
                  <a:pt x="75588" y="169063"/>
                  <a:pt x="75814" y="167666"/>
                  <a:pt x="76266" y="166917"/>
                </a:cubicBezTo>
                <a:cubicBezTo>
                  <a:pt x="76717" y="166167"/>
                  <a:pt x="77326" y="165792"/>
                  <a:pt x="78090" y="165792"/>
                </a:cubicBezTo>
                <a:cubicBezTo>
                  <a:pt x="78716" y="165792"/>
                  <a:pt x="79984" y="166372"/>
                  <a:pt x="81896" y="167530"/>
                </a:cubicBezTo>
                <a:cubicBezTo>
                  <a:pt x="83807" y="168689"/>
                  <a:pt x="86274" y="169949"/>
                  <a:pt x="89298" y="171312"/>
                </a:cubicBezTo>
                <a:cubicBezTo>
                  <a:pt x="92321" y="172675"/>
                  <a:pt x="95831" y="173936"/>
                  <a:pt x="99828" y="175094"/>
                </a:cubicBezTo>
                <a:cubicBezTo>
                  <a:pt x="103825" y="176252"/>
                  <a:pt x="108256" y="176832"/>
                  <a:pt x="113121" y="176832"/>
                </a:cubicBezTo>
                <a:cubicBezTo>
                  <a:pt x="118126" y="176832"/>
                  <a:pt x="122504" y="176183"/>
                  <a:pt x="126258" y="174886"/>
                </a:cubicBezTo>
                <a:cubicBezTo>
                  <a:pt x="130011" y="173590"/>
                  <a:pt x="133174" y="171763"/>
                  <a:pt x="135745" y="169408"/>
                </a:cubicBezTo>
                <a:cubicBezTo>
                  <a:pt x="138317" y="167051"/>
                  <a:pt x="140246" y="164252"/>
                  <a:pt x="141532" y="161011"/>
                </a:cubicBezTo>
                <a:cubicBezTo>
                  <a:pt x="142818" y="157768"/>
                  <a:pt x="143461" y="154234"/>
                  <a:pt x="143461" y="150409"/>
                </a:cubicBezTo>
                <a:cubicBezTo>
                  <a:pt x="143461" y="146314"/>
                  <a:pt x="142626" y="142611"/>
                  <a:pt x="140958" y="139300"/>
                </a:cubicBezTo>
                <a:cubicBezTo>
                  <a:pt x="139290" y="135988"/>
                  <a:pt x="136892" y="133138"/>
                  <a:pt x="133764" y="130749"/>
                </a:cubicBezTo>
                <a:cubicBezTo>
                  <a:pt x="130637" y="128357"/>
                  <a:pt x="126814" y="126513"/>
                  <a:pt x="122296" y="125216"/>
                </a:cubicBezTo>
                <a:cubicBezTo>
                  <a:pt x="117778" y="123920"/>
                  <a:pt x="112704" y="123271"/>
                  <a:pt x="107074" y="123271"/>
                </a:cubicBezTo>
                <a:lnTo>
                  <a:pt x="93729" y="123271"/>
                </a:lnTo>
                <a:cubicBezTo>
                  <a:pt x="93312" y="123271"/>
                  <a:pt x="92877" y="123168"/>
                  <a:pt x="92426" y="122961"/>
                </a:cubicBezTo>
                <a:cubicBezTo>
                  <a:pt x="91974" y="122755"/>
                  <a:pt x="91557" y="122428"/>
                  <a:pt x="91175" y="121981"/>
                </a:cubicBezTo>
                <a:cubicBezTo>
                  <a:pt x="90792" y="121533"/>
                  <a:pt x="90480" y="120966"/>
                  <a:pt x="90236" y="120278"/>
                </a:cubicBezTo>
                <a:cubicBezTo>
                  <a:pt x="89993" y="119590"/>
                  <a:pt x="89871" y="118731"/>
                  <a:pt x="89871" y="117700"/>
                </a:cubicBezTo>
                <a:cubicBezTo>
                  <a:pt x="89871" y="116806"/>
                  <a:pt x="89976" y="116032"/>
                  <a:pt x="90184" y="115378"/>
                </a:cubicBezTo>
                <a:cubicBezTo>
                  <a:pt x="90393" y="114724"/>
                  <a:pt x="90671" y="114174"/>
                  <a:pt x="91018" y="113727"/>
                </a:cubicBezTo>
                <a:cubicBezTo>
                  <a:pt x="91366" y="113280"/>
                  <a:pt x="91765" y="112953"/>
                  <a:pt x="92217" y="112746"/>
                </a:cubicBezTo>
                <a:cubicBezTo>
                  <a:pt x="92669" y="112540"/>
                  <a:pt x="93173" y="112436"/>
                  <a:pt x="93729" y="112436"/>
                </a:cubicBezTo>
                <a:lnTo>
                  <a:pt x="105510" y="112436"/>
                </a:lnTo>
                <a:cubicBezTo>
                  <a:pt x="110376" y="112436"/>
                  <a:pt x="114772" y="111789"/>
                  <a:pt x="118699" y="110494"/>
                </a:cubicBezTo>
                <a:cubicBezTo>
                  <a:pt x="122626" y="109200"/>
                  <a:pt x="125980" y="107343"/>
                  <a:pt x="128760" y="104924"/>
                </a:cubicBezTo>
                <a:cubicBezTo>
                  <a:pt x="131540" y="102504"/>
                  <a:pt x="133678" y="99608"/>
                  <a:pt x="135172" y="96235"/>
                </a:cubicBezTo>
                <a:cubicBezTo>
                  <a:pt x="136666" y="92862"/>
                  <a:pt x="137414" y="89097"/>
                  <a:pt x="137414" y="84941"/>
                </a:cubicBezTo>
                <a:cubicBezTo>
                  <a:pt x="137414" y="81874"/>
                  <a:pt x="136910" y="78978"/>
                  <a:pt x="135902" y="76252"/>
                </a:cubicBezTo>
                <a:cubicBezTo>
                  <a:pt x="134894" y="73527"/>
                  <a:pt x="133400" y="71142"/>
                  <a:pt x="131419" y="69097"/>
                </a:cubicBezTo>
                <a:cubicBezTo>
                  <a:pt x="129438" y="67053"/>
                  <a:pt x="126935" y="65452"/>
                  <a:pt x="123912" y="64293"/>
                </a:cubicBezTo>
                <a:cubicBezTo>
                  <a:pt x="120888" y="63135"/>
                  <a:pt x="117361" y="62555"/>
                  <a:pt x="113330" y="62555"/>
                </a:cubicBezTo>
                <a:cubicBezTo>
                  <a:pt x="109090" y="62555"/>
                  <a:pt x="105232" y="63174"/>
                  <a:pt x="101757" y="64411"/>
                </a:cubicBezTo>
                <a:cubicBezTo>
                  <a:pt x="98282" y="65649"/>
                  <a:pt x="95206" y="67006"/>
                  <a:pt x="92530" y="68484"/>
                </a:cubicBezTo>
                <a:cubicBezTo>
                  <a:pt x="89854" y="69962"/>
                  <a:pt x="87665" y="71319"/>
                  <a:pt x="85962" y="72557"/>
                </a:cubicBezTo>
                <a:cubicBezTo>
                  <a:pt x="84259" y="73794"/>
                  <a:pt x="83060" y="74412"/>
                  <a:pt x="82365" y="74412"/>
                </a:cubicBezTo>
                <a:cubicBezTo>
                  <a:pt x="81948" y="74412"/>
                  <a:pt x="81565" y="74344"/>
                  <a:pt x="81218" y="74208"/>
                </a:cubicBezTo>
                <a:cubicBezTo>
                  <a:pt x="80870" y="74070"/>
                  <a:pt x="80575" y="73796"/>
                  <a:pt x="80332" y="73387"/>
                </a:cubicBezTo>
                <a:cubicBezTo>
                  <a:pt x="80088" y="72976"/>
                  <a:pt x="79915" y="72412"/>
                  <a:pt x="79810" y="71694"/>
                </a:cubicBezTo>
                <a:cubicBezTo>
                  <a:pt x="79706" y="70974"/>
                  <a:pt x="79654" y="70032"/>
                  <a:pt x="79654" y="68867"/>
                </a:cubicBezTo>
                <a:cubicBezTo>
                  <a:pt x="79654" y="68116"/>
                  <a:pt x="79689" y="67449"/>
                  <a:pt x="79758" y="66868"/>
                </a:cubicBezTo>
                <a:cubicBezTo>
                  <a:pt x="79828" y="66284"/>
                  <a:pt x="79967" y="65753"/>
                  <a:pt x="80175" y="65274"/>
                </a:cubicBezTo>
                <a:cubicBezTo>
                  <a:pt x="80384" y="64795"/>
                  <a:pt x="80627" y="64333"/>
                  <a:pt x="80905" y="63887"/>
                </a:cubicBezTo>
                <a:cubicBezTo>
                  <a:pt x="81183" y="63442"/>
                  <a:pt x="81635" y="62912"/>
                  <a:pt x="82260" y="62297"/>
                </a:cubicBezTo>
                <a:cubicBezTo>
                  <a:pt x="82886" y="61681"/>
                  <a:pt x="84172" y="60757"/>
                  <a:pt x="86118" y="59524"/>
                </a:cubicBezTo>
                <a:cubicBezTo>
                  <a:pt x="88064" y="58291"/>
                  <a:pt x="90445" y="57093"/>
                  <a:pt x="93260" y="55931"/>
                </a:cubicBezTo>
                <a:cubicBezTo>
                  <a:pt x="96075" y="54766"/>
                  <a:pt x="99289" y="53774"/>
                  <a:pt x="102904" y="52954"/>
                </a:cubicBezTo>
                <a:cubicBezTo>
                  <a:pt x="106518" y="52132"/>
                  <a:pt x="110376" y="51721"/>
                  <a:pt x="114476" y="51721"/>
                </a:cubicBezTo>
                <a:cubicBezTo>
                  <a:pt x="120663" y="51721"/>
                  <a:pt x="126032" y="52539"/>
                  <a:pt x="130585" y="54177"/>
                </a:cubicBezTo>
                <a:cubicBezTo>
                  <a:pt x="135137" y="55812"/>
                  <a:pt x="138908" y="58062"/>
                  <a:pt x="141897" y="60926"/>
                </a:cubicBezTo>
                <a:cubicBezTo>
                  <a:pt x="144885" y="63791"/>
                  <a:pt x="147110" y="67183"/>
                  <a:pt x="148569" y="71103"/>
                </a:cubicBezTo>
                <a:cubicBezTo>
                  <a:pt x="150029" y="75024"/>
                  <a:pt x="150759" y="79268"/>
                  <a:pt x="150759" y="83835"/>
                </a:cubicBezTo>
                <a:cubicBezTo>
                  <a:pt x="150759" y="88062"/>
                  <a:pt x="150185" y="92000"/>
                  <a:pt x="149038" y="95648"/>
                </a:cubicBezTo>
                <a:cubicBezTo>
                  <a:pt x="147892" y="99295"/>
                  <a:pt x="146206" y="102534"/>
                  <a:pt x="143982" y="105364"/>
                </a:cubicBezTo>
                <a:cubicBezTo>
                  <a:pt x="141758" y="108194"/>
                  <a:pt x="139030" y="110564"/>
                  <a:pt x="135797" y="112475"/>
                </a:cubicBezTo>
                <a:cubicBezTo>
                  <a:pt x="132565" y="114383"/>
                  <a:pt x="128864" y="115677"/>
                  <a:pt x="124694" y="116359"/>
                </a:cubicBezTo>
                <a:lnTo>
                  <a:pt x="124694" y="116563"/>
                </a:lnTo>
                <a:cubicBezTo>
                  <a:pt x="129351" y="116974"/>
                  <a:pt x="133643" y="118068"/>
                  <a:pt x="137570" y="119844"/>
                </a:cubicBezTo>
                <a:cubicBezTo>
                  <a:pt x="141497" y="121618"/>
                  <a:pt x="144903" y="123906"/>
                  <a:pt x="147787" y="126708"/>
                </a:cubicBezTo>
                <a:cubicBezTo>
                  <a:pt x="150672" y="129508"/>
                  <a:pt x="152931" y="132770"/>
                  <a:pt x="154564" y="136492"/>
                </a:cubicBezTo>
                <a:cubicBezTo>
                  <a:pt x="156198" y="140214"/>
                  <a:pt x="157014" y="144226"/>
                  <a:pt x="157014" y="148528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6437" cap="flat">
            <a:solidFill>
              <a:srgbClr val="000000"/>
            </a:solidFill>
            <a:miter/>
          </a:ln>
        </p:spPr>
      </p:sp>
      <p:sp>
        <p:nvSpPr>
          <p:cNvPr id="90" name="Text :Solvingoutermintoupdate">
            <a:extLst xmlns:a="http://schemas.openxmlformats.org/drawingml/2006/main">
              <a:ext uri="{FF2B5EF4-FFF2-40B4-BE49-F238E27FC236}">
                <a16:creationId xmlns:a16="http://schemas.microsoft.com/office/drawing/2014/main" id="{3CAA726C-E0F5-4293-BB42-81F9D1C5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084" y="2532638"/>
            <a:ext cx="2449845" cy="179898"/>
          </a:xfrm>
          <a:custGeom xmlns:a="http://schemas.openxmlformats.org/drawingml/2006/main">
            <a:pathLst>
              <a:path w="2449845" h="179898">
                <a:moveTo>
                  <a:pt x="17828" y="60000"/>
                </a:moveTo>
                <a:cubicBezTo>
                  <a:pt x="17828" y="61840"/>
                  <a:pt x="17707" y="63390"/>
                  <a:pt x="17463" y="64651"/>
                </a:cubicBezTo>
                <a:cubicBezTo>
                  <a:pt x="17220" y="65912"/>
                  <a:pt x="16751" y="66917"/>
                  <a:pt x="16056" y="67666"/>
                </a:cubicBezTo>
                <a:cubicBezTo>
                  <a:pt x="15361" y="68416"/>
                  <a:pt x="14440" y="68944"/>
                  <a:pt x="13293" y="69251"/>
                </a:cubicBezTo>
                <a:cubicBezTo>
                  <a:pt x="12146" y="69557"/>
                  <a:pt x="10669" y="69711"/>
                  <a:pt x="8862" y="69711"/>
                </a:cubicBezTo>
                <a:cubicBezTo>
                  <a:pt x="7055" y="69711"/>
                  <a:pt x="5595" y="69557"/>
                  <a:pt x="4483" y="69251"/>
                </a:cubicBezTo>
                <a:cubicBezTo>
                  <a:pt x="3371" y="68944"/>
                  <a:pt x="2467" y="68416"/>
                  <a:pt x="1772" y="67666"/>
                </a:cubicBezTo>
                <a:cubicBezTo>
                  <a:pt x="1077" y="66917"/>
                  <a:pt x="608" y="65912"/>
                  <a:pt x="365" y="64651"/>
                </a:cubicBezTo>
                <a:cubicBezTo>
                  <a:pt x="122" y="63390"/>
                  <a:pt x="0" y="61840"/>
                  <a:pt x="0" y="60000"/>
                </a:cubicBezTo>
                <a:cubicBezTo>
                  <a:pt x="0" y="58024"/>
                  <a:pt x="122" y="56406"/>
                  <a:pt x="365" y="55145"/>
                </a:cubicBezTo>
                <a:cubicBezTo>
                  <a:pt x="608" y="53884"/>
                  <a:pt x="1077" y="52879"/>
                  <a:pt x="1772" y="52130"/>
                </a:cubicBezTo>
                <a:cubicBezTo>
                  <a:pt x="2467" y="51380"/>
                  <a:pt x="3371" y="50852"/>
                  <a:pt x="4483" y="50545"/>
                </a:cubicBezTo>
                <a:cubicBezTo>
                  <a:pt x="5595" y="50239"/>
                  <a:pt x="7055" y="50085"/>
                  <a:pt x="8862" y="50085"/>
                </a:cubicBezTo>
                <a:cubicBezTo>
                  <a:pt x="10669" y="50085"/>
                  <a:pt x="12146" y="50239"/>
                  <a:pt x="13293" y="50545"/>
                </a:cubicBezTo>
                <a:cubicBezTo>
                  <a:pt x="14440" y="50852"/>
                  <a:pt x="15361" y="51380"/>
                  <a:pt x="16056" y="52130"/>
                </a:cubicBezTo>
                <a:cubicBezTo>
                  <a:pt x="16751" y="52879"/>
                  <a:pt x="17220" y="53884"/>
                  <a:pt x="17463" y="55145"/>
                </a:cubicBezTo>
                <a:cubicBezTo>
                  <a:pt x="17707" y="56406"/>
                  <a:pt x="17828" y="58024"/>
                  <a:pt x="17828" y="60000"/>
                </a:cubicBezTo>
                <a:moveTo>
                  <a:pt x="17828" y="133493"/>
                </a:moveTo>
                <a:cubicBezTo>
                  <a:pt x="17828" y="135401"/>
                  <a:pt x="17707" y="136985"/>
                  <a:pt x="17463" y="138246"/>
                </a:cubicBezTo>
                <a:cubicBezTo>
                  <a:pt x="17220" y="139506"/>
                  <a:pt x="16751" y="140511"/>
                  <a:pt x="16056" y="141261"/>
                </a:cubicBezTo>
                <a:cubicBezTo>
                  <a:pt x="15361" y="142010"/>
                  <a:pt x="14440" y="142539"/>
                  <a:pt x="13293" y="142845"/>
                </a:cubicBezTo>
                <a:cubicBezTo>
                  <a:pt x="12146" y="143152"/>
                  <a:pt x="10669" y="143305"/>
                  <a:pt x="8862" y="143305"/>
                </a:cubicBezTo>
                <a:cubicBezTo>
                  <a:pt x="7055" y="143305"/>
                  <a:pt x="5595" y="143152"/>
                  <a:pt x="4483" y="142845"/>
                </a:cubicBezTo>
                <a:cubicBezTo>
                  <a:pt x="3371" y="142539"/>
                  <a:pt x="2467" y="142010"/>
                  <a:pt x="1772" y="141261"/>
                </a:cubicBezTo>
                <a:cubicBezTo>
                  <a:pt x="1077" y="140511"/>
                  <a:pt x="608" y="139506"/>
                  <a:pt x="365" y="138246"/>
                </a:cubicBezTo>
                <a:cubicBezTo>
                  <a:pt x="122" y="136985"/>
                  <a:pt x="0" y="135401"/>
                  <a:pt x="0" y="133493"/>
                </a:cubicBezTo>
                <a:cubicBezTo>
                  <a:pt x="0" y="131585"/>
                  <a:pt x="122" y="129983"/>
                  <a:pt x="365" y="128688"/>
                </a:cubicBezTo>
                <a:cubicBezTo>
                  <a:pt x="608" y="127394"/>
                  <a:pt x="1077" y="126389"/>
                  <a:pt x="1772" y="125673"/>
                </a:cubicBezTo>
                <a:cubicBezTo>
                  <a:pt x="2467" y="124958"/>
                  <a:pt x="3371" y="124447"/>
                  <a:pt x="4483" y="124140"/>
                </a:cubicBezTo>
                <a:cubicBezTo>
                  <a:pt x="5595" y="123833"/>
                  <a:pt x="7055" y="123680"/>
                  <a:pt x="8862" y="123680"/>
                </a:cubicBezTo>
                <a:cubicBezTo>
                  <a:pt x="10669" y="123680"/>
                  <a:pt x="12146" y="123833"/>
                  <a:pt x="13293" y="124140"/>
                </a:cubicBezTo>
                <a:cubicBezTo>
                  <a:pt x="14440" y="124447"/>
                  <a:pt x="15361" y="124958"/>
                  <a:pt x="16056" y="125673"/>
                </a:cubicBezTo>
                <a:cubicBezTo>
                  <a:pt x="16751" y="126389"/>
                  <a:pt x="17220" y="127394"/>
                  <a:pt x="17463" y="128688"/>
                </a:cubicBezTo>
                <a:cubicBezTo>
                  <a:pt x="17707" y="129983"/>
                  <a:pt x="17828" y="131585"/>
                  <a:pt x="17828" y="133493"/>
                </a:cubicBezTo>
                <a:close/>
                <a:moveTo>
                  <a:pt x="169810" y="106767"/>
                </a:moveTo>
                <a:cubicBezTo>
                  <a:pt x="169810" y="112635"/>
                  <a:pt x="168732" y="117890"/>
                  <a:pt x="166578" y="122530"/>
                </a:cubicBezTo>
                <a:cubicBezTo>
                  <a:pt x="164423" y="127168"/>
                  <a:pt x="161400" y="131108"/>
                  <a:pt x="157507" y="134349"/>
                </a:cubicBezTo>
                <a:cubicBezTo>
                  <a:pt x="153615" y="137590"/>
                  <a:pt x="148993" y="140063"/>
                  <a:pt x="143641" y="141769"/>
                </a:cubicBezTo>
                <a:cubicBezTo>
                  <a:pt x="138289" y="143474"/>
                  <a:pt x="132450" y="144327"/>
                  <a:pt x="126125" y="144327"/>
                </a:cubicBezTo>
                <a:cubicBezTo>
                  <a:pt x="121816" y="144327"/>
                  <a:pt x="117750" y="143931"/>
                  <a:pt x="113927" y="143139"/>
                </a:cubicBezTo>
                <a:cubicBezTo>
                  <a:pt x="110104" y="142349"/>
                  <a:pt x="106698" y="141405"/>
                  <a:pt x="103710" y="140306"/>
                </a:cubicBezTo>
                <a:cubicBezTo>
                  <a:pt x="100721" y="139205"/>
                  <a:pt x="98201" y="138088"/>
                  <a:pt x="96151" y="136955"/>
                </a:cubicBezTo>
                <a:cubicBezTo>
                  <a:pt x="94100" y="135820"/>
                  <a:pt x="92693" y="134858"/>
                  <a:pt x="91928" y="134068"/>
                </a:cubicBezTo>
                <a:cubicBezTo>
                  <a:pt x="91164" y="133275"/>
                  <a:pt x="90608" y="132351"/>
                  <a:pt x="90260" y="131295"/>
                </a:cubicBezTo>
                <a:cubicBezTo>
                  <a:pt x="89913" y="130239"/>
                  <a:pt x="89739" y="128927"/>
                  <a:pt x="89739" y="127360"/>
                </a:cubicBezTo>
                <a:cubicBezTo>
                  <a:pt x="89739" y="126201"/>
                  <a:pt x="89808" y="125247"/>
                  <a:pt x="89947" y="124498"/>
                </a:cubicBezTo>
                <a:cubicBezTo>
                  <a:pt x="90086" y="123748"/>
                  <a:pt x="90277" y="123135"/>
                  <a:pt x="90521" y="122658"/>
                </a:cubicBezTo>
                <a:cubicBezTo>
                  <a:pt x="90764" y="122181"/>
                  <a:pt x="91077" y="121857"/>
                  <a:pt x="91459" y="121687"/>
                </a:cubicBezTo>
                <a:cubicBezTo>
                  <a:pt x="91841" y="121516"/>
                  <a:pt x="92241" y="121431"/>
                  <a:pt x="92658" y="121431"/>
                </a:cubicBezTo>
                <a:cubicBezTo>
                  <a:pt x="93631" y="121431"/>
                  <a:pt x="95004" y="122033"/>
                  <a:pt x="96776" y="123236"/>
                </a:cubicBezTo>
                <a:cubicBezTo>
                  <a:pt x="98549" y="124439"/>
                  <a:pt x="100842" y="125746"/>
                  <a:pt x="103657" y="127155"/>
                </a:cubicBezTo>
                <a:cubicBezTo>
                  <a:pt x="106472" y="128565"/>
                  <a:pt x="109843" y="129871"/>
                  <a:pt x="113771" y="131075"/>
                </a:cubicBezTo>
                <a:cubicBezTo>
                  <a:pt x="117698" y="132278"/>
                  <a:pt x="122268" y="132879"/>
                  <a:pt x="127481" y="132879"/>
                </a:cubicBezTo>
                <a:cubicBezTo>
                  <a:pt x="131720" y="132879"/>
                  <a:pt x="135613" y="132316"/>
                  <a:pt x="139158" y="131190"/>
                </a:cubicBezTo>
                <a:cubicBezTo>
                  <a:pt x="142702" y="130063"/>
                  <a:pt x="145761" y="128441"/>
                  <a:pt x="148332" y="126325"/>
                </a:cubicBezTo>
                <a:cubicBezTo>
                  <a:pt x="150904" y="124206"/>
                  <a:pt x="152902" y="121593"/>
                  <a:pt x="154327" y="118486"/>
                </a:cubicBezTo>
                <a:cubicBezTo>
                  <a:pt x="155752" y="115379"/>
                  <a:pt x="156465" y="111845"/>
                  <a:pt x="156465" y="107885"/>
                </a:cubicBezTo>
                <a:cubicBezTo>
                  <a:pt x="156465" y="103790"/>
                  <a:pt x="155561" y="100275"/>
                  <a:pt x="153754" y="97340"/>
                </a:cubicBezTo>
                <a:cubicBezTo>
                  <a:pt x="151947" y="94404"/>
                  <a:pt x="149566" y="91827"/>
                  <a:pt x="146612" y="89610"/>
                </a:cubicBezTo>
                <a:cubicBezTo>
                  <a:pt x="143658" y="87392"/>
                  <a:pt x="140304" y="85378"/>
                  <a:pt x="136551" y="83570"/>
                </a:cubicBezTo>
                <a:cubicBezTo>
                  <a:pt x="132798" y="81760"/>
                  <a:pt x="128958" y="79951"/>
                  <a:pt x="125030" y="78143"/>
                </a:cubicBezTo>
                <a:cubicBezTo>
                  <a:pt x="121103" y="76333"/>
                  <a:pt x="117263" y="74371"/>
                  <a:pt x="113510" y="72256"/>
                </a:cubicBezTo>
                <a:cubicBezTo>
                  <a:pt x="109757" y="70140"/>
                  <a:pt x="106403" y="67665"/>
                  <a:pt x="103449" y="64833"/>
                </a:cubicBezTo>
                <a:cubicBezTo>
                  <a:pt x="100495" y="61999"/>
                  <a:pt x="98114" y="58670"/>
                  <a:pt x="96307" y="54848"/>
                </a:cubicBezTo>
                <a:cubicBezTo>
                  <a:pt x="94500" y="51025"/>
                  <a:pt x="93596" y="46488"/>
                  <a:pt x="93596" y="41234"/>
                </a:cubicBezTo>
                <a:cubicBezTo>
                  <a:pt x="93596" y="36117"/>
                  <a:pt x="94535" y="31529"/>
                  <a:pt x="96411" y="27470"/>
                </a:cubicBezTo>
                <a:cubicBezTo>
                  <a:pt x="98288" y="23409"/>
                  <a:pt x="100929" y="19964"/>
                  <a:pt x="104335" y="17134"/>
                </a:cubicBezTo>
                <a:cubicBezTo>
                  <a:pt x="107741" y="14302"/>
                  <a:pt x="111824" y="12135"/>
                  <a:pt x="116586" y="10634"/>
                </a:cubicBezTo>
                <a:cubicBezTo>
                  <a:pt x="121347" y="9132"/>
                  <a:pt x="126577" y="8382"/>
                  <a:pt x="132277" y="8382"/>
                </a:cubicBezTo>
                <a:cubicBezTo>
                  <a:pt x="135126" y="8382"/>
                  <a:pt x="138011" y="8651"/>
                  <a:pt x="140930" y="9190"/>
                </a:cubicBezTo>
                <a:cubicBezTo>
                  <a:pt x="143849" y="9729"/>
                  <a:pt x="146612" y="10420"/>
                  <a:pt x="149219" y="11263"/>
                </a:cubicBezTo>
                <a:cubicBezTo>
                  <a:pt x="151825" y="12106"/>
                  <a:pt x="154154" y="13051"/>
                  <a:pt x="156204" y="14096"/>
                </a:cubicBezTo>
                <a:cubicBezTo>
                  <a:pt x="158254" y="15140"/>
                  <a:pt x="159610" y="15982"/>
                  <a:pt x="160270" y="16623"/>
                </a:cubicBezTo>
                <a:cubicBezTo>
                  <a:pt x="160930" y="17262"/>
                  <a:pt x="161347" y="17736"/>
                  <a:pt x="161521" y="18047"/>
                </a:cubicBezTo>
                <a:cubicBezTo>
                  <a:pt x="161695" y="18356"/>
                  <a:pt x="161851" y="18751"/>
                  <a:pt x="161990" y="19232"/>
                </a:cubicBezTo>
                <a:cubicBezTo>
                  <a:pt x="162129" y="19714"/>
                  <a:pt x="162234" y="20281"/>
                  <a:pt x="162303" y="20935"/>
                </a:cubicBezTo>
                <a:cubicBezTo>
                  <a:pt x="162373" y="21586"/>
                  <a:pt x="162407" y="22394"/>
                  <a:pt x="162407" y="23356"/>
                </a:cubicBezTo>
                <a:cubicBezTo>
                  <a:pt x="162407" y="24250"/>
                  <a:pt x="162355" y="25059"/>
                  <a:pt x="162251" y="25780"/>
                </a:cubicBezTo>
                <a:cubicBezTo>
                  <a:pt x="162147" y="26500"/>
                  <a:pt x="161990" y="27119"/>
                  <a:pt x="161782" y="27636"/>
                </a:cubicBezTo>
                <a:cubicBezTo>
                  <a:pt x="161573" y="28152"/>
                  <a:pt x="161313" y="28547"/>
                  <a:pt x="161000" y="28821"/>
                </a:cubicBezTo>
                <a:cubicBezTo>
                  <a:pt x="160687" y="29096"/>
                  <a:pt x="160322" y="29233"/>
                  <a:pt x="159905" y="29233"/>
                </a:cubicBezTo>
                <a:cubicBezTo>
                  <a:pt x="159141" y="29233"/>
                  <a:pt x="157976" y="28739"/>
                  <a:pt x="156412" y="27751"/>
                </a:cubicBezTo>
                <a:cubicBezTo>
                  <a:pt x="154849" y="26763"/>
                  <a:pt x="152885" y="25656"/>
                  <a:pt x="150522" y="24429"/>
                </a:cubicBezTo>
                <a:cubicBezTo>
                  <a:pt x="148159" y="23203"/>
                  <a:pt x="145344" y="22095"/>
                  <a:pt x="142077" y="21107"/>
                </a:cubicBezTo>
                <a:cubicBezTo>
                  <a:pt x="138810" y="20119"/>
                  <a:pt x="135091" y="19625"/>
                  <a:pt x="130921" y="19625"/>
                </a:cubicBezTo>
                <a:cubicBezTo>
                  <a:pt x="126820" y="19625"/>
                  <a:pt x="123241" y="20171"/>
                  <a:pt x="120182" y="21264"/>
                </a:cubicBezTo>
                <a:cubicBezTo>
                  <a:pt x="117124" y="22356"/>
                  <a:pt x="114587" y="23842"/>
                  <a:pt x="112572" y="25720"/>
                </a:cubicBezTo>
                <a:cubicBezTo>
                  <a:pt x="110556" y="27598"/>
                  <a:pt x="109044" y="29801"/>
                  <a:pt x="108036" y="32329"/>
                </a:cubicBezTo>
                <a:cubicBezTo>
                  <a:pt x="107028" y="34856"/>
                  <a:pt x="106524" y="37520"/>
                  <a:pt x="106524" y="40321"/>
                </a:cubicBezTo>
                <a:cubicBezTo>
                  <a:pt x="106524" y="44416"/>
                  <a:pt x="107428" y="47931"/>
                  <a:pt x="109235" y="50868"/>
                </a:cubicBezTo>
                <a:cubicBezTo>
                  <a:pt x="111042" y="53802"/>
                  <a:pt x="113440" y="56396"/>
                  <a:pt x="116429" y="58649"/>
                </a:cubicBezTo>
                <a:cubicBezTo>
                  <a:pt x="119418" y="60900"/>
                  <a:pt x="122806" y="62930"/>
                  <a:pt x="126594" y="64740"/>
                </a:cubicBezTo>
                <a:cubicBezTo>
                  <a:pt x="130382" y="66548"/>
                  <a:pt x="134240" y="68357"/>
                  <a:pt x="138167" y="70167"/>
                </a:cubicBezTo>
                <a:cubicBezTo>
                  <a:pt x="142094" y="71975"/>
                  <a:pt x="145952" y="73920"/>
                  <a:pt x="149740" y="76003"/>
                </a:cubicBezTo>
                <a:cubicBezTo>
                  <a:pt x="153528" y="78086"/>
                  <a:pt x="156916" y="80543"/>
                  <a:pt x="159905" y="83375"/>
                </a:cubicBezTo>
                <a:cubicBezTo>
                  <a:pt x="162894" y="86208"/>
                  <a:pt x="165292" y="89518"/>
                  <a:pt x="167099" y="93306"/>
                </a:cubicBezTo>
                <a:cubicBezTo>
                  <a:pt x="168906" y="97095"/>
                  <a:pt x="169810" y="101581"/>
                  <a:pt x="169810" y="106767"/>
                </a:cubicBezTo>
                <a:close/>
                <a:moveTo>
                  <a:pt x="280083" y="93271"/>
                </a:moveTo>
                <a:cubicBezTo>
                  <a:pt x="280083" y="100637"/>
                  <a:pt x="279110" y="107424"/>
                  <a:pt x="277164" y="113631"/>
                </a:cubicBezTo>
                <a:cubicBezTo>
                  <a:pt x="275218" y="119838"/>
                  <a:pt x="272316" y="125228"/>
                  <a:pt x="268458" y="129800"/>
                </a:cubicBezTo>
                <a:cubicBezTo>
                  <a:pt x="264600" y="134370"/>
                  <a:pt x="259787" y="137934"/>
                  <a:pt x="254018" y="140491"/>
                </a:cubicBezTo>
                <a:cubicBezTo>
                  <a:pt x="248249" y="143049"/>
                  <a:pt x="241542" y="144327"/>
                  <a:pt x="233896" y="144327"/>
                </a:cubicBezTo>
                <a:cubicBezTo>
                  <a:pt x="226529" y="144327"/>
                  <a:pt x="220082" y="143185"/>
                  <a:pt x="214556" y="140900"/>
                </a:cubicBezTo>
                <a:cubicBezTo>
                  <a:pt x="209030" y="138615"/>
                  <a:pt x="204408" y="135341"/>
                  <a:pt x="200690" y="131078"/>
                </a:cubicBezTo>
                <a:cubicBezTo>
                  <a:pt x="196971" y="126815"/>
                  <a:pt x="194191" y="121647"/>
                  <a:pt x="192349" y="115576"/>
                </a:cubicBezTo>
                <a:cubicBezTo>
                  <a:pt x="190507" y="109505"/>
                  <a:pt x="189586" y="102649"/>
                  <a:pt x="189586" y="95009"/>
                </a:cubicBezTo>
                <a:cubicBezTo>
                  <a:pt x="189586" y="87643"/>
                  <a:pt x="190542" y="80856"/>
                  <a:pt x="192453" y="74649"/>
                </a:cubicBezTo>
                <a:cubicBezTo>
                  <a:pt x="194365" y="68441"/>
                  <a:pt x="197249" y="63070"/>
                  <a:pt x="201107" y="58534"/>
                </a:cubicBezTo>
                <a:cubicBezTo>
                  <a:pt x="204964" y="53996"/>
                  <a:pt x="209778" y="50465"/>
                  <a:pt x="215547" y="47942"/>
                </a:cubicBezTo>
                <a:cubicBezTo>
                  <a:pt x="221316" y="45419"/>
                  <a:pt x="228058" y="44157"/>
                  <a:pt x="235773" y="44157"/>
                </a:cubicBezTo>
                <a:cubicBezTo>
                  <a:pt x="243140" y="44157"/>
                  <a:pt x="249587" y="45282"/>
                  <a:pt x="255113" y="47533"/>
                </a:cubicBezTo>
                <a:cubicBezTo>
                  <a:pt x="260639" y="49784"/>
                  <a:pt x="265243" y="53041"/>
                  <a:pt x="268927" y="57304"/>
                </a:cubicBezTo>
                <a:cubicBezTo>
                  <a:pt x="272611" y="61567"/>
                  <a:pt x="275391" y="66735"/>
                  <a:pt x="277268" y="72806"/>
                </a:cubicBezTo>
                <a:cubicBezTo>
                  <a:pt x="279145" y="78877"/>
                  <a:pt x="280083" y="85699"/>
                  <a:pt x="280083" y="93271"/>
                </a:cubicBezTo>
                <a:moveTo>
                  <a:pt x="266946" y="94395"/>
                </a:moveTo>
                <a:cubicBezTo>
                  <a:pt x="266946" y="89142"/>
                  <a:pt x="266425" y="84127"/>
                  <a:pt x="265382" y="79351"/>
                </a:cubicBezTo>
                <a:cubicBezTo>
                  <a:pt x="264340" y="74574"/>
                  <a:pt x="262602" y="70361"/>
                  <a:pt x="260169" y="66711"/>
                </a:cubicBezTo>
                <a:cubicBezTo>
                  <a:pt x="257737" y="63061"/>
                  <a:pt x="254470" y="60162"/>
                  <a:pt x="250369" y="58013"/>
                </a:cubicBezTo>
                <a:cubicBezTo>
                  <a:pt x="246268" y="55863"/>
                  <a:pt x="241160" y="54787"/>
                  <a:pt x="235043" y="54787"/>
                </a:cubicBezTo>
                <a:cubicBezTo>
                  <a:pt x="229413" y="54787"/>
                  <a:pt x="224548" y="55776"/>
                  <a:pt x="220447" y="57755"/>
                </a:cubicBezTo>
                <a:cubicBezTo>
                  <a:pt x="216346" y="59733"/>
                  <a:pt x="212992" y="62480"/>
                  <a:pt x="210386" y="65996"/>
                </a:cubicBezTo>
                <a:cubicBezTo>
                  <a:pt x="207779" y="69509"/>
                  <a:pt x="205850" y="73654"/>
                  <a:pt x="204599" y="78431"/>
                </a:cubicBezTo>
                <a:cubicBezTo>
                  <a:pt x="203348" y="83207"/>
                  <a:pt x="202723" y="88358"/>
                  <a:pt x="202723" y="93884"/>
                </a:cubicBezTo>
                <a:cubicBezTo>
                  <a:pt x="202723" y="99206"/>
                  <a:pt x="203244" y="104272"/>
                  <a:pt x="204287" y="109082"/>
                </a:cubicBezTo>
                <a:cubicBezTo>
                  <a:pt x="205329" y="113893"/>
                  <a:pt x="207067" y="118106"/>
                  <a:pt x="209500" y="121722"/>
                </a:cubicBezTo>
                <a:cubicBezTo>
                  <a:pt x="211932" y="125338"/>
                  <a:pt x="215199" y="128204"/>
                  <a:pt x="219300" y="130321"/>
                </a:cubicBezTo>
                <a:cubicBezTo>
                  <a:pt x="223401" y="132435"/>
                  <a:pt x="228509" y="133493"/>
                  <a:pt x="234626" y="133493"/>
                </a:cubicBezTo>
                <a:cubicBezTo>
                  <a:pt x="240256" y="133493"/>
                  <a:pt x="245121" y="132503"/>
                  <a:pt x="249222" y="130525"/>
                </a:cubicBezTo>
                <a:cubicBezTo>
                  <a:pt x="253323" y="128547"/>
                  <a:pt x="256677" y="125818"/>
                  <a:pt x="259283" y="122338"/>
                </a:cubicBezTo>
                <a:cubicBezTo>
                  <a:pt x="261890" y="118857"/>
                  <a:pt x="263819" y="114729"/>
                  <a:pt x="265070" y="109954"/>
                </a:cubicBezTo>
                <a:cubicBezTo>
                  <a:pt x="266321" y="105178"/>
                  <a:pt x="266946" y="99992"/>
                  <a:pt x="266946" y="94395"/>
                </a:cubicBezTo>
                <a:close/>
                <a:moveTo>
                  <a:pt x="319561" y="140443"/>
                </a:moveTo>
                <a:cubicBezTo>
                  <a:pt x="319561" y="140852"/>
                  <a:pt x="319457" y="141227"/>
                  <a:pt x="319249" y="141568"/>
                </a:cubicBezTo>
                <a:cubicBezTo>
                  <a:pt x="319040" y="141908"/>
                  <a:pt x="318710" y="142181"/>
                  <a:pt x="318258" y="142385"/>
                </a:cubicBezTo>
                <a:cubicBezTo>
                  <a:pt x="317806" y="142590"/>
                  <a:pt x="317181" y="142760"/>
                  <a:pt x="316382" y="142896"/>
                </a:cubicBezTo>
                <a:cubicBezTo>
                  <a:pt x="315582" y="143033"/>
                  <a:pt x="314557" y="143101"/>
                  <a:pt x="313306" y="143101"/>
                </a:cubicBezTo>
                <a:cubicBezTo>
                  <a:pt x="312124" y="143101"/>
                  <a:pt x="311134" y="143033"/>
                  <a:pt x="310335" y="142896"/>
                </a:cubicBezTo>
                <a:cubicBezTo>
                  <a:pt x="309535" y="142760"/>
                  <a:pt x="308892" y="142590"/>
                  <a:pt x="308406" y="142385"/>
                </a:cubicBezTo>
                <a:cubicBezTo>
                  <a:pt x="307919" y="142181"/>
                  <a:pt x="307589" y="141908"/>
                  <a:pt x="307415" y="141568"/>
                </a:cubicBezTo>
                <a:cubicBezTo>
                  <a:pt x="307242" y="141227"/>
                  <a:pt x="307155" y="140852"/>
                  <a:pt x="307155" y="140443"/>
                </a:cubicBezTo>
                <a:lnTo>
                  <a:pt x="307155" y="2658"/>
                </a:lnTo>
                <a:cubicBezTo>
                  <a:pt x="307155" y="2249"/>
                  <a:pt x="307242" y="1874"/>
                  <a:pt x="307415" y="1533"/>
                </a:cubicBezTo>
                <a:cubicBezTo>
                  <a:pt x="307589" y="1193"/>
                  <a:pt x="307919" y="903"/>
                  <a:pt x="308406" y="664"/>
                </a:cubicBezTo>
                <a:cubicBezTo>
                  <a:pt x="308892" y="426"/>
                  <a:pt x="309535" y="256"/>
                  <a:pt x="310335" y="153"/>
                </a:cubicBezTo>
                <a:cubicBezTo>
                  <a:pt x="311134" y="51"/>
                  <a:pt x="312124" y="0"/>
                  <a:pt x="313306" y="0"/>
                </a:cubicBezTo>
                <a:cubicBezTo>
                  <a:pt x="314557" y="0"/>
                  <a:pt x="315582" y="51"/>
                  <a:pt x="316382" y="153"/>
                </a:cubicBezTo>
                <a:cubicBezTo>
                  <a:pt x="317181" y="256"/>
                  <a:pt x="317806" y="426"/>
                  <a:pt x="318258" y="664"/>
                </a:cubicBezTo>
                <a:cubicBezTo>
                  <a:pt x="318710" y="903"/>
                  <a:pt x="319040" y="1193"/>
                  <a:pt x="319249" y="1533"/>
                </a:cubicBezTo>
                <a:cubicBezTo>
                  <a:pt x="319457" y="1874"/>
                  <a:pt x="319561" y="2249"/>
                  <a:pt x="319561" y="2658"/>
                </a:cubicBezTo>
                <a:lnTo>
                  <a:pt x="319561" y="140443"/>
                </a:lnTo>
                <a:close/>
                <a:moveTo>
                  <a:pt x="427000" y="47635"/>
                </a:moveTo>
                <a:cubicBezTo>
                  <a:pt x="427000" y="47840"/>
                  <a:pt x="426983" y="48061"/>
                  <a:pt x="426948" y="48300"/>
                </a:cubicBezTo>
                <a:cubicBezTo>
                  <a:pt x="426914" y="48538"/>
                  <a:pt x="426879" y="48760"/>
                  <a:pt x="426844" y="48964"/>
                </a:cubicBezTo>
                <a:cubicBezTo>
                  <a:pt x="426809" y="49169"/>
                  <a:pt x="426757" y="49391"/>
                  <a:pt x="426688" y="49632"/>
                </a:cubicBezTo>
                <a:cubicBezTo>
                  <a:pt x="426618" y="49870"/>
                  <a:pt x="426549" y="50092"/>
                  <a:pt x="426479" y="50296"/>
                </a:cubicBezTo>
                <a:lnTo>
                  <a:pt x="392282" y="140440"/>
                </a:lnTo>
                <a:cubicBezTo>
                  <a:pt x="392074" y="140985"/>
                  <a:pt x="391761" y="141429"/>
                  <a:pt x="391344" y="141772"/>
                </a:cubicBezTo>
                <a:cubicBezTo>
                  <a:pt x="390927" y="142113"/>
                  <a:pt x="390405" y="142385"/>
                  <a:pt x="389780" y="142590"/>
                </a:cubicBezTo>
                <a:cubicBezTo>
                  <a:pt x="389154" y="142794"/>
                  <a:pt x="388407" y="142930"/>
                  <a:pt x="387538" y="142999"/>
                </a:cubicBezTo>
                <a:cubicBezTo>
                  <a:pt x="386670" y="143067"/>
                  <a:pt x="385644" y="143101"/>
                  <a:pt x="384463" y="143101"/>
                </a:cubicBezTo>
                <a:cubicBezTo>
                  <a:pt x="383281" y="143101"/>
                  <a:pt x="382239" y="143050"/>
                  <a:pt x="381335" y="142947"/>
                </a:cubicBezTo>
                <a:cubicBezTo>
                  <a:pt x="380431" y="142845"/>
                  <a:pt x="379667" y="142692"/>
                  <a:pt x="379041" y="142487"/>
                </a:cubicBezTo>
                <a:cubicBezTo>
                  <a:pt x="378416" y="142283"/>
                  <a:pt x="377894" y="142010"/>
                  <a:pt x="377477" y="141670"/>
                </a:cubicBezTo>
                <a:cubicBezTo>
                  <a:pt x="377060" y="141327"/>
                  <a:pt x="376748" y="140917"/>
                  <a:pt x="376539" y="140440"/>
                </a:cubicBezTo>
                <a:lnTo>
                  <a:pt x="342342" y="50296"/>
                </a:lnTo>
                <a:cubicBezTo>
                  <a:pt x="342134" y="49749"/>
                  <a:pt x="341977" y="49305"/>
                  <a:pt x="341873" y="48964"/>
                </a:cubicBezTo>
                <a:cubicBezTo>
                  <a:pt x="341769" y="48623"/>
                  <a:pt x="341699" y="48351"/>
                  <a:pt x="341664" y="48146"/>
                </a:cubicBezTo>
                <a:cubicBezTo>
                  <a:pt x="341630" y="47942"/>
                  <a:pt x="341612" y="47772"/>
                  <a:pt x="341612" y="47635"/>
                </a:cubicBezTo>
                <a:cubicBezTo>
                  <a:pt x="341612" y="47158"/>
                  <a:pt x="341716" y="46749"/>
                  <a:pt x="341925" y="46409"/>
                </a:cubicBezTo>
                <a:cubicBezTo>
                  <a:pt x="342134" y="46066"/>
                  <a:pt x="342464" y="45809"/>
                  <a:pt x="342915" y="45639"/>
                </a:cubicBezTo>
                <a:cubicBezTo>
                  <a:pt x="343367" y="45469"/>
                  <a:pt x="343975" y="45349"/>
                  <a:pt x="344740" y="45281"/>
                </a:cubicBezTo>
                <a:cubicBezTo>
                  <a:pt x="345505" y="45213"/>
                  <a:pt x="346443" y="45179"/>
                  <a:pt x="347555" y="45179"/>
                </a:cubicBezTo>
                <a:cubicBezTo>
                  <a:pt x="349084" y="45179"/>
                  <a:pt x="350300" y="45230"/>
                  <a:pt x="351204" y="45332"/>
                </a:cubicBezTo>
                <a:cubicBezTo>
                  <a:pt x="352108" y="45434"/>
                  <a:pt x="352820" y="45588"/>
                  <a:pt x="353341" y="45792"/>
                </a:cubicBezTo>
                <a:cubicBezTo>
                  <a:pt x="353863" y="45997"/>
                  <a:pt x="354245" y="46270"/>
                  <a:pt x="354488" y="46613"/>
                </a:cubicBezTo>
                <a:cubicBezTo>
                  <a:pt x="354731" y="46954"/>
                  <a:pt x="354957" y="47363"/>
                  <a:pt x="355166" y="47840"/>
                </a:cubicBezTo>
                <a:lnTo>
                  <a:pt x="384671" y="128672"/>
                </a:lnTo>
                <a:lnTo>
                  <a:pt x="384880" y="129184"/>
                </a:lnTo>
                <a:lnTo>
                  <a:pt x="385088" y="128672"/>
                </a:lnTo>
                <a:lnTo>
                  <a:pt x="414072" y="47840"/>
                </a:lnTo>
                <a:cubicBezTo>
                  <a:pt x="414211" y="47363"/>
                  <a:pt x="414420" y="46954"/>
                  <a:pt x="414698" y="46613"/>
                </a:cubicBezTo>
                <a:cubicBezTo>
                  <a:pt x="414976" y="46270"/>
                  <a:pt x="415376" y="45997"/>
                  <a:pt x="415897" y="45792"/>
                </a:cubicBezTo>
                <a:cubicBezTo>
                  <a:pt x="416418" y="45588"/>
                  <a:pt x="417113" y="45434"/>
                  <a:pt x="417982" y="45332"/>
                </a:cubicBezTo>
                <a:cubicBezTo>
                  <a:pt x="418851" y="45230"/>
                  <a:pt x="419980" y="45179"/>
                  <a:pt x="421370" y="45179"/>
                </a:cubicBezTo>
                <a:cubicBezTo>
                  <a:pt x="422483" y="45179"/>
                  <a:pt x="423403" y="45213"/>
                  <a:pt x="424133" y="45281"/>
                </a:cubicBezTo>
                <a:cubicBezTo>
                  <a:pt x="424863" y="45349"/>
                  <a:pt x="425437" y="45486"/>
                  <a:pt x="425854" y="45690"/>
                </a:cubicBezTo>
                <a:cubicBezTo>
                  <a:pt x="426271" y="45894"/>
                  <a:pt x="426566" y="46151"/>
                  <a:pt x="426740" y="46460"/>
                </a:cubicBezTo>
                <a:cubicBezTo>
                  <a:pt x="426914" y="46766"/>
                  <a:pt x="427000" y="47158"/>
                  <a:pt x="427000" y="47635"/>
                </a:cubicBezTo>
                <a:close/>
                <a:moveTo>
                  <a:pt x="460657" y="140440"/>
                </a:moveTo>
                <a:cubicBezTo>
                  <a:pt x="460657" y="140849"/>
                  <a:pt x="460553" y="141225"/>
                  <a:pt x="460344" y="141568"/>
                </a:cubicBezTo>
                <a:cubicBezTo>
                  <a:pt x="460136" y="141908"/>
                  <a:pt x="459806" y="142181"/>
                  <a:pt x="459354" y="142385"/>
                </a:cubicBezTo>
                <a:cubicBezTo>
                  <a:pt x="458902" y="142590"/>
                  <a:pt x="458277" y="142760"/>
                  <a:pt x="457477" y="142896"/>
                </a:cubicBezTo>
                <a:cubicBezTo>
                  <a:pt x="456678" y="143033"/>
                  <a:pt x="455653" y="143101"/>
                  <a:pt x="454402" y="143101"/>
                </a:cubicBezTo>
                <a:cubicBezTo>
                  <a:pt x="453220" y="143101"/>
                  <a:pt x="452229" y="143033"/>
                  <a:pt x="451430" y="142896"/>
                </a:cubicBezTo>
                <a:cubicBezTo>
                  <a:pt x="450631" y="142760"/>
                  <a:pt x="449988" y="142590"/>
                  <a:pt x="449501" y="142385"/>
                </a:cubicBezTo>
                <a:cubicBezTo>
                  <a:pt x="449015" y="142181"/>
                  <a:pt x="448685" y="141908"/>
                  <a:pt x="448511" y="141568"/>
                </a:cubicBezTo>
                <a:cubicBezTo>
                  <a:pt x="448337" y="141225"/>
                  <a:pt x="448250" y="140849"/>
                  <a:pt x="448250" y="140440"/>
                </a:cubicBezTo>
                <a:lnTo>
                  <a:pt x="448250" y="47840"/>
                </a:lnTo>
                <a:cubicBezTo>
                  <a:pt x="448250" y="47431"/>
                  <a:pt x="448337" y="47056"/>
                  <a:pt x="448511" y="46715"/>
                </a:cubicBezTo>
                <a:cubicBezTo>
                  <a:pt x="448685" y="46373"/>
                  <a:pt x="449015" y="46082"/>
                  <a:pt x="449501" y="45843"/>
                </a:cubicBezTo>
                <a:cubicBezTo>
                  <a:pt x="449988" y="45605"/>
                  <a:pt x="450631" y="45434"/>
                  <a:pt x="451430" y="45332"/>
                </a:cubicBezTo>
                <a:cubicBezTo>
                  <a:pt x="452229" y="45230"/>
                  <a:pt x="453220" y="45179"/>
                  <a:pt x="454402" y="45179"/>
                </a:cubicBezTo>
                <a:cubicBezTo>
                  <a:pt x="455653" y="45179"/>
                  <a:pt x="456678" y="45230"/>
                  <a:pt x="457477" y="45332"/>
                </a:cubicBezTo>
                <a:cubicBezTo>
                  <a:pt x="458277" y="45434"/>
                  <a:pt x="458902" y="45605"/>
                  <a:pt x="459354" y="45843"/>
                </a:cubicBezTo>
                <a:cubicBezTo>
                  <a:pt x="459806" y="46082"/>
                  <a:pt x="460136" y="46373"/>
                  <a:pt x="460344" y="46715"/>
                </a:cubicBezTo>
                <a:cubicBezTo>
                  <a:pt x="460553" y="47056"/>
                  <a:pt x="460657" y="47431"/>
                  <a:pt x="460657" y="47840"/>
                </a:cubicBezTo>
                <a:lnTo>
                  <a:pt x="460657" y="140440"/>
                </a:lnTo>
                <a:moveTo>
                  <a:pt x="462534" y="16508"/>
                </a:moveTo>
                <a:cubicBezTo>
                  <a:pt x="462534" y="19798"/>
                  <a:pt x="461943" y="22026"/>
                  <a:pt x="460761" y="23193"/>
                </a:cubicBezTo>
                <a:cubicBezTo>
                  <a:pt x="459580" y="24358"/>
                  <a:pt x="457425" y="24940"/>
                  <a:pt x="454297" y="24940"/>
                </a:cubicBezTo>
                <a:cubicBezTo>
                  <a:pt x="451239" y="24940"/>
                  <a:pt x="449136" y="24375"/>
                  <a:pt x="447990" y="23244"/>
                </a:cubicBezTo>
                <a:cubicBezTo>
                  <a:pt x="446843" y="22114"/>
                  <a:pt x="446269" y="19902"/>
                  <a:pt x="446269" y="16610"/>
                </a:cubicBezTo>
                <a:cubicBezTo>
                  <a:pt x="446269" y="13320"/>
                  <a:pt x="446860" y="11092"/>
                  <a:pt x="448042" y="9928"/>
                </a:cubicBezTo>
                <a:cubicBezTo>
                  <a:pt x="449223" y="8761"/>
                  <a:pt x="451378" y="8177"/>
                  <a:pt x="454506" y="8177"/>
                </a:cubicBezTo>
                <a:cubicBezTo>
                  <a:pt x="457564" y="8177"/>
                  <a:pt x="459667" y="8743"/>
                  <a:pt x="460813" y="9873"/>
                </a:cubicBezTo>
                <a:cubicBezTo>
                  <a:pt x="461960" y="11004"/>
                  <a:pt x="462534" y="13216"/>
                  <a:pt x="462534" y="16508"/>
                </a:cubicBezTo>
                <a:close/>
                <a:moveTo>
                  <a:pt x="572371" y="140443"/>
                </a:moveTo>
                <a:cubicBezTo>
                  <a:pt x="572371" y="140852"/>
                  <a:pt x="572266" y="141227"/>
                  <a:pt x="572058" y="141568"/>
                </a:cubicBezTo>
                <a:cubicBezTo>
                  <a:pt x="571849" y="141908"/>
                  <a:pt x="571519" y="142181"/>
                  <a:pt x="571067" y="142385"/>
                </a:cubicBezTo>
                <a:cubicBezTo>
                  <a:pt x="570616" y="142590"/>
                  <a:pt x="569990" y="142760"/>
                  <a:pt x="569191" y="142896"/>
                </a:cubicBezTo>
                <a:cubicBezTo>
                  <a:pt x="568391" y="143033"/>
                  <a:pt x="567401" y="143101"/>
                  <a:pt x="566219" y="143101"/>
                </a:cubicBezTo>
                <a:cubicBezTo>
                  <a:pt x="564968" y="143101"/>
                  <a:pt x="563943" y="143033"/>
                  <a:pt x="563144" y="142896"/>
                </a:cubicBezTo>
                <a:cubicBezTo>
                  <a:pt x="562344" y="142760"/>
                  <a:pt x="561719" y="142590"/>
                  <a:pt x="561267" y="142385"/>
                </a:cubicBezTo>
                <a:cubicBezTo>
                  <a:pt x="560815" y="142181"/>
                  <a:pt x="560485" y="141908"/>
                  <a:pt x="560277" y="141568"/>
                </a:cubicBezTo>
                <a:cubicBezTo>
                  <a:pt x="560068" y="141227"/>
                  <a:pt x="559964" y="140852"/>
                  <a:pt x="559964" y="140443"/>
                </a:cubicBezTo>
                <a:lnTo>
                  <a:pt x="559964" y="85554"/>
                </a:lnTo>
                <a:cubicBezTo>
                  <a:pt x="559964" y="79830"/>
                  <a:pt x="559512" y="75179"/>
                  <a:pt x="558608" y="71601"/>
                </a:cubicBezTo>
                <a:cubicBezTo>
                  <a:pt x="557705" y="68024"/>
                  <a:pt x="556350" y="64958"/>
                  <a:pt x="554542" y="62402"/>
                </a:cubicBezTo>
                <a:cubicBezTo>
                  <a:pt x="552735" y="59847"/>
                  <a:pt x="550424" y="57871"/>
                  <a:pt x="547609" y="56474"/>
                </a:cubicBezTo>
                <a:cubicBezTo>
                  <a:pt x="544794" y="55077"/>
                  <a:pt x="541510" y="54378"/>
                  <a:pt x="537757" y="54378"/>
                </a:cubicBezTo>
                <a:cubicBezTo>
                  <a:pt x="532961" y="54378"/>
                  <a:pt x="528165" y="56048"/>
                  <a:pt x="523369" y="59387"/>
                </a:cubicBezTo>
                <a:cubicBezTo>
                  <a:pt x="518573" y="62726"/>
                  <a:pt x="513534" y="67632"/>
                  <a:pt x="508251" y="74106"/>
                </a:cubicBezTo>
                <a:lnTo>
                  <a:pt x="508251" y="140443"/>
                </a:lnTo>
                <a:cubicBezTo>
                  <a:pt x="508251" y="140852"/>
                  <a:pt x="508147" y="141227"/>
                  <a:pt x="507939" y="141568"/>
                </a:cubicBezTo>
                <a:cubicBezTo>
                  <a:pt x="507730" y="141908"/>
                  <a:pt x="507400" y="142181"/>
                  <a:pt x="506948" y="142385"/>
                </a:cubicBezTo>
                <a:cubicBezTo>
                  <a:pt x="506496" y="142590"/>
                  <a:pt x="505871" y="142760"/>
                  <a:pt x="505071" y="142896"/>
                </a:cubicBezTo>
                <a:cubicBezTo>
                  <a:pt x="504272" y="143033"/>
                  <a:pt x="503247" y="143101"/>
                  <a:pt x="501996" y="143101"/>
                </a:cubicBezTo>
                <a:cubicBezTo>
                  <a:pt x="500814" y="143101"/>
                  <a:pt x="499824" y="143033"/>
                  <a:pt x="499024" y="142896"/>
                </a:cubicBezTo>
                <a:cubicBezTo>
                  <a:pt x="498225" y="142760"/>
                  <a:pt x="497582" y="142590"/>
                  <a:pt x="497096" y="142385"/>
                </a:cubicBezTo>
                <a:cubicBezTo>
                  <a:pt x="496609" y="142181"/>
                  <a:pt x="496279" y="141908"/>
                  <a:pt x="496105" y="141568"/>
                </a:cubicBezTo>
                <a:cubicBezTo>
                  <a:pt x="495931" y="141225"/>
                  <a:pt x="495845" y="140849"/>
                  <a:pt x="495845" y="140440"/>
                </a:cubicBezTo>
                <a:lnTo>
                  <a:pt x="495845" y="47840"/>
                </a:lnTo>
                <a:cubicBezTo>
                  <a:pt x="495845" y="47431"/>
                  <a:pt x="495931" y="47056"/>
                  <a:pt x="496105" y="46715"/>
                </a:cubicBezTo>
                <a:cubicBezTo>
                  <a:pt x="496279" y="46373"/>
                  <a:pt x="496609" y="46082"/>
                  <a:pt x="497096" y="45843"/>
                </a:cubicBezTo>
                <a:cubicBezTo>
                  <a:pt x="497582" y="45605"/>
                  <a:pt x="498190" y="45434"/>
                  <a:pt x="498920" y="45332"/>
                </a:cubicBezTo>
                <a:cubicBezTo>
                  <a:pt x="499650" y="45230"/>
                  <a:pt x="500606" y="45179"/>
                  <a:pt x="501787" y="45179"/>
                </a:cubicBezTo>
                <a:cubicBezTo>
                  <a:pt x="502969" y="45179"/>
                  <a:pt x="503942" y="45230"/>
                  <a:pt x="504707" y="45332"/>
                </a:cubicBezTo>
                <a:cubicBezTo>
                  <a:pt x="505471" y="45434"/>
                  <a:pt x="506062" y="45605"/>
                  <a:pt x="506479" y="45843"/>
                </a:cubicBezTo>
                <a:cubicBezTo>
                  <a:pt x="506896" y="46082"/>
                  <a:pt x="507191" y="46373"/>
                  <a:pt x="507365" y="46715"/>
                </a:cubicBezTo>
                <a:cubicBezTo>
                  <a:pt x="507539" y="47056"/>
                  <a:pt x="507626" y="47431"/>
                  <a:pt x="507626" y="47840"/>
                </a:cubicBezTo>
                <a:lnTo>
                  <a:pt x="507626" y="60936"/>
                </a:lnTo>
                <a:cubicBezTo>
                  <a:pt x="513047" y="55037"/>
                  <a:pt x="518364" y="50767"/>
                  <a:pt x="523577" y="48124"/>
                </a:cubicBezTo>
                <a:cubicBezTo>
                  <a:pt x="528790" y="45479"/>
                  <a:pt x="533969" y="44157"/>
                  <a:pt x="539112" y="44157"/>
                </a:cubicBezTo>
                <a:cubicBezTo>
                  <a:pt x="545298" y="44157"/>
                  <a:pt x="550511" y="45179"/>
                  <a:pt x="554751" y="47223"/>
                </a:cubicBezTo>
                <a:cubicBezTo>
                  <a:pt x="558991" y="49268"/>
                  <a:pt x="562414" y="52027"/>
                  <a:pt x="565020" y="55503"/>
                </a:cubicBezTo>
                <a:cubicBezTo>
                  <a:pt x="567627" y="58978"/>
                  <a:pt x="569504" y="63032"/>
                  <a:pt x="570650" y="67666"/>
                </a:cubicBezTo>
                <a:cubicBezTo>
                  <a:pt x="571797" y="72300"/>
                  <a:pt x="572371" y="77888"/>
                  <a:pt x="572371" y="84429"/>
                </a:cubicBezTo>
                <a:lnTo>
                  <a:pt x="572371" y="140443"/>
                </a:lnTo>
                <a:close/>
                <a:moveTo>
                  <a:pt x="682016" y="51056"/>
                </a:moveTo>
                <a:cubicBezTo>
                  <a:pt x="682016" y="52983"/>
                  <a:pt x="681704" y="54326"/>
                  <a:pt x="681078" y="55084"/>
                </a:cubicBezTo>
                <a:cubicBezTo>
                  <a:pt x="680453" y="55840"/>
                  <a:pt x="679653" y="56218"/>
                  <a:pt x="678680" y="56218"/>
                </a:cubicBezTo>
                <a:lnTo>
                  <a:pt x="663771" y="56218"/>
                </a:lnTo>
                <a:cubicBezTo>
                  <a:pt x="666690" y="59127"/>
                  <a:pt x="668723" y="62289"/>
                  <a:pt x="669870" y="65705"/>
                </a:cubicBezTo>
                <a:cubicBezTo>
                  <a:pt x="671017" y="69119"/>
                  <a:pt x="671591" y="72719"/>
                  <a:pt x="671591" y="76508"/>
                </a:cubicBezTo>
                <a:cubicBezTo>
                  <a:pt x="671591" y="81746"/>
                  <a:pt x="670739" y="86407"/>
                  <a:pt x="669036" y="90489"/>
                </a:cubicBezTo>
                <a:cubicBezTo>
                  <a:pt x="667333" y="94571"/>
                  <a:pt x="664918" y="98024"/>
                  <a:pt x="661790" y="100848"/>
                </a:cubicBezTo>
                <a:cubicBezTo>
                  <a:pt x="658662" y="103671"/>
                  <a:pt x="654944" y="105832"/>
                  <a:pt x="650634" y="107329"/>
                </a:cubicBezTo>
                <a:cubicBezTo>
                  <a:pt x="646325" y="108826"/>
                  <a:pt x="641564" y="109574"/>
                  <a:pt x="636351" y="109574"/>
                </a:cubicBezTo>
                <a:cubicBezTo>
                  <a:pt x="632111" y="109574"/>
                  <a:pt x="628080" y="108996"/>
                  <a:pt x="624257" y="107840"/>
                </a:cubicBezTo>
                <a:cubicBezTo>
                  <a:pt x="620434" y="106684"/>
                  <a:pt x="617445" y="105255"/>
                  <a:pt x="615291" y="103553"/>
                </a:cubicBezTo>
                <a:cubicBezTo>
                  <a:pt x="613901" y="104922"/>
                  <a:pt x="612754" y="106497"/>
                  <a:pt x="611850" y="108277"/>
                </a:cubicBezTo>
                <a:cubicBezTo>
                  <a:pt x="610947" y="110058"/>
                  <a:pt x="610495" y="112112"/>
                  <a:pt x="610495" y="114439"/>
                </a:cubicBezTo>
                <a:cubicBezTo>
                  <a:pt x="610495" y="117039"/>
                  <a:pt x="611763" y="119229"/>
                  <a:pt x="614300" y="121010"/>
                </a:cubicBezTo>
                <a:cubicBezTo>
                  <a:pt x="616837" y="122790"/>
                  <a:pt x="620121" y="123748"/>
                  <a:pt x="624153" y="123884"/>
                </a:cubicBezTo>
                <a:lnTo>
                  <a:pt x="649696" y="124910"/>
                </a:lnTo>
                <a:cubicBezTo>
                  <a:pt x="654006" y="125046"/>
                  <a:pt x="658054" y="125626"/>
                  <a:pt x="661842" y="126651"/>
                </a:cubicBezTo>
                <a:cubicBezTo>
                  <a:pt x="665630" y="127673"/>
                  <a:pt x="668949" y="129191"/>
                  <a:pt x="671799" y="131206"/>
                </a:cubicBezTo>
                <a:cubicBezTo>
                  <a:pt x="674649" y="133220"/>
                  <a:pt x="676908" y="135696"/>
                  <a:pt x="678576" y="138632"/>
                </a:cubicBezTo>
                <a:cubicBezTo>
                  <a:pt x="680244" y="141566"/>
                  <a:pt x="681078" y="145013"/>
                  <a:pt x="681078" y="148972"/>
                </a:cubicBezTo>
                <a:cubicBezTo>
                  <a:pt x="681078" y="153069"/>
                  <a:pt x="680227" y="156995"/>
                  <a:pt x="678524" y="160749"/>
                </a:cubicBezTo>
                <a:cubicBezTo>
                  <a:pt x="676821" y="164503"/>
                  <a:pt x="674180" y="167796"/>
                  <a:pt x="670600" y="170628"/>
                </a:cubicBezTo>
                <a:cubicBezTo>
                  <a:pt x="667021" y="173463"/>
                  <a:pt x="662451" y="175716"/>
                  <a:pt x="656890" y="177387"/>
                </a:cubicBezTo>
                <a:cubicBezTo>
                  <a:pt x="651330" y="179061"/>
                  <a:pt x="644692" y="179898"/>
                  <a:pt x="636977" y="179898"/>
                </a:cubicBezTo>
                <a:cubicBezTo>
                  <a:pt x="629609" y="179898"/>
                  <a:pt x="623336" y="179267"/>
                  <a:pt x="618158" y="178004"/>
                </a:cubicBezTo>
                <a:cubicBezTo>
                  <a:pt x="612980" y="176743"/>
                  <a:pt x="608740" y="175005"/>
                  <a:pt x="605438" y="172788"/>
                </a:cubicBezTo>
                <a:cubicBezTo>
                  <a:pt x="602137" y="170573"/>
                  <a:pt x="599739" y="167966"/>
                  <a:pt x="598244" y="164965"/>
                </a:cubicBezTo>
                <a:cubicBezTo>
                  <a:pt x="596750" y="161965"/>
                  <a:pt x="596003" y="158725"/>
                  <a:pt x="596003" y="155245"/>
                </a:cubicBezTo>
                <a:cubicBezTo>
                  <a:pt x="596003" y="152860"/>
                  <a:pt x="596281" y="150610"/>
                  <a:pt x="596837" y="148496"/>
                </a:cubicBezTo>
                <a:cubicBezTo>
                  <a:pt x="597393" y="146381"/>
                  <a:pt x="598244" y="144370"/>
                  <a:pt x="599391" y="142462"/>
                </a:cubicBezTo>
                <a:cubicBezTo>
                  <a:pt x="600538" y="140552"/>
                  <a:pt x="601963" y="138711"/>
                  <a:pt x="603666" y="136939"/>
                </a:cubicBezTo>
                <a:cubicBezTo>
                  <a:pt x="605369" y="135165"/>
                  <a:pt x="607332" y="133357"/>
                  <a:pt x="609556" y="131515"/>
                </a:cubicBezTo>
                <a:cubicBezTo>
                  <a:pt x="606012" y="129735"/>
                  <a:pt x="603405" y="127579"/>
                  <a:pt x="601737" y="125047"/>
                </a:cubicBezTo>
                <a:cubicBezTo>
                  <a:pt x="600069" y="122515"/>
                  <a:pt x="599235" y="119812"/>
                  <a:pt x="599235" y="116937"/>
                </a:cubicBezTo>
                <a:cubicBezTo>
                  <a:pt x="599235" y="112695"/>
                  <a:pt x="600069" y="108948"/>
                  <a:pt x="601737" y="105697"/>
                </a:cubicBezTo>
                <a:cubicBezTo>
                  <a:pt x="603405" y="102445"/>
                  <a:pt x="605421" y="99519"/>
                  <a:pt x="607784" y="96919"/>
                </a:cubicBezTo>
                <a:cubicBezTo>
                  <a:pt x="605768" y="94334"/>
                  <a:pt x="604204" y="91510"/>
                  <a:pt x="603092" y="88448"/>
                </a:cubicBezTo>
                <a:cubicBezTo>
                  <a:pt x="601980" y="85386"/>
                  <a:pt x="601424" y="81712"/>
                  <a:pt x="601424" y="77428"/>
                </a:cubicBezTo>
                <a:cubicBezTo>
                  <a:pt x="601424" y="72255"/>
                  <a:pt x="602293" y="67612"/>
                  <a:pt x="604031" y="63498"/>
                </a:cubicBezTo>
                <a:cubicBezTo>
                  <a:pt x="605768" y="59381"/>
                  <a:pt x="608184" y="55894"/>
                  <a:pt x="611277" y="53037"/>
                </a:cubicBezTo>
                <a:cubicBezTo>
                  <a:pt x="614370" y="50179"/>
                  <a:pt x="618071" y="47985"/>
                  <a:pt x="622380" y="46453"/>
                </a:cubicBezTo>
                <a:cubicBezTo>
                  <a:pt x="626690" y="44922"/>
                  <a:pt x="631416" y="44157"/>
                  <a:pt x="636559" y="44157"/>
                </a:cubicBezTo>
                <a:cubicBezTo>
                  <a:pt x="639270" y="44157"/>
                  <a:pt x="641825" y="44310"/>
                  <a:pt x="644223" y="44617"/>
                </a:cubicBezTo>
                <a:cubicBezTo>
                  <a:pt x="646620" y="44923"/>
                  <a:pt x="648827" y="45315"/>
                  <a:pt x="650843" y="45792"/>
                </a:cubicBezTo>
                <a:lnTo>
                  <a:pt x="678680" y="45792"/>
                </a:lnTo>
                <a:cubicBezTo>
                  <a:pt x="679862" y="45792"/>
                  <a:pt x="680713" y="46239"/>
                  <a:pt x="681235" y="47134"/>
                </a:cubicBezTo>
                <a:cubicBezTo>
                  <a:pt x="681756" y="48028"/>
                  <a:pt x="682016" y="49336"/>
                  <a:pt x="682016" y="51056"/>
                </a:cubicBezTo>
                <a:moveTo>
                  <a:pt x="658767" y="76712"/>
                </a:moveTo>
                <a:cubicBezTo>
                  <a:pt x="658767" y="69711"/>
                  <a:pt x="656803" y="64238"/>
                  <a:pt x="652876" y="60294"/>
                </a:cubicBezTo>
                <a:cubicBezTo>
                  <a:pt x="648949" y="56350"/>
                  <a:pt x="643371" y="54378"/>
                  <a:pt x="636142" y="54378"/>
                </a:cubicBezTo>
                <a:cubicBezTo>
                  <a:pt x="632459" y="54378"/>
                  <a:pt x="629227" y="54991"/>
                  <a:pt x="626446" y="56215"/>
                </a:cubicBezTo>
                <a:cubicBezTo>
                  <a:pt x="623666" y="57437"/>
                  <a:pt x="621372" y="59103"/>
                  <a:pt x="619565" y="61211"/>
                </a:cubicBezTo>
                <a:cubicBezTo>
                  <a:pt x="617758" y="63319"/>
                  <a:pt x="616403" y="65767"/>
                  <a:pt x="615499" y="68554"/>
                </a:cubicBezTo>
                <a:cubicBezTo>
                  <a:pt x="614596" y="71342"/>
                  <a:pt x="614144" y="74300"/>
                  <a:pt x="614144" y="77428"/>
                </a:cubicBezTo>
                <a:cubicBezTo>
                  <a:pt x="614144" y="84225"/>
                  <a:pt x="616107" y="89579"/>
                  <a:pt x="620034" y="93488"/>
                </a:cubicBezTo>
                <a:cubicBezTo>
                  <a:pt x="623962" y="97398"/>
                  <a:pt x="629470" y="99353"/>
                  <a:pt x="636559" y="99353"/>
                </a:cubicBezTo>
                <a:cubicBezTo>
                  <a:pt x="640313" y="99353"/>
                  <a:pt x="643597" y="98742"/>
                  <a:pt x="646412" y="97519"/>
                </a:cubicBezTo>
                <a:cubicBezTo>
                  <a:pt x="649227" y="96295"/>
                  <a:pt x="651538" y="94646"/>
                  <a:pt x="653345" y="92571"/>
                </a:cubicBezTo>
                <a:cubicBezTo>
                  <a:pt x="655152" y="90497"/>
                  <a:pt x="656508" y="88084"/>
                  <a:pt x="657411" y="85330"/>
                </a:cubicBezTo>
                <a:cubicBezTo>
                  <a:pt x="658315" y="82577"/>
                  <a:pt x="658767" y="79704"/>
                  <a:pt x="658767" y="76712"/>
                </a:cubicBezTo>
                <a:moveTo>
                  <a:pt x="668671" y="149687"/>
                </a:moveTo>
                <a:cubicBezTo>
                  <a:pt x="668671" y="145177"/>
                  <a:pt x="666812" y="141726"/>
                  <a:pt x="663093" y="139335"/>
                </a:cubicBezTo>
                <a:cubicBezTo>
                  <a:pt x="659375" y="136941"/>
                  <a:pt x="654388" y="135642"/>
                  <a:pt x="648132" y="135438"/>
                </a:cubicBezTo>
                <a:lnTo>
                  <a:pt x="620712" y="134515"/>
                </a:lnTo>
                <a:cubicBezTo>
                  <a:pt x="618210" y="136429"/>
                  <a:pt x="616159" y="138240"/>
                  <a:pt x="614561" y="139948"/>
                </a:cubicBezTo>
                <a:cubicBezTo>
                  <a:pt x="612962" y="141656"/>
                  <a:pt x="611694" y="143313"/>
                  <a:pt x="610755" y="144918"/>
                </a:cubicBezTo>
                <a:cubicBezTo>
                  <a:pt x="609817" y="146526"/>
                  <a:pt x="609174" y="148099"/>
                  <a:pt x="608827" y="149636"/>
                </a:cubicBezTo>
                <a:cubicBezTo>
                  <a:pt x="608479" y="151174"/>
                  <a:pt x="608305" y="152728"/>
                  <a:pt x="608305" y="154300"/>
                </a:cubicBezTo>
                <a:cubicBezTo>
                  <a:pt x="608305" y="159357"/>
                  <a:pt x="610894" y="163184"/>
                  <a:pt x="616073" y="165780"/>
                </a:cubicBezTo>
                <a:cubicBezTo>
                  <a:pt x="621251" y="168378"/>
                  <a:pt x="628462" y="169677"/>
                  <a:pt x="637706" y="169677"/>
                </a:cubicBezTo>
                <a:cubicBezTo>
                  <a:pt x="643545" y="169677"/>
                  <a:pt x="648428" y="169112"/>
                  <a:pt x="652355" y="167984"/>
                </a:cubicBezTo>
                <a:cubicBezTo>
                  <a:pt x="656282" y="166857"/>
                  <a:pt x="659462" y="165371"/>
                  <a:pt x="661894" y="163525"/>
                </a:cubicBezTo>
                <a:cubicBezTo>
                  <a:pt x="664327" y="161680"/>
                  <a:pt x="666065" y="159562"/>
                  <a:pt x="667107" y="157168"/>
                </a:cubicBezTo>
                <a:cubicBezTo>
                  <a:pt x="668150" y="154777"/>
                  <a:pt x="668671" y="152283"/>
                  <a:pt x="668671" y="149687"/>
                </a:cubicBezTo>
                <a:close/>
                <a:moveTo>
                  <a:pt x="838509" y="93271"/>
                </a:moveTo>
                <a:cubicBezTo>
                  <a:pt x="838509" y="100637"/>
                  <a:pt x="837536" y="107424"/>
                  <a:pt x="835589" y="113631"/>
                </a:cubicBezTo>
                <a:cubicBezTo>
                  <a:pt x="833643" y="119838"/>
                  <a:pt x="830741" y="125228"/>
                  <a:pt x="826884" y="129800"/>
                </a:cubicBezTo>
                <a:cubicBezTo>
                  <a:pt x="823026" y="134370"/>
                  <a:pt x="818213" y="137934"/>
                  <a:pt x="812444" y="140491"/>
                </a:cubicBezTo>
                <a:cubicBezTo>
                  <a:pt x="806675" y="143049"/>
                  <a:pt x="799968" y="144327"/>
                  <a:pt x="792322" y="144327"/>
                </a:cubicBezTo>
                <a:cubicBezTo>
                  <a:pt x="784954" y="144327"/>
                  <a:pt x="778508" y="143185"/>
                  <a:pt x="772982" y="140900"/>
                </a:cubicBezTo>
                <a:cubicBezTo>
                  <a:pt x="767456" y="138615"/>
                  <a:pt x="762834" y="135341"/>
                  <a:pt x="759115" y="131078"/>
                </a:cubicBezTo>
                <a:cubicBezTo>
                  <a:pt x="755397" y="126815"/>
                  <a:pt x="752617" y="121647"/>
                  <a:pt x="750775" y="115576"/>
                </a:cubicBezTo>
                <a:cubicBezTo>
                  <a:pt x="748933" y="109505"/>
                  <a:pt x="748012" y="102649"/>
                  <a:pt x="748012" y="95009"/>
                </a:cubicBezTo>
                <a:cubicBezTo>
                  <a:pt x="748012" y="87643"/>
                  <a:pt x="748968" y="80856"/>
                  <a:pt x="750879" y="74649"/>
                </a:cubicBezTo>
                <a:cubicBezTo>
                  <a:pt x="752790" y="68441"/>
                  <a:pt x="755675" y="63070"/>
                  <a:pt x="759532" y="58534"/>
                </a:cubicBezTo>
                <a:cubicBezTo>
                  <a:pt x="763390" y="53996"/>
                  <a:pt x="768203" y="50465"/>
                  <a:pt x="773972" y="47942"/>
                </a:cubicBezTo>
                <a:cubicBezTo>
                  <a:pt x="779741" y="45419"/>
                  <a:pt x="786483" y="44157"/>
                  <a:pt x="794199" y="44157"/>
                </a:cubicBezTo>
                <a:cubicBezTo>
                  <a:pt x="801566" y="44157"/>
                  <a:pt x="808013" y="45282"/>
                  <a:pt x="813539" y="47533"/>
                </a:cubicBezTo>
                <a:cubicBezTo>
                  <a:pt x="819064" y="49784"/>
                  <a:pt x="823669" y="53041"/>
                  <a:pt x="827353" y="57304"/>
                </a:cubicBezTo>
                <a:cubicBezTo>
                  <a:pt x="831037" y="61567"/>
                  <a:pt x="833817" y="66735"/>
                  <a:pt x="835694" y="72806"/>
                </a:cubicBezTo>
                <a:cubicBezTo>
                  <a:pt x="837570" y="78877"/>
                  <a:pt x="838509" y="85699"/>
                  <a:pt x="838509" y="93271"/>
                </a:cubicBezTo>
                <a:moveTo>
                  <a:pt x="825372" y="94395"/>
                </a:moveTo>
                <a:cubicBezTo>
                  <a:pt x="825372" y="89142"/>
                  <a:pt x="824851" y="84127"/>
                  <a:pt x="823808" y="79351"/>
                </a:cubicBezTo>
                <a:cubicBezTo>
                  <a:pt x="822766" y="74574"/>
                  <a:pt x="821028" y="70361"/>
                  <a:pt x="818595" y="66711"/>
                </a:cubicBezTo>
                <a:cubicBezTo>
                  <a:pt x="816163" y="63061"/>
                  <a:pt x="812896" y="60162"/>
                  <a:pt x="808795" y="58013"/>
                </a:cubicBezTo>
                <a:cubicBezTo>
                  <a:pt x="804694" y="55863"/>
                  <a:pt x="799585" y="54787"/>
                  <a:pt x="793469" y="54787"/>
                </a:cubicBezTo>
                <a:cubicBezTo>
                  <a:pt x="787839" y="54787"/>
                  <a:pt x="782973" y="55776"/>
                  <a:pt x="778873" y="57755"/>
                </a:cubicBezTo>
                <a:cubicBezTo>
                  <a:pt x="774772" y="59733"/>
                  <a:pt x="771418" y="62480"/>
                  <a:pt x="768812" y="65996"/>
                </a:cubicBezTo>
                <a:cubicBezTo>
                  <a:pt x="766205" y="69509"/>
                  <a:pt x="764276" y="73654"/>
                  <a:pt x="763025" y="78431"/>
                </a:cubicBezTo>
                <a:cubicBezTo>
                  <a:pt x="761774" y="83207"/>
                  <a:pt x="761148" y="88358"/>
                  <a:pt x="761148" y="93884"/>
                </a:cubicBezTo>
                <a:cubicBezTo>
                  <a:pt x="761148" y="99206"/>
                  <a:pt x="761670" y="104272"/>
                  <a:pt x="762712" y="109082"/>
                </a:cubicBezTo>
                <a:cubicBezTo>
                  <a:pt x="763755" y="113893"/>
                  <a:pt x="765493" y="118106"/>
                  <a:pt x="767925" y="121722"/>
                </a:cubicBezTo>
                <a:cubicBezTo>
                  <a:pt x="770358" y="125338"/>
                  <a:pt x="773625" y="128204"/>
                  <a:pt x="777726" y="130321"/>
                </a:cubicBezTo>
                <a:cubicBezTo>
                  <a:pt x="781827" y="132435"/>
                  <a:pt x="786935" y="133493"/>
                  <a:pt x="793052" y="133493"/>
                </a:cubicBezTo>
                <a:cubicBezTo>
                  <a:pt x="798682" y="133493"/>
                  <a:pt x="803547" y="132503"/>
                  <a:pt x="807648" y="130525"/>
                </a:cubicBezTo>
                <a:cubicBezTo>
                  <a:pt x="811749" y="128547"/>
                  <a:pt x="815103" y="125818"/>
                  <a:pt x="817709" y="122338"/>
                </a:cubicBezTo>
                <a:cubicBezTo>
                  <a:pt x="820316" y="118857"/>
                  <a:pt x="822244" y="114729"/>
                  <a:pt x="823495" y="109954"/>
                </a:cubicBezTo>
                <a:cubicBezTo>
                  <a:pt x="824747" y="105178"/>
                  <a:pt x="825372" y="99992"/>
                  <a:pt x="825372" y="94395"/>
                </a:cubicBezTo>
                <a:close/>
                <a:moveTo>
                  <a:pt x="941690" y="140440"/>
                </a:moveTo>
                <a:cubicBezTo>
                  <a:pt x="941690" y="140849"/>
                  <a:pt x="941603" y="141225"/>
                  <a:pt x="941429" y="141568"/>
                </a:cubicBezTo>
                <a:cubicBezTo>
                  <a:pt x="941255" y="141908"/>
                  <a:pt x="940925" y="142181"/>
                  <a:pt x="940438" y="142385"/>
                </a:cubicBezTo>
                <a:cubicBezTo>
                  <a:pt x="939952" y="142590"/>
                  <a:pt x="939326" y="142760"/>
                  <a:pt x="938562" y="142896"/>
                </a:cubicBezTo>
                <a:cubicBezTo>
                  <a:pt x="937797" y="143033"/>
                  <a:pt x="936859" y="143101"/>
                  <a:pt x="935747" y="143101"/>
                </a:cubicBezTo>
                <a:cubicBezTo>
                  <a:pt x="934496" y="143101"/>
                  <a:pt x="933488" y="143033"/>
                  <a:pt x="932723" y="142896"/>
                </a:cubicBezTo>
                <a:cubicBezTo>
                  <a:pt x="931959" y="142760"/>
                  <a:pt x="931368" y="142590"/>
                  <a:pt x="930951" y="142385"/>
                </a:cubicBezTo>
                <a:cubicBezTo>
                  <a:pt x="930534" y="142181"/>
                  <a:pt x="930238" y="141908"/>
                  <a:pt x="930065" y="141568"/>
                </a:cubicBezTo>
                <a:cubicBezTo>
                  <a:pt x="929891" y="141225"/>
                  <a:pt x="929804" y="140849"/>
                  <a:pt x="929804" y="140440"/>
                </a:cubicBezTo>
                <a:lnTo>
                  <a:pt x="929804" y="127344"/>
                </a:lnTo>
                <a:cubicBezTo>
                  <a:pt x="924383" y="133315"/>
                  <a:pt x="919083" y="137639"/>
                  <a:pt x="913905" y="140315"/>
                </a:cubicBezTo>
                <a:cubicBezTo>
                  <a:pt x="908726" y="142990"/>
                  <a:pt x="903565" y="144327"/>
                  <a:pt x="898422" y="144327"/>
                </a:cubicBezTo>
                <a:cubicBezTo>
                  <a:pt x="892236" y="144327"/>
                  <a:pt x="887023" y="143303"/>
                  <a:pt x="882783" y="141254"/>
                </a:cubicBezTo>
                <a:cubicBezTo>
                  <a:pt x="878543" y="139206"/>
                  <a:pt x="875120" y="136424"/>
                  <a:pt x="872514" y="132908"/>
                </a:cubicBezTo>
                <a:cubicBezTo>
                  <a:pt x="869907" y="129390"/>
                  <a:pt x="868031" y="125310"/>
                  <a:pt x="866884" y="120668"/>
                </a:cubicBezTo>
                <a:cubicBezTo>
                  <a:pt x="865737" y="116023"/>
                  <a:pt x="865163" y="110424"/>
                  <a:pt x="865163" y="103869"/>
                </a:cubicBezTo>
                <a:lnTo>
                  <a:pt x="865163" y="47843"/>
                </a:lnTo>
                <a:cubicBezTo>
                  <a:pt x="865163" y="47432"/>
                  <a:pt x="865250" y="47056"/>
                  <a:pt x="865424" y="46715"/>
                </a:cubicBezTo>
                <a:cubicBezTo>
                  <a:pt x="865598" y="46375"/>
                  <a:pt x="865928" y="46085"/>
                  <a:pt x="866415" y="45847"/>
                </a:cubicBezTo>
                <a:cubicBezTo>
                  <a:pt x="866901" y="45606"/>
                  <a:pt x="867544" y="45434"/>
                  <a:pt x="868343" y="45332"/>
                </a:cubicBezTo>
                <a:cubicBezTo>
                  <a:pt x="869143" y="45230"/>
                  <a:pt x="870133" y="45179"/>
                  <a:pt x="871315" y="45179"/>
                </a:cubicBezTo>
                <a:cubicBezTo>
                  <a:pt x="872566" y="45179"/>
                  <a:pt x="873591" y="45230"/>
                  <a:pt x="874390" y="45332"/>
                </a:cubicBezTo>
                <a:cubicBezTo>
                  <a:pt x="875190" y="45434"/>
                  <a:pt x="875815" y="45606"/>
                  <a:pt x="876267" y="45847"/>
                </a:cubicBezTo>
                <a:cubicBezTo>
                  <a:pt x="876719" y="46085"/>
                  <a:pt x="877049" y="46375"/>
                  <a:pt x="877257" y="46715"/>
                </a:cubicBezTo>
                <a:cubicBezTo>
                  <a:pt x="877466" y="47056"/>
                  <a:pt x="877570" y="47432"/>
                  <a:pt x="877570" y="47843"/>
                </a:cubicBezTo>
                <a:lnTo>
                  <a:pt x="877570" y="102755"/>
                </a:lnTo>
                <a:cubicBezTo>
                  <a:pt x="877570" y="108494"/>
                  <a:pt x="878022" y="113173"/>
                  <a:pt x="878926" y="116793"/>
                </a:cubicBezTo>
                <a:cubicBezTo>
                  <a:pt x="879829" y="120411"/>
                  <a:pt x="881185" y="123501"/>
                  <a:pt x="882992" y="126063"/>
                </a:cubicBezTo>
                <a:cubicBezTo>
                  <a:pt x="884799" y="128625"/>
                  <a:pt x="887110" y="130606"/>
                  <a:pt x="889925" y="132007"/>
                </a:cubicBezTo>
                <a:cubicBezTo>
                  <a:pt x="892740" y="133406"/>
                  <a:pt x="896024" y="134106"/>
                  <a:pt x="899777" y="134106"/>
                </a:cubicBezTo>
                <a:cubicBezTo>
                  <a:pt x="904573" y="134106"/>
                  <a:pt x="909352" y="132426"/>
                  <a:pt x="914113" y="129065"/>
                </a:cubicBezTo>
                <a:cubicBezTo>
                  <a:pt x="918874" y="125703"/>
                  <a:pt x="923931" y="120764"/>
                  <a:pt x="929283" y="114247"/>
                </a:cubicBezTo>
                <a:lnTo>
                  <a:pt x="929283" y="47840"/>
                </a:lnTo>
                <a:cubicBezTo>
                  <a:pt x="929283" y="47431"/>
                  <a:pt x="929370" y="47056"/>
                  <a:pt x="929543" y="46715"/>
                </a:cubicBezTo>
                <a:cubicBezTo>
                  <a:pt x="929717" y="46373"/>
                  <a:pt x="930047" y="46082"/>
                  <a:pt x="930534" y="45843"/>
                </a:cubicBezTo>
                <a:cubicBezTo>
                  <a:pt x="931020" y="45605"/>
                  <a:pt x="931663" y="45434"/>
                  <a:pt x="932463" y="45332"/>
                </a:cubicBezTo>
                <a:cubicBezTo>
                  <a:pt x="933262" y="45230"/>
                  <a:pt x="934287" y="45179"/>
                  <a:pt x="935538" y="45179"/>
                </a:cubicBezTo>
                <a:cubicBezTo>
                  <a:pt x="936720" y="45179"/>
                  <a:pt x="937710" y="45230"/>
                  <a:pt x="938510" y="45332"/>
                </a:cubicBezTo>
                <a:cubicBezTo>
                  <a:pt x="939309" y="45434"/>
                  <a:pt x="939935" y="45605"/>
                  <a:pt x="940386" y="45843"/>
                </a:cubicBezTo>
                <a:cubicBezTo>
                  <a:pt x="940838" y="46082"/>
                  <a:pt x="941168" y="46373"/>
                  <a:pt x="941377" y="46715"/>
                </a:cubicBezTo>
                <a:cubicBezTo>
                  <a:pt x="941585" y="47056"/>
                  <a:pt x="941690" y="47431"/>
                  <a:pt x="941690" y="47840"/>
                </a:cubicBezTo>
                <a:lnTo>
                  <a:pt x="941690" y="140440"/>
                </a:lnTo>
                <a:close/>
                <a:moveTo>
                  <a:pt x="1021621" y="135026"/>
                </a:moveTo>
                <a:cubicBezTo>
                  <a:pt x="1021621" y="136457"/>
                  <a:pt x="1021499" y="137615"/>
                  <a:pt x="1021256" y="138501"/>
                </a:cubicBezTo>
                <a:cubicBezTo>
                  <a:pt x="1021013" y="139387"/>
                  <a:pt x="1020630" y="140085"/>
                  <a:pt x="1020109" y="140596"/>
                </a:cubicBezTo>
                <a:cubicBezTo>
                  <a:pt x="1019588" y="141108"/>
                  <a:pt x="1018823" y="141585"/>
                  <a:pt x="1017815" y="142027"/>
                </a:cubicBezTo>
                <a:cubicBezTo>
                  <a:pt x="1016808" y="142470"/>
                  <a:pt x="1015643" y="142845"/>
                  <a:pt x="1014323" y="143152"/>
                </a:cubicBezTo>
                <a:cubicBezTo>
                  <a:pt x="1013002" y="143459"/>
                  <a:pt x="1011612" y="143697"/>
                  <a:pt x="1010152" y="143867"/>
                </a:cubicBezTo>
                <a:cubicBezTo>
                  <a:pt x="1008693" y="144038"/>
                  <a:pt x="1007268" y="144123"/>
                  <a:pt x="1005878" y="144123"/>
                </a:cubicBezTo>
                <a:cubicBezTo>
                  <a:pt x="1001221" y="144123"/>
                  <a:pt x="997259" y="143510"/>
                  <a:pt x="993992" y="142283"/>
                </a:cubicBezTo>
                <a:cubicBezTo>
                  <a:pt x="990725" y="141056"/>
                  <a:pt x="988050" y="139200"/>
                  <a:pt x="985964" y="136712"/>
                </a:cubicBezTo>
                <a:cubicBezTo>
                  <a:pt x="983879" y="134225"/>
                  <a:pt x="982367" y="131073"/>
                  <a:pt x="981429" y="127257"/>
                </a:cubicBezTo>
                <a:cubicBezTo>
                  <a:pt x="980491" y="123441"/>
                  <a:pt x="980022" y="118944"/>
                  <a:pt x="980022" y="113765"/>
                </a:cubicBezTo>
                <a:lnTo>
                  <a:pt x="980022" y="56218"/>
                </a:lnTo>
                <a:lnTo>
                  <a:pt x="965947" y="56218"/>
                </a:lnTo>
                <a:cubicBezTo>
                  <a:pt x="964973" y="56218"/>
                  <a:pt x="964209" y="55788"/>
                  <a:pt x="963653" y="54928"/>
                </a:cubicBezTo>
                <a:cubicBezTo>
                  <a:pt x="963097" y="54067"/>
                  <a:pt x="962819" y="52777"/>
                  <a:pt x="962819" y="51056"/>
                </a:cubicBezTo>
                <a:cubicBezTo>
                  <a:pt x="962819" y="50162"/>
                  <a:pt x="962888" y="49388"/>
                  <a:pt x="963027" y="48734"/>
                </a:cubicBezTo>
                <a:cubicBezTo>
                  <a:pt x="963166" y="48080"/>
                  <a:pt x="963375" y="47530"/>
                  <a:pt x="963653" y="47083"/>
                </a:cubicBezTo>
                <a:cubicBezTo>
                  <a:pt x="963931" y="46636"/>
                  <a:pt x="964261" y="46309"/>
                  <a:pt x="964643" y="46102"/>
                </a:cubicBezTo>
                <a:cubicBezTo>
                  <a:pt x="965026" y="45896"/>
                  <a:pt x="965460" y="45792"/>
                  <a:pt x="965947" y="45792"/>
                </a:cubicBezTo>
                <a:lnTo>
                  <a:pt x="980022" y="45792"/>
                </a:lnTo>
                <a:lnTo>
                  <a:pt x="980022" y="23101"/>
                </a:lnTo>
                <a:cubicBezTo>
                  <a:pt x="980022" y="22692"/>
                  <a:pt x="980108" y="22317"/>
                  <a:pt x="980282" y="21976"/>
                </a:cubicBezTo>
                <a:cubicBezTo>
                  <a:pt x="980456" y="21635"/>
                  <a:pt x="980786" y="21346"/>
                  <a:pt x="981273" y="21107"/>
                </a:cubicBezTo>
                <a:cubicBezTo>
                  <a:pt x="981759" y="20869"/>
                  <a:pt x="982402" y="20699"/>
                  <a:pt x="983201" y="20596"/>
                </a:cubicBezTo>
                <a:cubicBezTo>
                  <a:pt x="984001" y="20494"/>
                  <a:pt x="984991" y="20443"/>
                  <a:pt x="986173" y="20443"/>
                </a:cubicBezTo>
                <a:cubicBezTo>
                  <a:pt x="987424" y="20443"/>
                  <a:pt x="988449" y="20494"/>
                  <a:pt x="989248" y="20596"/>
                </a:cubicBezTo>
                <a:cubicBezTo>
                  <a:pt x="990048" y="20699"/>
                  <a:pt x="990673" y="20869"/>
                  <a:pt x="991125" y="21107"/>
                </a:cubicBezTo>
                <a:cubicBezTo>
                  <a:pt x="991577" y="21346"/>
                  <a:pt x="991907" y="21635"/>
                  <a:pt x="992116" y="21976"/>
                </a:cubicBezTo>
                <a:cubicBezTo>
                  <a:pt x="992324" y="22317"/>
                  <a:pt x="992428" y="22692"/>
                  <a:pt x="992428" y="23101"/>
                </a:cubicBezTo>
                <a:lnTo>
                  <a:pt x="992428" y="45792"/>
                </a:lnTo>
                <a:lnTo>
                  <a:pt x="1018493" y="45792"/>
                </a:lnTo>
                <a:cubicBezTo>
                  <a:pt x="1018980" y="45792"/>
                  <a:pt x="1019414" y="45896"/>
                  <a:pt x="1019796" y="46102"/>
                </a:cubicBezTo>
                <a:cubicBezTo>
                  <a:pt x="1020179" y="46309"/>
                  <a:pt x="1020509" y="46636"/>
                  <a:pt x="1020787" y="47083"/>
                </a:cubicBezTo>
                <a:cubicBezTo>
                  <a:pt x="1021065" y="47530"/>
                  <a:pt x="1021273" y="48080"/>
                  <a:pt x="1021412" y="48734"/>
                </a:cubicBezTo>
                <a:cubicBezTo>
                  <a:pt x="1021551" y="49388"/>
                  <a:pt x="1021621" y="50162"/>
                  <a:pt x="1021621" y="51056"/>
                </a:cubicBezTo>
                <a:cubicBezTo>
                  <a:pt x="1021621" y="52777"/>
                  <a:pt x="1021326" y="54067"/>
                  <a:pt x="1020735" y="54928"/>
                </a:cubicBezTo>
                <a:cubicBezTo>
                  <a:pt x="1020144" y="55788"/>
                  <a:pt x="1019397" y="56218"/>
                  <a:pt x="1018493" y="56218"/>
                </a:cubicBezTo>
                <a:lnTo>
                  <a:pt x="992428" y="56218"/>
                </a:lnTo>
                <a:lnTo>
                  <a:pt x="992428" y="112130"/>
                </a:lnTo>
                <a:cubicBezTo>
                  <a:pt x="992428" y="119148"/>
                  <a:pt x="993454" y="124498"/>
                  <a:pt x="995504" y="128177"/>
                </a:cubicBezTo>
                <a:cubicBezTo>
                  <a:pt x="997554" y="131857"/>
                  <a:pt x="1001290" y="133697"/>
                  <a:pt x="1006712" y="133697"/>
                </a:cubicBezTo>
                <a:cubicBezTo>
                  <a:pt x="1008380" y="133697"/>
                  <a:pt x="1009892" y="133527"/>
                  <a:pt x="1011247" y="133186"/>
                </a:cubicBezTo>
                <a:cubicBezTo>
                  <a:pt x="1012603" y="132845"/>
                  <a:pt x="1013802" y="132470"/>
                  <a:pt x="1014844" y="132062"/>
                </a:cubicBezTo>
                <a:cubicBezTo>
                  <a:pt x="1015887" y="131653"/>
                  <a:pt x="1016773" y="131278"/>
                  <a:pt x="1017503" y="130937"/>
                </a:cubicBezTo>
                <a:cubicBezTo>
                  <a:pt x="1018233" y="130596"/>
                  <a:pt x="1018875" y="130426"/>
                  <a:pt x="1019431" y="130426"/>
                </a:cubicBezTo>
                <a:cubicBezTo>
                  <a:pt x="1019779" y="130426"/>
                  <a:pt x="1020092" y="130494"/>
                  <a:pt x="1020370" y="130631"/>
                </a:cubicBezTo>
                <a:cubicBezTo>
                  <a:pt x="1020648" y="130767"/>
                  <a:pt x="1020874" y="131022"/>
                  <a:pt x="1021048" y="131397"/>
                </a:cubicBezTo>
                <a:cubicBezTo>
                  <a:pt x="1021221" y="131772"/>
                  <a:pt x="1021360" y="132249"/>
                  <a:pt x="1021465" y="132828"/>
                </a:cubicBezTo>
                <a:cubicBezTo>
                  <a:pt x="1021569" y="133407"/>
                  <a:pt x="1021621" y="134140"/>
                  <a:pt x="1021621" y="135026"/>
                </a:cubicBezTo>
                <a:close/>
                <a:moveTo>
                  <a:pt x="1121627" y="89438"/>
                </a:moveTo>
                <a:cubicBezTo>
                  <a:pt x="1121627" y="91891"/>
                  <a:pt x="1120966" y="93578"/>
                  <a:pt x="1119646" y="94498"/>
                </a:cubicBezTo>
                <a:cubicBezTo>
                  <a:pt x="1118325" y="95418"/>
                  <a:pt x="1117039" y="95878"/>
                  <a:pt x="1115788" y="95878"/>
                </a:cubicBezTo>
                <a:lnTo>
                  <a:pt x="1051460" y="95878"/>
                </a:lnTo>
                <a:cubicBezTo>
                  <a:pt x="1051460" y="101616"/>
                  <a:pt x="1052034" y="106809"/>
                  <a:pt x="1053181" y="111456"/>
                </a:cubicBezTo>
                <a:cubicBezTo>
                  <a:pt x="1054327" y="116102"/>
                  <a:pt x="1056221" y="120082"/>
                  <a:pt x="1058863" y="123396"/>
                </a:cubicBezTo>
                <a:cubicBezTo>
                  <a:pt x="1061504" y="126709"/>
                  <a:pt x="1064944" y="129255"/>
                  <a:pt x="1069184" y="131033"/>
                </a:cubicBezTo>
                <a:cubicBezTo>
                  <a:pt x="1073424" y="132809"/>
                  <a:pt x="1078637" y="133697"/>
                  <a:pt x="1084823" y="133697"/>
                </a:cubicBezTo>
                <a:cubicBezTo>
                  <a:pt x="1089202" y="133697"/>
                  <a:pt x="1093129" y="133317"/>
                  <a:pt x="1096604" y="132557"/>
                </a:cubicBezTo>
                <a:cubicBezTo>
                  <a:pt x="1100080" y="131796"/>
                  <a:pt x="1103086" y="130950"/>
                  <a:pt x="1105623" y="130017"/>
                </a:cubicBezTo>
                <a:cubicBezTo>
                  <a:pt x="1108160" y="129085"/>
                  <a:pt x="1110245" y="128238"/>
                  <a:pt x="1111878" y="127478"/>
                </a:cubicBezTo>
                <a:cubicBezTo>
                  <a:pt x="1113512" y="126718"/>
                  <a:pt x="1114676" y="126338"/>
                  <a:pt x="1115371" y="126338"/>
                </a:cubicBezTo>
                <a:cubicBezTo>
                  <a:pt x="1115788" y="126338"/>
                  <a:pt x="1116170" y="126441"/>
                  <a:pt x="1116518" y="126647"/>
                </a:cubicBezTo>
                <a:cubicBezTo>
                  <a:pt x="1116865" y="126854"/>
                  <a:pt x="1117143" y="127181"/>
                  <a:pt x="1117352" y="127628"/>
                </a:cubicBezTo>
                <a:cubicBezTo>
                  <a:pt x="1117561" y="128075"/>
                  <a:pt x="1117717" y="128643"/>
                  <a:pt x="1117821" y="129331"/>
                </a:cubicBezTo>
                <a:cubicBezTo>
                  <a:pt x="1117925" y="130018"/>
                  <a:pt x="1117978" y="130878"/>
                  <a:pt x="1117978" y="131908"/>
                </a:cubicBezTo>
                <a:cubicBezTo>
                  <a:pt x="1117978" y="132392"/>
                  <a:pt x="1117943" y="132857"/>
                  <a:pt x="1117873" y="133304"/>
                </a:cubicBezTo>
                <a:cubicBezTo>
                  <a:pt x="1117804" y="133751"/>
                  <a:pt x="1117717" y="134164"/>
                  <a:pt x="1117613" y="134543"/>
                </a:cubicBezTo>
                <a:cubicBezTo>
                  <a:pt x="1117508" y="134920"/>
                  <a:pt x="1117352" y="135281"/>
                  <a:pt x="1117143" y="135626"/>
                </a:cubicBezTo>
                <a:cubicBezTo>
                  <a:pt x="1116935" y="135969"/>
                  <a:pt x="1116657" y="136313"/>
                  <a:pt x="1116309" y="136658"/>
                </a:cubicBezTo>
                <a:cubicBezTo>
                  <a:pt x="1115962" y="137001"/>
                  <a:pt x="1114885" y="137598"/>
                  <a:pt x="1113077" y="138450"/>
                </a:cubicBezTo>
                <a:cubicBezTo>
                  <a:pt x="1111270" y="139302"/>
                  <a:pt x="1108907" y="140154"/>
                  <a:pt x="1105988" y="141005"/>
                </a:cubicBezTo>
                <a:cubicBezTo>
                  <a:pt x="1103068" y="141857"/>
                  <a:pt x="1099680" y="142624"/>
                  <a:pt x="1095822" y="143305"/>
                </a:cubicBezTo>
                <a:cubicBezTo>
                  <a:pt x="1091965" y="143987"/>
                  <a:pt x="1087812" y="144327"/>
                  <a:pt x="1083364" y="144327"/>
                </a:cubicBezTo>
                <a:cubicBezTo>
                  <a:pt x="1076065" y="144327"/>
                  <a:pt x="1069601" y="143253"/>
                  <a:pt x="1063971" y="141104"/>
                </a:cubicBezTo>
                <a:cubicBezTo>
                  <a:pt x="1058341" y="138956"/>
                  <a:pt x="1053615" y="135784"/>
                  <a:pt x="1049792" y="131589"/>
                </a:cubicBezTo>
                <a:cubicBezTo>
                  <a:pt x="1045969" y="127394"/>
                  <a:pt x="1043067" y="122192"/>
                  <a:pt x="1041086" y="115985"/>
                </a:cubicBezTo>
                <a:cubicBezTo>
                  <a:pt x="1039106" y="109778"/>
                  <a:pt x="1038115" y="102581"/>
                  <a:pt x="1038115" y="94395"/>
                </a:cubicBezTo>
                <a:cubicBezTo>
                  <a:pt x="1038115" y="86550"/>
                  <a:pt x="1039140" y="79524"/>
                  <a:pt x="1041191" y="73317"/>
                </a:cubicBezTo>
                <a:cubicBezTo>
                  <a:pt x="1043241" y="67109"/>
                  <a:pt x="1046178" y="61840"/>
                  <a:pt x="1050001" y="57509"/>
                </a:cubicBezTo>
                <a:cubicBezTo>
                  <a:pt x="1053823" y="53177"/>
                  <a:pt x="1058428" y="49869"/>
                  <a:pt x="1063815" y="47584"/>
                </a:cubicBezTo>
                <a:cubicBezTo>
                  <a:pt x="1069202" y="45299"/>
                  <a:pt x="1075197" y="44157"/>
                  <a:pt x="1081800" y="44157"/>
                </a:cubicBezTo>
                <a:cubicBezTo>
                  <a:pt x="1088889" y="44157"/>
                  <a:pt x="1094936" y="45315"/>
                  <a:pt x="1099941" y="47632"/>
                </a:cubicBezTo>
                <a:cubicBezTo>
                  <a:pt x="1104945" y="49949"/>
                  <a:pt x="1109063" y="53067"/>
                  <a:pt x="1112295" y="56985"/>
                </a:cubicBezTo>
                <a:cubicBezTo>
                  <a:pt x="1115527" y="60903"/>
                  <a:pt x="1117891" y="65452"/>
                  <a:pt x="1119385" y="70630"/>
                </a:cubicBezTo>
                <a:cubicBezTo>
                  <a:pt x="1120879" y="75809"/>
                  <a:pt x="1121627" y="81261"/>
                  <a:pt x="1121627" y="86985"/>
                </a:cubicBezTo>
                <a:lnTo>
                  <a:pt x="1121627" y="89438"/>
                </a:lnTo>
                <a:moveTo>
                  <a:pt x="1108803" y="85860"/>
                </a:moveTo>
                <a:cubicBezTo>
                  <a:pt x="1109011" y="76048"/>
                  <a:pt x="1106718" y="68382"/>
                  <a:pt x="1101922" y="62862"/>
                </a:cubicBezTo>
                <a:cubicBezTo>
                  <a:pt x="1097126" y="57343"/>
                  <a:pt x="1090140" y="54583"/>
                  <a:pt x="1080966" y="54583"/>
                </a:cubicBezTo>
                <a:cubicBezTo>
                  <a:pt x="1076239" y="54583"/>
                  <a:pt x="1072086" y="55452"/>
                  <a:pt x="1068507" y="57189"/>
                </a:cubicBezTo>
                <a:cubicBezTo>
                  <a:pt x="1064927" y="58927"/>
                  <a:pt x="1061904" y="61227"/>
                  <a:pt x="1059436" y="64089"/>
                </a:cubicBezTo>
                <a:cubicBezTo>
                  <a:pt x="1056969" y="66951"/>
                  <a:pt x="1055075" y="70273"/>
                  <a:pt x="1053754" y="74055"/>
                </a:cubicBezTo>
                <a:cubicBezTo>
                  <a:pt x="1052433" y="77837"/>
                  <a:pt x="1051669" y="81772"/>
                  <a:pt x="1051460" y="85860"/>
                </a:cubicBezTo>
                <a:lnTo>
                  <a:pt x="1108803" y="85860"/>
                </a:lnTo>
                <a:close/>
                <a:moveTo>
                  <a:pt x="1201840" y="52717"/>
                </a:moveTo>
                <a:cubicBezTo>
                  <a:pt x="1201840" y="53748"/>
                  <a:pt x="1201805" y="54623"/>
                  <a:pt x="1201736" y="55343"/>
                </a:cubicBezTo>
                <a:cubicBezTo>
                  <a:pt x="1201666" y="56063"/>
                  <a:pt x="1201545" y="56644"/>
                  <a:pt x="1201371" y="57087"/>
                </a:cubicBezTo>
                <a:cubicBezTo>
                  <a:pt x="1201197" y="57530"/>
                  <a:pt x="1200989" y="57871"/>
                  <a:pt x="1200745" y="58109"/>
                </a:cubicBezTo>
                <a:cubicBezTo>
                  <a:pt x="1200502" y="58348"/>
                  <a:pt x="1200172" y="58467"/>
                  <a:pt x="1199755" y="58467"/>
                </a:cubicBezTo>
                <a:cubicBezTo>
                  <a:pt x="1199129" y="58467"/>
                  <a:pt x="1198399" y="58314"/>
                  <a:pt x="1197565" y="58007"/>
                </a:cubicBezTo>
                <a:cubicBezTo>
                  <a:pt x="1196731" y="57700"/>
                  <a:pt x="1195758" y="57377"/>
                  <a:pt x="1194646" y="57036"/>
                </a:cubicBezTo>
                <a:cubicBezTo>
                  <a:pt x="1193534" y="56695"/>
                  <a:pt x="1192318" y="56371"/>
                  <a:pt x="1190997" y="56065"/>
                </a:cubicBezTo>
                <a:cubicBezTo>
                  <a:pt x="1189676" y="55758"/>
                  <a:pt x="1188217" y="55605"/>
                  <a:pt x="1186618" y="55605"/>
                </a:cubicBezTo>
                <a:cubicBezTo>
                  <a:pt x="1184741" y="55605"/>
                  <a:pt x="1182900" y="55993"/>
                  <a:pt x="1181092" y="56771"/>
                </a:cubicBezTo>
                <a:cubicBezTo>
                  <a:pt x="1179285" y="57548"/>
                  <a:pt x="1177391" y="58799"/>
                  <a:pt x="1175410" y="60524"/>
                </a:cubicBezTo>
                <a:cubicBezTo>
                  <a:pt x="1173429" y="62249"/>
                  <a:pt x="1171344" y="64532"/>
                  <a:pt x="1169155" y="67372"/>
                </a:cubicBezTo>
                <a:cubicBezTo>
                  <a:pt x="1166965" y="70213"/>
                  <a:pt x="1164550" y="73696"/>
                  <a:pt x="1161909" y="77821"/>
                </a:cubicBezTo>
                <a:lnTo>
                  <a:pt x="1161909" y="140440"/>
                </a:lnTo>
                <a:cubicBezTo>
                  <a:pt x="1161909" y="140849"/>
                  <a:pt x="1161804" y="141225"/>
                  <a:pt x="1161596" y="141568"/>
                </a:cubicBezTo>
                <a:cubicBezTo>
                  <a:pt x="1161387" y="141908"/>
                  <a:pt x="1161057" y="142181"/>
                  <a:pt x="1160606" y="142385"/>
                </a:cubicBezTo>
                <a:cubicBezTo>
                  <a:pt x="1160154" y="142590"/>
                  <a:pt x="1159528" y="142760"/>
                  <a:pt x="1158729" y="142896"/>
                </a:cubicBezTo>
                <a:cubicBezTo>
                  <a:pt x="1157930" y="143033"/>
                  <a:pt x="1156904" y="143101"/>
                  <a:pt x="1155653" y="143101"/>
                </a:cubicBezTo>
                <a:cubicBezTo>
                  <a:pt x="1154472" y="143101"/>
                  <a:pt x="1153481" y="143033"/>
                  <a:pt x="1152682" y="142896"/>
                </a:cubicBezTo>
                <a:cubicBezTo>
                  <a:pt x="1151882" y="142760"/>
                  <a:pt x="1151240" y="142590"/>
                  <a:pt x="1150753" y="142385"/>
                </a:cubicBezTo>
                <a:cubicBezTo>
                  <a:pt x="1150266" y="142181"/>
                  <a:pt x="1149936" y="141908"/>
                  <a:pt x="1149763" y="141568"/>
                </a:cubicBezTo>
                <a:cubicBezTo>
                  <a:pt x="1149589" y="141225"/>
                  <a:pt x="1149502" y="140849"/>
                  <a:pt x="1149502" y="140440"/>
                </a:cubicBezTo>
                <a:lnTo>
                  <a:pt x="1149502" y="47840"/>
                </a:lnTo>
                <a:cubicBezTo>
                  <a:pt x="1149502" y="47431"/>
                  <a:pt x="1149589" y="47056"/>
                  <a:pt x="1149763" y="46715"/>
                </a:cubicBezTo>
                <a:cubicBezTo>
                  <a:pt x="1149936" y="46373"/>
                  <a:pt x="1150266" y="46082"/>
                  <a:pt x="1150753" y="45843"/>
                </a:cubicBezTo>
                <a:cubicBezTo>
                  <a:pt x="1151240" y="45605"/>
                  <a:pt x="1151848" y="45434"/>
                  <a:pt x="1152578" y="45332"/>
                </a:cubicBezTo>
                <a:cubicBezTo>
                  <a:pt x="1153307" y="45230"/>
                  <a:pt x="1154263" y="45179"/>
                  <a:pt x="1155445" y="45179"/>
                </a:cubicBezTo>
                <a:cubicBezTo>
                  <a:pt x="1156626" y="45179"/>
                  <a:pt x="1157599" y="45230"/>
                  <a:pt x="1158364" y="45332"/>
                </a:cubicBezTo>
                <a:cubicBezTo>
                  <a:pt x="1159129" y="45434"/>
                  <a:pt x="1159719" y="45605"/>
                  <a:pt x="1160136" y="45843"/>
                </a:cubicBezTo>
                <a:cubicBezTo>
                  <a:pt x="1160553" y="46082"/>
                  <a:pt x="1160849" y="46373"/>
                  <a:pt x="1161023" y="46715"/>
                </a:cubicBezTo>
                <a:cubicBezTo>
                  <a:pt x="1161196" y="47056"/>
                  <a:pt x="1161283" y="47431"/>
                  <a:pt x="1161283" y="47840"/>
                </a:cubicBezTo>
                <a:lnTo>
                  <a:pt x="1161283" y="62472"/>
                </a:lnTo>
                <a:cubicBezTo>
                  <a:pt x="1163994" y="58605"/>
                  <a:pt x="1166496" y="55485"/>
                  <a:pt x="1168790" y="53110"/>
                </a:cubicBezTo>
                <a:cubicBezTo>
                  <a:pt x="1171084" y="50736"/>
                  <a:pt x="1173273" y="48887"/>
                  <a:pt x="1175358" y="47565"/>
                </a:cubicBezTo>
                <a:cubicBezTo>
                  <a:pt x="1177443" y="46243"/>
                  <a:pt x="1179476" y="45344"/>
                  <a:pt x="1181457" y="44869"/>
                </a:cubicBezTo>
                <a:cubicBezTo>
                  <a:pt x="1183438" y="44394"/>
                  <a:pt x="1185471" y="44157"/>
                  <a:pt x="1187556" y="44157"/>
                </a:cubicBezTo>
                <a:cubicBezTo>
                  <a:pt x="1188460" y="44157"/>
                  <a:pt x="1189503" y="44209"/>
                  <a:pt x="1190684" y="44313"/>
                </a:cubicBezTo>
                <a:cubicBezTo>
                  <a:pt x="1191866" y="44416"/>
                  <a:pt x="1193134" y="44604"/>
                  <a:pt x="1194490" y="44879"/>
                </a:cubicBezTo>
                <a:cubicBezTo>
                  <a:pt x="1195845" y="45153"/>
                  <a:pt x="1197061" y="45480"/>
                  <a:pt x="1198139" y="45859"/>
                </a:cubicBezTo>
                <a:cubicBezTo>
                  <a:pt x="1199216" y="46236"/>
                  <a:pt x="1199963" y="46580"/>
                  <a:pt x="1200380" y="46891"/>
                </a:cubicBezTo>
                <a:cubicBezTo>
                  <a:pt x="1200797" y="47200"/>
                  <a:pt x="1201075" y="47475"/>
                  <a:pt x="1201214" y="47715"/>
                </a:cubicBezTo>
                <a:cubicBezTo>
                  <a:pt x="1201353" y="47956"/>
                  <a:pt x="1201475" y="48266"/>
                  <a:pt x="1201579" y="48645"/>
                </a:cubicBezTo>
                <a:cubicBezTo>
                  <a:pt x="1201684" y="49022"/>
                  <a:pt x="1201753" y="49537"/>
                  <a:pt x="1201788" y="50191"/>
                </a:cubicBezTo>
                <a:cubicBezTo>
                  <a:pt x="1201823" y="50844"/>
                  <a:pt x="1201840" y="51687"/>
                  <a:pt x="1201840" y="52717"/>
                </a:cubicBezTo>
                <a:close/>
                <a:moveTo>
                  <a:pt x="1405875" y="140443"/>
                </a:moveTo>
                <a:cubicBezTo>
                  <a:pt x="1405875" y="140852"/>
                  <a:pt x="1405771" y="141227"/>
                  <a:pt x="1405562" y="141568"/>
                </a:cubicBezTo>
                <a:cubicBezTo>
                  <a:pt x="1405354" y="141908"/>
                  <a:pt x="1405024" y="142181"/>
                  <a:pt x="1404572" y="142385"/>
                </a:cubicBezTo>
                <a:cubicBezTo>
                  <a:pt x="1404120" y="142590"/>
                  <a:pt x="1403495" y="142760"/>
                  <a:pt x="1402695" y="142896"/>
                </a:cubicBezTo>
                <a:cubicBezTo>
                  <a:pt x="1401896" y="143033"/>
                  <a:pt x="1400905" y="143101"/>
                  <a:pt x="1399724" y="143101"/>
                </a:cubicBezTo>
                <a:cubicBezTo>
                  <a:pt x="1398473" y="143101"/>
                  <a:pt x="1397448" y="143033"/>
                  <a:pt x="1396648" y="142896"/>
                </a:cubicBezTo>
                <a:cubicBezTo>
                  <a:pt x="1395849" y="142760"/>
                  <a:pt x="1395206" y="142590"/>
                  <a:pt x="1394719" y="142385"/>
                </a:cubicBezTo>
                <a:cubicBezTo>
                  <a:pt x="1394233" y="142181"/>
                  <a:pt x="1393903" y="141908"/>
                  <a:pt x="1393729" y="141568"/>
                </a:cubicBezTo>
                <a:cubicBezTo>
                  <a:pt x="1393555" y="141227"/>
                  <a:pt x="1393468" y="140852"/>
                  <a:pt x="1393468" y="140443"/>
                </a:cubicBezTo>
                <a:lnTo>
                  <a:pt x="1393468" y="83510"/>
                </a:lnTo>
                <a:cubicBezTo>
                  <a:pt x="1393468" y="79148"/>
                  <a:pt x="1393069" y="75179"/>
                  <a:pt x="1392269" y="71601"/>
                </a:cubicBezTo>
                <a:cubicBezTo>
                  <a:pt x="1391470" y="68024"/>
                  <a:pt x="1390219" y="64958"/>
                  <a:pt x="1388516" y="62402"/>
                </a:cubicBezTo>
                <a:cubicBezTo>
                  <a:pt x="1386813" y="59847"/>
                  <a:pt x="1384658" y="57871"/>
                  <a:pt x="1382052" y="56474"/>
                </a:cubicBezTo>
                <a:cubicBezTo>
                  <a:pt x="1379445" y="55077"/>
                  <a:pt x="1376370" y="54378"/>
                  <a:pt x="1372825" y="54378"/>
                </a:cubicBezTo>
                <a:cubicBezTo>
                  <a:pt x="1368446" y="54378"/>
                  <a:pt x="1364015" y="56048"/>
                  <a:pt x="1359532" y="59387"/>
                </a:cubicBezTo>
                <a:cubicBezTo>
                  <a:pt x="1355049" y="62726"/>
                  <a:pt x="1350131" y="67632"/>
                  <a:pt x="1344779" y="74106"/>
                </a:cubicBezTo>
                <a:lnTo>
                  <a:pt x="1344779" y="140443"/>
                </a:lnTo>
                <a:cubicBezTo>
                  <a:pt x="1344779" y="140852"/>
                  <a:pt x="1344675" y="141227"/>
                  <a:pt x="1344466" y="141568"/>
                </a:cubicBezTo>
                <a:cubicBezTo>
                  <a:pt x="1344258" y="141908"/>
                  <a:pt x="1343928" y="142181"/>
                  <a:pt x="1343476" y="142385"/>
                </a:cubicBezTo>
                <a:cubicBezTo>
                  <a:pt x="1343024" y="142590"/>
                  <a:pt x="1342399" y="142760"/>
                  <a:pt x="1341599" y="142896"/>
                </a:cubicBezTo>
                <a:cubicBezTo>
                  <a:pt x="1340800" y="143033"/>
                  <a:pt x="1339810" y="143101"/>
                  <a:pt x="1338628" y="143101"/>
                </a:cubicBezTo>
                <a:cubicBezTo>
                  <a:pt x="1337446" y="143101"/>
                  <a:pt x="1336456" y="143033"/>
                  <a:pt x="1335657" y="142896"/>
                </a:cubicBezTo>
                <a:cubicBezTo>
                  <a:pt x="1334857" y="142760"/>
                  <a:pt x="1334214" y="142590"/>
                  <a:pt x="1333728" y="142385"/>
                </a:cubicBezTo>
                <a:cubicBezTo>
                  <a:pt x="1333241" y="142181"/>
                  <a:pt x="1332911" y="141908"/>
                  <a:pt x="1332737" y="141568"/>
                </a:cubicBezTo>
                <a:cubicBezTo>
                  <a:pt x="1332564" y="141227"/>
                  <a:pt x="1332477" y="140852"/>
                  <a:pt x="1332477" y="140443"/>
                </a:cubicBezTo>
                <a:lnTo>
                  <a:pt x="1332477" y="83510"/>
                </a:lnTo>
                <a:cubicBezTo>
                  <a:pt x="1332477" y="79148"/>
                  <a:pt x="1332060" y="75179"/>
                  <a:pt x="1331226" y="71601"/>
                </a:cubicBezTo>
                <a:cubicBezTo>
                  <a:pt x="1330392" y="68024"/>
                  <a:pt x="1329123" y="64958"/>
                  <a:pt x="1327420" y="62402"/>
                </a:cubicBezTo>
                <a:cubicBezTo>
                  <a:pt x="1325717" y="59847"/>
                  <a:pt x="1323563" y="57871"/>
                  <a:pt x="1320956" y="56474"/>
                </a:cubicBezTo>
                <a:cubicBezTo>
                  <a:pt x="1318350" y="55077"/>
                  <a:pt x="1315274" y="54378"/>
                  <a:pt x="1311729" y="54378"/>
                </a:cubicBezTo>
                <a:cubicBezTo>
                  <a:pt x="1307350" y="54378"/>
                  <a:pt x="1302919" y="56048"/>
                  <a:pt x="1298436" y="59387"/>
                </a:cubicBezTo>
                <a:cubicBezTo>
                  <a:pt x="1293953" y="62726"/>
                  <a:pt x="1289070" y="67632"/>
                  <a:pt x="1283788" y="74106"/>
                </a:cubicBezTo>
                <a:lnTo>
                  <a:pt x="1283788" y="140443"/>
                </a:lnTo>
                <a:cubicBezTo>
                  <a:pt x="1283788" y="140852"/>
                  <a:pt x="1283683" y="141227"/>
                  <a:pt x="1283475" y="141568"/>
                </a:cubicBezTo>
                <a:cubicBezTo>
                  <a:pt x="1283266" y="141908"/>
                  <a:pt x="1282936" y="142181"/>
                  <a:pt x="1282484" y="142385"/>
                </a:cubicBezTo>
                <a:cubicBezTo>
                  <a:pt x="1282033" y="142590"/>
                  <a:pt x="1281407" y="142760"/>
                  <a:pt x="1280608" y="142896"/>
                </a:cubicBezTo>
                <a:cubicBezTo>
                  <a:pt x="1279808" y="143033"/>
                  <a:pt x="1278783" y="143101"/>
                  <a:pt x="1277532" y="143101"/>
                </a:cubicBezTo>
                <a:cubicBezTo>
                  <a:pt x="1276351" y="143101"/>
                  <a:pt x="1275360" y="143033"/>
                  <a:pt x="1274561" y="142896"/>
                </a:cubicBezTo>
                <a:cubicBezTo>
                  <a:pt x="1273761" y="142760"/>
                  <a:pt x="1273119" y="142590"/>
                  <a:pt x="1272632" y="142385"/>
                </a:cubicBezTo>
                <a:cubicBezTo>
                  <a:pt x="1272145" y="142181"/>
                  <a:pt x="1271815" y="141908"/>
                  <a:pt x="1271642" y="141568"/>
                </a:cubicBezTo>
                <a:cubicBezTo>
                  <a:pt x="1271468" y="141225"/>
                  <a:pt x="1271381" y="140849"/>
                  <a:pt x="1271381" y="140440"/>
                </a:cubicBezTo>
                <a:lnTo>
                  <a:pt x="1271381" y="47840"/>
                </a:lnTo>
                <a:cubicBezTo>
                  <a:pt x="1271381" y="47431"/>
                  <a:pt x="1271468" y="47056"/>
                  <a:pt x="1271642" y="46715"/>
                </a:cubicBezTo>
                <a:cubicBezTo>
                  <a:pt x="1271815" y="46373"/>
                  <a:pt x="1272145" y="46082"/>
                  <a:pt x="1272632" y="45843"/>
                </a:cubicBezTo>
                <a:cubicBezTo>
                  <a:pt x="1273119" y="45605"/>
                  <a:pt x="1273727" y="45434"/>
                  <a:pt x="1274457" y="45332"/>
                </a:cubicBezTo>
                <a:cubicBezTo>
                  <a:pt x="1275186" y="45230"/>
                  <a:pt x="1276142" y="45179"/>
                  <a:pt x="1277324" y="45179"/>
                </a:cubicBezTo>
                <a:cubicBezTo>
                  <a:pt x="1278505" y="45179"/>
                  <a:pt x="1279478" y="45230"/>
                  <a:pt x="1280243" y="45332"/>
                </a:cubicBezTo>
                <a:cubicBezTo>
                  <a:pt x="1281007" y="45434"/>
                  <a:pt x="1281598" y="45605"/>
                  <a:pt x="1282015" y="45843"/>
                </a:cubicBezTo>
                <a:cubicBezTo>
                  <a:pt x="1282432" y="46082"/>
                  <a:pt x="1282728" y="46373"/>
                  <a:pt x="1282901" y="46715"/>
                </a:cubicBezTo>
                <a:cubicBezTo>
                  <a:pt x="1283075" y="47056"/>
                  <a:pt x="1283162" y="47431"/>
                  <a:pt x="1283162" y="47840"/>
                </a:cubicBezTo>
                <a:lnTo>
                  <a:pt x="1283162" y="60936"/>
                </a:lnTo>
                <a:cubicBezTo>
                  <a:pt x="1288584" y="55037"/>
                  <a:pt x="1293727" y="50767"/>
                  <a:pt x="1298592" y="48124"/>
                </a:cubicBezTo>
                <a:cubicBezTo>
                  <a:pt x="1303458" y="45479"/>
                  <a:pt x="1308289" y="44157"/>
                  <a:pt x="1313085" y="44157"/>
                </a:cubicBezTo>
                <a:cubicBezTo>
                  <a:pt x="1317046" y="44157"/>
                  <a:pt x="1320574" y="44615"/>
                  <a:pt x="1323667" y="45530"/>
                </a:cubicBezTo>
                <a:cubicBezTo>
                  <a:pt x="1326760" y="46446"/>
                  <a:pt x="1329488" y="47735"/>
                  <a:pt x="1331851" y="49399"/>
                </a:cubicBezTo>
                <a:cubicBezTo>
                  <a:pt x="1334214" y="51060"/>
                  <a:pt x="1336230" y="53044"/>
                  <a:pt x="1337898" y="55353"/>
                </a:cubicBezTo>
                <a:cubicBezTo>
                  <a:pt x="1339566" y="57659"/>
                  <a:pt x="1340922" y="60202"/>
                  <a:pt x="1341964" y="62983"/>
                </a:cubicBezTo>
                <a:cubicBezTo>
                  <a:pt x="1345231" y="59455"/>
                  <a:pt x="1348307" y="56486"/>
                  <a:pt x="1351191" y="54078"/>
                </a:cubicBezTo>
                <a:cubicBezTo>
                  <a:pt x="1354076" y="51670"/>
                  <a:pt x="1356821" y="49736"/>
                  <a:pt x="1359428" y="48277"/>
                </a:cubicBezTo>
                <a:cubicBezTo>
                  <a:pt x="1362034" y="46819"/>
                  <a:pt x="1364554" y="45768"/>
                  <a:pt x="1366986" y="45125"/>
                </a:cubicBezTo>
                <a:cubicBezTo>
                  <a:pt x="1369419" y="44479"/>
                  <a:pt x="1371817" y="44157"/>
                  <a:pt x="1374180" y="44157"/>
                </a:cubicBezTo>
                <a:cubicBezTo>
                  <a:pt x="1380088" y="44157"/>
                  <a:pt x="1385075" y="45179"/>
                  <a:pt x="1389142" y="47223"/>
                </a:cubicBezTo>
                <a:cubicBezTo>
                  <a:pt x="1393208" y="49268"/>
                  <a:pt x="1396474" y="52027"/>
                  <a:pt x="1398942" y="55503"/>
                </a:cubicBezTo>
                <a:cubicBezTo>
                  <a:pt x="1401409" y="58978"/>
                  <a:pt x="1403182" y="63032"/>
                  <a:pt x="1404259" y="67666"/>
                </a:cubicBezTo>
                <a:cubicBezTo>
                  <a:pt x="1405336" y="72300"/>
                  <a:pt x="1405875" y="77206"/>
                  <a:pt x="1405875" y="82385"/>
                </a:cubicBezTo>
                <a:lnTo>
                  <a:pt x="1405875" y="140443"/>
                </a:lnTo>
                <a:close/>
                <a:moveTo>
                  <a:pt x="1453515" y="140440"/>
                </a:moveTo>
                <a:cubicBezTo>
                  <a:pt x="1453515" y="140849"/>
                  <a:pt x="1453411" y="141225"/>
                  <a:pt x="1453203" y="141568"/>
                </a:cubicBezTo>
                <a:cubicBezTo>
                  <a:pt x="1452994" y="141908"/>
                  <a:pt x="1452664" y="142181"/>
                  <a:pt x="1452212" y="142385"/>
                </a:cubicBezTo>
                <a:cubicBezTo>
                  <a:pt x="1451760" y="142590"/>
                  <a:pt x="1451135" y="142760"/>
                  <a:pt x="1450336" y="142896"/>
                </a:cubicBezTo>
                <a:cubicBezTo>
                  <a:pt x="1449536" y="143033"/>
                  <a:pt x="1448511" y="143101"/>
                  <a:pt x="1447260" y="143101"/>
                </a:cubicBezTo>
                <a:cubicBezTo>
                  <a:pt x="1446078" y="143101"/>
                  <a:pt x="1445088" y="143033"/>
                  <a:pt x="1444289" y="142896"/>
                </a:cubicBezTo>
                <a:cubicBezTo>
                  <a:pt x="1443489" y="142760"/>
                  <a:pt x="1442846" y="142590"/>
                  <a:pt x="1442360" y="142385"/>
                </a:cubicBezTo>
                <a:cubicBezTo>
                  <a:pt x="1441873" y="142181"/>
                  <a:pt x="1441543" y="141908"/>
                  <a:pt x="1441369" y="141568"/>
                </a:cubicBezTo>
                <a:cubicBezTo>
                  <a:pt x="1441196" y="141225"/>
                  <a:pt x="1441109" y="140849"/>
                  <a:pt x="1441109" y="140440"/>
                </a:cubicBezTo>
                <a:lnTo>
                  <a:pt x="1441109" y="47840"/>
                </a:lnTo>
                <a:cubicBezTo>
                  <a:pt x="1441109" y="47431"/>
                  <a:pt x="1441196" y="47056"/>
                  <a:pt x="1441369" y="46715"/>
                </a:cubicBezTo>
                <a:cubicBezTo>
                  <a:pt x="1441543" y="46373"/>
                  <a:pt x="1441873" y="46082"/>
                  <a:pt x="1442360" y="45843"/>
                </a:cubicBezTo>
                <a:cubicBezTo>
                  <a:pt x="1442846" y="45605"/>
                  <a:pt x="1443489" y="45434"/>
                  <a:pt x="1444289" y="45332"/>
                </a:cubicBezTo>
                <a:cubicBezTo>
                  <a:pt x="1445088" y="45230"/>
                  <a:pt x="1446078" y="45179"/>
                  <a:pt x="1447260" y="45179"/>
                </a:cubicBezTo>
                <a:cubicBezTo>
                  <a:pt x="1448511" y="45179"/>
                  <a:pt x="1449536" y="45230"/>
                  <a:pt x="1450336" y="45332"/>
                </a:cubicBezTo>
                <a:cubicBezTo>
                  <a:pt x="1451135" y="45434"/>
                  <a:pt x="1451760" y="45605"/>
                  <a:pt x="1452212" y="45843"/>
                </a:cubicBezTo>
                <a:cubicBezTo>
                  <a:pt x="1452664" y="46082"/>
                  <a:pt x="1452994" y="46373"/>
                  <a:pt x="1453203" y="46715"/>
                </a:cubicBezTo>
                <a:cubicBezTo>
                  <a:pt x="1453411" y="47056"/>
                  <a:pt x="1453515" y="47431"/>
                  <a:pt x="1453515" y="47840"/>
                </a:cubicBezTo>
                <a:lnTo>
                  <a:pt x="1453515" y="140440"/>
                </a:lnTo>
                <a:moveTo>
                  <a:pt x="1455392" y="16508"/>
                </a:moveTo>
                <a:cubicBezTo>
                  <a:pt x="1455392" y="19798"/>
                  <a:pt x="1454801" y="22026"/>
                  <a:pt x="1453620" y="23193"/>
                </a:cubicBezTo>
                <a:cubicBezTo>
                  <a:pt x="1452438" y="24358"/>
                  <a:pt x="1450283" y="24940"/>
                  <a:pt x="1447156" y="24940"/>
                </a:cubicBezTo>
                <a:cubicBezTo>
                  <a:pt x="1444097" y="24940"/>
                  <a:pt x="1441995" y="24375"/>
                  <a:pt x="1440848" y="23244"/>
                </a:cubicBezTo>
                <a:cubicBezTo>
                  <a:pt x="1439701" y="22114"/>
                  <a:pt x="1439128" y="19902"/>
                  <a:pt x="1439128" y="16610"/>
                </a:cubicBezTo>
                <a:cubicBezTo>
                  <a:pt x="1439128" y="13320"/>
                  <a:pt x="1439719" y="11092"/>
                  <a:pt x="1440900" y="9928"/>
                </a:cubicBezTo>
                <a:cubicBezTo>
                  <a:pt x="1442082" y="8761"/>
                  <a:pt x="1444236" y="8177"/>
                  <a:pt x="1447364" y="8177"/>
                </a:cubicBezTo>
                <a:cubicBezTo>
                  <a:pt x="1450422" y="8177"/>
                  <a:pt x="1452525" y="8743"/>
                  <a:pt x="1453672" y="9873"/>
                </a:cubicBezTo>
                <a:cubicBezTo>
                  <a:pt x="1454819" y="11004"/>
                  <a:pt x="1455392" y="13216"/>
                  <a:pt x="1455392" y="16508"/>
                </a:cubicBezTo>
                <a:close/>
                <a:moveTo>
                  <a:pt x="1565229" y="140443"/>
                </a:moveTo>
                <a:cubicBezTo>
                  <a:pt x="1565229" y="140852"/>
                  <a:pt x="1565125" y="141227"/>
                  <a:pt x="1564917" y="141568"/>
                </a:cubicBezTo>
                <a:cubicBezTo>
                  <a:pt x="1564708" y="141908"/>
                  <a:pt x="1564378" y="142181"/>
                  <a:pt x="1563926" y="142385"/>
                </a:cubicBezTo>
                <a:cubicBezTo>
                  <a:pt x="1563474" y="142590"/>
                  <a:pt x="1562849" y="142760"/>
                  <a:pt x="1562049" y="142896"/>
                </a:cubicBezTo>
                <a:cubicBezTo>
                  <a:pt x="1561250" y="143033"/>
                  <a:pt x="1560260" y="143101"/>
                  <a:pt x="1559078" y="143101"/>
                </a:cubicBezTo>
                <a:cubicBezTo>
                  <a:pt x="1557827" y="143101"/>
                  <a:pt x="1556802" y="143033"/>
                  <a:pt x="1556002" y="142896"/>
                </a:cubicBezTo>
                <a:cubicBezTo>
                  <a:pt x="1555203" y="142760"/>
                  <a:pt x="1554578" y="142590"/>
                  <a:pt x="1554126" y="142385"/>
                </a:cubicBezTo>
                <a:cubicBezTo>
                  <a:pt x="1553674" y="142181"/>
                  <a:pt x="1553344" y="141908"/>
                  <a:pt x="1553135" y="141568"/>
                </a:cubicBezTo>
                <a:cubicBezTo>
                  <a:pt x="1552927" y="141227"/>
                  <a:pt x="1552823" y="140852"/>
                  <a:pt x="1552823" y="140443"/>
                </a:cubicBezTo>
                <a:lnTo>
                  <a:pt x="1552823" y="85554"/>
                </a:lnTo>
                <a:cubicBezTo>
                  <a:pt x="1552823" y="79830"/>
                  <a:pt x="1552371" y="75179"/>
                  <a:pt x="1551467" y="71601"/>
                </a:cubicBezTo>
                <a:cubicBezTo>
                  <a:pt x="1550564" y="68024"/>
                  <a:pt x="1549208" y="64958"/>
                  <a:pt x="1547401" y="62402"/>
                </a:cubicBezTo>
                <a:cubicBezTo>
                  <a:pt x="1545594" y="59847"/>
                  <a:pt x="1543283" y="57871"/>
                  <a:pt x="1540468" y="56474"/>
                </a:cubicBezTo>
                <a:cubicBezTo>
                  <a:pt x="1537653" y="55077"/>
                  <a:pt x="1534369" y="54378"/>
                  <a:pt x="1530615" y="54378"/>
                </a:cubicBezTo>
                <a:cubicBezTo>
                  <a:pt x="1525819" y="54378"/>
                  <a:pt x="1521023" y="56048"/>
                  <a:pt x="1516228" y="59387"/>
                </a:cubicBezTo>
                <a:cubicBezTo>
                  <a:pt x="1511432" y="62726"/>
                  <a:pt x="1506392" y="67632"/>
                  <a:pt x="1501110" y="74106"/>
                </a:cubicBezTo>
                <a:lnTo>
                  <a:pt x="1501110" y="140443"/>
                </a:lnTo>
                <a:cubicBezTo>
                  <a:pt x="1501110" y="140852"/>
                  <a:pt x="1501006" y="141227"/>
                  <a:pt x="1500797" y="141568"/>
                </a:cubicBezTo>
                <a:cubicBezTo>
                  <a:pt x="1500589" y="141908"/>
                  <a:pt x="1500259" y="142181"/>
                  <a:pt x="1499807" y="142385"/>
                </a:cubicBezTo>
                <a:cubicBezTo>
                  <a:pt x="1499355" y="142590"/>
                  <a:pt x="1498729" y="142760"/>
                  <a:pt x="1497930" y="142896"/>
                </a:cubicBezTo>
                <a:cubicBezTo>
                  <a:pt x="1497131" y="143033"/>
                  <a:pt x="1496106" y="143101"/>
                  <a:pt x="1494854" y="143101"/>
                </a:cubicBezTo>
                <a:cubicBezTo>
                  <a:pt x="1493673" y="143101"/>
                  <a:pt x="1492682" y="143033"/>
                  <a:pt x="1491883" y="142896"/>
                </a:cubicBezTo>
                <a:cubicBezTo>
                  <a:pt x="1491084" y="142760"/>
                  <a:pt x="1490441" y="142590"/>
                  <a:pt x="1489954" y="142385"/>
                </a:cubicBezTo>
                <a:cubicBezTo>
                  <a:pt x="1489468" y="142181"/>
                  <a:pt x="1489138" y="141908"/>
                  <a:pt x="1488964" y="141568"/>
                </a:cubicBezTo>
                <a:cubicBezTo>
                  <a:pt x="1488790" y="141225"/>
                  <a:pt x="1488703" y="140849"/>
                  <a:pt x="1488703" y="140440"/>
                </a:cubicBezTo>
                <a:lnTo>
                  <a:pt x="1488703" y="47840"/>
                </a:lnTo>
                <a:cubicBezTo>
                  <a:pt x="1488703" y="47431"/>
                  <a:pt x="1488790" y="47056"/>
                  <a:pt x="1488964" y="46715"/>
                </a:cubicBezTo>
                <a:cubicBezTo>
                  <a:pt x="1489138" y="46373"/>
                  <a:pt x="1489468" y="46082"/>
                  <a:pt x="1489954" y="45843"/>
                </a:cubicBezTo>
                <a:cubicBezTo>
                  <a:pt x="1490441" y="45605"/>
                  <a:pt x="1491049" y="45434"/>
                  <a:pt x="1491779" y="45332"/>
                </a:cubicBezTo>
                <a:cubicBezTo>
                  <a:pt x="1492509" y="45230"/>
                  <a:pt x="1493464" y="45179"/>
                  <a:pt x="1494646" y="45179"/>
                </a:cubicBezTo>
                <a:cubicBezTo>
                  <a:pt x="1495828" y="45179"/>
                  <a:pt x="1496801" y="45230"/>
                  <a:pt x="1497565" y="45332"/>
                </a:cubicBezTo>
                <a:cubicBezTo>
                  <a:pt x="1498330" y="45434"/>
                  <a:pt x="1498921" y="45605"/>
                  <a:pt x="1499338" y="45843"/>
                </a:cubicBezTo>
                <a:cubicBezTo>
                  <a:pt x="1499755" y="46082"/>
                  <a:pt x="1500050" y="46373"/>
                  <a:pt x="1500224" y="46715"/>
                </a:cubicBezTo>
                <a:cubicBezTo>
                  <a:pt x="1500398" y="47056"/>
                  <a:pt x="1500484" y="47431"/>
                  <a:pt x="1500484" y="47840"/>
                </a:cubicBezTo>
                <a:lnTo>
                  <a:pt x="1500484" y="60936"/>
                </a:lnTo>
                <a:cubicBezTo>
                  <a:pt x="1505906" y="55037"/>
                  <a:pt x="1511223" y="50767"/>
                  <a:pt x="1516436" y="48124"/>
                </a:cubicBezTo>
                <a:cubicBezTo>
                  <a:pt x="1521649" y="45479"/>
                  <a:pt x="1526827" y="44157"/>
                  <a:pt x="1531971" y="44157"/>
                </a:cubicBezTo>
                <a:cubicBezTo>
                  <a:pt x="1538157" y="44157"/>
                  <a:pt x="1543370" y="45179"/>
                  <a:pt x="1547610" y="47223"/>
                </a:cubicBezTo>
                <a:cubicBezTo>
                  <a:pt x="1551849" y="49268"/>
                  <a:pt x="1555273" y="52027"/>
                  <a:pt x="1557879" y="55503"/>
                </a:cubicBezTo>
                <a:cubicBezTo>
                  <a:pt x="1560486" y="58978"/>
                  <a:pt x="1562362" y="63032"/>
                  <a:pt x="1563509" y="67666"/>
                </a:cubicBezTo>
                <a:cubicBezTo>
                  <a:pt x="1564656" y="72300"/>
                  <a:pt x="1565229" y="77888"/>
                  <a:pt x="1565229" y="84429"/>
                </a:cubicBezTo>
                <a:lnTo>
                  <a:pt x="1565229" y="140443"/>
                </a:lnTo>
                <a:close/>
                <a:moveTo>
                  <a:pt x="1692338" y="135026"/>
                </a:moveTo>
                <a:cubicBezTo>
                  <a:pt x="1692338" y="136457"/>
                  <a:pt x="1692216" y="137615"/>
                  <a:pt x="1691973" y="138501"/>
                </a:cubicBezTo>
                <a:cubicBezTo>
                  <a:pt x="1691730" y="139387"/>
                  <a:pt x="1691347" y="140085"/>
                  <a:pt x="1690826" y="140596"/>
                </a:cubicBezTo>
                <a:cubicBezTo>
                  <a:pt x="1690305" y="141108"/>
                  <a:pt x="1689540" y="141585"/>
                  <a:pt x="1688532" y="142027"/>
                </a:cubicBezTo>
                <a:cubicBezTo>
                  <a:pt x="1687525" y="142470"/>
                  <a:pt x="1686360" y="142845"/>
                  <a:pt x="1685040" y="143152"/>
                </a:cubicBezTo>
                <a:cubicBezTo>
                  <a:pt x="1683719" y="143459"/>
                  <a:pt x="1682329" y="143697"/>
                  <a:pt x="1680869" y="143867"/>
                </a:cubicBezTo>
                <a:cubicBezTo>
                  <a:pt x="1679410" y="144038"/>
                  <a:pt x="1677985" y="144123"/>
                  <a:pt x="1676595" y="144123"/>
                </a:cubicBezTo>
                <a:cubicBezTo>
                  <a:pt x="1671938" y="144123"/>
                  <a:pt x="1667976" y="143510"/>
                  <a:pt x="1664709" y="142283"/>
                </a:cubicBezTo>
                <a:cubicBezTo>
                  <a:pt x="1661442" y="141056"/>
                  <a:pt x="1658766" y="139200"/>
                  <a:pt x="1656681" y="136712"/>
                </a:cubicBezTo>
                <a:cubicBezTo>
                  <a:pt x="1654596" y="134225"/>
                  <a:pt x="1653084" y="131073"/>
                  <a:pt x="1652146" y="127257"/>
                </a:cubicBezTo>
                <a:cubicBezTo>
                  <a:pt x="1651208" y="123441"/>
                  <a:pt x="1650739" y="118944"/>
                  <a:pt x="1650739" y="113765"/>
                </a:cubicBezTo>
                <a:lnTo>
                  <a:pt x="1650739" y="56218"/>
                </a:lnTo>
                <a:lnTo>
                  <a:pt x="1636664" y="56218"/>
                </a:lnTo>
                <a:cubicBezTo>
                  <a:pt x="1635690" y="56218"/>
                  <a:pt x="1634926" y="55788"/>
                  <a:pt x="1634370" y="54928"/>
                </a:cubicBezTo>
                <a:cubicBezTo>
                  <a:pt x="1633814" y="54067"/>
                  <a:pt x="1633536" y="52777"/>
                  <a:pt x="1633536" y="51056"/>
                </a:cubicBezTo>
                <a:cubicBezTo>
                  <a:pt x="1633536" y="50162"/>
                  <a:pt x="1633605" y="49388"/>
                  <a:pt x="1633744" y="48734"/>
                </a:cubicBezTo>
                <a:cubicBezTo>
                  <a:pt x="1633883" y="48080"/>
                  <a:pt x="1634092" y="47530"/>
                  <a:pt x="1634370" y="47083"/>
                </a:cubicBezTo>
                <a:cubicBezTo>
                  <a:pt x="1634648" y="46636"/>
                  <a:pt x="1634978" y="46309"/>
                  <a:pt x="1635360" y="46102"/>
                </a:cubicBezTo>
                <a:cubicBezTo>
                  <a:pt x="1635743" y="45896"/>
                  <a:pt x="1636177" y="45792"/>
                  <a:pt x="1636664" y="45792"/>
                </a:cubicBezTo>
                <a:lnTo>
                  <a:pt x="1650739" y="45792"/>
                </a:lnTo>
                <a:lnTo>
                  <a:pt x="1650739" y="23101"/>
                </a:lnTo>
                <a:cubicBezTo>
                  <a:pt x="1650739" y="22692"/>
                  <a:pt x="1650825" y="22317"/>
                  <a:pt x="1650999" y="21976"/>
                </a:cubicBezTo>
                <a:cubicBezTo>
                  <a:pt x="1651173" y="21635"/>
                  <a:pt x="1651503" y="21346"/>
                  <a:pt x="1651990" y="21107"/>
                </a:cubicBezTo>
                <a:cubicBezTo>
                  <a:pt x="1652476" y="20869"/>
                  <a:pt x="1653119" y="20699"/>
                  <a:pt x="1653918" y="20596"/>
                </a:cubicBezTo>
                <a:cubicBezTo>
                  <a:pt x="1654718" y="20494"/>
                  <a:pt x="1655708" y="20443"/>
                  <a:pt x="1656890" y="20443"/>
                </a:cubicBezTo>
                <a:cubicBezTo>
                  <a:pt x="1658141" y="20443"/>
                  <a:pt x="1659166" y="20494"/>
                  <a:pt x="1659965" y="20596"/>
                </a:cubicBezTo>
                <a:cubicBezTo>
                  <a:pt x="1660765" y="20699"/>
                  <a:pt x="1661390" y="20869"/>
                  <a:pt x="1661842" y="21107"/>
                </a:cubicBezTo>
                <a:cubicBezTo>
                  <a:pt x="1662294" y="21346"/>
                  <a:pt x="1662624" y="21635"/>
                  <a:pt x="1662833" y="21976"/>
                </a:cubicBezTo>
                <a:cubicBezTo>
                  <a:pt x="1663041" y="22317"/>
                  <a:pt x="1663145" y="22692"/>
                  <a:pt x="1663145" y="23101"/>
                </a:cubicBezTo>
                <a:lnTo>
                  <a:pt x="1663145" y="45792"/>
                </a:lnTo>
                <a:lnTo>
                  <a:pt x="1689210" y="45792"/>
                </a:lnTo>
                <a:cubicBezTo>
                  <a:pt x="1689697" y="45792"/>
                  <a:pt x="1690131" y="45896"/>
                  <a:pt x="1690513" y="46102"/>
                </a:cubicBezTo>
                <a:cubicBezTo>
                  <a:pt x="1690896" y="46309"/>
                  <a:pt x="1691226" y="46636"/>
                  <a:pt x="1691504" y="47083"/>
                </a:cubicBezTo>
                <a:cubicBezTo>
                  <a:pt x="1691782" y="47530"/>
                  <a:pt x="1691990" y="48080"/>
                  <a:pt x="1692129" y="48734"/>
                </a:cubicBezTo>
                <a:cubicBezTo>
                  <a:pt x="1692268" y="49388"/>
                  <a:pt x="1692338" y="50162"/>
                  <a:pt x="1692338" y="51056"/>
                </a:cubicBezTo>
                <a:cubicBezTo>
                  <a:pt x="1692338" y="52777"/>
                  <a:pt x="1692043" y="54067"/>
                  <a:pt x="1691452" y="54928"/>
                </a:cubicBezTo>
                <a:cubicBezTo>
                  <a:pt x="1690861" y="55788"/>
                  <a:pt x="1690114" y="56218"/>
                  <a:pt x="1689210" y="56218"/>
                </a:cubicBezTo>
                <a:lnTo>
                  <a:pt x="1663145" y="56218"/>
                </a:lnTo>
                <a:lnTo>
                  <a:pt x="1663145" y="112130"/>
                </a:lnTo>
                <a:cubicBezTo>
                  <a:pt x="1663145" y="119148"/>
                  <a:pt x="1664171" y="124498"/>
                  <a:pt x="1666221" y="128177"/>
                </a:cubicBezTo>
                <a:cubicBezTo>
                  <a:pt x="1668271" y="131857"/>
                  <a:pt x="1672007" y="133697"/>
                  <a:pt x="1677429" y="133697"/>
                </a:cubicBezTo>
                <a:cubicBezTo>
                  <a:pt x="1679097" y="133697"/>
                  <a:pt x="1680609" y="133527"/>
                  <a:pt x="1681964" y="133186"/>
                </a:cubicBezTo>
                <a:cubicBezTo>
                  <a:pt x="1683319" y="132845"/>
                  <a:pt x="1684518" y="132470"/>
                  <a:pt x="1685561" y="132062"/>
                </a:cubicBezTo>
                <a:cubicBezTo>
                  <a:pt x="1686604" y="131653"/>
                  <a:pt x="1687490" y="131278"/>
                  <a:pt x="1688220" y="130937"/>
                </a:cubicBezTo>
                <a:cubicBezTo>
                  <a:pt x="1688949" y="130596"/>
                  <a:pt x="1689592" y="130426"/>
                  <a:pt x="1690148" y="130426"/>
                </a:cubicBezTo>
                <a:cubicBezTo>
                  <a:pt x="1690496" y="130426"/>
                  <a:pt x="1690809" y="130494"/>
                  <a:pt x="1691087" y="130631"/>
                </a:cubicBezTo>
                <a:cubicBezTo>
                  <a:pt x="1691365" y="130767"/>
                  <a:pt x="1691591" y="131022"/>
                  <a:pt x="1691764" y="131397"/>
                </a:cubicBezTo>
                <a:cubicBezTo>
                  <a:pt x="1691938" y="131772"/>
                  <a:pt x="1692077" y="132249"/>
                  <a:pt x="1692182" y="132828"/>
                </a:cubicBezTo>
                <a:cubicBezTo>
                  <a:pt x="1692286" y="133407"/>
                  <a:pt x="1692338" y="134140"/>
                  <a:pt x="1692338" y="135026"/>
                </a:cubicBezTo>
                <a:close/>
                <a:moveTo>
                  <a:pt x="1798912" y="93271"/>
                </a:moveTo>
                <a:cubicBezTo>
                  <a:pt x="1798912" y="100637"/>
                  <a:pt x="1797939" y="107424"/>
                  <a:pt x="1795992" y="113631"/>
                </a:cubicBezTo>
                <a:cubicBezTo>
                  <a:pt x="1794046" y="119838"/>
                  <a:pt x="1791144" y="125228"/>
                  <a:pt x="1787287" y="129800"/>
                </a:cubicBezTo>
                <a:cubicBezTo>
                  <a:pt x="1783429" y="134370"/>
                  <a:pt x="1778616" y="137934"/>
                  <a:pt x="1772847" y="140491"/>
                </a:cubicBezTo>
                <a:cubicBezTo>
                  <a:pt x="1767078" y="143049"/>
                  <a:pt x="1760371" y="144327"/>
                  <a:pt x="1752725" y="144327"/>
                </a:cubicBezTo>
                <a:cubicBezTo>
                  <a:pt x="1745357" y="144327"/>
                  <a:pt x="1738911" y="143185"/>
                  <a:pt x="1733385" y="140900"/>
                </a:cubicBezTo>
                <a:cubicBezTo>
                  <a:pt x="1727859" y="138615"/>
                  <a:pt x="1723237" y="135341"/>
                  <a:pt x="1719518" y="131078"/>
                </a:cubicBezTo>
                <a:cubicBezTo>
                  <a:pt x="1715800" y="126815"/>
                  <a:pt x="1713019" y="121647"/>
                  <a:pt x="1711178" y="115576"/>
                </a:cubicBezTo>
                <a:cubicBezTo>
                  <a:pt x="1709336" y="109505"/>
                  <a:pt x="1708415" y="102649"/>
                  <a:pt x="1708415" y="95009"/>
                </a:cubicBezTo>
                <a:cubicBezTo>
                  <a:pt x="1708415" y="87643"/>
                  <a:pt x="1709370" y="80856"/>
                  <a:pt x="1711282" y="74649"/>
                </a:cubicBezTo>
                <a:cubicBezTo>
                  <a:pt x="1713193" y="68441"/>
                  <a:pt x="1716078" y="63070"/>
                  <a:pt x="1719935" y="58534"/>
                </a:cubicBezTo>
                <a:cubicBezTo>
                  <a:pt x="1723793" y="53996"/>
                  <a:pt x="1728606" y="50465"/>
                  <a:pt x="1734375" y="47942"/>
                </a:cubicBezTo>
                <a:cubicBezTo>
                  <a:pt x="1740144" y="45419"/>
                  <a:pt x="1746886" y="44157"/>
                  <a:pt x="1754601" y="44157"/>
                </a:cubicBezTo>
                <a:cubicBezTo>
                  <a:pt x="1761969" y="44157"/>
                  <a:pt x="1768416" y="45282"/>
                  <a:pt x="1773942" y="47533"/>
                </a:cubicBezTo>
                <a:cubicBezTo>
                  <a:pt x="1779467" y="49784"/>
                  <a:pt x="1784072" y="53041"/>
                  <a:pt x="1787756" y="57304"/>
                </a:cubicBezTo>
                <a:cubicBezTo>
                  <a:pt x="1791440" y="61567"/>
                  <a:pt x="1794220" y="66735"/>
                  <a:pt x="1796097" y="72806"/>
                </a:cubicBezTo>
                <a:cubicBezTo>
                  <a:pt x="1797973" y="78877"/>
                  <a:pt x="1798912" y="85699"/>
                  <a:pt x="1798912" y="93271"/>
                </a:cubicBezTo>
                <a:moveTo>
                  <a:pt x="1785775" y="94395"/>
                </a:moveTo>
                <a:cubicBezTo>
                  <a:pt x="1785775" y="89142"/>
                  <a:pt x="1785254" y="84127"/>
                  <a:pt x="1784211" y="79351"/>
                </a:cubicBezTo>
                <a:cubicBezTo>
                  <a:pt x="1783168" y="74574"/>
                  <a:pt x="1781431" y="70361"/>
                  <a:pt x="1778998" y="66711"/>
                </a:cubicBezTo>
                <a:cubicBezTo>
                  <a:pt x="1776565" y="63061"/>
                  <a:pt x="1773299" y="60162"/>
                  <a:pt x="1769198" y="58013"/>
                </a:cubicBezTo>
                <a:cubicBezTo>
                  <a:pt x="1765097" y="55863"/>
                  <a:pt x="1759988" y="54787"/>
                  <a:pt x="1753872" y="54787"/>
                </a:cubicBezTo>
                <a:cubicBezTo>
                  <a:pt x="1748242" y="54787"/>
                  <a:pt x="1743376" y="55776"/>
                  <a:pt x="1739275" y="57755"/>
                </a:cubicBezTo>
                <a:cubicBezTo>
                  <a:pt x="1735175" y="59733"/>
                  <a:pt x="1731821" y="62480"/>
                  <a:pt x="1729214" y="65996"/>
                </a:cubicBezTo>
                <a:cubicBezTo>
                  <a:pt x="1726608" y="69509"/>
                  <a:pt x="1724679" y="73654"/>
                  <a:pt x="1723428" y="78431"/>
                </a:cubicBezTo>
                <a:cubicBezTo>
                  <a:pt x="1722177" y="83207"/>
                  <a:pt x="1721551" y="88358"/>
                  <a:pt x="1721551" y="93884"/>
                </a:cubicBezTo>
                <a:cubicBezTo>
                  <a:pt x="1721551" y="99206"/>
                  <a:pt x="1722073" y="104272"/>
                  <a:pt x="1723115" y="109082"/>
                </a:cubicBezTo>
                <a:cubicBezTo>
                  <a:pt x="1724158" y="113893"/>
                  <a:pt x="1725895" y="118106"/>
                  <a:pt x="1728328" y="121722"/>
                </a:cubicBezTo>
                <a:cubicBezTo>
                  <a:pt x="1730761" y="125338"/>
                  <a:pt x="1734028" y="128204"/>
                  <a:pt x="1738129" y="130321"/>
                </a:cubicBezTo>
                <a:cubicBezTo>
                  <a:pt x="1742229" y="132435"/>
                  <a:pt x="1747338" y="133493"/>
                  <a:pt x="1753455" y="133493"/>
                </a:cubicBezTo>
                <a:cubicBezTo>
                  <a:pt x="1759085" y="133493"/>
                  <a:pt x="1763950" y="132503"/>
                  <a:pt x="1768051" y="130525"/>
                </a:cubicBezTo>
                <a:cubicBezTo>
                  <a:pt x="1772152" y="128547"/>
                  <a:pt x="1775505" y="125818"/>
                  <a:pt x="1778112" y="122338"/>
                </a:cubicBezTo>
                <a:cubicBezTo>
                  <a:pt x="1780718" y="118857"/>
                  <a:pt x="1782647" y="114729"/>
                  <a:pt x="1783898" y="109954"/>
                </a:cubicBezTo>
                <a:cubicBezTo>
                  <a:pt x="1785149" y="105178"/>
                  <a:pt x="1785775" y="99992"/>
                  <a:pt x="1785775" y="94395"/>
                </a:cubicBezTo>
                <a:close/>
                <a:moveTo>
                  <a:pt x="1949688" y="140440"/>
                </a:moveTo>
                <a:cubicBezTo>
                  <a:pt x="1949688" y="140849"/>
                  <a:pt x="1949601" y="141225"/>
                  <a:pt x="1949427" y="141568"/>
                </a:cubicBezTo>
                <a:cubicBezTo>
                  <a:pt x="1949253" y="141908"/>
                  <a:pt x="1948923" y="142181"/>
                  <a:pt x="1948436" y="142385"/>
                </a:cubicBezTo>
                <a:cubicBezTo>
                  <a:pt x="1947950" y="142590"/>
                  <a:pt x="1947324" y="142760"/>
                  <a:pt x="1946560" y="142896"/>
                </a:cubicBezTo>
                <a:cubicBezTo>
                  <a:pt x="1945795" y="143033"/>
                  <a:pt x="1944857" y="143101"/>
                  <a:pt x="1943745" y="143101"/>
                </a:cubicBezTo>
                <a:cubicBezTo>
                  <a:pt x="1942494" y="143101"/>
                  <a:pt x="1941486" y="143033"/>
                  <a:pt x="1940721" y="142896"/>
                </a:cubicBezTo>
                <a:cubicBezTo>
                  <a:pt x="1939957" y="142760"/>
                  <a:pt x="1939366" y="142590"/>
                  <a:pt x="1938949" y="142385"/>
                </a:cubicBezTo>
                <a:cubicBezTo>
                  <a:pt x="1938532" y="142181"/>
                  <a:pt x="1938236" y="141908"/>
                  <a:pt x="1938063" y="141568"/>
                </a:cubicBezTo>
                <a:cubicBezTo>
                  <a:pt x="1937889" y="141225"/>
                  <a:pt x="1937802" y="140849"/>
                  <a:pt x="1937802" y="140440"/>
                </a:cubicBezTo>
                <a:lnTo>
                  <a:pt x="1937802" y="127344"/>
                </a:lnTo>
                <a:cubicBezTo>
                  <a:pt x="1932381" y="133315"/>
                  <a:pt x="1927081" y="137639"/>
                  <a:pt x="1921903" y="140315"/>
                </a:cubicBezTo>
                <a:cubicBezTo>
                  <a:pt x="1916724" y="142990"/>
                  <a:pt x="1911563" y="144327"/>
                  <a:pt x="1906420" y="144327"/>
                </a:cubicBezTo>
                <a:cubicBezTo>
                  <a:pt x="1900234" y="144327"/>
                  <a:pt x="1895021" y="143303"/>
                  <a:pt x="1890781" y="141254"/>
                </a:cubicBezTo>
                <a:cubicBezTo>
                  <a:pt x="1886541" y="139206"/>
                  <a:pt x="1883118" y="136424"/>
                  <a:pt x="1880512" y="132908"/>
                </a:cubicBezTo>
                <a:cubicBezTo>
                  <a:pt x="1877905" y="129390"/>
                  <a:pt x="1876029" y="125310"/>
                  <a:pt x="1874882" y="120668"/>
                </a:cubicBezTo>
                <a:cubicBezTo>
                  <a:pt x="1873735" y="116023"/>
                  <a:pt x="1873161" y="110424"/>
                  <a:pt x="1873161" y="103869"/>
                </a:cubicBezTo>
                <a:lnTo>
                  <a:pt x="1873161" y="47843"/>
                </a:lnTo>
                <a:cubicBezTo>
                  <a:pt x="1873161" y="47432"/>
                  <a:pt x="1873248" y="47056"/>
                  <a:pt x="1873422" y="46715"/>
                </a:cubicBezTo>
                <a:cubicBezTo>
                  <a:pt x="1873596" y="46375"/>
                  <a:pt x="1873926" y="46085"/>
                  <a:pt x="1874412" y="45847"/>
                </a:cubicBezTo>
                <a:cubicBezTo>
                  <a:pt x="1874899" y="45606"/>
                  <a:pt x="1875542" y="45434"/>
                  <a:pt x="1876341" y="45332"/>
                </a:cubicBezTo>
                <a:cubicBezTo>
                  <a:pt x="1877141" y="45230"/>
                  <a:pt x="1878131" y="45179"/>
                  <a:pt x="1879313" y="45179"/>
                </a:cubicBezTo>
                <a:cubicBezTo>
                  <a:pt x="1880564" y="45179"/>
                  <a:pt x="1881589" y="45230"/>
                  <a:pt x="1882388" y="45332"/>
                </a:cubicBezTo>
                <a:cubicBezTo>
                  <a:pt x="1883188" y="45434"/>
                  <a:pt x="1883813" y="45606"/>
                  <a:pt x="1884265" y="45847"/>
                </a:cubicBezTo>
                <a:cubicBezTo>
                  <a:pt x="1884717" y="46085"/>
                  <a:pt x="1885047" y="46375"/>
                  <a:pt x="1885255" y="46715"/>
                </a:cubicBezTo>
                <a:cubicBezTo>
                  <a:pt x="1885464" y="47056"/>
                  <a:pt x="1885568" y="47432"/>
                  <a:pt x="1885568" y="47843"/>
                </a:cubicBezTo>
                <a:lnTo>
                  <a:pt x="1885568" y="102755"/>
                </a:lnTo>
                <a:cubicBezTo>
                  <a:pt x="1885568" y="108494"/>
                  <a:pt x="1886020" y="113173"/>
                  <a:pt x="1886924" y="116793"/>
                </a:cubicBezTo>
                <a:cubicBezTo>
                  <a:pt x="1887827" y="120411"/>
                  <a:pt x="1889183" y="123501"/>
                  <a:pt x="1890990" y="126063"/>
                </a:cubicBezTo>
                <a:cubicBezTo>
                  <a:pt x="1892797" y="128625"/>
                  <a:pt x="1895108" y="130606"/>
                  <a:pt x="1897923" y="132007"/>
                </a:cubicBezTo>
                <a:cubicBezTo>
                  <a:pt x="1900738" y="133406"/>
                  <a:pt x="1904022" y="134106"/>
                  <a:pt x="1907775" y="134106"/>
                </a:cubicBezTo>
                <a:cubicBezTo>
                  <a:pt x="1912571" y="134106"/>
                  <a:pt x="1917350" y="132426"/>
                  <a:pt x="1922111" y="129065"/>
                </a:cubicBezTo>
                <a:cubicBezTo>
                  <a:pt x="1926872" y="125703"/>
                  <a:pt x="1931929" y="120764"/>
                  <a:pt x="1937281" y="114247"/>
                </a:cubicBezTo>
                <a:lnTo>
                  <a:pt x="1937281" y="47840"/>
                </a:lnTo>
                <a:cubicBezTo>
                  <a:pt x="1937281" y="47431"/>
                  <a:pt x="1937368" y="47056"/>
                  <a:pt x="1937541" y="46715"/>
                </a:cubicBezTo>
                <a:cubicBezTo>
                  <a:pt x="1937715" y="46373"/>
                  <a:pt x="1938045" y="46082"/>
                  <a:pt x="1938532" y="45843"/>
                </a:cubicBezTo>
                <a:cubicBezTo>
                  <a:pt x="1939018" y="45605"/>
                  <a:pt x="1939661" y="45434"/>
                  <a:pt x="1940461" y="45332"/>
                </a:cubicBezTo>
                <a:cubicBezTo>
                  <a:pt x="1941260" y="45230"/>
                  <a:pt x="1942285" y="45179"/>
                  <a:pt x="1943536" y="45179"/>
                </a:cubicBezTo>
                <a:cubicBezTo>
                  <a:pt x="1944718" y="45179"/>
                  <a:pt x="1945708" y="45230"/>
                  <a:pt x="1946508" y="45332"/>
                </a:cubicBezTo>
                <a:cubicBezTo>
                  <a:pt x="1947307" y="45434"/>
                  <a:pt x="1947933" y="45605"/>
                  <a:pt x="1948384" y="45843"/>
                </a:cubicBezTo>
                <a:cubicBezTo>
                  <a:pt x="1948836" y="46082"/>
                  <a:pt x="1949166" y="46373"/>
                  <a:pt x="1949375" y="46715"/>
                </a:cubicBezTo>
                <a:cubicBezTo>
                  <a:pt x="1949583" y="47056"/>
                  <a:pt x="1949688" y="47431"/>
                  <a:pt x="1949688" y="47840"/>
                </a:cubicBezTo>
                <a:lnTo>
                  <a:pt x="1949688" y="140440"/>
                </a:lnTo>
                <a:close/>
                <a:moveTo>
                  <a:pt x="2066526" y="92862"/>
                </a:moveTo>
                <a:cubicBezTo>
                  <a:pt x="2066526" y="100773"/>
                  <a:pt x="2065640" y="107901"/>
                  <a:pt x="2063868" y="114244"/>
                </a:cubicBezTo>
                <a:cubicBezTo>
                  <a:pt x="2062095" y="120588"/>
                  <a:pt x="2059489" y="125978"/>
                  <a:pt x="2056048" y="130413"/>
                </a:cubicBezTo>
                <a:cubicBezTo>
                  <a:pt x="2052608" y="134847"/>
                  <a:pt x="2048351" y="138274"/>
                  <a:pt x="2043277" y="140696"/>
                </a:cubicBezTo>
                <a:cubicBezTo>
                  <a:pt x="2038203" y="143117"/>
                  <a:pt x="2032399" y="144327"/>
                  <a:pt x="2025865" y="144327"/>
                </a:cubicBezTo>
                <a:cubicBezTo>
                  <a:pt x="2023085" y="144327"/>
                  <a:pt x="2020479" y="144037"/>
                  <a:pt x="2018046" y="143455"/>
                </a:cubicBezTo>
                <a:cubicBezTo>
                  <a:pt x="2015613" y="142876"/>
                  <a:pt x="2013233" y="141973"/>
                  <a:pt x="2010904" y="140747"/>
                </a:cubicBezTo>
                <a:cubicBezTo>
                  <a:pt x="2008576" y="139518"/>
                  <a:pt x="2006247" y="137983"/>
                  <a:pt x="2003919" y="136141"/>
                </a:cubicBezTo>
                <a:cubicBezTo>
                  <a:pt x="2001590" y="134299"/>
                  <a:pt x="1999140" y="132082"/>
                  <a:pt x="1996568" y="129490"/>
                </a:cubicBezTo>
                <a:lnTo>
                  <a:pt x="1996568" y="177241"/>
                </a:lnTo>
                <a:cubicBezTo>
                  <a:pt x="1996568" y="177649"/>
                  <a:pt x="1996464" y="178024"/>
                  <a:pt x="1996256" y="178365"/>
                </a:cubicBezTo>
                <a:cubicBezTo>
                  <a:pt x="1996047" y="178706"/>
                  <a:pt x="1995717" y="178995"/>
                  <a:pt x="1995265" y="179234"/>
                </a:cubicBezTo>
                <a:cubicBezTo>
                  <a:pt x="1994813" y="179472"/>
                  <a:pt x="1994188" y="179643"/>
                  <a:pt x="1993389" y="179745"/>
                </a:cubicBezTo>
                <a:cubicBezTo>
                  <a:pt x="1992589" y="179847"/>
                  <a:pt x="1991564" y="179898"/>
                  <a:pt x="1990313" y="179898"/>
                </a:cubicBezTo>
                <a:cubicBezTo>
                  <a:pt x="1989131" y="179898"/>
                  <a:pt x="1988141" y="179847"/>
                  <a:pt x="1987342" y="179745"/>
                </a:cubicBezTo>
                <a:cubicBezTo>
                  <a:pt x="1986542" y="179643"/>
                  <a:pt x="1985899" y="179472"/>
                  <a:pt x="1985413" y="179234"/>
                </a:cubicBezTo>
                <a:cubicBezTo>
                  <a:pt x="1984926" y="178995"/>
                  <a:pt x="1984596" y="178705"/>
                  <a:pt x="1984422" y="178362"/>
                </a:cubicBezTo>
                <a:cubicBezTo>
                  <a:pt x="1984249" y="178021"/>
                  <a:pt x="1984162" y="177646"/>
                  <a:pt x="1984162" y="177237"/>
                </a:cubicBezTo>
                <a:lnTo>
                  <a:pt x="1984162" y="47840"/>
                </a:lnTo>
                <a:cubicBezTo>
                  <a:pt x="1984162" y="47363"/>
                  <a:pt x="1984249" y="46954"/>
                  <a:pt x="1984422" y="46613"/>
                </a:cubicBezTo>
                <a:cubicBezTo>
                  <a:pt x="1984596" y="46270"/>
                  <a:pt x="1984909" y="45997"/>
                  <a:pt x="1985361" y="45792"/>
                </a:cubicBezTo>
                <a:cubicBezTo>
                  <a:pt x="1985812" y="45588"/>
                  <a:pt x="1986403" y="45434"/>
                  <a:pt x="1987133" y="45332"/>
                </a:cubicBezTo>
                <a:cubicBezTo>
                  <a:pt x="1987863" y="45230"/>
                  <a:pt x="1988749" y="45179"/>
                  <a:pt x="1989792" y="45179"/>
                </a:cubicBezTo>
                <a:cubicBezTo>
                  <a:pt x="1990834" y="45179"/>
                  <a:pt x="1991703" y="45231"/>
                  <a:pt x="1992398" y="45335"/>
                </a:cubicBezTo>
                <a:cubicBezTo>
                  <a:pt x="1993093" y="45438"/>
                  <a:pt x="1993684" y="45592"/>
                  <a:pt x="1994171" y="45799"/>
                </a:cubicBezTo>
                <a:cubicBezTo>
                  <a:pt x="1994657" y="46003"/>
                  <a:pt x="1995005" y="46277"/>
                  <a:pt x="1995213" y="46620"/>
                </a:cubicBezTo>
                <a:cubicBezTo>
                  <a:pt x="1995422" y="46962"/>
                  <a:pt x="1995526" y="47374"/>
                  <a:pt x="1995526" y="47856"/>
                </a:cubicBezTo>
                <a:lnTo>
                  <a:pt x="1995526" y="61345"/>
                </a:lnTo>
                <a:cubicBezTo>
                  <a:pt x="1998445" y="58413"/>
                  <a:pt x="2001225" y="55872"/>
                  <a:pt x="2003867" y="53723"/>
                </a:cubicBezTo>
                <a:cubicBezTo>
                  <a:pt x="2006508" y="51575"/>
                  <a:pt x="2009149" y="49785"/>
                  <a:pt x="2011790" y="48354"/>
                </a:cubicBezTo>
                <a:cubicBezTo>
                  <a:pt x="2014432" y="46921"/>
                  <a:pt x="2017142" y="45864"/>
                  <a:pt x="2019923" y="45182"/>
                </a:cubicBezTo>
                <a:cubicBezTo>
                  <a:pt x="2022703" y="44499"/>
                  <a:pt x="2025657" y="44157"/>
                  <a:pt x="2028785" y="44157"/>
                </a:cubicBezTo>
                <a:cubicBezTo>
                  <a:pt x="2035596" y="44157"/>
                  <a:pt x="2041400" y="45436"/>
                  <a:pt x="2046196" y="47993"/>
                </a:cubicBezTo>
                <a:cubicBezTo>
                  <a:pt x="2050992" y="50551"/>
                  <a:pt x="2054901" y="54047"/>
                  <a:pt x="2057925" y="58483"/>
                </a:cubicBezTo>
                <a:cubicBezTo>
                  <a:pt x="2060948" y="62916"/>
                  <a:pt x="2063138" y="68084"/>
                  <a:pt x="2064493" y="73984"/>
                </a:cubicBezTo>
                <a:cubicBezTo>
                  <a:pt x="2065849" y="79883"/>
                  <a:pt x="2066526" y="86176"/>
                  <a:pt x="2066526" y="92862"/>
                </a:cubicBezTo>
                <a:moveTo>
                  <a:pt x="2053494" y="94804"/>
                </a:moveTo>
                <a:cubicBezTo>
                  <a:pt x="2053494" y="89619"/>
                  <a:pt x="2053077" y="84621"/>
                  <a:pt x="2052243" y="79811"/>
                </a:cubicBezTo>
                <a:cubicBezTo>
                  <a:pt x="2051409" y="75000"/>
                  <a:pt x="2050001" y="70719"/>
                  <a:pt x="2048020" y="66967"/>
                </a:cubicBezTo>
                <a:cubicBezTo>
                  <a:pt x="2046039" y="63215"/>
                  <a:pt x="2043398" y="60213"/>
                  <a:pt x="2040097" y="57962"/>
                </a:cubicBezTo>
                <a:cubicBezTo>
                  <a:pt x="2036795" y="55709"/>
                  <a:pt x="2032642" y="54583"/>
                  <a:pt x="2027638" y="54583"/>
                </a:cubicBezTo>
                <a:cubicBezTo>
                  <a:pt x="2025135" y="54583"/>
                  <a:pt x="2022685" y="54924"/>
                  <a:pt x="2020287" y="55608"/>
                </a:cubicBezTo>
                <a:cubicBezTo>
                  <a:pt x="2017889" y="56289"/>
                  <a:pt x="2015439" y="57415"/>
                  <a:pt x="2012937" y="58984"/>
                </a:cubicBezTo>
                <a:cubicBezTo>
                  <a:pt x="2010435" y="60554"/>
                  <a:pt x="2007828" y="62584"/>
                  <a:pt x="2005118" y="65076"/>
                </a:cubicBezTo>
                <a:cubicBezTo>
                  <a:pt x="2002407" y="67567"/>
                  <a:pt x="1999557" y="70656"/>
                  <a:pt x="1996568" y="74342"/>
                </a:cubicBezTo>
                <a:lnTo>
                  <a:pt x="1996568" y="114656"/>
                </a:lnTo>
                <a:cubicBezTo>
                  <a:pt x="2001781" y="120866"/>
                  <a:pt x="2006769" y="125626"/>
                  <a:pt x="2011530" y="128938"/>
                </a:cubicBezTo>
                <a:cubicBezTo>
                  <a:pt x="2016291" y="132247"/>
                  <a:pt x="2021278" y="133901"/>
                  <a:pt x="2026491" y="133901"/>
                </a:cubicBezTo>
                <a:cubicBezTo>
                  <a:pt x="2031287" y="133901"/>
                  <a:pt x="2035405" y="132759"/>
                  <a:pt x="2038846" y="130474"/>
                </a:cubicBezTo>
                <a:cubicBezTo>
                  <a:pt x="2042286" y="128187"/>
                  <a:pt x="2045084" y="125184"/>
                  <a:pt x="2047238" y="121466"/>
                </a:cubicBezTo>
                <a:cubicBezTo>
                  <a:pt x="2049393" y="117748"/>
                  <a:pt x="2050974" y="113552"/>
                  <a:pt x="2051982" y="108878"/>
                </a:cubicBezTo>
                <a:cubicBezTo>
                  <a:pt x="2052990" y="104204"/>
                  <a:pt x="2053494" y="99513"/>
                  <a:pt x="2053494" y="94804"/>
                </a:cubicBezTo>
                <a:close/>
                <a:moveTo>
                  <a:pt x="2170854" y="140440"/>
                </a:moveTo>
                <a:cubicBezTo>
                  <a:pt x="2170854" y="140919"/>
                  <a:pt x="2170767" y="141329"/>
                  <a:pt x="2170593" y="141670"/>
                </a:cubicBezTo>
                <a:cubicBezTo>
                  <a:pt x="2170419" y="142010"/>
                  <a:pt x="2170107" y="142283"/>
                  <a:pt x="2169655" y="142487"/>
                </a:cubicBezTo>
                <a:cubicBezTo>
                  <a:pt x="2169203" y="142692"/>
                  <a:pt x="2168630" y="142845"/>
                  <a:pt x="2167935" y="142947"/>
                </a:cubicBezTo>
                <a:cubicBezTo>
                  <a:pt x="2167239" y="143050"/>
                  <a:pt x="2166371" y="143101"/>
                  <a:pt x="2165328" y="143101"/>
                </a:cubicBezTo>
                <a:cubicBezTo>
                  <a:pt x="2164216" y="143101"/>
                  <a:pt x="2163295" y="143050"/>
                  <a:pt x="2162565" y="142947"/>
                </a:cubicBezTo>
                <a:cubicBezTo>
                  <a:pt x="2161835" y="142847"/>
                  <a:pt x="2161245" y="142695"/>
                  <a:pt x="2160793" y="142491"/>
                </a:cubicBezTo>
                <a:cubicBezTo>
                  <a:pt x="2160341" y="142288"/>
                  <a:pt x="2159993" y="142018"/>
                  <a:pt x="2159750" y="141679"/>
                </a:cubicBezTo>
                <a:cubicBezTo>
                  <a:pt x="2159507" y="141339"/>
                  <a:pt x="2159385" y="140932"/>
                  <a:pt x="2159385" y="140459"/>
                </a:cubicBezTo>
                <a:lnTo>
                  <a:pt x="2159385" y="127241"/>
                </a:lnTo>
                <a:cubicBezTo>
                  <a:pt x="2154381" y="132561"/>
                  <a:pt x="2149203" y="136739"/>
                  <a:pt x="2143851" y="139776"/>
                </a:cubicBezTo>
                <a:cubicBezTo>
                  <a:pt x="2138499" y="142810"/>
                  <a:pt x="2132660" y="144327"/>
                  <a:pt x="2126335" y="144327"/>
                </a:cubicBezTo>
                <a:cubicBezTo>
                  <a:pt x="2119524" y="144327"/>
                  <a:pt x="2113720" y="143032"/>
                  <a:pt x="2108924" y="140440"/>
                </a:cubicBezTo>
                <a:cubicBezTo>
                  <a:pt x="2104128" y="137848"/>
                  <a:pt x="2100218" y="134336"/>
                  <a:pt x="2097195" y="129902"/>
                </a:cubicBezTo>
                <a:cubicBezTo>
                  <a:pt x="2094171" y="125467"/>
                  <a:pt x="2091964" y="120265"/>
                  <a:pt x="2090574" y="114299"/>
                </a:cubicBezTo>
                <a:cubicBezTo>
                  <a:pt x="2089184" y="108330"/>
                  <a:pt x="2088489" y="102002"/>
                  <a:pt x="2088489" y="95315"/>
                </a:cubicBezTo>
                <a:cubicBezTo>
                  <a:pt x="2088489" y="87472"/>
                  <a:pt x="2089358" y="80396"/>
                  <a:pt x="2091096" y="74087"/>
                </a:cubicBezTo>
                <a:cubicBezTo>
                  <a:pt x="2092833" y="67777"/>
                  <a:pt x="2095405" y="62405"/>
                  <a:pt x="2098811" y="57972"/>
                </a:cubicBezTo>
                <a:cubicBezTo>
                  <a:pt x="2102217" y="53536"/>
                  <a:pt x="2106422" y="50125"/>
                  <a:pt x="2111426" y="47738"/>
                </a:cubicBezTo>
                <a:cubicBezTo>
                  <a:pt x="2116431" y="45350"/>
                  <a:pt x="2122234" y="44157"/>
                  <a:pt x="2128837" y="44157"/>
                </a:cubicBezTo>
                <a:cubicBezTo>
                  <a:pt x="2134537" y="44157"/>
                  <a:pt x="2139750" y="45403"/>
                  <a:pt x="2144476" y="47894"/>
                </a:cubicBezTo>
                <a:cubicBezTo>
                  <a:pt x="2149203" y="50383"/>
                  <a:pt x="2153860" y="54049"/>
                  <a:pt x="2158447" y="58892"/>
                </a:cubicBezTo>
                <a:lnTo>
                  <a:pt x="2158447" y="3073"/>
                </a:lnTo>
                <a:cubicBezTo>
                  <a:pt x="2158447" y="2662"/>
                  <a:pt x="2158534" y="2286"/>
                  <a:pt x="2158708" y="1945"/>
                </a:cubicBezTo>
                <a:cubicBezTo>
                  <a:pt x="2158881" y="1605"/>
                  <a:pt x="2159212" y="1332"/>
                  <a:pt x="2159698" y="1128"/>
                </a:cubicBezTo>
                <a:cubicBezTo>
                  <a:pt x="2160185" y="921"/>
                  <a:pt x="2160828" y="750"/>
                  <a:pt x="2161627" y="613"/>
                </a:cubicBezTo>
                <a:cubicBezTo>
                  <a:pt x="2162426" y="477"/>
                  <a:pt x="2163417" y="409"/>
                  <a:pt x="2164598" y="409"/>
                </a:cubicBezTo>
                <a:cubicBezTo>
                  <a:pt x="2165849" y="409"/>
                  <a:pt x="2166875" y="477"/>
                  <a:pt x="2167674" y="613"/>
                </a:cubicBezTo>
                <a:cubicBezTo>
                  <a:pt x="2168473" y="750"/>
                  <a:pt x="2169099" y="920"/>
                  <a:pt x="2169551" y="1124"/>
                </a:cubicBezTo>
                <a:cubicBezTo>
                  <a:pt x="2170002" y="1329"/>
                  <a:pt x="2170332" y="1601"/>
                  <a:pt x="2170541" y="1942"/>
                </a:cubicBezTo>
                <a:cubicBezTo>
                  <a:pt x="2170750" y="2283"/>
                  <a:pt x="2170854" y="2659"/>
                  <a:pt x="2170854" y="3070"/>
                </a:cubicBezTo>
                <a:lnTo>
                  <a:pt x="2170854" y="140440"/>
                </a:lnTo>
                <a:moveTo>
                  <a:pt x="2158447" y="73726"/>
                </a:moveTo>
                <a:cubicBezTo>
                  <a:pt x="2153234" y="67516"/>
                  <a:pt x="2148212" y="62774"/>
                  <a:pt x="2143382" y="59499"/>
                </a:cubicBezTo>
                <a:cubicBezTo>
                  <a:pt x="2138551" y="56221"/>
                  <a:pt x="2133494" y="54583"/>
                  <a:pt x="2128212" y="54583"/>
                </a:cubicBezTo>
                <a:cubicBezTo>
                  <a:pt x="2123416" y="54583"/>
                  <a:pt x="2119315" y="55709"/>
                  <a:pt x="2115909" y="57962"/>
                </a:cubicBezTo>
                <a:cubicBezTo>
                  <a:pt x="2112503" y="60213"/>
                  <a:pt x="2109723" y="63180"/>
                  <a:pt x="2107568" y="66864"/>
                </a:cubicBezTo>
                <a:cubicBezTo>
                  <a:pt x="2105414" y="70548"/>
                  <a:pt x="2103850" y="74711"/>
                  <a:pt x="2102877" y="79351"/>
                </a:cubicBezTo>
                <a:cubicBezTo>
                  <a:pt x="2101904" y="83991"/>
                  <a:pt x="2101417" y="88699"/>
                  <a:pt x="2101417" y="93475"/>
                </a:cubicBezTo>
                <a:cubicBezTo>
                  <a:pt x="2101417" y="98593"/>
                  <a:pt x="2101834" y="103573"/>
                  <a:pt x="2102668" y="108418"/>
                </a:cubicBezTo>
                <a:cubicBezTo>
                  <a:pt x="2103502" y="113263"/>
                  <a:pt x="2104927" y="117578"/>
                  <a:pt x="2106943" y="121364"/>
                </a:cubicBezTo>
                <a:cubicBezTo>
                  <a:pt x="2108959" y="125150"/>
                  <a:pt x="2111635" y="128187"/>
                  <a:pt x="2114971" y="130474"/>
                </a:cubicBezTo>
                <a:cubicBezTo>
                  <a:pt x="2118307" y="132759"/>
                  <a:pt x="2122478" y="133901"/>
                  <a:pt x="2127482" y="133901"/>
                </a:cubicBezTo>
                <a:cubicBezTo>
                  <a:pt x="2129984" y="133901"/>
                  <a:pt x="2132417" y="133561"/>
                  <a:pt x="2134780" y="132879"/>
                </a:cubicBezTo>
                <a:cubicBezTo>
                  <a:pt x="2137143" y="132196"/>
                  <a:pt x="2139576" y="131069"/>
                  <a:pt x="2142078" y="129500"/>
                </a:cubicBezTo>
                <a:cubicBezTo>
                  <a:pt x="2144580" y="127930"/>
                  <a:pt x="2147170" y="125900"/>
                  <a:pt x="2149846" y="123408"/>
                </a:cubicBezTo>
                <a:cubicBezTo>
                  <a:pt x="2152522" y="120917"/>
                  <a:pt x="2155389" y="117828"/>
                  <a:pt x="2158447" y="114142"/>
                </a:cubicBezTo>
                <a:lnTo>
                  <a:pt x="2158447" y="73726"/>
                </a:lnTo>
                <a:close/>
                <a:moveTo>
                  <a:pt x="2271429" y="140443"/>
                </a:moveTo>
                <a:cubicBezTo>
                  <a:pt x="2271429" y="141125"/>
                  <a:pt x="2271203" y="141653"/>
                  <a:pt x="2270751" y="142027"/>
                </a:cubicBezTo>
                <a:cubicBezTo>
                  <a:pt x="2270299" y="142402"/>
                  <a:pt x="2269708" y="142675"/>
                  <a:pt x="2268979" y="142845"/>
                </a:cubicBezTo>
                <a:cubicBezTo>
                  <a:pt x="2268249" y="143016"/>
                  <a:pt x="2267258" y="143101"/>
                  <a:pt x="2266007" y="143101"/>
                </a:cubicBezTo>
                <a:cubicBezTo>
                  <a:pt x="2264826" y="143101"/>
                  <a:pt x="2263818" y="143016"/>
                  <a:pt x="2262984" y="142845"/>
                </a:cubicBezTo>
                <a:cubicBezTo>
                  <a:pt x="2262150" y="142675"/>
                  <a:pt x="2261507" y="142402"/>
                  <a:pt x="2261055" y="142027"/>
                </a:cubicBezTo>
                <a:cubicBezTo>
                  <a:pt x="2260603" y="141653"/>
                  <a:pt x="2260377" y="141125"/>
                  <a:pt x="2260377" y="140443"/>
                </a:cubicBezTo>
                <a:lnTo>
                  <a:pt x="2260377" y="130119"/>
                </a:lnTo>
                <a:cubicBezTo>
                  <a:pt x="2256137" y="134617"/>
                  <a:pt x="2251463" y="138109"/>
                  <a:pt x="2246354" y="140596"/>
                </a:cubicBezTo>
                <a:cubicBezTo>
                  <a:pt x="2241246" y="143084"/>
                  <a:pt x="2235946" y="144327"/>
                  <a:pt x="2230455" y="144327"/>
                </a:cubicBezTo>
                <a:cubicBezTo>
                  <a:pt x="2225520" y="144327"/>
                  <a:pt x="2221089" y="143697"/>
                  <a:pt x="2217162" y="142436"/>
                </a:cubicBezTo>
                <a:cubicBezTo>
                  <a:pt x="2213235" y="141176"/>
                  <a:pt x="2209916" y="139370"/>
                  <a:pt x="2207205" y="137019"/>
                </a:cubicBezTo>
                <a:cubicBezTo>
                  <a:pt x="2204494" y="134668"/>
                  <a:pt x="2202409" y="131823"/>
                  <a:pt x="2200950" y="128484"/>
                </a:cubicBezTo>
                <a:cubicBezTo>
                  <a:pt x="2199490" y="125145"/>
                  <a:pt x="2198760" y="121397"/>
                  <a:pt x="2198760" y="117240"/>
                </a:cubicBezTo>
                <a:cubicBezTo>
                  <a:pt x="2198760" y="112130"/>
                  <a:pt x="2199837" y="107683"/>
                  <a:pt x="2201992" y="103901"/>
                </a:cubicBezTo>
                <a:cubicBezTo>
                  <a:pt x="2204147" y="100119"/>
                  <a:pt x="2207205" y="96968"/>
                  <a:pt x="2211167" y="94446"/>
                </a:cubicBezTo>
                <a:cubicBezTo>
                  <a:pt x="2215129" y="91925"/>
                  <a:pt x="2219890" y="90034"/>
                  <a:pt x="2225450" y="88774"/>
                </a:cubicBezTo>
                <a:cubicBezTo>
                  <a:pt x="2231011" y="87513"/>
                  <a:pt x="2237197" y="86883"/>
                  <a:pt x="2244009" y="86883"/>
                </a:cubicBezTo>
                <a:lnTo>
                  <a:pt x="2259022" y="86883"/>
                </a:lnTo>
                <a:lnTo>
                  <a:pt x="2259022" y="78884"/>
                </a:lnTo>
                <a:cubicBezTo>
                  <a:pt x="2259022" y="74919"/>
                  <a:pt x="2258605" y="71416"/>
                  <a:pt x="2257771" y="68375"/>
                </a:cubicBezTo>
                <a:cubicBezTo>
                  <a:pt x="2256937" y="65332"/>
                  <a:pt x="2255581" y="62785"/>
                  <a:pt x="2253705" y="60735"/>
                </a:cubicBezTo>
                <a:cubicBezTo>
                  <a:pt x="2251828" y="58684"/>
                  <a:pt x="2249395" y="57147"/>
                  <a:pt x="2246407" y="56122"/>
                </a:cubicBezTo>
                <a:cubicBezTo>
                  <a:pt x="2243418" y="55096"/>
                  <a:pt x="2239769" y="54583"/>
                  <a:pt x="2235459" y="54583"/>
                </a:cubicBezTo>
                <a:cubicBezTo>
                  <a:pt x="2231289" y="54583"/>
                  <a:pt x="2227536" y="55077"/>
                  <a:pt x="2224199" y="56065"/>
                </a:cubicBezTo>
                <a:cubicBezTo>
                  <a:pt x="2220863" y="57053"/>
                  <a:pt x="2217944" y="58160"/>
                  <a:pt x="2215442" y="59387"/>
                </a:cubicBezTo>
                <a:cubicBezTo>
                  <a:pt x="2212939" y="60613"/>
                  <a:pt x="2210872" y="61721"/>
                  <a:pt x="2209238" y="62709"/>
                </a:cubicBezTo>
                <a:cubicBezTo>
                  <a:pt x="2207605" y="63697"/>
                  <a:pt x="2206441" y="64191"/>
                  <a:pt x="2205745" y="64191"/>
                </a:cubicBezTo>
                <a:cubicBezTo>
                  <a:pt x="2205328" y="64191"/>
                  <a:pt x="2204946" y="64123"/>
                  <a:pt x="2204599" y="63986"/>
                </a:cubicBezTo>
                <a:cubicBezTo>
                  <a:pt x="2204251" y="63848"/>
                  <a:pt x="2203956" y="63590"/>
                  <a:pt x="2203712" y="63213"/>
                </a:cubicBezTo>
                <a:cubicBezTo>
                  <a:pt x="2203469" y="62834"/>
                  <a:pt x="2203295" y="62353"/>
                  <a:pt x="2203191" y="61770"/>
                </a:cubicBezTo>
                <a:cubicBezTo>
                  <a:pt x="2203087" y="61184"/>
                  <a:pt x="2203035" y="60479"/>
                  <a:pt x="2203035" y="59655"/>
                </a:cubicBezTo>
                <a:cubicBezTo>
                  <a:pt x="2203035" y="58211"/>
                  <a:pt x="2203139" y="57060"/>
                  <a:pt x="2203348" y="56202"/>
                </a:cubicBezTo>
                <a:cubicBezTo>
                  <a:pt x="2203556" y="55342"/>
                  <a:pt x="2204095" y="54483"/>
                  <a:pt x="2204964" y="53624"/>
                </a:cubicBezTo>
                <a:cubicBezTo>
                  <a:pt x="2205832" y="52764"/>
                  <a:pt x="2207379" y="51762"/>
                  <a:pt x="2209603" y="50619"/>
                </a:cubicBezTo>
                <a:cubicBezTo>
                  <a:pt x="2211827" y="49473"/>
                  <a:pt x="2214382" y="48413"/>
                  <a:pt x="2217266" y="47437"/>
                </a:cubicBezTo>
                <a:cubicBezTo>
                  <a:pt x="2220151" y="46462"/>
                  <a:pt x="2223261" y="45672"/>
                  <a:pt x="2226597" y="45067"/>
                </a:cubicBezTo>
                <a:cubicBezTo>
                  <a:pt x="2229934" y="44460"/>
                  <a:pt x="2233270" y="44157"/>
                  <a:pt x="2236606" y="44157"/>
                </a:cubicBezTo>
                <a:cubicBezTo>
                  <a:pt x="2243070" y="44157"/>
                  <a:pt x="2248526" y="44923"/>
                  <a:pt x="2252975" y="46457"/>
                </a:cubicBezTo>
                <a:cubicBezTo>
                  <a:pt x="2257423" y="47990"/>
                  <a:pt x="2261020" y="50187"/>
                  <a:pt x="2263766" y="53049"/>
                </a:cubicBezTo>
                <a:cubicBezTo>
                  <a:pt x="2266511" y="55912"/>
                  <a:pt x="2268475" y="59438"/>
                  <a:pt x="2269656" y="63629"/>
                </a:cubicBezTo>
                <a:cubicBezTo>
                  <a:pt x="2270838" y="67820"/>
                  <a:pt x="2271429" y="72573"/>
                  <a:pt x="2271429" y="77888"/>
                </a:cubicBezTo>
                <a:lnTo>
                  <a:pt x="2271429" y="140443"/>
                </a:lnTo>
                <a:moveTo>
                  <a:pt x="2259022" y="96900"/>
                </a:moveTo>
                <a:lnTo>
                  <a:pt x="2241819" y="96900"/>
                </a:lnTo>
                <a:cubicBezTo>
                  <a:pt x="2236815" y="96900"/>
                  <a:pt x="2232436" y="97343"/>
                  <a:pt x="2228682" y="98228"/>
                </a:cubicBezTo>
                <a:cubicBezTo>
                  <a:pt x="2224929" y="99114"/>
                  <a:pt x="2221801" y="100409"/>
                  <a:pt x="2219299" y="102113"/>
                </a:cubicBezTo>
                <a:cubicBezTo>
                  <a:pt x="2216797" y="103816"/>
                  <a:pt x="2214938" y="105860"/>
                  <a:pt x="2213721" y="108246"/>
                </a:cubicBezTo>
                <a:cubicBezTo>
                  <a:pt x="2212505" y="110631"/>
                  <a:pt x="2211897" y="113356"/>
                  <a:pt x="2211897" y="116423"/>
                </a:cubicBezTo>
                <a:cubicBezTo>
                  <a:pt x="2211897" y="121738"/>
                  <a:pt x="2213617" y="125980"/>
                  <a:pt x="2217058" y="129148"/>
                </a:cubicBezTo>
                <a:cubicBezTo>
                  <a:pt x="2220498" y="132317"/>
                  <a:pt x="2225346" y="133901"/>
                  <a:pt x="2231602" y="133901"/>
                </a:cubicBezTo>
                <a:cubicBezTo>
                  <a:pt x="2236537" y="133901"/>
                  <a:pt x="2241141" y="132658"/>
                  <a:pt x="2245416" y="130171"/>
                </a:cubicBezTo>
                <a:cubicBezTo>
                  <a:pt x="2249691" y="127683"/>
                  <a:pt x="2254226" y="123850"/>
                  <a:pt x="2259022" y="118671"/>
                </a:cubicBezTo>
                <a:lnTo>
                  <a:pt x="2259022" y="96900"/>
                </a:lnTo>
                <a:close/>
                <a:moveTo>
                  <a:pt x="2349839" y="135026"/>
                </a:moveTo>
                <a:cubicBezTo>
                  <a:pt x="2349839" y="136457"/>
                  <a:pt x="2349717" y="137615"/>
                  <a:pt x="2349474" y="138501"/>
                </a:cubicBezTo>
                <a:cubicBezTo>
                  <a:pt x="2349230" y="139387"/>
                  <a:pt x="2348848" y="140085"/>
                  <a:pt x="2348327" y="140596"/>
                </a:cubicBezTo>
                <a:cubicBezTo>
                  <a:pt x="2347806" y="141108"/>
                  <a:pt x="2347041" y="141585"/>
                  <a:pt x="2346033" y="142027"/>
                </a:cubicBezTo>
                <a:cubicBezTo>
                  <a:pt x="2345025" y="142470"/>
                  <a:pt x="2343861" y="142845"/>
                  <a:pt x="2342541" y="143152"/>
                </a:cubicBezTo>
                <a:cubicBezTo>
                  <a:pt x="2341220" y="143459"/>
                  <a:pt x="2339830" y="143697"/>
                  <a:pt x="2338370" y="143867"/>
                </a:cubicBezTo>
                <a:cubicBezTo>
                  <a:pt x="2336911" y="144038"/>
                  <a:pt x="2335486" y="144123"/>
                  <a:pt x="2334096" y="144123"/>
                </a:cubicBezTo>
                <a:cubicBezTo>
                  <a:pt x="2329439" y="144123"/>
                  <a:pt x="2325477" y="143510"/>
                  <a:pt x="2322210" y="142283"/>
                </a:cubicBezTo>
                <a:cubicBezTo>
                  <a:pt x="2318943" y="141056"/>
                  <a:pt x="2316267" y="139200"/>
                  <a:pt x="2314182" y="136712"/>
                </a:cubicBezTo>
                <a:cubicBezTo>
                  <a:pt x="2312097" y="134225"/>
                  <a:pt x="2310585" y="131073"/>
                  <a:pt x="2309647" y="127257"/>
                </a:cubicBezTo>
                <a:cubicBezTo>
                  <a:pt x="2308708" y="123441"/>
                  <a:pt x="2308239" y="118944"/>
                  <a:pt x="2308239" y="113765"/>
                </a:cubicBezTo>
                <a:lnTo>
                  <a:pt x="2308239" y="56218"/>
                </a:lnTo>
                <a:lnTo>
                  <a:pt x="2294164" y="56218"/>
                </a:lnTo>
                <a:cubicBezTo>
                  <a:pt x="2293191" y="56218"/>
                  <a:pt x="2292427" y="55788"/>
                  <a:pt x="2291871" y="54928"/>
                </a:cubicBezTo>
                <a:cubicBezTo>
                  <a:pt x="2291315" y="54067"/>
                  <a:pt x="2291037" y="52777"/>
                  <a:pt x="2291037" y="51056"/>
                </a:cubicBezTo>
                <a:cubicBezTo>
                  <a:pt x="2291037" y="50162"/>
                  <a:pt x="2291106" y="49388"/>
                  <a:pt x="2291245" y="48734"/>
                </a:cubicBezTo>
                <a:cubicBezTo>
                  <a:pt x="2291384" y="48080"/>
                  <a:pt x="2291593" y="47530"/>
                  <a:pt x="2291871" y="47083"/>
                </a:cubicBezTo>
                <a:cubicBezTo>
                  <a:pt x="2292149" y="46636"/>
                  <a:pt x="2292479" y="46309"/>
                  <a:pt x="2292861" y="46102"/>
                </a:cubicBezTo>
                <a:cubicBezTo>
                  <a:pt x="2293243" y="45896"/>
                  <a:pt x="2293678" y="45792"/>
                  <a:pt x="2294164" y="45792"/>
                </a:cubicBezTo>
                <a:lnTo>
                  <a:pt x="2308239" y="45792"/>
                </a:lnTo>
                <a:lnTo>
                  <a:pt x="2308239" y="23101"/>
                </a:lnTo>
                <a:cubicBezTo>
                  <a:pt x="2308239" y="22692"/>
                  <a:pt x="2308326" y="22317"/>
                  <a:pt x="2308500" y="21976"/>
                </a:cubicBezTo>
                <a:cubicBezTo>
                  <a:pt x="2308674" y="21635"/>
                  <a:pt x="2309004" y="21346"/>
                  <a:pt x="2309490" y="21107"/>
                </a:cubicBezTo>
                <a:cubicBezTo>
                  <a:pt x="2309977" y="20869"/>
                  <a:pt x="2310620" y="20699"/>
                  <a:pt x="2311419" y="20596"/>
                </a:cubicBezTo>
                <a:cubicBezTo>
                  <a:pt x="2312218" y="20494"/>
                  <a:pt x="2313209" y="20443"/>
                  <a:pt x="2314391" y="20443"/>
                </a:cubicBezTo>
                <a:cubicBezTo>
                  <a:pt x="2315642" y="20443"/>
                  <a:pt x="2316667" y="20494"/>
                  <a:pt x="2317466" y="20596"/>
                </a:cubicBezTo>
                <a:cubicBezTo>
                  <a:pt x="2318266" y="20699"/>
                  <a:pt x="2318891" y="20869"/>
                  <a:pt x="2319343" y="21107"/>
                </a:cubicBezTo>
                <a:cubicBezTo>
                  <a:pt x="2319795" y="21346"/>
                  <a:pt x="2320125" y="21635"/>
                  <a:pt x="2320333" y="21976"/>
                </a:cubicBezTo>
                <a:cubicBezTo>
                  <a:pt x="2320542" y="22317"/>
                  <a:pt x="2320646" y="22692"/>
                  <a:pt x="2320646" y="23101"/>
                </a:cubicBezTo>
                <a:lnTo>
                  <a:pt x="2320646" y="45792"/>
                </a:lnTo>
                <a:lnTo>
                  <a:pt x="2346711" y="45792"/>
                </a:lnTo>
                <a:cubicBezTo>
                  <a:pt x="2347197" y="45792"/>
                  <a:pt x="2347632" y="45896"/>
                  <a:pt x="2348014" y="46102"/>
                </a:cubicBezTo>
                <a:cubicBezTo>
                  <a:pt x="2348396" y="46309"/>
                  <a:pt x="2348727" y="46636"/>
                  <a:pt x="2349005" y="47083"/>
                </a:cubicBezTo>
                <a:cubicBezTo>
                  <a:pt x="2349283" y="47530"/>
                  <a:pt x="2349491" y="48080"/>
                  <a:pt x="2349630" y="48734"/>
                </a:cubicBezTo>
                <a:cubicBezTo>
                  <a:pt x="2349769" y="49388"/>
                  <a:pt x="2349839" y="50162"/>
                  <a:pt x="2349839" y="51056"/>
                </a:cubicBezTo>
                <a:cubicBezTo>
                  <a:pt x="2349839" y="52777"/>
                  <a:pt x="2349543" y="54067"/>
                  <a:pt x="2348952" y="54928"/>
                </a:cubicBezTo>
                <a:cubicBezTo>
                  <a:pt x="2348362" y="55788"/>
                  <a:pt x="2347614" y="56218"/>
                  <a:pt x="2346711" y="56218"/>
                </a:cubicBezTo>
                <a:lnTo>
                  <a:pt x="2320646" y="56218"/>
                </a:lnTo>
                <a:lnTo>
                  <a:pt x="2320646" y="112130"/>
                </a:lnTo>
                <a:cubicBezTo>
                  <a:pt x="2320646" y="119148"/>
                  <a:pt x="2321671" y="124498"/>
                  <a:pt x="2323722" y="128177"/>
                </a:cubicBezTo>
                <a:cubicBezTo>
                  <a:pt x="2325772" y="131857"/>
                  <a:pt x="2329508" y="133697"/>
                  <a:pt x="2334930" y="133697"/>
                </a:cubicBezTo>
                <a:cubicBezTo>
                  <a:pt x="2336598" y="133697"/>
                  <a:pt x="2338110" y="133527"/>
                  <a:pt x="2339465" y="133186"/>
                </a:cubicBezTo>
                <a:cubicBezTo>
                  <a:pt x="2340820" y="132845"/>
                  <a:pt x="2342019" y="132470"/>
                  <a:pt x="2343062" y="132062"/>
                </a:cubicBezTo>
                <a:cubicBezTo>
                  <a:pt x="2344104" y="131653"/>
                  <a:pt x="2344991" y="131278"/>
                  <a:pt x="2345720" y="130937"/>
                </a:cubicBezTo>
                <a:cubicBezTo>
                  <a:pt x="2346450" y="130596"/>
                  <a:pt x="2347093" y="130426"/>
                  <a:pt x="2347649" y="130426"/>
                </a:cubicBezTo>
                <a:cubicBezTo>
                  <a:pt x="2347997" y="130426"/>
                  <a:pt x="2348310" y="130494"/>
                  <a:pt x="2348588" y="130631"/>
                </a:cubicBezTo>
                <a:cubicBezTo>
                  <a:pt x="2348866" y="130767"/>
                  <a:pt x="2349091" y="131022"/>
                  <a:pt x="2349265" y="131397"/>
                </a:cubicBezTo>
                <a:cubicBezTo>
                  <a:pt x="2349439" y="131772"/>
                  <a:pt x="2349578" y="132249"/>
                  <a:pt x="2349682" y="132828"/>
                </a:cubicBezTo>
                <a:cubicBezTo>
                  <a:pt x="2349787" y="133407"/>
                  <a:pt x="2349839" y="134140"/>
                  <a:pt x="2349839" y="135026"/>
                </a:cubicBezTo>
                <a:close/>
                <a:moveTo>
                  <a:pt x="2449845" y="89438"/>
                </a:moveTo>
                <a:cubicBezTo>
                  <a:pt x="2449845" y="91891"/>
                  <a:pt x="2449184" y="93578"/>
                  <a:pt x="2447864" y="94498"/>
                </a:cubicBezTo>
                <a:cubicBezTo>
                  <a:pt x="2446543" y="95418"/>
                  <a:pt x="2445257" y="95878"/>
                  <a:pt x="2444006" y="95878"/>
                </a:cubicBezTo>
                <a:lnTo>
                  <a:pt x="2379678" y="95878"/>
                </a:lnTo>
                <a:cubicBezTo>
                  <a:pt x="2379678" y="101616"/>
                  <a:pt x="2380252" y="106809"/>
                  <a:pt x="2381399" y="111456"/>
                </a:cubicBezTo>
                <a:cubicBezTo>
                  <a:pt x="2382545" y="116102"/>
                  <a:pt x="2384439" y="120082"/>
                  <a:pt x="2387081" y="123396"/>
                </a:cubicBezTo>
                <a:cubicBezTo>
                  <a:pt x="2389722" y="126709"/>
                  <a:pt x="2393162" y="129255"/>
                  <a:pt x="2397402" y="131033"/>
                </a:cubicBezTo>
                <a:cubicBezTo>
                  <a:pt x="2401642" y="132809"/>
                  <a:pt x="2406855" y="133697"/>
                  <a:pt x="2413041" y="133697"/>
                </a:cubicBezTo>
                <a:cubicBezTo>
                  <a:pt x="2417420" y="133697"/>
                  <a:pt x="2421347" y="133317"/>
                  <a:pt x="2424822" y="132557"/>
                </a:cubicBezTo>
                <a:cubicBezTo>
                  <a:pt x="2428298" y="131796"/>
                  <a:pt x="2431304" y="130950"/>
                  <a:pt x="2433841" y="130017"/>
                </a:cubicBezTo>
                <a:cubicBezTo>
                  <a:pt x="2436378" y="129085"/>
                  <a:pt x="2438463" y="128238"/>
                  <a:pt x="2440096" y="127478"/>
                </a:cubicBezTo>
                <a:cubicBezTo>
                  <a:pt x="2441730" y="126718"/>
                  <a:pt x="2442894" y="126338"/>
                  <a:pt x="2443589" y="126338"/>
                </a:cubicBezTo>
                <a:cubicBezTo>
                  <a:pt x="2444006" y="126338"/>
                  <a:pt x="2444388" y="126441"/>
                  <a:pt x="2444736" y="126647"/>
                </a:cubicBezTo>
                <a:cubicBezTo>
                  <a:pt x="2445083" y="126854"/>
                  <a:pt x="2445361" y="127181"/>
                  <a:pt x="2445570" y="127628"/>
                </a:cubicBezTo>
                <a:cubicBezTo>
                  <a:pt x="2445779" y="128075"/>
                  <a:pt x="2445935" y="128643"/>
                  <a:pt x="2446039" y="129331"/>
                </a:cubicBezTo>
                <a:cubicBezTo>
                  <a:pt x="2446143" y="130018"/>
                  <a:pt x="2446196" y="130878"/>
                  <a:pt x="2446196" y="131908"/>
                </a:cubicBezTo>
                <a:cubicBezTo>
                  <a:pt x="2446196" y="132392"/>
                  <a:pt x="2446161" y="132857"/>
                  <a:pt x="2446091" y="133304"/>
                </a:cubicBezTo>
                <a:cubicBezTo>
                  <a:pt x="2446022" y="133751"/>
                  <a:pt x="2445935" y="134164"/>
                  <a:pt x="2445831" y="134543"/>
                </a:cubicBezTo>
                <a:cubicBezTo>
                  <a:pt x="2445726" y="134920"/>
                  <a:pt x="2445570" y="135281"/>
                  <a:pt x="2445361" y="135626"/>
                </a:cubicBezTo>
                <a:cubicBezTo>
                  <a:pt x="2445153" y="135969"/>
                  <a:pt x="2444875" y="136313"/>
                  <a:pt x="2444527" y="136658"/>
                </a:cubicBezTo>
                <a:cubicBezTo>
                  <a:pt x="2444180" y="137001"/>
                  <a:pt x="2443103" y="137598"/>
                  <a:pt x="2441295" y="138450"/>
                </a:cubicBezTo>
                <a:cubicBezTo>
                  <a:pt x="2439488" y="139302"/>
                  <a:pt x="2437125" y="140154"/>
                  <a:pt x="2434206" y="141005"/>
                </a:cubicBezTo>
                <a:cubicBezTo>
                  <a:pt x="2431286" y="141857"/>
                  <a:pt x="2427898" y="142624"/>
                  <a:pt x="2424040" y="143305"/>
                </a:cubicBezTo>
                <a:cubicBezTo>
                  <a:pt x="2420183" y="143987"/>
                  <a:pt x="2416030" y="144327"/>
                  <a:pt x="2411582" y="144327"/>
                </a:cubicBezTo>
                <a:cubicBezTo>
                  <a:pt x="2404283" y="144327"/>
                  <a:pt x="2397819" y="143253"/>
                  <a:pt x="2392189" y="141104"/>
                </a:cubicBezTo>
                <a:cubicBezTo>
                  <a:pt x="2386559" y="138956"/>
                  <a:pt x="2381833" y="135784"/>
                  <a:pt x="2378010" y="131589"/>
                </a:cubicBezTo>
                <a:cubicBezTo>
                  <a:pt x="2374187" y="127394"/>
                  <a:pt x="2371285" y="122192"/>
                  <a:pt x="2369304" y="115985"/>
                </a:cubicBezTo>
                <a:cubicBezTo>
                  <a:pt x="2367324" y="109778"/>
                  <a:pt x="2366333" y="102581"/>
                  <a:pt x="2366333" y="94395"/>
                </a:cubicBezTo>
                <a:cubicBezTo>
                  <a:pt x="2366333" y="86550"/>
                  <a:pt x="2367358" y="79524"/>
                  <a:pt x="2369409" y="73317"/>
                </a:cubicBezTo>
                <a:cubicBezTo>
                  <a:pt x="2371459" y="67109"/>
                  <a:pt x="2374396" y="61840"/>
                  <a:pt x="2378219" y="57509"/>
                </a:cubicBezTo>
                <a:cubicBezTo>
                  <a:pt x="2382041" y="53177"/>
                  <a:pt x="2386646" y="49869"/>
                  <a:pt x="2392033" y="47584"/>
                </a:cubicBezTo>
                <a:cubicBezTo>
                  <a:pt x="2397420" y="45299"/>
                  <a:pt x="2403415" y="44157"/>
                  <a:pt x="2410018" y="44157"/>
                </a:cubicBezTo>
                <a:cubicBezTo>
                  <a:pt x="2417107" y="44157"/>
                  <a:pt x="2423154" y="45315"/>
                  <a:pt x="2428159" y="47632"/>
                </a:cubicBezTo>
                <a:cubicBezTo>
                  <a:pt x="2433163" y="49949"/>
                  <a:pt x="2437281" y="53067"/>
                  <a:pt x="2440513" y="56985"/>
                </a:cubicBezTo>
                <a:cubicBezTo>
                  <a:pt x="2443745" y="60903"/>
                  <a:pt x="2446109" y="65452"/>
                  <a:pt x="2447603" y="70630"/>
                </a:cubicBezTo>
                <a:cubicBezTo>
                  <a:pt x="2449097" y="75809"/>
                  <a:pt x="2449845" y="81261"/>
                  <a:pt x="2449845" y="86985"/>
                </a:cubicBezTo>
                <a:lnTo>
                  <a:pt x="2449845" y="89438"/>
                </a:lnTo>
                <a:moveTo>
                  <a:pt x="2437021" y="85860"/>
                </a:moveTo>
                <a:cubicBezTo>
                  <a:pt x="2437229" y="76048"/>
                  <a:pt x="2434936" y="68382"/>
                  <a:pt x="2430140" y="62862"/>
                </a:cubicBezTo>
                <a:cubicBezTo>
                  <a:pt x="2425344" y="57343"/>
                  <a:pt x="2418358" y="54583"/>
                  <a:pt x="2409184" y="54583"/>
                </a:cubicBezTo>
                <a:cubicBezTo>
                  <a:pt x="2404457" y="54583"/>
                  <a:pt x="2400304" y="55452"/>
                  <a:pt x="2396725" y="57189"/>
                </a:cubicBezTo>
                <a:cubicBezTo>
                  <a:pt x="2393145" y="58927"/>
                  <a:pt x="2390122" y="61227"/>
                  <a:pt x="2387654" y="64089"/>
                </a:cubicBezTo>
                <a:cubicBezTo>
                  <a:pt x="2385187" y="66951"/>
                  <a:pt x="2383293" y="70273"/>
                  <a:pt x="2381972" y="74055"/>
                </a:cubicBezTo>
                <a:cubicBezTo>
                  <a:pt x="2380651" y="77837"/>
                  <a:pt x="2379887" y="81772"/>
                  <a:pt x="2379678" y="85860"/>
                </a:cubicBezTo>
                <a:lnTo>
                  <a:pt x="2437021" y="858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Text :Solvingoutermintoupdate">
            <a:extLst xmlns:a="http://schemas.openxmlformats.org/drawingml/2006/main">
              <a:ext uri="{FF2B5EF4-FFF2-40B4-BE49-F238E27FC236}">
                <a16:creationId xmlns:a16="http://schemas.microsoft.com/office/drawing/2014/main" id="{03E2F8EE-E231-4689-ABA0-259E5556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084" y="2532638"/>
            <a:ext cx="2449845" cy="179898"/>
          </a:xfrm>
          <a:custGeom xmlns:a="http://schemas.openxmlformats.org/drawingml/2006/main">
            <a:pathLst>
              <a:path w="2449845" h="179898" fill="none">
                <a:moveTo>
                  <a:pt x="17828" y="60000"/>
                </a:moveTo>
                <a:cubicBezTo>
                  <a:pt x="17828" y="61840"/>
                  <a:pt x="17707" y="63390"/>
                  <a:pt x="17463" y="64651"/>
                </a:cubicBezTo>
                <a:cubicBezTo>
                  <a:pt x="17220" y="65912"/>
                  <a:pt x="16751" y="66917"/>
                  <a:pt x="16056" y="67666"/>
                </a:cubicBezTo>
                <a:cubicBezTo>
                  <a:pt x="15361" y="68416"/>
                  <a:pt x="14440" y="68944"/>
                  <a:pt x="13293" y="69251"/>
                </a:cubicBezTo>
                <a:cubicBezTo>
                  <a:pt x="12146" y="69557"/>
                  <a:pt x="10669" y="69711"/>
                  <a:pt x="8862" y="69711"/>
                </a:cubicBezTo>
                <a:cubicBezTo>
                  <a:pt x="7055" y="69711"/>
                  <a:pt x="5595" y="69557"/>
                  <a:pt x="4483" y="69251"/>
                </a:cubicBezTo>
                <a:cubicBezTo>
                  <a:pt x="3371" y="68944"/>
                  <a:pt x="2467" y="68416"/>
                  <a:pt x="1772" y="67666"/>
                </a:cubicBezTo>
                <a:cubicBezTo>
                  <a:pt x="1077" y="66917"/>
                  <a:pt x="608" y="65912"/>
                  <a:pt x="365" y="64651"/>
                </a:cubicBezTo>
                <a:cubicBezTo>
                  <a:pt x="122" y="63390"/>
                  <a:pt x="0" y="61840"/>
                  <a:pt x="0" y="60000"/>
                </a:cubicBezTo>
                <a:cubicBezTo>
                  <a:pt x="0" y="58024"/>
                  <a:pt x="122" y="56406"/>
                  <a:pt x="365" y="55145"/>
                </a:cubicBezTo>
                <a:cubicBezTo>
                  <a:pt x="608" y="53884"/>
                  <a:pt x="1077" y="52879"/>
                  <a:pt x="1772" y="52130"/>
                </a:cubicBezTo>
                <a:cubicBezTo>
                  <a:pt x="2467" y="51380"/>
                  <a:pt x="3371" y="50852"/>
                  <a:pt x="4483" y="50545"/>
                </a:cubicBezTo>
                <a:cubicBezTo>
                  <a:pt x="5595" y="50239"/>
                  <a:pt x="7055" y="50085"/>
                  <a:pt x="8862" y="50085"/>
                </a:cubicBezTo>
                <a:cubicBezTo>
                  <a:pt x="10669" y="50085"/>
                  <a:pt x="12146" y="50239"/>
                  <a:pt x="13293" y="50545"/>
                </a:cubicBezTo>
                <a:cubicBezTo>
                  <a:pt x="14440" y="50852"/>
                  <a:pt x="15361" y="51380"/>
                  <a:pt x="16056" y="52130"/>
                </a:cubicBezTo>
                <a:cubicBezTo>
                  <a:pt x="16751" y="52879"/>
                  <a:pt x="17220" y="53884"/>
                  <a:pt x="17463" y="55145"/>
                </a:cubicBezTo>
                <a:cubicBezTo>
                  <a:pt x="17707" y="56406"/>
                  <a:pt x="17828" y="58024"/>
                  <a:pt x="17828" y="60000"/>
                </a:cubicBezTo>
                <a:moveTo>
                  <a:pt x="17828" y="133493"/>
                </a:moveTo>
                <a:cubicBezTo>
                  <a:pt x="17828" y="135401"/>
                  <a:pt x="17707" y="136985"/>
                  <a:pt x="17463" y="138246"/>
                </a:cubicBezTo>
                <a:cubicBezTo>
                  <a:pt x="17220" y="139506"/>
                  <a:pt x="16751" y="140511"/>
                  <a:pt x="16056" y="141261"/>
                </a:cubicBezTo>
                <a:cubicBezTo>
                  <a:pt x="15361" y="142010"/>
                  <a:pt x="14440" y="142539"/>
                  <a:pt x="13293" y="142845"/>
                </a:cubicBezTo>
                <a:cubicBezTo>
                  <a:pt x="12146" y="143152"/>
                  <a:pt x="10669" y="143305"/>
                  <a:pt x="8862" y="143305"/>
                </a:cubicBezTo>
                <a:cubicBezTo>
                  <a:pt x="7055" y="143305"/>
                  <a:pt x="5595" y="143152"/>
                  <a:pt x="4483" y="142845"/>
                </a:cubicBezTo>
                <a:cubicBezTo>
                  <a:pt x="3371" y="142539"/>
                  <a:pt x="2467" y="142010"/>
                  <a:pt x="1772" y="141261"/>
                </a:cubicBezTo>
                <a:cubicBezTo>
                  <a:pt x="1077" y="140511"/>
                  <a:pt x="608" y="139506"/>
                  <a:pt x="365" y="138246"/>
                </a:cubicBezTo>
                <a:cubicBezTo>
                  <a:pt x="122" y="136985"/>
                  <a:pt x="0" y="135401"/>
                  <a:pt x="0" y="133493"/>
                </a:cubicBezTo>
                <a:cubicBezTo>
                  <a:pt x="0" y="131585"/>
                  <a:pt x="122" y="129983"/>
                  <a:pt x="365" y="128688"/>
                </a:cubicBezTo>
                <a:cubicBezTo>
                  <a:pt x="608" y="127394"/>
                  <a:pt x="1077" y="126389"/>
                  <a:pt x="1772" y="125673"/>
                </a:cubicBezTo>
                <a:cubicBezTo>
                  <a:pt x="2467" y="124958"/>
                  <a:pt x="3371" y="124447"/>
                  <a:pt x="4483" y="124140"/>
                </a:cubicBezTo>
                <a:cubicBezTo>
                  <a:pt x="5595" y="123833"/>
                  <a:pt x="7055" y="123680"/>
                  <a:pt x="8862" y="123680"/>
                </a:cubicBezTo>
                <a:cubicBezTo>
                  <a:pt x="10669" y="123680"/>
                  <a:pt x="12146" y="123833"/>
                  <a:pt x="13293" y="124140"/>
                </a:cubicBezTo>
                <a:cubicBezTo>
                  <a:pt x="14440" y="124447"/>
                  <a:pt x="15361" y="124958"/>
                  <a:pt x="16056" y="125673"/>
                </a:cubicBezTo>
                <a:cubicBezTo>
                  <a:pt x="16751" y="126389"/>
                  <a:pt x="17220" y="127394"/>
                  <a:pt x="17463" y="128688"/>
                </a:cubicBezTo>
                <a:cubicBezTo>
                  <a:pt x="17707" y="129983"/>
                  <a:pt x="17828" y="131585"/>
                  <a:pt x="17828" y="133493"/>
                </a:cubicBezTo>
                <a:close/>
                <a:moveTo>
                  <a:pt x="169810" y="106767"/>
                </a:moveTo>
                <a:cubicBezTo>
                  <a:pt x="169810" y="112635"/>
                  <a:pt x="168732" y="117890"/>
                  <a:pt x="166578" y="122530"/>
                </a:cubicBezTo>
                <a:cubicBezTo>
                  <a:pt x="164423" y="127168"/>
                  <a:pt x="161400" y="131108"/>
                  <a:pt x="157507" y="134349"/>
                </a:cubicBezTo>
                <a:cubicBezTo>
                  <a:pt x="153615" y="137590"/>
                  <a:pt x="148993" y="140063"/>
                  <a:pt x="143641" y="141769"/>
                </a:cubicBezTo>
                <a:cubicBezTo>
                  <a:pt x="138289" y="143474"/>
                  <a:pt x="132450" y="144327"/>
                  <a:pt x="126125" y="144327"/>
                </a:cubicBezTo>
                <a:cubicBezTo>
                  <a:pt x="121816" y="144327"/>
                  <a:pt x="117750" y="143931"/>
                  <a:pt x="113927" y="143139"/>
                </a:cubicBezTo>
                <a:cubicBezTo>
                  <a:pt x="110104" y="142349"/>
                  <a:pt x="106698" y="141405"/>
                  <a:pt x="103710" y="140306"/>
                </a:cubicBezTo>
                <a:cubicBezTo>
                  <a:pt x="100721" y="139205"/>
                  <a:pt x="98201" y="138088"/>
                  <a:pt x="96151" y="136955"/>
                </a:cubicBezTo>
                <a:cubicBezTo>
                  <a:pt x="94100" y="135820"/>
                  <a:pt x="92693" y="134858"/>
                  <a:pt x="91928" y="134068"/>
                </a:cubicBezTo>
                <a:cubicBezTo>
                  <a:pt x="91164" y="133275"/>
                  <a:pt x="90608" y="132351"/>
                  <a:pt x="90260" y="131295"/>
                </a:cubicBezTo>
                <a:cubicBezTo>
                  <a:pt x="89913" y="130239"/>
                  <a:pt x="89739" y="128927"/>
                  <a:pt x="89739" y="127360"/>
                </a:cubicBezTo>
                <a:cubicBezTo>
                  <a:pt x="89739" y="126201"/>
                  <a:pt x="89808" y="125247"/>
                  <a:pt x="89947" y="124498"/>
                </a:cubicBezTo>
                <a:cubicBezTo>
                  <a:pt x="90086" y="123748"/>
                  <a:pt x="90277" y="123135"/>
                  <a:pt x="90521" y="122658"/>
                </a:cubicBezTo>
                <a:cubicBezTo>
                  <a:pt x="90764" y="122181"/>
                  <a:pt x="91077" y="121857"/>
                  <a:pt x="91459" y="121687"/>
                </a:cubicBezTo>
                <a:cubicBezTo>
                  <a:pt x="91841" y="121516"/>
                  <a:pt x="92241" y="121431"/>
                  <a:pt x="92658" y="121431"/>
                </a:cubicBezTo>
                <a:cubicBezTo>
                  <a:pt x="93631" y="121431"/>
                  <a:pt x="95004" y="122033"/>
                  <a:pt x="96776" y="123236"/>
                </a:cubicBezTo>
                <a:cubicBezTo>
                  <a:pt x="98549" y="124439"/>
                  <a:pt x="100842" y="125746"/>
                  <a:pt x="103657" y="127155"/>
                </a:cubicBezTo>
                <a:cubicBezTo>
                  <a:pt x="106472" y="128565"/>
                  <a:pt x="109843" y="129871"/>
                  <a:pt x="113771" y="131075"/>
                </a:cubicBezTo>
                <a:cubicBezTo>
                  <a:pt x="117698" y="132278"/>
                  <a:pt x="122268" y="132879"/>
                  <a:pt x="127481" y="132879"/>
                </a:cubicBezTo>
                <a:cubicBezTo>
                  <a:pt x="131720" y="132879"/>
                  <a:pt x="135613" y="132316"/>
                  <a:pt x="139158" y="131190"/>
                </a:cubicBezTo>
                <a:cubicBezTo>
                  <a:pt x="142702" y="130063"/>
                  <a:pt x="145761" y="128441"/>
                  <a:pt x="148332" y="126325"/>
                </a:cubicBezTo>
                <a:cubicBezTo>
                  <a:pt x="150904" y="124206"/>
                  <a:pt x="152902" y="121593"/>
                  <a:pt x="154327" y="118486"/>
                </a:cubicBezTo>
                <a:cubicBezTo>
                  <a:pt x="155752" y="115379"/>
                  <a:pt x="156465" y="111845"/>
                  <a:pt x="156465" y="107885"/>
                </a:cubicBezTo>
                <a:cubicBezTo>
                  <a:pt x="156465" y="103790"/>
                  <a:pt x="155561" y="100275"/>
                  <a:pt x="153754" y="97340"/>
                </a:cubicBezTo>
                <a:cubicBezTo>
                  <a:pt x="151947" y="94404"/>
                  <a:pt x="149566" y="91827"/>
                  <a:pt x="146612" y="89610"/>
                </a:cubicBezTo>
                <a:cubicBezTo>
                  <a:pt x="143658" y="87392"/>
                  <a:pt x="140304" y="85378"/>
                  <a:pt x="136551" y="83570"/>
                </a:cubicBezTo>
                <a:cubicBezTo>
                  <a:pt x="132798" y="81760"/>
                  <a:pt x="128958" y="79951"/>
                  <a:pt x="125030" y="78143"/>
                </a:cubicBezTo>
                <a:cubicBezTo>
                  <a:pt x="121103" y="76333"/>
                  <a:pt x="117263" y="74371"/>
                  <a:pt x="113510" y="72256"/>
                </a:cubicBezTo>
                <a:cubicBezTo>
                  <a:pt x="109757" y="70140"/>
                  <a:pt x="106403" y="67665"/>
                  <a:pt x="103449" y="64833"/>
                </a:cubicBezTo>
                <a:cubicBezTo>
                  <a:pt x="100495" y="61999"/>
                  <a:pt x="98114" y="58670"/>
                  <a:pt x="96307" y="54848"/>
                </a:cubicBezTo>
                <a:cubicBezTo>
                  <a:pt x="94500" y="51025"/>
                  <a:pt x="93596" y="46488"/>
                  <a:pt x="93596" y="41234"/>
                </a:cubicBezTo>
                <a:cubicBezTo>
                  <a:pt x="93596" y="36117"/>
                  <a:pt x="94535" y="31529"/>
                  <a:pt x="96411" y="27470"/>
                </a:cubicBezTo>
                <a:cubicBezTo>
                  <a:pt x="98288" y="23409"/>
                  <a:pt x="100929" y="19964"/>
                  <a:pt x="104335" y="17134"/>
                </a:cubicBezTo>
                <a:cubicBezTo>
                  <a:pt x="107741" y="14302"/>
                  <a:pt x="111824" y="12135"/>
                  <a:pt x="116586" y="10634"/>
                </a:cubicBezTo>
                <a:cubicBezTo>
                  <a:pt x="121347" y="9132"/>
                  <a:pt x="126577" y="8382"/>
                  <a:pt x="132277" y="8382"/>
                </a:cubicBezTo>
                <a:cubicBezTo>
                  <a:pt x="135126" y="8382"/>
                  <a:pt x="138011" y="8651"/>
                  <a:pt x="140930" y="9190"/>
                </a:cubicBezTo>
                <a:cubicBezTo>
                  <a:pt x="143849" y="9729"/>
                  <a:pt x="146612" y="10420"/>
                  <a:pt x="149219" y="11263"/>
                </a:cubicBezTo>
                <a:cubicBezTo>
                  <a:pt x="151825" y="12106"/>
                  <a:pt x="154154" y="13051"/>
                  <a:pt x="156204" y="14096"/>
                </a:cubicBezTo>
                <a:cubicBezTo>
                  <a:pt x="158254" y="15140"/>
                  <a:pt x="159610" y="15982"/>
                  <a:pt x="160270" y="16623"/>
                </a:cubicBezTo>
                <a:cubicBezTo>
                  <a:pt x="160930" y="17262"/>
                  <a:pt x="161347" y="17736"/>
                  <a:pt x="161521" y="18047"/>
                </a:cubicBezTo>
                <a:cubicBezTo>
                  <a:pt x="161695" y="18356"/>
                  <a:pt x="161851" y="18751"/>
                  <a:pt x="161990" y="19232"/>
                </a:cubicBezTo>
                <a:cubicBezTo>
                  <a:pt x="162129" y="19714"/>
                  <a:pt x="162234" y="20281"/>
                  <a:pt x="162303" y="20935"/>
                </a:cubicBezTo>
                <a:cubicBezTo>
                  <a:pt x="162373" y="21586"/>
                  <a:pt x="162407" y="22394"/>
                  <a:pt x="162407" y="23356"/>
                </a:cubicBezTo>
                <a:cubicBezTo>
                  <a:pt x="162407" y="24250"/>
                  <a:pt x="162355" y="25059"/>
                  <a:pt x="162251" y="25780"/>
                </a:cubicBezTo>
                <a:cubicBezTo>
                  <a:pt x="162147" y="26500"/>
                  <a:pt x="161990" y="27119"/>
                  <a:pt x="161782" y="27636"/>
                </a:cubicBezTo>
                <a:cubicBezTo>
                  <a:pt x="161573" y="28152"/>
                  <a:pt x="161313" y="28547"/>
                  <a:pt x="161000" y="28821"/>
                </a:cubicBezTo>
                <a:cubicBezTo>
                  <a:pt x="160687" y="29096"/>
                  <a:pt x="160322" y="29233"/>
                  <a:pt x="159905" y="29233"/>
                </a:cubicBezTo>
                <a:cubicBezTo>
                  <a:pt x="159141" y="29233"/>
                  <a:pt x="157976" y="28739"/>
                  <a:pt x="156412" y="27751"/>
                </a:cubicBezTo>
                <a:cubicBezTo>
                  <a:pt x="154849" y="26763"/>
                  <a:pt x="152885" y="25656"/>
                  <a:pt x="150522" y="24429"/>
                </a:cubicBezTo>
                <a:cubicBezTo>
                  <a:pt x="148159" y="23203"/>
                  <a:pt x="145344" y="22095"/>
                  <a:pt x="142077" y="21107"/>
                </a:cubicBezTo>
                <a:cubicBezTo>
                  <a:pt x="138810" y="20119"/>
                  <a:pt x="135091" y="19625"/>
                  <a:pt x="130921" y="19625"/>
                </a:cubicBezTo>
                <a:cubicBezTo>
                  <a:pt x="126820" y="19625"/>
                  <a:pt x="123241" y="20171"/>
                  <a:pt x="120182" y="21264"/>
                </a:cubicBezTo>
                <a:cubicBezTo>
                  <a:pt x="117124" y="22356"/>
                  <a:pt x="114587" y="23842"/>
                  <a:pt x="112572" y="25720"/>
                </a:cubicBezTo>
                <a:cubicBezTo>
                  <a:pt x="110556" y="27598"/>
                  <a:pt x="109044" y="29801"/>
                  <a:pt x="108036" y="32329"/>
                </a:cubicBezTo>
                <a:cubicBezTo>
                  <a:pt x="107028" y="34856"/>
                  <a:pt x="106524" y="37520"/>
                  <a:pt x="106524" y="40321"/>
                </a:cubicBezTo>
                <a:cubicBezTo>
                  <a:pt x="106524" y="44416"/>
                  <a:pt x="107428" y="47931"/>
                  <a:pt x="109235" y="50868"/>
                </a:cubicBezTo>
                <a:cubicBezTo>
                  <a:pt x="111042" y="53802"/>
                  <a:pt x="113440" y="56396"/>
                  <a:pt x="116429" y="58649"/>
                </a:cubicBezTo>
                <a:cubicBezTo>
                  <a:pt x="119418" y="60900"/>
                  <a:pt x="122806" y="62930"/>
                  <a:pt x="126594" y="64740"/>
                </a:cubicBezTo>
                <a:cubicBezTo>
                  <a:pt x="130382" y="66548"/>
                  <a:pt x="134240" y="68357"/>
                  <a:pt x="138167" y="70167"/>
                </a:cubicBezTo>
                <a:cubicBezTo>
                  <a:pt x="142094" y="71975"/>
                  <a:pt x="145952" y="73920"/>
                  <a:pt x="149740" y="76003"/>
                </a:cubicBezTo>
                <a:cubicBezTo>
                  <a:pt x="153528" y="78086"/>
                  <a:pt x="156916" y="80543"/>
                  <a:pt x="159905" y="83375"/>
                </a:cubicBezTo>
                <a:cubicBezTo>
                  <a:pt x="162894" y="86208"/>
                  <a:pt x="165292" y="89518"/>
                  <a:pt x="167099" y="93306"/>
                </a:cubicBezTo>
                <a:cubicBezTo>
                  <a:pt x="168906" y="97095"/>
                  <a:pt x="169810" y="101581"/>
                  <a:pt x="169810" y="106767"/>
                </a:cubicBezTo>
                <a:close/>
                <a:moveTo>
                  <a:pt x="280083" y="93271"/>
                </a:moveTo>
                <a:cubicBezTo>
                  <a:pt x="280083" y="100637"/>
                  <a:pt x="279110" y="107424"/>
                  <a:pt x="277164" y="113631"/>
                </a:cubicBezTo>
                <a:cubicBezTo>
                  <a:pt x="275218" y="119838"/>
                  <a:pt x="272316" y="125228"/>
                  <a:pt x="268458" y="129800"/>
                </a:cubicBezTo>
                <a:cubicBezTo>
                  <a:pt x="264600" y="134370"/>
                  <a:pt x="259787" y="137934"/>
                  <a:pt x="254018" y="140491"/>
                </a:cubicBezTo>
                <a:cubicBezTo>
                  <a:pt x="248249" y="143049"/>
                  <a:pt x="241542" y="144327"/>
                  <a:pt x="233896" y="144327"/>
                </a:cubicBezTo>
                <a:cubicBezTo>
                  <a:pt x="226529" y="144327"/>
                  <a:pt x="220082" y="143185"/>
                  <a:pt x="214556" y="140900"/>
                </a:cubicBezTo>
                <a:cubicBezTo>
                  <a:pt x="209030" y="138615"/>
                  <a:pt x="204408" y="135341"/>
                  <a:pt x="200690" y="131078"/>
                </a:cubicBezTo>
                <a:cubicBezTo>
                  <a:pt x="196971" y="126815"/>
                  <a:pt x="194191" y="121647"/>
                  <a:pt x="192349" y="115576"/>
                </a:cubicBezTo>
                <a:cubicBezTo>
                  <a:pt x="190507" y="109505"/>
                  <a:pt x="189586" y="102649"/>
                  <a:pt x="189586" y="95009"/>
                </a:cubicBezTo>
                <a:cubicBezTo>
                  <a:pt x="189586" y="87643"/>
                  <a:pt x="190542" y="80856"/>
                  <a:pt x="192453" y="74649"/>
                </a:cubicBezTo>
                <a:cubicBezTo>
                  <a:pt x="194365" y="68441"/>
                  <a:pt x="197249" y="63070"/>
                  <a:pt x="201107" y="58534"/>
                </a:cubicBezTo>
                <a:cubicBezTo>
                  <a:pt x="204964" y="53996"/>
                  <a:pt x="209778" y="50465"/>
                  <a:pt x="215547" y="47942"/>
                </a:cubicBezTo>
                <a:cubicBezTo>
                  <a:pt x="221316" y="45419"/>
                  <a:pt x="228058" y="44157"/>
                  <a:pt x="235773" y="44157"/>
                </a:cubicBezTo>
                <a:cubicBezTo>
                  <a:pt x="243140" y="44157"/>
                  <a:pt x="249587" y="45282"/>
                  <a:pt x="255113" y="47533"/>
                </a:cubicBezTo>
                <a:cubicBezTo>
                  <a:pt x="260639" y="49784"/>
                  <a:pt x="265243" y="53041"/>
                  <a:pt x="268927" y="57304"/>
                </a:cubicBezTo>
                <a:cubicBezTo>
                  <a:pt x="272611" y="61567"/>
                  <a:pt x="275391" y="66735"/>
                  <a:pt x="277268" y="72806"/>
                </a:cubicBezTo>
                <a:cubicBezTo>
                  <a:pt x="279145" y="78877"/>
                  <a:pt x="280083" y="85699"/>
                  <a:pt x="280083" y="93271"/>
                </a:cubicBezTo>
                <a:moveTo>
                  <a:pt x="266946" y="94395"/>
                </a:moveTo>
                <a:cubicBezTo>
                  <a:pt x="266946" y="89142"/>
                  <a:pt x="266425" y="84127"/>
                  <a:pt x="265382" y="79351"/>
                </a:cubicBezTo>
                <a:cubicBezTo>
                  <a:pt x="264340" y="74574"/>
                  <a:pt x="262602" y="70361"/>
                  <a:pt x="260169" y="66711"/>
                </a:cubicBezTo>
                <a:cubicBezTo>
                  <a:pt x="257737" y="63061"/>
                  <a:pt x="254470" y="60162"/>
                  <a:pt x="250369" y="58013"/>
                </a:cubicBezTo>
                <a:cubicBezTo>
                  <a:pt x="246268" y="55863"/>
                  <a:pt x="241160" y="54787"/>
                  <a:pt x="235043" y="54787"/>
                </a:cubicBezTo>
                <a:cubicBezTo>
                  <a:pt x="229413" y="54787"/>
                  <a:pt x="224548" y="55776"/>
                  <a:pt x="220447" y="57755"/>
                </a:cubicBezTo>
                <a:cubicBezTo>
                  <a:pt x="216346" y="59733"/>
                  <a:pt x="212992" y="62480"/>
                  <a:pt x="210386" y="65996"/>
                </a:cubicBezTo>
                <a:cubicBezTo>
                  <a:pt x="207779" y="69509"/>
                  <a:pt x="205850" y="73654"/>
                  <a:pt x="204599" y="78431"/>
                </a:cubicBezTo>
                <a:cubicBezTo>
                  <a:pt x="203348" y="83207"/>
                  <a:pt x="202723" y="88358"/>
                  <a:pt x="202723" y="93884"/>
                </a:cubicBezTo>
                <a:cubicBezTo>
                  <a:pt x="202723" y="99206"/>
                  <a:pt x="203244" y="104272"/>
                  <a:pt x="204287" y="109082"/>
                </a:cubicBezTo>
                <a:cubicBezTo>
                  <a:pt x="205329" y="113893"/>
                  <a:pt x="207067" y="118106"/>
                  <a:pt x="209500" y="121722"/>
                </a:cubicBezTo>
                <a:cubicBezTo>
                  <a:pt x="211932" y="125338"/>
                  <a:pt x="215199" y="128204"/>
                  <a:pt x="219300" y="130321"/>
                </a:cubicBezTo>
                <a:cubicBezTo>
                  <a:pt x="223401" y="132435"/>
                  <a:pt x="228509" y="133493"/>
                  <a:pt x="234626" y="133493"/>
                </a:cubicBezTo>
                <a:cubicBezTo>
                  <a:pt x="240256" y="133493"/>
                  <a:pt x="245121" y="132503"/>
                  <a:pt x="249222" y="130525"/>
                </a:cubicBezTo>
                <a:cubicBezTo>
                  <a:pt x="253323" y="128547"/>
                  <a:pt x="256677" y="125818"/>
                  <a:pt x="259283" y="122338"/>
                </a:cubicBezTo>
                <a:cubicBezTo>
                  <a:pt x="261890" y="118857"/>
                  <a:pt x="263819" y="114729"/>
                  <a:pt x="265070" y="109954"/>
                </a:cubicBezTo>
                <a:cubicBezTo>
                  <a:pt x="266321" y="105178"/>
                  <a:pt x="266946" y="99992"/>
                  <a:pt x="266946" y="94395"/>
                </a:cubicBezTo>
                <a:close/>
                <a:moveTo>
                  <a:pt x="319561" y="140443"/>
                </a:moveTo>
                <a:cubicBezTo>
                  <a:pt x="319561" y="140852"/>
                  <a:pt x="319457" y="141227"/>
                  <a:pt x="319249" y="141568"/>
                </a:cubicBezTo>
                <a:cubicBezTo>
                  <a:pt x="319040" y="141908"/>
                  <a:pt x="318710" y="142181"/>
                  <a:pt x="318258" y="142385"/>
                </a:cubicBezTo>
                <a:cubicBezTo>
                  <a:pt x="317806" y="142590"/>
                  <a:pt x="317181" y="142760"/>
                  <a:pt x="316382" y="142896"/>
                </a:cubicBezTo>
                <a:cubicBezTo>
                  <a:pt x="315582" y="143033"/>
                  <a:pt x="314557" y="143101"/>
                  <a:pt x="313306" y="143101"/>
                </a:cubicBezTo>
                <a:cubicBezTo>
                  <a:pt x="312124" y="143101"/>
                  <a:pt x="311134" y="143033"/>
                  <a:pt x="310335" y="142896"/>
                </a:cubicBezTo>
                <a:cubicBezTo>
                  <a:pt x="309535" y="142760"/>
                  <a:pt x="308892" y="142590"/>
                  <a:pt x="308406" y="142385"/>
                </a:cubicBezTo>
                <a:cubicBezTo>
                  <a:pt x="307919" y="142181"/>
                  <a:pt x="307589" y="141908"/>
                  <a:pt x="307415" y="141568"/>
                </a:cubicBezTo>
                <a:cubicBezTo>
                  <a:pt x="307242" y="141227"/>
                  <a:pt x="307155" y="140852"/>
                  <a:pt x="307155" y="140443"/>
                </a:cubicBezTo>
                <a:lnTo>
                  <a:pt x="307155" y="2658"/>
                </a:lnTo>
                <a:cubicBezTo>
                  <a:pt x="307155" y="2249"/>
                  <a:pt x="307242" y="1874"/>
                  <a:pt x="307415" y="1533"/>
                </a:cubicBezTo>
                <a:cubicBezTo>
                  <a:pt x="307589" y="1193"/>
                  <a:pt x="307919" y="903"/>
                  <a:pt x="308406" y="664"/>
                </a:cubicBezTo>
                <a:cubicBezTo>
                  <a:pt x="308892" y="426"/>
                  <a:pt x="309535" y="256"/>
                  <a:pt x="310335" y="153"/>
                </a:cubicBezTo>
                <a:cubicBezTo>
                  <a:pt x="311134" y="51"/>
                  <a:pt x="312124" y="0"/>
                  <a:pt x="313306" y="0"/>
                </a:cubicBezTo>
                <a:cubicBezTo>
                  <a:pt x="314557" y="0"/>
                  <a:pt x="315582" y="51"/>
                  <a:pt x="316382" y="153"/>
                </a:cubicBezTo>
                <a:cubicBezTo>
                  <a:pt x="317181" y="256"/>
                  <a:pt x="317806" y="426"/>
                  <a:pt x="318258" y="664"/>
                </a:cubicBezTo>
                <a:cubicBezTo>
                  <a:pt x="318710" y="903"/>
                  <a:pt x="319040" y="1193"/>
                  <a:pt x="319249" y="1533"/>
                </a:cubicBezTo>
                <a:cubicBezTo>
                  <a:pt x="319457" y="1874"/>
                  <a:pt x="319561" y="2249"/>
                  <a:pt x="319561" y="2658"/>
                </a:cubicBezTo>
                <a:lnTo>
                  <a:pt x="319561" y="140443"/>
                </a:lnTo>
                <a:close/>
                <a:moveTo>
                  <a:pt x="427000" y="47635"/>
                </a:moveTo>
                <a:cubicBezTo>
                  <a:pt x="427000" y="47840"/>
                  <a:pt x="426983" y="48061"/>
                  <a:pt x="426948" y="48300"/>
                </a:cubicBezTo>
                <a:cubicBezTo>
                  <a:pt x="426914" y="48538"/>
                  <a:pt x="426879" y="48760"/>
                  <a:pt x="426844" y="48964"/>
                </a:cubicBezTo>
                <a:cubicBezTo>
                  <a:pt x="426809" y="49169"/>
                  <a:pt x="426757" y="49391"/>
                  <a:pt x="426688" y="49632"/>
                </a:cubicBezTo>
                <a:cubicBezTo>
                  <a:pt x="426618" y="49870"/>
                  <a:pt x="426549" y="50092"/>
                  <a:pt x="426479" y="50296"/>
                </a:cubicBezTo>
                <a:lnTo>
                  <a:pt x="392282" y="140440"/>
                </a:lnTo>
                <a:cubicBezTo>
                  <a:pt x="392074" y="140985"/>
                  <a:pt x="391761" y="141429"/>
                  <a:pt x="391344" y="141772"/>
                </a:cubicBezTo>
                <a:cubicBezTo>
                  <a:pt x="390927" y="142113"/>
                  <a:pt x="390405" y="142385"/>
                  <a:pt x="389780" y="142590"/>
                </a:cubicBezTo>
                <a:cubicBezTo>
                  <a:pt x="389154" y="142794"/>
                  <a:pt x="388407" y="142930"/>
                  <a:pt x="387538" y="142999"/>
                </a:cubicBezTo>
                <a:cubicBezTo>
                  <a:pt x="386670" y="143067"/>
                  <a:pt x="385644" y="143101"/>
                  <a:pt x="384463" y="143101"/>
                </a:cubicBezTo>
                <a:cubicBezTo>
                  <a:pt x="383281" y="143101"/>
                  <a:pt x="382239" y="143050"/>
                  <a:pt x="381335" y="142947"/>
                </a:cubicBezTo>
                <a:cubicBezTo>
                  <a:pt x="380431" y="142845"/>
                  <a:pt x="379667" y="142692"/>
                  <a:pt x="379041" y="142487"/>
                </a:cubicBezTo>
                <a:cubicBezTo>
                  <a:pt x="378416" y="142283"/>
                  <a:pt x="377894" y="142010"/>
                  <a:pt x="377477" y="141670"/>
                </a:cubicBezTo>
                <a:cubicBezTo>
                  <a:pt x="377060" y="141327"/>
                  <a:pt x="376748" y="140917"/>
                  <a:pt x="376539" y="140440"/>
                </a:cubicBezTo>
                <a:lnTo>
                  <a:pt x="342342" y="50296"/>
                </a:lnTo>
                <a:cubicBezTo>
                  <a:pt x="342134" y="49749"/>
                  <a:pt x="341977" y="49305"/>
                  <a:pt x="341873" y="48964"/>
                </a:cubicBezTo>
                <a:cubicBezTo>
                  <a:pt x="341769" y="48623"/>
                  <a:pt x="341699" y="48351"/>
                  <a:pt x="341664" y="48146"/>
                </a:cubicBezTo>
                <a:cubicBezTo>
                  <a:pt x="341630" y="47942"/>
                  <a:pt x="341612" y="47772"/>
                  <a:pt x="341612" y="47635"/>
                </a:cubicBezTo>
                <a:cubicBezTo>
                  <a:pt x="341612" y="47158"/>
                  <a:pt x="341716" y="46749"/>
                  <a:pt x="341925" y="46409"/>
                </a:cubicBezTo>
                <a:cubicBezTo>
                  <a:pt x="342134" y="46066"/>
                  <a:pt x="342464" y="45809"/>
                  <a:pt x="342915" y="45639"/>
                </a:cubicBezTo>
                <a:cubicBezTo>
                  <a:pt x="343367" y="45469"/>
                  <a:pt x="343975" y="45349"/>
                  <a:pt x="344740" y="45281"/>
                </a:cubicBezTo>
                <a:cubicBezTo>
                  <a:pt x="345505" y="45213"/>
                  <a:pt x="346443" y="45179"/>
                  <a:pt x="347555" y="45179"/>
                </a:cubicBezTo>
                <a:cubicBezTo>
                  <a:pt x="349084" y="45179"/>
                  <a:pt x="350300" y="45230"/>
                  <a:pt x="351204" y="45332"/>
                </a:cubicBezTo>
                <a:cubicBezTo>
                  <a:pt x="352108" y="45434"/>
                  <a:pt x="352820" y="45588"/>
                  <a:pt x="353341" y="45792"/>
                </a:cubicBezTo>
                <a:cubicBezTo>
                  <a:pt x="353863" y="45997"/>
                  <a:pt x="354245" y="46270"/>
                  <a:pt x="354488" y="46613"/>
                </a:cubicBezTo>
                <a:cubicBezTo>
                  <a:pt x="354731" y="46954"/>
                  <a:pt x="354957" y="47363"/>
                  <a:pt x="355166" y="47840"/>
                </a:cubicBezTo>
                <a:lnTo>
                  <a:pt x="384671" y="128672"/>
                </a:lnTo>
                <a:lnTo>
                  <a:pt x="384880" y="129184"/>
                </a:lnTo>
                <a:lnTo>
                  <a:pt x="385088" y="128672"/>
                </a:lnTo>
                <a:lnTo>
                  <a:pt x="414072" y="47840"/>
                </a:lnTo>
                <a:cubicBezTo>
                  <a:pt x="414211" y="47363"/>
                  <a:pt x="414420" y="46954"/>
                  <a:pt x="414698" y="46613"/>
                </a:cubicBezTo>
                <a:cubicBezTo>
                  <a:pt x="414976" y="46270"/>
                  <a:pt x="415376" y="45997"/>
                  <a:pt x="415897" y="45792"/>
                </a:cubicBezTo>
                <a:cubicBezTo>
                  <a:pt x="416418" y="45588"/>
                  <a:pt x="417113" y="45434"/>
                  <a:pt x="417982" y="45332"/>
                </a:cubicBezTo>
                <a:cubicBezTo>
                  <a:pt x="418851" y="45230"/>
                  <a:pt x="419980" y="45179"/>
                  <a:pt x="421370" y="45179"/>
                </a:cubicBezTo>
                <a:cubicBezTo>
                  <a:pt x="422483" y="45179"/>
                  <a:pt x="423403" y="45213"/>
                  <a:pt x="424133" y="45281"/>
                </a:cubicBezTo>
                <a:cubicBezTo>
                  <a:pt x="424863" y="45349"/>
                  <a:pt x="425437" y="45486"/>
                  <a:pt x="425854" y="45690"/>
                </a:cubicBezTo>
                <a:cubicBezTo>
                  <a:pt x="426271" y="45894"/>
                  <a:pt x="426566" y="46151"/>
                  <a:pt x="426740" y="46460"/>
                </a:cubicBezTo>
                <a:cubicBezTo>
                  <a:pt x="426914" y="46766"/>
                  <a:pt x="427000" y="47158"/>
                  <a:pt x="427000" y="47635"/>
                </a:cubicBezTo>
                <a:close/>
                <a:moveTo>
                  <a:pt x="460657" y="140440"/>
                </a:moveTo>
                <a:cubicBezTo>
                  <a:pt x="460657" y="140849"/>
                  <a:pt x="460553" y="141225"/>
                  <a:pt x="460344" y="141568"/>
                </a:cubicBezTo>
                <a:cubicBezTo>
                  <a:pt x="460136" y="141908"/>
                  <a:pt x="459806" y="142181"/>
                  <a:pt x="459354" y="142385"/>
                </a:cubicBezTo>
                <a:cubicBezTo>
                  <a:pt x="458902" y="142590"/>
                  <a:pt x="458277" y="142760"/>
                  <a:pt x="457477" y="142896"/>
                </a:cubicBezTo>
                <a:cubicBezTo>
                  <a:pt x="456678" y="143033"/>
                  <a:pt x="455653" y="143101"/>
                  <a:pt x="454402" y="143101"/>
                </a:cubicBezTo>
                <a:cubicBezTo>
                  <a:pt x="453220" y="143101"/>
                  <a:pt x="452229" y="143033"/>
                  <a:pt x="451430" y="142896"/>
                </a:cubicBezTo>
                <a:cubicBezTo>
                  <a:pt x="450631" y="142760"/>
                  <a:pt x="449988" y="142590"/>
                  <a:pt x="449501" y="142385"/>
                </a:cubicBezTo>
                <a:cubicBezTo>
                  <a:pt x="449015" y="142181"/>
                  <a:pt x="448685" y="141908"/>
                  <a:pt x="448511" y="141568"/>
                </a:cubicBezTo>
                <a:cubicBezTo>
                  <a:pt x="448337" y="141225"/>
                  <a:pt x="448250" y="140849"/>
                  <a:pt x="448250" y="140440"/>
                </a:cubicBezTo>
                <a:lnTo>
                  <a:pt x="448250" y="47840"/>
                </a:lnTo>
                <a:cubicBezTo>
                  <a:pt x="448250" y="47431"/>
                  <a:pt x="448337" y="47056"/>
                  <a:pt x="448511" y="46715"/>
                </a:cubicBezTo>
                <a:cubicBezTo>
                  <a:pt x="448685" y="46373"/>
                  <a:pt x="449015" y="46082"/>
                  <a:pt x="449501" y="45843"/>
                </a:cubicBezTo>
                <a:cubicBezTo>
                  <a:pt x="449988" y="45605"/>
                  <a:pt x="450631" y="45434"/>
                  <a:pt x="451430" y="45332"/>
                </a:cubicBezTo>
                <a:cubicBezTo>
                  <a:pt x="452229" y="45230"/>
                  <a:pt x="453220" y="45179"/>
                  <a:pt x="454402" y="45179"/>
                </a:cubicBezTo>
                <a:cubicBezTo>
                  <a:pt x="455653" y="45179"/>
                  <a:pt x="456678" y="45230"/>
                  <a:pt x="457477" y="45332"/>
                </a:cubicBezTo>
                <a:cubicBezTo>
                  <a:pt x="458277" y="45434"/>
                  <a:pt x="458902" y="45605"/>
                  <a:pt x="459354" y="45843"/>
                </a:cubicBezTo>
                <a:cubicBezTo>
                  <a:pt x="459806" y="46082"/>
                  <a:pt x="460136" y="46373"/>
                  <a:pt x="460344" y="46715"/>
                </a:cubicBezTo>
                <a:cubicBezTo>
                  <a:pt x="460553" y="47056"/>
                  <a:pt x="460657" y="47431"/>
                  <a:pt x="460657" y="47840"/>
                </a:cubicBezTo>
                <a:lnTo>
                  <a:pt x="460657" y="140440"/>
                </a:lnTo>
                <a:moveTo>
                  <a:pt x="462534" y="16508"/>
                </a:moveTo>
                <a:cubicBezTo>
                  <a:pt x="462534" y="19798"/>
                  <a:pt x="461943" y="22026"/>
                  <a:pt x="460761" y="23193"/>
                </a:cubicBezTo>
                <a:cubicBezTo>
                  <a:pt x="459580" y="24358"/>
                  <a:pt x="457425" y="24940"/>
                  <a:pt x="454297" y="24940"/>
                </a:cubicBezTo>
                <a:cubicBezTo>
                  <a:pt x="451239" y="24940"/>
                  <a:pt x="449136" y="24375"/>
                  <a:pt x="447990" y="23244"/>
                </a:cubicBezTo>
                <a:cubicBezTo>
                  <a:pt x="446843" y="22114"/>
                  <a:pt x="446269" y="19902"/>
                  <a:pt x="446269" y="16610"/>
                </a:cubicBezTo>
                <a:cubicBezTo>
                  <a:pt x="446269" y="13320"/>
                  <a:pt x="446860" y="11092"/>
                  <a:pt x="448042" y="9928"/>
                </a:cubicBezTo>
                <a:cubicBezTo>
                  <a:pt x="449223" y="8761"/>
                  <a:pt x="451378" y="8177"/>
                  <a:pt x="454506" y="8177"/>
                </a:cubicBezTo>
                <a:cubicBezTo>
                  <a:pt x="457564" y="8177"/>
                  <a:pt x="459667" y="8743"/>
                  <a:pt x="460813" y="9873"/>
                </a:cubicBezTo>
                <a:cubicBezTo>
                  <a:pt x="461960" y="11004"/>
                  <a:pt x="462534" y="13216"/>
                  <a:pt x="462534" y="16508"/>
                </a:cubicBezTo>
                <a:close/>
                <a:moveTo>
                  <a:pt x="572371" y="140443"/>
                </a:moveTo>
                <a:cubicBezTo>
                  <a:pt x="572371" y="140852"/>
                  <a:pt x="572266" y="141227"/>
                  <a:pt x="572058" y="141568"/>
                </a:cubicBezTo>
                <a:cubicBezTo>
                  <a:pt x="571849" y="141908"/>
                  <a:pt x="571519" y="142181"/>
                  <a:pt x="571067" y="142385"/>
                </a:cubicBezTo>
                <a:cubicBezTo>
                  <a:pt x="570616" y="142590"/>
                  <a:pt x="569990" y="142760"/>
                  <a:pt x="569191" y="142896"/>
                </a:cubicBezTo>
                <a:cubicBezTo>
                  <a:pt x="568391" y="143033"/>
                  <a:pt x="567401" y="143101"/>
                  <a:pt x="566219" y="143101"/>
                </a:cubicBezTo>
                <a:cubicBezTo>
                  <a:pt x="564968" y="143101"/>
                  <a:pt x="563943" y="143033"/>
                  <a:pt x="563144" y="142896"/>
                </a:cubicBezTo>
                <a:cubicBezTo>
                  <a:pt x="562344" y="142760"/>
                  <a:pt x="561719" y="142590"/>
                  <a:pt x="561267" y="142385"/>
                </a:cubicBezTo>
                <a:cubicBezTo>
                  <a:pt x="560815" y="142181"/>
                  <a:pt x="560485" y="141908"/>
                  <a:pt x="560277" y="141568"/>
                </a:cubicBezTo>
                <a:cubicBezTo>
                  <a:pt x="560068" y="141227"/>
                  <a:pt x="559964" y="140852"/>
                  <a:pt x="559964" y="140443"/>
                </a:cubicBezTo>
                <a:lnTo>
                  <a:pt x="559964" y="85554"/>
                </a:lnTo>
                <a:cubicBezTo>
                  <a:pt x="559964" y="79830"/>
                  <a:pt x="559512" y="75179"/>
                  <a:pt x="558608" y="71601"/>
                </a:cubicBezTo>
                <a:cubicBezTo>
                  <a:pt x="557705" y="68024"/>
                  <a:pt x="556350" y="64958"/>
                  <a:pt x="554542" y="62402"/>
                </a:cubicBezTo>
                <a:cubicBezTo>
                  <a:pt x="552735" y="59847"/>
                  <a:pt x="550424" y="57871"/>
                  <a:pt x="547609" y="56474"/>
                </a:cubicBezTo>
                <a:cubicBezTo>
                  <a:pt x="544794" y="55077"/>
                  <a:pt x="541510" y="54378"/>
                  <a:pt x="537757" y="54378"/>
                </a:cubicBezTo>
                <a:cubicBezTo>
                  <a:pt x="532961" y="54378"/>
                  <a:pt x="528165" y="56048"/>
                  <a:pt x="523369" y="59387"/>
                </a:cubicBezTo>
                <a:cubicBezTo>
                  <a:pt x="518573" y="62726"/>
                  <a:pt x="513534" y="67632"/>
                  <a:pt x="508251" y="74106"/>
                </a:cubicBezTo>
                <a:lnTo>
                  <a:pt x="508251" y="140443"/>
                </a:lnTo>
                <a:cubicBezTo>
                  <a:pt x="508251" y="140852"/>
                  <a:pt x="508147" y="141227"/>
                  <a:pt x="507939" y="141568"/>
                </a:cubicBezTo>
                <a:cubicBezTo>
                  <a:pt x="507730" y="141908"/>
                  <a:pt x="507400" y="142181"/>
                  <a:pt x="506948" y="142385"/>
                </a:cubicBezTo>
                <a:cubicBezTo>
                  <a:pt x="506496" y="142590"/>
                  <a:pt x="505871" y="142760"/>
                  <a:pt x="505071" y="142896"/>
                </a:cubicBezTo>
                <a:cubicBezTo>
                  <a:pt x="504272" y="143033"/>
                  <a:pt x="503247" y="143101"/>
                  <a:pt x="501996" y="143101"/>
                </a:cubicBezTo>
                <a:cubicBezTo>
                  <a:pt x="500814" y="143101"/>
                  <a:pt x="499824" y="143033"/>
                  <a:pt x="499024" y="142896"/>
                </a:cubicBezTo>
                <a:cubicBezTo>
                  <a:pt x="498225" y="142760"/>
                  <a:pt x="497582" y="142590"/>
                  <a:pt x="497096" y="142385"/>
                </a:cubicBezTo>
                <a:cubicBezTo>
                  <a:pt x="496609" y="142181"/>
                  <a:pt x="496279" y="141908"/>
                  <a:pt x="496105" y="141568"/>
                </a:cubicBezTo>
                <a:cubicBezTo>
                  <a:pt x="495931" y="141225"/>
                  <a:pt x="495845" y="140849"/>
                  <a:pt x="495845" y="140440"/>
                </a:cubicBezTo>
                <a:lnTo>
                  <a:pt x="495845" y="47840"/>
                </a:lnTo>
                <a:cubicBezTo>
                  <a:pt x="495845" y="47431"/>
                  <a:pt x="495931" y="47056"/>
                  <a:pt x="496105" y="46715"/>
                </a:cubicBezTo>
                <a:cubicBezTo>
                  <a:pt x="496279" y="46373"/>
                  <a:pt x="496609" y="46082"/>
                  <a:pt x="497096" y="45843"/>
                </a:cubicBezTo>
                <a:cubicBezTo>
                  <a:pt x="497582" y="45605"/>
                  <a:pt x="498190" y="45434"/>
                  <a:pt x="498920" y="45332"/>
                </a:cubicBezTo>
                <a:cubicBezTo>
                  <a:pt x="499650" y="45230"/>
                  <a:pt x="500606" y="45179"/>
                  <a:pt x="501787" y="45179"/>
                </a:cubicBezTo>
                <a:cubicBezTo>
                  <a:pt x="502969" y="45179"/>
                  <a:pt x="503942" y="45230"/>
                  <a:pt x="504707" y="45332"/>
                </a:cubicBezTo>
                <a:cubicBezTo>
                  <a:pt x="505471" y="45434"/>
                  <a:pt x="506062" y="45605"/>
                  <a:pt x="506479" y="45843"/>
                </a:cubicBezTo>
                <a:cubicBezTo>
                  <a:pt x="506896" y="46082"/>
                  <a:pt x="507191" y="46373"/>
                  <a:pt x="507365" y="46715"/>
                </a:cubicBezTo>
                <a:cubicBezTo>
                  <a:pt x="507539" y="47056"/>
                  <a:pt x="507626" y="47431"/>
                  <a:pt x="507626" y="47840"/>
                </a:cubicBezTo>
                <a:lnTo>
                  <a:pt x="507626" y="60936"/>
                </a:lnTo>
                <a:cubicBezTo>
                  <a:pt x="513047" y="55037"/>
                  <a:pt x="518364" y="50767"/>
                  <a:pt x="523577" y="48124"/>
                </a:cubicBezTo>
                <a:cubicBezTo>
                  <a:pt x="528790" y="45479"/>
                  <a:pt x="533969" y="44157"/>
                  <a:pt x="539112" y="44157"/>
                </a:cubicBezTo>
                <a:cubicBezTo>
                  <a:pt x="545298" y="44157"/>
                  <a:pt x="550511" y="45179"/>
                  <a:pt x="554751" y="47223"/>
                </a:cubicBezTo>
                <a:cubicBezTo>
                  <a:pt x="558991" y="49268"/>
                  <a:pt x="562414" y="52027"/>
                  <a:pt x="565020" y="55503"/>
                </a:cubicBezTo>
                <a:cubicBezTo>
                  <a:pt x="567627" y="58978"/>
                  <a:pt x="569504" y="63032"/>
                  <a:pt x="570650" y="67666"/>
                </a:cubicBezTo>
                <a:cubicBezTo>
                  <a:pt x="571797" y="72300"/>
                  <a:pt x="572371" y="77888"/>
                  <a:pt x="572371" y="84429"/>
                </a:cubicBezTo>
                <a:lnTo>
                  <a:pt x="572371" y="140443"/>
                </a:lnTo>
                <a:close/>
                <a:moveTo>
                  <a:pt x="682016" y="51056"/>
                </a:moveTo>
                <a:cubicBezTo>
                  <a:pt x="682016" y="52983"/>
                  <a:pt x="681704" y="54326"/>
                  <a:pt x="681078" y="55084"/>
                </a:cubicBezTo>
                <a:cubicBezTo>
                  <a:pt x="680453" y="55840"/>
                  <a:pt x="679653" y="56218"/>
                  <a:pt x="678680" y="56218"/>
                </a:cubicBezTo>
                <a:lnTo>
                  <a:pt x="663771" y="56218"/>
                </a:lnTo>
                <a:cubicBezTo>
                  <a:pt x="666690" y="59127"/>
                  <a:pt x="668723" y="62289"/>
                  <a:pt x="669870" y="65705"/>
                </a:cubicBezTo>
                <a:cubicBezTo>
                  <a:pt x="671017" y="69119"/>
                  <a:pt x="671591" y="72719"/>
                  <a:pt x="671591" y="76508"/>
                </a:cubicBezTo>
                <a:cubicBezTo>
                  <a:pt x="671591" y="81746"/>
                  <a:pt x="670739" y="86407"/>
                  <a:pt x="669036" y="90489"/>
                </a:cubicBezTo>
                <a:cubicBezTo>
                  <a:pt x="667333" y="94571"/>
                  <a:pt x="664918" y="98024"/>
                  <a:pt x="661790" y="100848"/>
                </a:cubicBezTo>
                <a:cubicBezTo>
                  <a:pt x="658662" y="103671"/>
                  <a:pt x="654944" y="105832"/>
                  <a:pt x="650634" y="107329"/>
                </a:cubicBezTo>
                <a:cubicBezTo>
                  <a:pt x="646325" y="108826"/>
                  <a:pt x="641564" y="109574"/>
                  <a:pt x="636351" y="109574"/>
                </a:cubicBezTo>
                <a:cubicBezTo>
                  <a:pt x="632111" y="109574"/>
                  <a:pt x="628080" y="108996"/>
                  <a:pt x="624257" y="107840"/>
                </a:cubicBezTo>
                <a:cubicBezTo>
                  <a:pt x="620434" y="106684"/>
                  <a:pt x="617445" y="105255"/>
                  <a:pt x="615291" y="103553"/>
                </a:cubicBezTo>
                <a:cubicBezTo>
                  <a:pt x="613901" y="104922"/>
                  <a:pt x="612754" y="106497"/>
                  <a:pt x="611850" y="108277"/>
                </a:cubicBezTo>
                <a:cubicBezTo>
                  <a:pt x="610947" y="110058"/>
                  <a:pt x="610495" y="112112"/>
                  <a:pt x="610495" y="114439"/>
                </a:cubicBezTo>
                <a:cubicBezTo>
                  <a:pt x="610495" y="117039"/>
                  <a:pt x="611763" y="119229"/>
                  <a:pt x="614300" y="121010"/>
                </a:cubicBezTo>
                <a:cubicBezTo>
                  <a:pt x="616837" y="122790"/>
                  <a:pt x="620121" y="123748"/>
                  <a:pt x="624153" y="123884"/>
                </a:cubicBezTo>
                <a:lnTo>
                  <a:pt x="649696" y="124910"/>
                </a:lnTo>
                <a:cubicBezTo>
                  <a:pt x="654006" y="125046"/>
                  <a:pt x="658054" y="125626"/>
                  <a:pt x="661842" y="126651"/>
                </a:cubicBezTo>
                <a:cubicBezTo>
                  <a:pt x="665630" y="127673"/>
                  <a:pt x="668949" y="129191"/>
                  <a:pt x="671799" y="131206"/>
                </a:cubicBezTo>
                <a:cubicBezTo>
                  <a:pt x="674649" y="133220"/>
                  <a:pt x="676908" y="135696"/>
                  <a:pt x="678576" y="138632"/>
                </a:cubicBezTo>
                <a:cubicBezTo>
                  <a:pt x="680244" y="141566"/>
                  <a:pt x="681078" y="145013"/>
                  <a:pt x="681078" y="148972"/>
                </a:cubicBezTo>
                <a:cubicBezTo>
                  <a:pt x="681078" y="153069"/>
                  <a:pt x="680227" y="156995"/>
                  <a:pt x="678524" y="160749"/>
                </a:cubicBezTo>
                <a:cubicBezTo>
                  <a:pt x="676821" y="164503"/>
                  <a:pt x="674180" y="167796"/>
                  <a:pt x="670600" y="170628"/>
                </a:cubicBezTo>
                <a:cubicBezTo>
                  <a:pt x="667021" y="173463"/>
                  <a:pt x="662451" y="175716"/>
                  <a:pt x="656890" y="177387"/>
                </a:cubicBezTo>
                <a:cubicBezTo>
                  <a:pt x="651330" y="179061"/>
                  <a:pt x="644692" y="179898"/>
                  <a:pt x="636977" y="179898"/>
                </a:cubicBezTo>
                <a:cubicBezTo>
                  <a:pt x="629609" y="179898"/>
                  <a:pt x="623336" y="179267"/>
                  <a:pt x="618158" y="178004"/>
                </a:cubicBezTo>
                <a:cubicBezTo>
                  <a:pt x="612980" y="176743"/>
                  <a:pt x="608740" y="175005"/>
                  <a:pt x="605438" y="172788"/>
                </a:cubicBezTo>
                <a:cubicBezTo>
                  <a:pt x="602137" y="170573"/>
                  <a:pt x="599739" y="167966"/>
                  <a:pt x="598244" y="164965"/>
                </a:cubicBezTo>
                <a:cubicBezTo>
                  <a:pt x="596750" y="161965"/>
                  <a:pt x="596003" y="158725"/>
                  <a:pt x="596003" y="155245"/>
                </a:cubicBezTo>
                <a:cubicBezTo>
                  <a:pt x="596003" y="152860"/>
                  <a:pt x="596281" y="150610"/>
                  <a:pt x="596837" y="148496"/>
                </a:cubicBezTo>
                <a:cubicBezTo>
                  <a:pt x="597393" y="146381"/>
                  <a:pt x="598244" y="144370"/>
                  <a:pt x="599391" y="142462"/>
                </a:cubicBezTo>
                <a:cubicBezTo>
                  <a:pt x="600538" y="140552"/>
                  <a:pt x="601963" y="138711"/>
                  <a:pt x="603666" y="136939"/>
                </a:cubicBezTo>
                <a:cubicBezTo>
                  <a:pt x="605369" y="135165"/>
                  <a:pt x="607332" y="133357"/>
                  <a:pt x="609556" y="131515"/>
                </a:cubicBezTo>
                <a:cubicBezTo>
                  <a:pt x="606012" y="129735"/>
                  <a:pt x="603405" y="127579"/>
                  <a:pt x="601737" y="125047"/>
                </a:cubicBezTo>
                <a:cubicBezTo>
                  <a:pt x="600069" y="122515"/>
                  <a:pt x="599235" y="119812"/>
                  <a:pt x="599235" y="116937"/>
                </a:cubicBezTo>
                <a:cubicBezTo>
                  <a:pt x="599235" y="112695"/>
                  <a:pt x="600069" y="108948"/>
                  <a:pt x="601737" y="105697"/>
                </a:cubicBezTo>
                <a:cubicBezTo>
                  <a:pt x="603405" y="102445"/>
                  <a:pt x="605421" y="99519"/>
                  <a:pt x="607784" y="96919"/>
                </a:cubicBezTo>
                <a:cubicBezTo>
                  <a:pt x="605768" y="94334"/>
                  <a:pt x="604204" y="91510"/>
                  <a:pt x="603092" y="88448"/>
                </a:cubicBezTo>
                <a:cubicBezTo>
                  <a:pt x="601980" y="85386"/>
                  <a:pt x="601424" y="81712"/>
                  <a:pt x="601424" y="77428"/>
                </a:cubicBezTo>
                <a:cubicBezTo>
                  <a:pt x="601424" y="72255"/>
                  <a:pt x="602293" y="67612"/>
                  <a:pt x="604031" y="63498"/>
                </a:cubicBezTo>
                <a:cubicBezTo>
                  <a:pt x="605768" y="59381"/>
                  <a:pt x="608184" y="55894"/>
                  <a:pt x="611277" y="53037"/>
                </a:cubicBezTo>
                <a:cubicBezTo>
                  <a:pt x="614370" y="50179"/>
                  <a:pt x="618071" y="47985"/>
                  <a:pt x="622380" y="46453"/>
                </a:cubicBezTo>
                <a:cubicBezTo>
                  <a:pt x="626690" y="44922"/>
                  <a:pt x="631416" y="44157"/>
                  <a:pt x="636559" y="44157"/>
                </a:cubicBezTo>
                <a:cubicBezTo>
                  <a:pt x="639270" y="44157"/>
                  <a:pt x="641825" y="44310"/>
                  <a:pt x="644223" y="44617"/>
                </a:cubicBezTo>
                <a:cubicBezTo>
                  <a:pt x="646620" y="44923"/>
                  <a:pt x="648827" y="45315"/>
                  <a:pt x="650843" y="45792"/>
                </a:cubicBezTo>
                <a:lnTo>
                  <a:pt x="678680" y="45792"/>
                </a:lnTo>
                <a:cubicBezTo>
                  <a:pt x="679862" y="45792"/>
                  <a:pt x="680713" y="46239"/>
                  <a:pt x="681235" y="47134"/>
                </a:cubicBezTo>
                <a:cubicBezTo>
                  <a:pt x="681756" y="48028"/>
                  <a:pt x="682016" y="49336"/>
                  <a:pt x="682016" y="51056"/>
                </a:cubicBezTo>
                <a:moveTo>
                  <a:pt x="658767" y="76712"/>
                </a:moveTo>
                <a:cubicBezTo>
                  <a:pt x="658767" y="69711"/>
                  <a:pt x="656803" y="64238"/>
                  <a:pt x="652876" y="60294"/>
                </a:cubicBezTo>
                <a:cubicBezTo>
                  <a:pt x="648949" y="56350"/>
                  <a:pt x="643371" y="54378"/>
                  <a:pt x="636142" y="54378"/>
                </a:cubicBezTo>
                <a:cubicBezTo>
                  <a:pt x="632459" y="54378"/>
                  <a:pt x="629227" y="54991"/>
                  <a:pt x="626446" y="56215"/>
                </a:cubicBezTo>
                <a:cubicBezTo>
                  <a:pt x="623666" y="57437"/>
                  <a:pt x="621372" y="59103"/>
                  <a:pt x="619565" y="61211"/>
                </a:cubicBezTo>
                <a:cubicBezTo>
                  <a:pt x="617758" y="63319"/>
                  <a:pt x="616403" y="65767"/>
                  <a:pt x="615499" y="68554"/>
                </a:cubicBezTo>
                <a:cubicBezTo>
                  <a:pt x="614596" y="71342"/>
                  <a:pt x="614144" y="74300"/>
                  <a:pt x="614144" y="77428"/>
                </a:cubicBezTo>
                <a:cubicBezTo>
                  <a:pt x="614144" y="84225"/>
                  <a:pt x="616107" y="89579"/>
                  <a:pt x="620034" y="93488"/>
                </a:cubicBezTo>
                <a:cubicBezTo>
                  <a:pt x="623962" y="97398"/>
                  <a:pt x="629470" y="99353"/>
                  <a:pt x="636559" y="99353"/>
                </a:cubicBezTo>
                <a:cubicBezTo>
                  <a:pt x="640313" y="99353"/>
                  <a:pt x="643597" y="98742"/>
                  <a:pt x="646412" y="97519"/>
                </a:cubicBezTo>
                <a:cubicBezTo>
                  <a:pt x="649227" y="96295"/>
                  <a:pt x="651538" y="94646"/>
                  <a:pt x="653345" y="92571"/>
                </a:cubicBezTo>
                <a:cubicBezTo>
                  <a:pt x="655152" y="90497"/>
                  <a:pt x="656508" y="88084"/>
                  <a:pt x="657411" y="85330"/>
                </a:cubicBezTo>
                <a:cubicBezTo>
                  <a:pt x="658315" y="82577"/>
                  <a:pt x="658767" y="79704"/>
                  <a:pt x="658767" y="76712"/>
                </a:cubicBezTo>
                <a:moveTo>
                  <a:pt x="668671" y="149687"/>
                </a:moveTo>
                <a:cubicBezTo>
                  <a:pt x="668671" y="145177"/>
                  <a:pt x="666812" y="141726"/>
                  <a:pt x="663093" y="139335"/>
                </a:cubicBezTo>
                <a:cubicBezTo>
                  <a:pt x="659375" y="136941"/>
                  <a:pt x="654388" y="135642"/>
                  <a:pt x="648132" y="135438"/>
                </a:cubicBezTo>
                <a:lnTo>
                  <a:pt x="620712" y="134515"/>
                </a:lnTo>
                <a:cubicBezTo>
                  <a:pt x="618210" y="136429"/>
                  <a:pt x="616159" y="138240"/>
                  <a:pt x="614561" y="139948"/>
                </a:cubicBezTo>
                <a:cubicBezTo>
                  <a:pt x="612962" y="141656"/>
                  <a:pt x="611694" y="143313"/>
                  <a:pt x="610755" y="144918"/>
                </a:cubicBezTo>
                <a:cubicBezTo>
                  <a:pt x="609817" y="146526"/>
                  <a:pt x="609174" y="148099"/>
                  <a:pt x="608827" y="149636"/>
                </a:cubicBezTo>
                <a:cubicBezTo>
                  <a:pt x="608479" y="151174"/>
                  <a:pt x="608305" y="152728"/>
                  <a:pt x="608305" y="154300"/>
                </a:cubicBezTo>
                <a:cubicBezTo>
                  <a:pt x="608305" y="159357"/>
                  <a:pt x="610894" y="163184"/>
                  <a:pt x="616073" y="165780"/>
                </a:cubicBezTo>
                <a:cubicBezTo>
                  <a:pt x="621251" y="168378"/>
                  <a:pt x="628462" y="169677"/>
                  <a:pt x="637706" y="169677"/>
                </a:cubicBezTo>
                <a:cubicBezTo>
                  <a:pt x="643545" y="169677"/>
                  <a:pt x="648428" y="169112"/>
                  <a:pt x="652355" y="167984"/>
                </a:cubicBezTo>
                <a:cubicBezTo>
                  <a:pt x="656282" y="166857"/>
                  <a:pt x="659462" y="165371"/>
                  <a:pt x="661894" y="163525"/>
                </a:cubicBezTo>
                <a:cubicBezTo>
                  <a:pt x="664327" y="161680"/>
                  <a:pt x="666065" y="159562"/>
                  <a:pt x="667107" y="157168"/>
                </a:cubicBezTo>
                <a:cubicBezTo>
                  <a:pt x="668150" y="154777"/>
                  <a:pt x="668671" y="152283"/>
                  <a:pt x="668671" y="149687"/>
                </a:cubicBezTo>
                <a:close/>
                <a:moveTo>
                  <a:pt x="838509" y="93271"/>
                </a:moveTo>
                <a:cubicBezTo>
                  <a:pt x="838509" y="100637"/>
                  <a:pt x="837536" y="107424"/>
                  <a:pt x="835589" y="113631"/>
                </a:cubicBezTo>
                <a:cubicBezTo>
                  <a:pt x="833643" y="119838"/>
                  <a:pt x="830741" y="125228"/>
                  <a:pt x="826884" y="129800"/>
                </a:cubicBezTo>
                <a:cubicBezTo>
                  <a:pt x="823026" y="134370"/>
                  <a:pt x="818213" y="137934"/>
                  <a:pt x="812444" y="140491"/>
                </a:cubicBezTo>
                <a:cubicBezTo>
                  <a:pt x="806675" y="143049"/>
                  <a:pt x="799968" y="144327"/>
                  <a:pt x="792322" y="144327"/>
                </a:cubicBezTo>
                <a:cubicBezTo>
                  <a:pt x="784954" y="144327"/>
                  <a:pt x="778508" y="143185"/>
                  <a:pt x="772982" y="140900"/>
                </a:cubicBezTo>
                <a:cubicBezTo>
                  <a:pt x="767456" y="138615"/>
                  <a:pt x="762834" y="135341"/>
                  <a:pt x="759115" y="131078"/>
                </a:cubicBezTo>
                <a:cubicBezTo>
                  <a:pt x="755397" y="126815"/>
                  <a:pt x="752617" y="121647"/>
                  <a:pt x="750775" y="115576"/>
                </a:cubicBezTo>
                <a:cubicBezTo>
                  <a:pt x="748933" y="109505"/>
                  <a:pt x="748012" y="102649"/>
                  <a:pt x="748012" y="95009"/>
                </a:cubicBezTo>
                <a:cubicBezTo>
                  <a:pt x="748012" y="87643"/>
                  <a:pt x="748968" y="80856"/>
                  <a:pt x="750879" y="74649"/>
                </a:cubicBezTo>
                <a:cubicBezTo>
                  <a:pt x="752790" y="68441"/>
                  <a:pt x="755675" y="63070"/>
                  <a:pt x="759532" y="58534"/>
                </a:cubicBezTo>
                <a:cubicBezTo>
                  <a:pt x="763390" y="53996"/>
                  <a:pt x="768203" y="50465"/>
                  <a:pt x="773972" y="47942"/>
                </a:cubicBezTo>
                <a:cubicBezTo>
                  <a:pt x="779741" y="45419"/>
                  <a:pt x="786483" y="44157"/>
                  <a:pt x="794199" y="44157"/>
                </a:cubicBezTo>
                <a:cubicBezTo>
                  <a:pt x="801566" y="44157"/>
                  <a:pt x="808013" y="45282"/>
                  <a:pt x="813539" y="47533"/>
                </a:cubicBezTo>
                <a:cubicBezTo>
                  <a:pt x="819064" y="49784"/>
                  <a:pt x="823669" y="53041"/>
                  <a:pt x="827353" y="57304"/>
                </a:cubicBezTo>
                <a:cubicBezTo>
                  <a:pt x="831037" y="61567"/>
                  <a:pt x="833817" y="66735"/>
                  <a:pt x="835694" y="72806"/>
                </a:cubicBezTo>
                <a:cubicBezTo>
                  <a:pt x="837570" y="78877"/>
                  <a:pt x="838509" y="85699"/>
                  <a:pt x="838509" y="93271"/>
                </a:cubicBezTo>
                <a:moveTo>
                  <a:pt x="825372" y="94395"/>
                </a:moveTo>
                <a:cubicBezTo>
                  <a:pt x="825372" y="89142"/>
                  <a:pt x="824851" y="84127"/>
                  <a:pt x="823808" y="79351"/>
                </a:cubicBezTo>
                <a:cubicBezTo>
                  <a:pt x="822766" y="74574"/>
                  <a:pt x="821028" y="70361"/>
                  <a:pt x="818595" y="66711"/>
                </a:cubicBezTo>
                <a:cubicBezTo>
                  <a:pt x="816163" y="63061"/>
                  <a:pt x="812896" y="60162"/>
                  <a:pt x="808795" y="58013"/>
                </a:cubicBezTo>
                <a:cubicBezTo>
                  <a:pt x="804694" y="55863"/>
                  <a:pt x="799585" y="54787"/>
                  <a:pt x="793469" y="54787"/>
                </a:cubicBezTo>
                <a:cubicBezTo>
                  <a:pt x="787839" y="54787"/>
                  <a:pt x="782973" y="55776"/>
                  <a:pt x="778873" y="57755"/>
                </a:cubicBezTo>
                <a:cubicBezTo>
                  <a:pt x="774772" y="59733"/>
                  <a:pt x="771418" y="62480"/>
                  <a:pt x="768812" y="65996"/>
                </a:cubicBezTo>
                <a:cubicBezTo>
                  <a:pt x="766205" y="69509"/>
                  <a:pt x="764276" y="73654"/>
                  <a:pt x="763025" y="78431"/>
                </a:cubicBezTo>
                <a:cubicBezTo>
                  <a:pt x="761774" y="83207"/>
                  <a:pt x="761148" y="88358"/>
                  <a:pt x="761148" y="93884"/>
                </a:cubicBezTo>
                <a:cubicBezTo>
                  <a:pt x="761148" y="99206"/>
                  <a:pt x="761670" y="104272"/>
                  <a:pt x="762712" y="109082"/>
                </a:cubicBezTo>
                <a:cubicBezTo>
                  <a:pt x="763755" y="113893"/>
                  <a:pt x="765493" y="118106"/>
                  <a:pt x="767925" y="121722"/>
                </a:cubicBezTo>
                <a:cubicBezTo>
                  <a:pt x="770358" y="125338"/>
                  <a:pt x="773625" y="128204"/>
                  <a:pt x="777726" y="130321"/>
                </a:cubicBezTo>
                <a:cubicBezTo>
                  <a:pt x="781827" y="132435"/>
                  <a:pt x="786935" y="133493"/>
                  <a:pt x="793052" y="133493"/>
                </a:cubicBezTo>
                <a:cubicBezTo>
                  <a:pt x="798682" y="133493"/>
                  <a:pt x="803547" y="132503"/>
                  <a:pt x="807648" y="130525"/>
                </a:cubicBezTo>
                <a:cubicBezTo>
                  <a:pt x="811749" y="128547"/>
                  <a:pt x="815103" y="125818"/>
                  <a:pt x="817709" y="122338"/>
                </a:cubicBezTo>
                <a:cubicBezTo>
                  <a:pt x="820316" y="118857"/>
                  <a:pt x="822244" y="114729"/>
                  <a:pt x="823495" y="109954"/>
                </a:cubicBezTo>
                <a:cubicBezTo>
                  <a:pt x="824747" y="105178"/>
                  <a:pt x="825372" y="99992"/>
                  <a:pt x="825372" y="94395"/>
                </a:cubicBezTo>
                <a:close/>
                <a:moveTo>
                  <a:pt x="941690" y="140440"/>
                </a:moveTo>
                <a:cubicBezTo>
                  <a:pt x="941690" y="140849"/>
                  <a:pt x="941603" y="141225"/>
                  <a:pt x="941429" y="141568"/>
                </a:cubicBezTo>
                <a:cubicBezTo>
                  <a:pt x="941255" y="141908"/>
                  <a:pt x="940925" y="142181"/>
                  <a:pt x="940438" y="142385"/>
                </a:cubicBezTo>
                <a:cubicBezTo>
                  <a:pt x="939952" y="142590"/>
                  <a:pt x="939326" y="142760"/>
                  <a:pt x="938562" y="142896"/>
                </a:cubicBezTo>
                <a:cubicBezTo>
                  <a:pt x="937797" y="143033"/>
                  <a:pt x="936859" y="143101"/>
                  <a:pt x="935747" y="143101"/>
                </a:cubicBezTo>
                <a:cubicBezTo>
                  <a:pt x="934496" y="143101"/>
                  <a:pt x="933488" y="143033"/>
                  <a:pt x="932723" y="142896"/>
                </a:cubicBezTo>
                <a:cubicBezTo>
                  <a:pt x="931959" y="142760"/>
                  <a:pt x="931368" y="142590"/>
                  <a:pt x="930951" y="142385"/>
                </a:cubicBezTo>
                <a:cubicBezTo>
                  <a:pt x="930534" y="142181"/>
                  <a:pt x="930238" y="141908"/>
                  <a:pt x="930065" y="141568"/>
                </a:cubicBezTo>
                <a:cubicBezTo>
                  <a:pt x="929891" y="141225"/>
                  <a:pt x="929804" y="140849"/>
                  <a:pt x="929804" y="140440"/>
                </a:cubicBezTo>
                <a:lnTo>
                  <a:pt x="929804" y="127344"/>
                </a:lnTo>
                <a:cubicBezTo>
                  <a:pt x="924383" y="133315"/>
                  <a:pt x="919083" y="137639"/>
                  <a:pt x="913905" y="140315"/>
                </a:cubicBezTo>
                <a:cubicBezTo>
                  <a:pt x="908726" y="142990"/>
                  <a:pt x="903565" y="144327"/>
                  <a:pt x="898422" y="144327"/>
                </a:cubicBezTo>
                <a:cubicBezTo>
                  <a:pt x="892236" y="144327"/>
                  <a:pt x="887023" y="143303"/>
                  <a:pt x="882783" y="141254"/>
                </a:cubicBezTo>
                <a:cubicBezTo>
                  <a:pt x="878543" y="139206"/>
                  <a:pt x="875120" y="136424"/>
                  <a:pt x="872514" y="132908"/>
                </a:cubicBezTo>
                <a:cubicBezTo>
                  <a:pt x="869907" y="129390"/>
                  <a:pt x="868031" y="125310"/>
                  <a:pt x="866884" y="120668"/>
                </a:cubicBezTo>
                <a:cubicBezTo>
                  <a:pt x="865737" y="116023"/>
                  <a:pt x="865163" y="110424"/>
                  <a:pt x="865163" y="103869"/>
                </a:cubicBezTo>
                <a:lnTo>
                  <a:pt x="865163" y="47843"/>
                </a:lnTo>
                <a:cubicBezTo>
                  <a:pt x="865163" y="47432"/>
                  <a:pt x="865250" y="47056"/>
                  <a:pt x="865424" y="46715"/>
                </a:cubicBezTo>
                <a:cubicBezTo>
                  <a:pt x="865598" y="46375"/>
                  <a:pt x="865928" y="46085"/>
                  <a:pt x="866415" y="45847"/>
                </a:cubicBezTo>
                <a:cubicBezTo>
                  <a:pt x="866901" y="45606"/>
                  <a:pt x="867544" y="45434"/>
                  <a:pt x="868343" y="45332"/>
                </a:cubicBezTo>
                <a:cubicBezTo>
                  <a:pt x="869143" y="45230"/>
                  <a:pt x="870133" y="45179"/>
                  <a:pt x="871315" y="45179"/>
                </a:cubicBezTo>
                <a:cubicBezTo>
                  <a:pt x="872566" y="45179"/>
                  <a:pt x="873591" y="45230"/>
                  <a:pt x="874390" y="45332"/>
                </a:cubicBezTo>
                <a:cubicBezTo>
                  <a:pt x="875190" y="45434"/>
                  <a:pt x="875815" y="45606"/>
                  <a:pt x="876267" y="45847"/>
                </a:cubicBezTo>
                <a:cubicBezTo>
                  <a:pt x="876719" y="46085"/>
                  <a:pt x="877049" y="46375"/>
                  <a:pt x="877257" y="46715"/>
                </a:cubicBezTo>
                <a:cubicBezTo>
                  <a:pt x="877466" y="47056"/>
                  <a:pt x="877570" y="47432"/>
                  <a:pt x="877570" y="47843"/>
                </a:cubicBezTo>
                <a:lnTo>
                  <a:pt x="877570" y="102755"/>
                </a:lnTo>
                <a:cubicBezTo>
                  <a:pt x="877570" y="108494"/>
                  <a:pt x="878022" y="113173"/>
                  <a:pt x="878926" y="116793"/>
                </a:cubicBezTo>
                <a:cubicBezTo>
                  <a:pt x="879829" y="120411"/>
                  <a:pt x="881185" y="123501"/>
                  <a:pt x="882992" y="126063"/>
                </a:cubicBezTo>
                <a:cubicBezTo>
                  <a:pt x="884799" y="128625"/>
                  <a:pt x="887110" y="130606"/>
                  <a:pt x="889925" y="132007"/>
                </a:cubicBezTo>
                <a:cubicBezTo>
                  <a:pt x="892740" y="133406"/>
                  <a:pt x="896024" y="134106"/>
                  <a:pt x="899777" y="134106"/>
                </a:cubicBezTo>
                <a:cubicBezTo>
                  <a:pt x="904573" y="134106"/>
                  <a:pt x="909352" y="132426"/>
                  <a:pt x="914113" y="129065"/>
                </a:cubicBezTo>
                <a:cubicBezTo>
                  <a:pt x="918874" y="125703"/>
                  <a:pt x="923931" y="120764"/>
                  <a:pt x="929283" y="114247"/>
                </a:cubicBezTo>
                <a:lnTo>
                  <a:pt x="929283" y="47840"/>
                </a:lnTo>
                <a:cubicBezTo>
                  <a:pt x="929283" y="47431"/>
                  <a:pt x="929370" y="47056"/>
                  <a:pt x="929543" y="46715"/>
                </a:cubicBezTo>
                <a:cubicBezTo>
                  <a:pt x="929717" y="46373"/>
                  <a:pt x="930047" y="46082"/>
                  <a:pt x="930534" y="45843"/>
                </a:cubicBezTo>
                <a:cubicBezTo>
                  <a:pt x="931020" y="45605"/>
                  <a:pt x="931663" y="45434"/>
                  <a:pt x="932463" y="45332"/>
                </a:cubicBezTo>
                <a:cubicBezTo>
                  <a:pt x="933262" y="45230"/>
                  <a:pt x="934287" y="45179"/>
                  <a:pt x="935538" y="45179"/>
                </a:cubicBezTo>
                <a:cubicBezTo>
                  <a:pt x="936720" y="45179"/>
                  <a:pt x="937710" y="45230"/>
                  <a:pt x="938510" y="45332"/>
                </a:cubicBezTo>
                <a:cubicBezTo>
                  <a:pt x="939309" y="45434"/>
                  <a:pt x="939935" y="45605"/>
                  <a:pt x="940386" y="45843"/>
                </a:cubicBezTo>
                <a:cubicBezTo>
                  <a:pt x="940838" y="46082"/>
                  <a:pt x="941168" y="46373"/>
                  <a:pt x="941377" y="46715"/>
                </a:cubicBezTo>
                <a:cubicBezTo>
                  <a:pt x="941585" y="47056"/>
                  <a:pt x="941690" y="47431"/>
                  <a:pt x="941690" y="47840"/>
                </a:cubicBezTo>
                <a:lnTo>
                  <a:pt x="941690" y="140440"/>
                </a:lnTo>
                <a:close/>
                <a:moveTo>
                  <a:pt x="1021621" y="135026"/>
                </a:moveTo>
                <a:cubicBezTo>
                  <a:pt x="1021621" y="136457"/>
                  <a:pt x="1021499" y="137615"/>
                  <a:pt x="1021256" y="138501"/>
                </a:cubicBezTo>
                <a:cubicBezTo>
                  <a:pt x="1021013" y="139387"/>
                  <a:pt x="1020630" y="140085"/>
                  <a:pt x="1020109" y="140596"/>
                </a:cubicBezTo>
                <a:cubicBezTo>
                  <a:pt x="1019588" y="141108"/>
                  <a:pt x="1018823" y="141585"/>
                  <a:pt x="1017815" y="142027"/>
                </a:cubicBezTo>
                <a:cubicBezTo>
                  <a:pt x="1016808" y="142470"/>
                  <a:pt x="1015643" y="142845"/>
                  <a:pt x="1014323" y="143152"/>
                </a:cubicBezTo>
                <a:cubicBezTo>
                  <a:pt x="1013002" y="143459"/>
                  <a:pt x="1011612" y="143697"/>
                  <a:pt x="1010152" y="143867"/>
                </a:cubicBezTo>
                <a:cubicBezTo>
                  <a:pt x="1008693" y="144038"/>
                  <a:pt x="1007268" y="144123"/>
                  <a:pt x="1005878" y="144123"/>
                </a:cubicBezTo>
                <a:cubicBezTo>
                  <a:pt x="1001221" y="144123"/>
                  <a:pt x="997259" y="143510"/>
                  <a:pt x="993992" y="142283"/>
                </a:cubicBezTo>
                <a:cubicBezTo>
                  <a:pt x="990725" y="141056"/>
                  <a:pt x="988050" y="139200"/>
                  <a:pt x="985964" y="136712"/>
                </a:cubicBezTo>
                <a:cubicBezTo>
                  <a:pt x="983879" y="134225"/>
                  <a:pt x="982367" y="131073"/>
                  <a:pt x="981429" y="127257"/>
                </a:cubicBezTo>
                <a:cubicBezTo>
                  <a:pt x="980491" y="123441"/>
                  <a:pt x="980022" y="118944"/>
                  <a:pt x="980022" y="113765"/>
                </a:cubicBezTo>
                <a:lnTo>
                  <a:pt x="980022" y="56218"/>
                </a:lnTo>
                <a:lnTo>
                  <a:pt x="965947" y="56218"/>
                </a:lnTo>
                <a:cubicBezTo>
                  <a:pt x="964973" y="56218"/>
                  <a:pt x="964209" y="55788"/>
                  <a:pt x="963653" y="54928"/>
                </a:cubicBezTo>
                <a:cubicBezTo>
                  <a:pt x="963097" y="54067"/>
                  <a:pt x="962819" y="52777"/>
                  <a:pt x="962819" y="51056"/>
                </a:cubicBezTo>
                <a:cubicBezTo>
                  <a:pt x="962819" y="50162"/>
                  <a:pt x="962888" y="49388"/>
                  <a:pt x="963027" y="48734"/>
                </a:cubicBezTo>
                <a:cubicBezTo>
                  <a:pt x="963166" y="48080"/>
                  <a:pt x="963375" y="47530"/>
                  <a:pt x="963653" y="47083"/>
                </a:cubicBezTo>
                <a:cubicBezTo>
                  <a:pt x="963931" y="46636"/>
                  <a:pt x="964261" y="46309"/>
                  <a:pt x="964643" y="46102"/>
                </a:cubicBezTo>
                <a:cubicBezTo>
                  <a:pt x="965026" y="45896"/>
                  <a:pt x="965460" y="45792"/>
                  <a:pt x="965947" y="45792"/>
                </a:cubicBezTo>
                <a:lnTo>
                  <a:pt x="980022" y="45792"/>
                </a:lnTo>
                <a:lnTo>
                  <a:pt x="980022" y="23101"/>
                </a:lnTo>
                <a:cubicBezTo>
                  <a:pt x="980022" y="22692"/>
                  <a:pt x="980108" y="22317"/>
                  <a:pt x="980282" y="21976"/>
                </a:cubicBezTo>
                <a:cubicBezTo>
                  <a:pt x="980456" y="21635"/>
                  <a:pt x="980786" y="21346"/>
                  <a:pt x="981273" y="21107"/>
                </a:cubicBezTo>
                <a:cubicBezTo>
                  <a:pt x="981759" y="20869"/>
                  <a:pt x="982402" y="20699"/>
                  <a:pt x="983201" y="20596"/>
                </a:cubicBezTo>
                <a:cubicBezTo>
                  <a:pt x="984001" y="20494"/>
                  <a:pt x="984991" y="20443"/>
                  <a:pt x="986173" y="20443"/>
                </a:cubicBezTo>
                <a:cubicBezTo>
                  <a:pt x="987424" y="20443"/>
                  <a:pt x="988449" y="20494"/>
                  <a:pt x="989248" y="20596"/>
                </a:cubicBezTo>
                <a:cubicBezTo>
                  <a:pt x="990048" y="20699"/>
                  <a:pt x="990673" y="20869"/>
                  <a:pt x="991125" y="21107"/>
                </a:cubicBezTo>
                <a:cubicBezTo>
                  <a:pt x="991577" y="21346"/>
                  <a:pt x="991907" y="21635"/>
                  <a:pt x="992116" y="21976"/>
                </a:cubicBezTo>
                <a:cubicBezTo>
                  <a:pt x="992324" y="22317"/>
                  <a:pt x="992428" y="22692"/>
                  <a:pt x="992428" y="23101"/>
                </a:cubicBezTo>
                <a:lnTo>
                  <a:pt x="992428" y="45792"/>
                </a:lnTo>
                <a:lnTo>
                  <a:pt x="1018493" y="45792"/>
                </a:lnTo>
                <a:cubicBezTo>
                  <a:pt x="1018980" y="45792"/>
                  <a:pt x="1019414" y="45896"/>
                  <a:pt x="1019796" y="46102"/>
                </a:cubicBezTo>
                <a:cubicBezTo>
                  <a:pt x="1020179" y="46309"/>
                  <a:pt x="1020509" y="46636"/>
                  <a:pt x="1020787" y="47083"/>
                </a:cubicBezTo>
                <a:cubicBezTo>
                  <a:pt x="1021065" y="47530"/>
                  <a:pt x="1021273" y="48080"/>
                  <a:pt x="1021412" y="48734"/>
                </a:cubicBezTo>
                <a:cubicBezTo>
                  <a:pt x="1021551" y="49388"/>
                  <a:pt x="1021621" y="50162"/>
                  <a:pt x="1021621" y="51056"/>
                </a:cubicBezTo>
                <a:cubicBezTo>
                  <a:pt x="1021621" y="52777"/>
                  <a:pt x="1021326" y="54067"/>
                  <a:pt x="1020735" y="54928"/>
                </a:cubicBezTo>
                <a:cubicBezTo>
                  <a:pt x="1020144" y="55788"/>
                  <a:pt x="1019397" y="56218"/>
                  <a:pt x="1018493" y="56218"/>
                </a:cubicBezTo>
                <a:lnTo>
                  <a:pt x="992428" y="56218"/>
                </a:lnTo>
                <a:lnTo>
                  <a:pt x="992428" y="112130"/>
                </a:lnTo>
                <a:cubicBezTo>
                  <a:pt x="992428" y="119148"/>
                  <a:pt x="993454" y="124498"/>
                  <a:pt x="995504" y="128177"/>
                </a:cubicBezTo>
                <a:cubicBezTo>
                  <a:pt x="997554" y="131857"/>
                  <a:pt x="1001290" y="133697"/>
                  <a:pt x="1006712" y="133697"/>
                </a:cubicBezTo>
                <a:cubicBezTo>
                  <a:pt x="1008380" y="133697"/>
                  <a:pt x="1009892" y="133527"/>
                  <a:pt x="1011247" y="133186"/>
                </a:cubicBezTo>
                <a:cubicBezTo>
                  <a:pt x="1012603" y="132845"/>
                  <a:pt x="1013802" y="132470"/>
                  <a:pt x="1014844" y="132062"/>
                </a:cubicBezTo>
                <a:cubicBezTo>
                  <a:pt x="1015887" y="131653"/>
                  <a:pt x="1016773" y="131278"/>
                  <a:pt x="1017503" y="130937"/>
                </a:cubicBezTo>
                <a:cubicBezTo>
                  <a:pt x="1018233" y="130596"/>
                  <a:pt x="1018875" y="130426"/>
                  <a:pt x="1019431" y="130426"/>
                </a:cubicBezTo>
                <a:cubicBezTo>
                  <a:pt x="1019779" y="130426"/>
                  <a:pt x="1020092" y="130494"/>
                  <a:pt x="1020370" y="130631"/>
                </a:cubicBezTo>
                <a:cubicBezTo>
                  <a:pt x="1020648" y="130767"/>
                  <a:pt x="1020874" y="131022"/>
                  <a:pt x="1021048" y="131397"/>
                </a:cubicBezTo>
                <a:cubicBezTo>
                  <a:pt x="1021221" y="131772"/>
                  <a:pt x="1021360" y="132249"/>
                  <a:pt x="1021465" y="132828"/>
                </a:cubicBezTo>
                <a:cubicBezTo>
                  <a:pt x="1021569" y="133407"/>
                  <a:pt x="1021621" y="134140"/>
                  <a:pt x="1021621" y="135026"/>
                </a:cubicBezTo>
                <a:close/>
                <a:moveTo>
                  <a:pt x="1121627" y="89438"/>
                </a:moveTo>
                <a:cubicBezTo>
                  <a:pt x="1121627" y="91891"/>
                  <a:pt x="1120966" y="93578"/>
                  <a:pt x="1119646" y="94498"/>
                </a:cubicBezTo>
                <a:cubicBezTo>
                  <a:pt x="1118325" y="95418"/>
                  <a:pt x="1117039" y="95878"/>
                  <a:pt x="1115788" y="95878"/>
                </a:cubicBezTo>
                <a:lnTo>
                  <a:pt x="1051460" y="95878"/>
                </a:lnTo>
                <a:cubicBezTo>
                  <a:pt x="1051460" y="101616"/>
                  <a:pt x="1052034" y="106809"/>
                  <a:pt x="1053181" y="111456"/>
                </a:cubicBezTo>
                <a:cubicBezTo>
                  <a:pt x="1054327" y="116102"/>
                  <a:pt x="1056221" y="120082"/>
                  <a:pt x="1058863" y="123396"/>
                </a:cubicBezTo>
                <a:cubicBezTo>
                  <a:pt x="1061504" y="126709"/>
                  <a:pt x="1064944" y="129255"/>
                  <a:pt x="1069184" y="131033"/>
                </a:cubicBezTo>
                <a:cubicBezTo>
                  <a:pt x="1073424" y="132809"/>
                  <a:pt x="1078637" y="133697"/>
                  <a:pt x="1084823" y="133697"/>
                </a:cubicBezTo>
                <a:cubicBezTo>
                  <a:pt x="1089202" y="133697"/>
                  <a:pt x="1093129" y="133317"/>
                  <a:pt x="1096604" y="132557"/>
                </a:cubicBezTo>
                <a:cubicBezTo>
                  <a:pt x="1100080" y="131796"/>
                  <a:pt x="1103086" y="130950"/>
                  <a:pt x="1105623" y="130017"/>
                </a:cubicBezTo>
                <a:cubicBezTo>
                  <a:pt x="1108160" y="129085"/>
                  <a:pt x="1110245" y="128238"/>
                  <a:pt x="1111878" y="127478"/>
                </a:cubicBezTo>
                <a:cubicBezTo>
                  <a:pt x="1113512" y="126718"/>
                  <a:pt x="1114676" y="126338"/>
                  <a:pt x="1115371" y="126338"/>
                </a:cubicBezTo>
                <a:cubicBezTo>
                  <a:pt x="1115788" y="126338"/>
                  <a:pt x="1116170" y="126441"/>
                  <a:pt x="1116518" y="126647"/>
                </a:cubicBezTo>
                <a:cubicBezTo>
                  <a:pt x="1116865" y="126854"/>
                  <a:pt x="1117143" y="127181"/>
                  <a:pt x="1117352" y="127628"/>
                </a:cubicBezTo>
                <a:cubicBezTo>
                  <a:pt x="1117561" y="128075"/>
                  <a:pt x="1117717" y="128643"/>
                  <a:pt x="1117821" y="129331"/>
                </a:cubicBezTo>
                <a:cubicBezTo>
                  <a:pt x="1117925" y="130018"/>
                  <a:pt x="1117978" y="130878"/>
                  <a:pt x="1117978" y="131908"/>
                </a:cubicBezTo>
                <a:cubicBezTo>
                  <a:pt x="1117978" y="132392"/>
                  <a:pt x="1117943" y="132857"/>
                  <a:pt x="1117873" y="133304"/>
                </a:cubicBezTo>
                <a:cubicBezTo>
                  <a:pt x="1117804" y="133751"/>
                  <a:pt x="1117717" y="134164"/>
                  <a:pt x="1117613" y="134543"/>
                </a:cubicBezTo>
                <a:cubicBezTo>
                  <a:pt x="1117508" y="134920"/>
                  <a:pt x="1117352" y="135281"/>
                  <a:pt x="1117143" y="135626"/>
                </a:cubicBezTo>
                <a:cubicBezTo>
                  <a:pt x="1116935" y="135969"/>
                  <a:pt x="1116657" y="136313"/>
                  <a:pt x="1116309" y="136658"/>
                </a:cubicBezTo>
                <a:cubicBezTo>
                  <a:pt x="1115962" y="137001"/>
                  <a:pt x="1114885" y="137598"/>
                  <a:pt x="1113077" y="138450"/>
                </a:cubicBezTo>
                <a:cubicBezTo>
                  <a:pt x="1111270" y="139302"/>
                  <a:pt x="1108907" y="140154"/>
                  <a:pt x="1105988" y="141005"/>
                </a:cubicBezTo>
                <a:cubicBezTo>
                  <a:pt x="1103068" y="141857"/>
                  <a:pt x="1099680" y="142624"/>
                  <a:pt x="1095822" y="143305"/>
                </a:cubicBezTo>
                <a:cubicBezTo>
                  <a:pt x="1091965" y="143987"/>
                  <a:pt x="1087812" y="144327"/>
                  <a:pt x="1083364" y="144327"/>
                </a:cubicBezTo>
                <a:cubicBezTo>
                  <a:pt x="1076065" y="144327"/>
                  <a:pt x="1069601" y="143253"/>
                  <a:pt x="1063971" y="141104"/>
                </a:cubicBezTo>
                <a:cubicBezTo>
                  <a:pt x="1058341" y="138956"/>
                  <a:pt x="1053615" y="135784"/>
                  <a:pt x="1049792" y="131589"/>
                </a:cubicBezTo>
                <a:cubicBezTo>
                  <a:pt x="1045969" y="127394"/>
                  <a:pt x="1043067" y="122192"/>
                  <a:pt x="1041086" y="115985"/>
                </a:cubicBezTo>
                <a:cubicBezTo>
                  <a:pt x="1039106" y="109778"/>
                  <a:pt x="1038115" y="102581"/>
                  <a:pt x="1038115" y="94395"/>
                </a:cubicBezTo>
                <a:cubicBezTo>
                  <a:pt x="1038115" y="86550"/>
                  <a:pt x="1039140" y="79524"/>
                  <a:pt x="1041191" y="73317"/>
                </a:cubicBezTo>
                <a:cubicBezTo>
                  <a:pt x="1043241" y="67109"/>
                  <a:pt x="1046178" y="61840"/>
                  <a:pt x="1050001" y="57509"/>
                </a:cubicBezTo>
                <a:cubicBezTo>
                  <a:pt x="1053823" y="53177"/>
                  <a:pt x="1058428" y="49869"/>
                  <a:pt x="1063815" y="47584"/>
                </a:cubicBezTo>
                <a:cubicBezTo>
                  <a:pt x="1069202" y="45299"/>
                  <a:pt x="1075197" y="44157"/>
                  <a:pt x="1081800" y="44157"/>
                </a:cubicBezTo>
                <a:cubicBezTo>
                  <a:pt x="1088889" y="44157"/>
                  <a:pt x="1094936" y="45315"/>
                  <a:pt x="1099941" y="47632"/>
                </a:cubicBezTo>
                <a:cubicBezTo>
                  <a:pt x="1104945" y="49949"/>
                  <a:pt x="1109063" y="53067"/>
                  <a:pt x="1112295" y="56985"/>
                </a:cubicBezTo>
                <a:cubicBezTo>
                  <a:pt x="1115527" y="60903"/>
                  <a:pt x="1117891" y="65452"/>
                  <a:pt x="1119385" y="70630"/>
                </a:cubicBezTo>
                <a:cubicBezTo>
                  <a:pt x="1120879" y="75809"/>
                  <a:pt x="1121627" y="81261"/>
                  <a:pt x="1121627" y="86985"/>
                </a:cubicBezTo>
                <a:lnTo>
                  <a:pt x="1121627" y="89438"/>
                </a:lnTo>
                <a:moveTo>
                  <a:pt x="1108803" y="85860"/>
                </a:moveTo>
                <a:cubicBezTo>
                  <a:pt x="1109011" y="76048"/>
                  <a:pt x="1106718" y="68382"/>
                  <a:pt x="1101922" y="62862"/>
                </a:cubicBezTo>
                <a:cubicBezTo>
                  <a:pt x="1097126" y="57343"/>
                  <a:pt x="1090140" y="54583"/>
                  <a:pt x="1080966" y="54583"/>
                </a:cubicBezTo>
                <a:cubicBezTo>
                  <a:pt x="1076239" y="54583"/>
                  <a:pt x="1072086" y="55452"/>
                  <a:pt x="1068507" y="57189"/>
                </a:cubicBezTo>
                <a:cubicBezTo>
                  <a:pt x="1064927" y="58927"/>
                  <a:pt x="1061904" y="61227"/>
                  <a:pt x="1059436" y="64089"/>
                </a:cubicBezTo>
                <a:cubicBezTo>
                  <a:pt x="1056969" y="66951"/>
                  <a:pt x="1055075" y="70273"/>
                  <a:pt x="1053754" y="74055"/>
                </a:cubicBezTo>
                <a:cubicBezTo>
                  <a:pt x="1052433" y="77837"/>
                  <a:pt x="1051669" y="81772"/>
                  <a:pt x="1051460" y="85860"/>
                </a:cubicBezTo>
                <a:lnTo>
                  <a:pt x="1108803" y="85860"/>
                </a:lnTo>
                <a:close/>
                <a:moveTo>
                  <a:pt x="1201840" y="52717"/>
                </a:moveTo>
                <a:cubicBezTo>
                  <a:pt x="1201840" y="53748"/>
                  <a:pt x="1201805" y="54623"/>
                  <a:pt x="1201736" y="55343"/>
                </a:cubicBezTo>
                <a:cubicBezTo>
                  <a:pt x="1201666" y="56063"/>
                  <a:pt x="1201545" y="56644"/>
                  <a:pt x="1201371" y="57087"/>
                </a:cubicBezTo>
                <a:cubicBezTo>
                  <a:pt x="1201197" y="57530"/>
                  <a:pt x="1200989" y="57871"/>
                  <a:pt x="1200745" y="58109"/>
                </a:cubicBezTo>
                <a:cubicBezTo>
                  <a:pt x="1200502" y="58348"/>
                  <a:pt x="1200172" y="58467"/>
                  <a:pt x="1199755" y="58467"/>
                </a:cubicBezTo>
                <a:cubicBezTo>
                  <a:pt x="1199129" y="58467"/>
                  <a:pt x="1198399" y="58314"/>
                  <a:pt x="1197565" y="58007"/>
                </a:cubicBezTo>
                <a:cubicBezTo>
                  <a:pt x="1196731" y="57700"/>
                  <a:pt x="1195758" y="57377"/>
                  <a:pt x="1194646" y="57036"/>
                </a:cubicBezTo>
                <a:cubicBezTo>
                  <a:pt x="1193534" y="56695"/>
                  <a:pt x="1192318" y="56371"/>
                  <a:pt x="1190997" y="56065"/>
                </a:cubicBezTo>
                <a:cubicBezTo>
                  <a:pt x="1189676" y="55758"/>
                  <a:pt x="1188217" y="55605"/>
                  <a:pt x="1186618" y="55605"/>
                </a:cubicBezTo>
                <a:cubicBezTo>
                  <a:pt x="1184741" y="55605"/>
                  <a:pt x="1182900" y="55993"/>
                  <a:pt x="1181092" y="56771"/>
                </a:cubicBezTo>
                <a:cubicBezTo>
                  <a:pt x="1179285" y="57548"/>
                  <a:pt x="1177391" y="58799"/>
                  <a:pt x="1175410" y="60524"/>
                </a:cubicBezTo>
                <a:cubicBezTo>
                  <a:pt x="1173429" y="62249"/>
                  <a:pt x="1171344" y="64532"/>
                  <a:pt x="1169155" y="67372"/>
                </a:cubicBezTo>
                <a:cubicBezTo>
                  <a:pt x="1166965" y="70213"/>
                  <a:pt x="1164550" y="73696"/>
                  <a:pt x="1161909" y="77821"/>
                </a:cubicBezTo>
                <a:lnTo>
                  <a:pt x="1161909" y="140440"/>
                </a:lnTo>
                <a:cubicBezTo>
                  <a:pt x="1161909" y="140849"/>
                  <a:pt x="1161804" y="141225"/>
                  <a:pt x="1161596" y="141568"/>
                </a:cubicBezTo>
                <a:cubicBezTo>
                  <a:pt x="1161387" y="141908"/>
                  <a:pt x="1161057" y="142181"/>
                  <a:pt x="1160606" y="142385"/>
                </a:cubicBezTo>
                <a:cubicBezTo>
                  <a:pt x="1160154" y="142590"/>
                  <a:pt x="1159528" y="142760"/>
                  <a:pt x="1158729" y="142896"/>
                </a:cubicBezTo>
                <a:cubicBezTo>
                  <a:pt x="1157930" y="143033"/>
                  <a:pt x="1156904" y="143101"/>
                  <a:pt x="1155653" y="143101"/>
                </a:cubicBezTo>
                <a:cubicBezTo>
                  <a:pt x="1154472" y="143101"/>
                  <a:pt x="1153481" y="143033"/>
                  <a:pt x="1152682" y="142896"/>
                </a:cubicBezTo>
                <a:cubicBezTo>
                  <a:pt x="1151882" y="142760"/>
                  <a:pt x="1151240" y="142590"/>
                  <a:pt x="1150753" y="142385"/>
                </a:cubicBezTo>
                <a:cubicBezTo>
                  <a:pt x="1150266" y="142181"/>
                  <a:pt x="1149936" y="141908"/>
                  <a:pt x="1149763" y="141568"/>
                </a:cubicBezTo>
                <a:cubicBezTo>
                  <a:pt x="1149589" y="141225"/>
                  <a:pt x="1149502" y="140849"/>
                  <a:pt x="1149502" y="140440"/>
                </a:cubicBezTo>
                <a:lnTo>
                  <a:pt x="1149502" y="47840"/>
                </a:lnTo>
                <a:cubicBezTo>
                  <a:pt x="1149502" y="47431"/>
                  <a:pt x="1149589" y="47056"/>
                  <a:pt x="1149763" y="46715"/>
                </a:cubicBezTo>
                <a:cubicBezTo>
                  <a:pt x="1149936" y="46373"/>
                  <a:pt x="1150266" y="46082"/>
                  <a:pt x="1150753" y="45843"/>
                </a:cubicBezTo>
                <a:cubicBezTo>
                  <a:pt x="1151240" y="45605"/>
                  <a:pt x="1151848" y="45434"/>
                  <a:pt x="1152578" y="45332"/>
                </a:cubicBezTo>
                <a:cubicBezTo>
                  <a:pt x="1153307" y="45230"/>
                  <a:pt x="1154263" y="45179"/>
                  <a:pt x="1155445" y="45179"/>
                </a:cubicBezTo>
                <a:cubicBezTo>
                  <a:pt x="1156626" y="45179"/>
                  <a:pt x="1157599" y="45230"/>
                  <a:pt x="1158364" y="45332"/>
                </a:cubicBezTo>
                <a:cubicBezTo>
                  <a:pt x="1159129" y="45434"/>
                  <a:pt x="1159719" y="45605"/>
                  <a:pt x="1160136" y="45843"/>
                </a:cubicBezTo>
                <a:cubicBezTo>
                  <a:pt x="1160553" y="46082"/>
                  <a:pt x="1160849" y="46373"/>
                  <a:pt x="1161023" y="46715"/>
                </a:cubicBezTo>
                <a:cubicBezTo>
                  <a:pt x="1161196" y="47056"/>
                  <a:pt x="1161283" y="47431"/>
                  <a:pt x="1161283" y="47840"/>
                </a:cubicBezTo>
                <a:lnTo>
                  <a:pt x="1161283" y="62472"/>
                </a:lnTo>
                <a:cubicBezTo>
                  <a:pt x="1163994" y="58605"/>
                  <a:pt x="1166496" y="55485"/>
                  <a:pt x="1168790" y="53110"/>
                </a:cubicBezTo>
                <a:cubicBezTo>
                  <a:pt x="1171084" y="50736"/>
                  <a:pt x="1173273" y="48887"/>
                  <a:pt x="1175358" y="47565"/>
                </a:cubicBezTo>
                <a:cubicBezTo>
                  <a:pt x="1177443" y="46243"/>
                  <a:pt x="1179476" y="45344"/>
                  <a:pt x="1181457" y="44869"/>
                </a:cubicBezTo>
                <a:cubicBezTo>
                  <a:pt x="1183438" y="44394"/>
                  <a:pt x="1185471" y="44157"/>
                  <a:pt x="1187556" y="44157"/>
                </a:cubicBezTo>
                <a:cubicBezTo>
                  <a:pt x="1188460" y="44157"/>
                  <a:pt x="1189503" y="44209"/>
                  <a:pt x="1190684" y="44313"/>
                </a:cubicBezTo>
                <a:cubicBezTo>
                  <a:pt x="1191866" y="44416"/>
                  <a:pt x="1193134" y="44604"/>
                  <a:pt x="1194490" y="44879"/>
                </a:cubicBezTo>
                <a:cubicBezTo>
                  <a:pt x="1195845" y="45153"/>
                  <a:pt x="1197061" y="45480"/>
                  <a:pt x="1198139" y="45859"/>
                </a:cubicBezTo>
                <a:cubicBezTo>
                  <a:pt x="1199216" y="46236"/>
                  <a:pt x="1199963" y="46580"/>
                  <a:pt x="1200380" y="46891"/>
                </a:cubicBezTo>
                <a:cubicBezTo>
                  <a:pt x="1200797" y="47200"/>
                  <a:pt x="1201075" y="47475"/>
                  <a:pt x="1201214" y="47715"/>
                </a:cubicBezTo>
                <a:cubicBezTo>
                  <a:pt x="1201353" y="47956"/>
                  <a:pt x="1201475" y="48266"/>
                  <a:pt x="1201579" y="48645"/>
                </a:cubicBezTo>
                <a:cubicBezTo>
                  <a:pt x="1201684" y="49022"/>
                  <a:pt x="1201753" y="49537"/>
                  <a:pt x="1201788" y="50191"/>
                </a:cubicBezTo>
                <a:cubicBezTo>
                  <a:pt x="1201823" y="50844"/>
                  <a:pt x="1201840" y="51687"/>
                  <a:pt x="1201840" y="52717"/>
                </a:cubicBezTo>
                <a:close/>
                <a:moveTo>
                  <a:pt x="1405875" y="140443"/>
                </a:moveTo>
                <a:cubicBezTo>
                  <a:pt x="1405875" y="140852"/>
                  <a:pt x="1405771" y="141227"/>
                  <a:pt x="1405562" y="141568"/>
                </a:cubicBezTo>
                <a:cubicBezTo>
                  <a:pt x="1405354" y="141908"/>
                  <a:pt x="1405024" y="142181"/>
                  <a:pt x="1404572" y="142385"/>
                </a:cubicBezTo>
                <a:cubicBezTo>
                  <a:pt x="1404120" y="142590"/>
                  <a:pt x="1403495" y="142760"/>
                  <a:pt x="1402695" y="142896"/>
                </a:cubicBezTo>
                <a:cubicBezTo>
                  <a:pt x="1401896" y="143033"/>
                  <a:pt x="1400905" y="143101"/>
                  <a:pt x="1399724" y="143101"/>
                </a:cubicBezTo>
                <a:cubicBezTo>
                  <a:pt x="1398473" y="143101"/>
                  <a:pt x="1397448" y="143033"/>
                  <a:pt x="1396648" y="142896"/>
                </a:cubicBezTo>
                <a:cubicBezTo>
                  <a:pt x="1395849" y="142760"/>
                  <a:pt x="1395206" y="142590"/>
                  <a:pt x="1394719" y="142385"/>
                </a:cubicBezTo>
                <a:cubicBezTo>
                  <a:pt x="1394233" y="142181"/>
                  <a:pt x="1393903" y="141908"/>
                  <a:pt x="1393729" y="141568"/>
                </a:cubicBezTo>
                <a:cubicBezTo>
                  <a:pt x="1393555" y="141227"/>
                  <a:pt x="1393468" y="140852"/>
                  <a:pt x="1393468" y="140443"/>
                </a:cubicBezTo>
                <a:lnTo>
                  <a:pt x="1393468" y="83510"/>
                </a:lnTo>
                <a:cubicBezTo>
                  <a:pt x="1393468" y="79148"/>
                  <a:pt x="1393069" y="75179"/>
                  <a:pt x="1392269" y="71601"/>
                </a:cubicBezTo>
                <a:cubicBezTo>
                  <a:pt x="1391470" y="68024"/>
                  <a:pt x="1390219" y="64958"/>
                  <a:pt x="1388516" y="62402"/>
                </a:cubicBezTo>
                <a:cubicBezTo>
                  <a:pt x="1386813" y="59847"/>
                  <a:pt x="1384658" y="57871"/>
                  <a:pt x="1382052" y="56474"/>
                </a:cubicBezTo>
                <a:cubicBezTo>
                  <a:pt x="1379445" y="55077"/>
                  <a:pt x="1376370" y="54378"/>
                  <a:pt x="1372825" y="54378"/>
                </a:cubicBezTo>
                <a:cubicBezTo>
                  <a:pt x="1368446" y="54378"/>
                  <a:pt x="1364015" y="56048"/>
                  <a:pt x="1359532" y="59387"/>
                </a:cubicBezTo>
                <a:cubicBezTo>
                  <a:pt x="1355049" y="62726"/>
                  <a:pt x="1350131" y="67632"/>
                  <a:pt x="1344779" y="74106"/>
                </a:cubicBezTo>
                <a:lnTo>
                  <a:pt x="1344779" y="140443"/>
                </a:lnTo>
                <a:cubicBezTo>
                  <a:pt x="1344779" y="140852"/>
                  <a:pt x="1344675" y="141227"/>
                  <a:pt x="1344466" y="141568"/>
                </a:cubicBezTo>
                <a:cubicBezTo>
                  <a:pt x="1344258" y="141908"/>
                  <a:pt x="1343928" y="142181"/>
                  <a:pt x="1343476" y="142385"/>
                </a:cubicBezTo>
                <a:cubicBezTo>
                  <a:pt x="1343024" y="142590"/>
                  <a:pt x="1342399" y="142760"/>
                  <a:pt x="1341599" y="142896"/>
                </a:cubicBezTo>
                <a:cubicBezTo>
                  <a:pt x="1340800" y="143033"/>
                  <a:pt x="1339810" y="143101"/>
                  <a:pt x="1338628" y="143101"/>
                </a:cubicBezTo>
                <a:cubicBezTo>
                  <a:pt x="1337446" y="143101"/>
                  <a:pt x="1336456" y="143033"/>
                  <a:pt x="1335657" y="142896"/>
                </a:cubicBezTo>
                <a:cubicBezTo>
                  <a:pt x="1334857" y="142760"/>
                  <a:pt x="1334214" y="142590"/>
                  <a:pt x="1333728" y="142385"/>
                </a:cubicBezTo>
                <a:cubicBezTo>
                  <a:pt x="1333241" y="142181"/>
                  <a:pt x="1332911" y="141908"/>
                  <a:pt x="1332737" y="141568"/>
                </a:cubicBezTo>
                <a:cubicBezTo>
                  <a:pt x="1332564" y="141227"/>
                  <a:pt x="1332477" y="140852"/>
                  <a:pt x="1332477" y="140443"/>
                </a:cubicBezTo>
                <a:lnTo>
                  <a:pt x="1332477" y="83510"/>
                </a:lnTo>
                <a:cubicBezTo>
                  <a:pt x="1332477" y="79148"/>
                  <a:pt x="1332060" y="75179"/>
                  <a:pt x="1331226" y="71601"/>
                </a:cubicBezTo>
                <a:cubicBezTo>
                  <a:pt x="1330392" y="68024"/>
                  <a:pt x="1329123" y="64958"/>
                  <a:pt x="1327420" y="62402"/>
                </a:cubicBezTo>
                <a:cubicBezTo>
                  <a:pt x="1325717" y="59847"/>
                  <a:pt x="1323563" y="57871"/>
                  <a:pt x="1320956" y="56474"/>
                </a:cubicBezTo>
                <a:cubicBezTo>
                  <a:pt x="1318350" y="55077"/>
                  <a:pt x="1315274" y="54378"/>
                  <a:pt x="1311729" y="54378"/>
                </a:cubicBezTo>
                <a:cubicBezTo>
                  <a:pt x="1307350" y="54378"/>
                  <a:pt x="1302919" y="56048"/>
                  <a:pt x="1298436" y="59387"/>
                </a:cubicBezTo>
                <a:cubicBezTo>
                  <a:pt x="1293953" y="62726"/>
                  <a:pt x="1289070" y="67632"/>
                  <a:pt x="1283788" y="74106"/>
                </a:cubicBezTo>
                <a:lnTo>
                  <a:pt x="1283788" y="140443"/>
                </a:lnTo>
                <a:cubicBezTo>
                  <a:pt x="1283788" y="140852"/>
                  <a:pt x="1283683" y="141227"/>
                  <a:pt x="1283475" y="141568"/>
                </a:cubicBezTo>
                <a:cubicBezTo>
                  <a:pt x="1283266" y="141908"/>
                  <a:pt x="1282936" y="142181"/>
                  <a:pt x="1282484" y="142385"/>
                </a:cubicBezTo>
                <a:cubicBezTo>
                  <a:pt x="1282033" y="142590"/>
                  <a:pt x="1281407" y="142760"/>
                  <a:pt x="1280608" y="142896"/>
                </a:cubicBezTo>
                <a:cubicBezTo>
                  <a:pt x="1279808" y="143033"/>
                  <a:pt x="1278783" y="143101"/>
                  <a:pt x="1277532" y="143101"/>
                </a:cubicBezTo>
                <a:cubicBezTo>
                  <a:pt x="1276351" y="143101"/>
                  <a:pt x="1275360" y="143033"/>
                  <a:pt x="1274561" y="142896"/>
                </a:cubicBezTo>
                <a:cubicBezTo>
                  <a:pt x="1273761" y="142760"/>
                  <a:pt x="1273119" y="142590"/>
                  <a:pt x="1272632" y="142385"/>
                </a:cubicBezTo>
                <a:cubicBezTo>
                  <a:pt x="1272145" y="142181"/>
                  <a:pt x="1271815" y="141908"/>
                  <a:pt x="1271642" y="141568"/>
                </a:cubicBezTo>
                <a:cubicBezTo>
                  <a:pt x="1271468" y="141225"/>
                  <a:pt x="1271381" y="140849"/>
                  <a:pt x="1271381" y="140440"/>
                </a:cubicBezTo>
                <a:lnTo>
                  <a:pt x="1271381" y="47840"/>
                </a:lnTo>
                <a:cubicBezTo>
                  <a:pt x="1271381" y="47431"/>
                  <a:pt x="1271468" y="47056"/>
                  <a:pt x="1271642" y="46715"/>
                </a:cubicBezTo>
                <a:cubicBezTo>
                  <a:pt x="1271815" y="46373"/>
                  <a:pt x="1272145" y="46082"/>
                  <a:pt x="1272632" y="45843"/>
                </a:cubicBezTo>
                <a:cubicBezTo>
                  <a:pt x="1273119" y="45605"/>
                  <a:pt x="1273727" y="45434"/>
                  <a:pt x="1274457" y="45332"/>
                </a:cubicBezTo>
                <a:cubicBezTo>
                  <a:pt x="1275186" y="45230"/>
                  <a:pt x="1276142" y="45179"/>
                  <a:pt x="1277324" y="45179"/>
                </a:cubicBezTo>
                <a:cubicBezTo>
                  <a:pt x="1278505" y="45179"/>
                  <a:pt x="1279478" y="45230"/>
                  <a:pt x="1280243" y="45332"/>
                </a:cubicBezTo>
                <a:cubicBezTo>
                  <a:pt x="1281007" y="45434"/>
                  <a:pt x="1281598" y="45605"/>
                  <a:pt x="1282015" y="45843"/>
                </a:cubicBezTo>
                <a:cubicBezTo>
                  <a:pt x="1282432" y="46082"/>
                  <a:pt x="1282728" y="46373"/>
                  <a:pt x="1282901" y="46715"/>
                </a:cubicBezTo>
                <a:cubicBezTo>
                  <a:pt x="1283075" y="47056"/>
                  <a:pt x="1283162" y="47431"/>
                  <a:pt x="1283162" y="47840"/>
                </a:cubicBezTo>
                <a:lnTo>
                  <a:pt x="1283162" y="60936"/>
                </a:lnTo>
                <a:cubicBezTo>
                  <a:pt x="1288584" y="55037"/>
                  <a:pt x="1293727" y="50767"/>
                  <a:pt x="1298592" y="48124"/>
                </a:cubicBezTo>
                <a:cubicBezTo>
                  <a:pt x="1303458" y="45479"/>
                  <a:pt x="1308289" y="44157"/>
                  <a:pt x="1313085" y="44157"/>
                </a:cubicBezTo>
                <a:cubicBezTo>
                  <a:pt x="1317046" y="44157"/>
                  <a:pt x="1320574" y="44615"/>
                  <a:pt x="1323667" y="45530"/>
                </a:cubicBezTo>
                <a:cubicBezTo>
                  <a:pt x="1326760" y="46446"/>
                  <a:pt x="1329488" y="47735"/>
                  <a:pt x="1331851" y="49399"/>
                </a:cubicBezTo>
                <a:cubicBezTo>
                  <a:pt x="1334214" y="51060"/>
                  <a:pt x="1336230" y="53044"/>
                  <a:pt x="1337898" y="55353"/>
                </a:cubicBezTo>
                <a:cubicBezTo>
                  <a:pt x="1339566" y="57659"/>
                  <a:pt x="1340922" y="60202"/>
                  <a:pt x="1341964" y="62983"/>
                </a:cubicBezTo>
                <a:cubicBezTo>
                  <a:pt x="1345231" y="59455"/>
                  <a:pt x="1348307" y="56486"/>
                  <a:pt x="1351191" y="54078"/>
                </a:cubicBezTo>
                <a:cubicBezTo>
                  <a:pt x="1354076" y="51670"/>
                  <a:pt x="1356821" y="49736"/>
                  <a:pt x="1359428" y="48277"/>
                </a:cubicBezTo>
                <a:cubicBezTo>
                  <a:pt x="1362034" y="46819"/>
                  <a:pt x="1364554" y="45768"/>
                  <a:pt x="1366986" y="45125"/>
                </a:cubicBezTo>
                <a:cubicBezTo>
                  <a:pt x="1369419" y="44479"/>
                  <a:pt x="1371817" y="44157"/>
                  <a:pt x="1374180" y="44157"/>
                </a:cubicBezTo>
                <a:cubicBezTo>
                  <a:pt x="1380088" y="44157"/>
                  <a:pt x="1385075" y="45179"/>
                  <a:pt x="1389142" y="47223"/>
                </a:cubicBezTo>
                <a:cubicBezTo>
                  <a:pt x="1393208" y="49268"/>
                  <a:pt x="1396474" y="52027"/>
                  <a:pt x="1398942" y="55503"/>
                </a:cubicBezTo>
                <a:cubicBezTo>
                  <a:pt x="1401409" y="58978"/>
                  <a:pt x="1403182" y="63032"/>
                  <a:pt x="1404259" y="67666"/>
                </a:cubicBezTo>
                <a:cubicBezTo>
                  <a:pt x="1405336" y="72300"/>
                  <a:pt x="1405875" y="77206"/>
                  <a:pt x="1405875" y="82385"/>
                </a:cubicBezTo>
                <a:lnTo>
                  <a:pt x="1405875" y="140443"/>
                </a:lnTo>
                <a:close/>
                <a:moveTo>
                  <a:pt x="1453515" y="140440"/>
                </a:moveTo>
                <a:cubicBezTo>
                  <a:pt x="1453515" y="140849"/>
                  <a:pt x="1453411" y="141225"/>
                  <a:pt x="1453203" y="141568"/>
                </a:cubicBezTo>
                <a:cubicBezTo>
                  <a:pt x="1452994" y="141908"/>
                  <a:pt x="1452664" y="142181"/>
                  <a:pt x="1452212" y="142385"/>
                </a:cubicBezTo>
                <a:cubicBezTo>
                  <a:pt x="1451760" y="142590"/>
                  <a:pt x="1451135" y="142760"/>
                  <a:pt x="1450336" y="142896"/>
                </a:cubicBezTo>
                <a:cubicBezTo>
                  <a:pt x="1449536" y="143033"/>
                  <a:pt x="1448511" y="143101"/>
                  <a:pt x="1447260" y="143101"/>
                </a:cubicBezTo>
                <a:cubicBezTo>
                  <a:pt x="1446078" y="143101"/>
                  <a:pt x="1445088" y="143033"/>
                  <a:pt x="1444289" y="142896"/>
                </a:cubicBezTo>
                <a:cubicBezTo>
                  <a:pt x="1443489" y="142760"/>
                  <a:pt x="1442846" y="142590"/>
                  <a:pt x="1442360" y="142385"/>
                </a:cubicBezTo>
                <a:cubicBezTo>
                  <a:pt x="1441873" y="142181"/>
                  <a:pt x="1441543" y="141908"/>
                  <a:pt x="1441369" y="141568"/>
                </a:cubicBezTo>
                <a:cubicBezTo>
                  <a:pt x="1441196" y="141225"/>
                  <a:pt x="1441109" y="140849"/>
                  <a:pt x="1441109" y="140440"/>
                </a:cubicBezTo>
                <a:lnTo>
                  <a:pt x="1441109" y="47840"/>
                </a:lnTo>
                <a:cubicBezTo>
                  <a:pt x="1441109" y="47431"/>
                  <a:pt x="1441196" y="47056"/>
                  <a:pt x="1441369" y="46715"/>
                </a:cubicBezTo>
                <a:cubicBezTo>
                  <a:pt x="1441543" y="46373"/>
                  <a:pt x="1441873" y="46082"/>
                  <a:pt x="1442360" y="45843"/>
                </a:cubicBezTo>
                <a:cubicBezTo>
                  <a:pt x="1442846" y="45605"/>
                  <a:pt x="1443489" y="45434"/>
                  <a:pt x="1444289" y="45332"/>
                </a:cubicBezTo>
                <a:cubicBezTo>
                  <a:pt x="1445088" y="45230"/>
                  <a:pt x="1446078" y="45179"/>
                  <a:pt x="1447260" y="45179"/>
                </a:cubicBezTo>
                <a:cubicBezTo>
                  <a:pt x="1448511" y="45179"/>
                  <a:pt x="1449536" y="45230"/>
                  <a:pt x="1450336" y="45332"/>
                </a:cubicBezTo>
                <a:cubicBezTo>
                  <a:pt x="1451135" y="45434"/>
                  <a:pt x="1451760" y="45605"/>
                  <a:pt x="1452212" y="45843"/>
                </a:cubicBezTo>
                <a:cubicBezTo>
                  <a:pt x="1452664" y="46082"/>
                  <a:pt x="1452994" y="46373"/>
                  <a:pt x="1453203" y="46715"/>
                </a:cubicBezTo>
                <a:cubicBezTo>
                  <a:pt x="1453411" y="47056"/>
                  <a:pt x="1453515" y="47431"/>
                  <a:pt x="1453515" y="47840"/>
                </a:cubicBezTo>
                <a:lnTo>
                  <a:pt x="1453515" y="140440"/>
                </a:lnTo>
                <a:moveTo>
                  <a:pt x="1455392" y="16508"/>
                </a:moveTo>
                <a:cubicBezTo>
                  <a:pt x="1455392" y="19798"/>
                  <a:pt x="1454801" y="22026"/>
                  <a:pt x="1453620" y="23193"/>
                </a:cubicBezTo>
                <a:cubicBezTo>
                  <a:pt x="1452438" y="24358"/>
                  <a:pt x="1450283" y="24940"/>
                  <a:pt x="1447156" y="24940"/>
                </a:cubicBezTo>
                <a:cubicBezTo>
                  <a:pt x="1444097" y="24940"/>
                  <a:pt x="1441995" y="24375"/>
                  <a:pt x="1440848" y="23244"/>
                </a:cubicBezTo>
                <a:cubicBezTo>
                  <a:pt x="1439701" y="22114"/>
                  <a:pt x="1439128" y="19902"/>
                  <a:pt x="1439128" y="16610"/>
                </a:cubicBezTo>
                <a:cubicBezTo>
                  <a:pt x="1439128" y="13320"/>
                  <a:pt x="1439719" y="11092"/>
                  <a:pt x="1440900" y="9928"/>
                </a:cubicBezTo>
                <a:cubicBezTo>
                  <a:pt x="1442082" y="8761"/>
                  <a:pt x="1444236" y="8177"/>
                  <a:pt x="1447364" y="8177"/>
                </a:cubicBezTo>
                <a:cubicBezTo>
                  <a:pt x="1450422" y="8177"/>
                  <a:pt x="1452525" y="8743"/>
                  <a:pt x="1453672" y="9873"/>
                </a:cubicBezTo>
                <a:cubicBezTo>
                  <a:pt x="1454819" y="11004"/>
                  <a:pt x="1455392" y="13216"/>
                  <a:pt x="1455392" y="16508"/>
                </a:cubicBezTo>
                <a:close/>
                <a:moveTo>
                  <a:pt x="1565229" y="140443"/>
                </a:moveTo>
                <a:cubicBezTo>
                  <a:pt x="1565229" y="140852"/>
                  <a:pt x="1565125" y="141227"/>
                  <a:pt x="1564917" y="141568"/>
                </a:cubicBezTo>
                <a:cubicBezTo>
                  <a:pt x="1564708" y="141908"/>
                  <a:pt x="1564378" y="142181"/>
                  <a:pt x="1563926" y="142385"/>
                </a:cubicBezTo>
                <a:cubicBezTo>
                  <a:pt x="1563474" y="142590"/>
                  <a:pt x="1562849" y="142760"/>
                  <a:pt x="1562049" y="142896"/>
                </a:cubicBezTo>
                <a:cubicBezTo>
                  <a:pt x="1561250" y="143033"/>
                  <a:pt x="1560260" y="143101"/>
                  <a:pt x="1559078" y="143101"/>
                </a:cubicBezTo>
                <a:cubicBezTo>
                  <a:pt x="1557827" y="143101"/>
                  <a:pt x="1556802" y="143033"/>
                  <a:pt x="1556002" y="142896"/>
                </a:cubicBezTo>
                <a:cubicBezTo>
                  <a:pt x="1555203" y="142760"/>
                  <a:pt x="1554578" y="142590"/>
                  <a:pt x="1554126" y="142385"/>
                </a:cubicBezTo>
                <a:cubicBezTo>
                  <a:pt x="1553674" y="142181"/>
                  <a:pt x="1553344" y="141908"/>
                  <a:pt x="1553135" y="141568"/>
                </a:cubicBezTo>
                <a:cubicBezTo>
                  <a:pt x="1552927" y="141227"/>
                  <a:pt x="1552823" y="140852"/>
                  <a:pt x="1552823" y="140443"/>
                </a:cubicBezTo>
                <a:lnTo>
                  <a:pt x="1552823" y="85554"/>
                </a:lnTo>
                <a:cubicBezTo>
                  <a:pt x="1552823" y="79830"/>
                  <a:pt x="1552371" y="75179"/>
                  <a:pt x="1551467" y="71601"/>
                </a:cubicBezTo>
                <a:cubicBezTo>
                  <a:pt x="1550564" y="68024"/>
                  <a:pt x="1549208" y="64958"/>
                  <a:pt x="1547401" y="62402"/>
                </a:cubicBezTo>
                <a:cubicBezTo>
                  <a:pt x="1545594" y="59847"/>
                  <a:pt x="1543283" y="57871"/>
                  <a:pt x="1540468" y="56474"/>
                </a:cubicBezTo>
                <a:cubicBezTo>
                  <a:pt x="1537653" y="55077"/>
                  <a:pt x="1534369" y="54378"/>
                  <a:pt x="1530615" y="54378"/>
                </a:cubicBezTo>
                <a:cubicBezTo>
                  <a:pt x="1525819" y="54378"/>
                  <a:pt x="1521023" y="56048"/>
                  <a:pt x="1516228" y="59387"/>
                </a:cubicBezTo>
                <a:cubicBezTo>
                  <a:pt x="1511432" y="62726"/>
                  <a:pt x="1506392" y="67632"/>
                  <a:pt x="1501110" y="74106"/>
                </a:cubicBezTo>
                <a:lnTo>
                  <a:pt x="1501110" y="140443"/>
                </a:lnTo>
                <a:cubicBezTo>
                  <a:pt x="1501110" y="140852"/>
                  <a:pt x="1501006" y="141227"/>
                  <a:pt x="1500797" y="141568"/>
                </a:cubicBezTo>
                <a:cubicBezTo>
                  <a:pt x="1500589" y="141908"/>
                  <a:pt x="1500259" y="142181"/>
                  <a:pt x="1499807" y="142385"/>
                </a:cubicBezTo>
                <a:cubicBezTo>
                  <a:pt x="1499355" y="142590"/>
                  <a:pt x="1498729" y="142760"/>
                  <a:pt x="1497930" y="142896"/>
                </a:cubicBezTo>
                <a:cubicBezTo>
                  <a:pt x="1497131" y="143033"/>
                  <a:pt x="1496106" y="143101"/>
                  <a:pt x="1494854" y="143101"/>
                </a:cubicBezTo>
                <a:cubicBezTo>
                  <a:pt x="1493673" y="143101"/>
                  <a:pt x="1492682" y="143033"/>
                  <a:pt x="1491883" y="142896"/>
                </a:cubicBezTo>
                <a:cubicBezTo>
                  <a:pt x="1491084" y="142760"/>
                  <a:pt x="1490441" y="142590"/>
                  <a:pt x="1489954" y="142385"/>
                </a:cubicBezTo>
                <a:cubicBezTo>
                  <a:pt x="1489468" y="142181"/>
                  <a:pt x="1489138" y="141908"/>
                  <a:pt x="1488964" y="141568"/>
                </a:cubicBezTo>
                <a:cubicBezTo>
                  <a:pt x="1488790" y="141225"/>
                  <a:pt x="1488703" y="140849"/>
                  <a:pt x="1488703" y="140440"/>
                </a:cubicBezTo>
                <a:lnTo>
                  <a:pt x="1488703" y="47840"/>
                </a:lnTo>
                <a:cubicBezTo>
                  <a:pt x="1488703" y="47431"/>
                  <a:pt x="1488790" y="47056"/>
                  <a:pt x="1488964" y="46715"/>
                </a:cubicBezTo>
                <a:cubicBezTo>
                  <a:pt x="1489138" y="46373"/>
                  <a:pt x="1489468" y="46082"/>
                  <a:pt x="1489954" y="45843"/>
                </a:cubicBezTo>
                <a:cubicBezTo>
                  <a:pt x="1490441" y="45605"/>
                  <a:pt x="1491049" y="45434"/>
                  <a:pt x="1491779" y="45332"/>
                </a:cubicBezTo>
                <a:cubicBezTo>
                  <a:pt x="1492509" y="45230"/>
                  <a:pt x="1493464" y="45179"/>
                  <a:pt x="1494646" y="45179"/>
                </a:cubicBezTo>
                <a:cubicBezTo>
                  <a:pt x="1495828" y="45179"/>
                  <a:pt x="1496801" y="45230"/>
                  <a:pt x="1497565" y="45332"/>
                </a:cubicBezTo>
                <a:cubicBezTo>
                  <a:pt x="1498330" y="45434"/>
                  <a:pt x="1498921" y="45605"/>
                  <a:pt x="1499338" y="45843"/>
                </a:cubicBezTo>
                <a:cubicBezTo>
                  <a:pt x="1499755" y="46082"/>
                  <a:pt x="1500050" y="46373"/>
                  <a:pt x="1500224" y="46715"/>
                </a:cubicBezTo>
                <a:cubicBezTo>
                  <a:pt x="1500398" y="47056"/>
                  <a:pt x="1500484" y="47431"/>
                  <a:pt x="1500484" y="47840"/>
                </a:cubicBezTo>
                <a:lnTo>
                  <a:pt x="1500484" y="60936"/>
                </a:lnTo>
                <a:cubicBezTo>
                  <a:pt x="1505906" y="55037"/>
                  <a:pt x="1511223" y="50767"/>
                  <a:pt x="1516436" y="48124"/>
                </a:cubicBezTo>
                <a:cubicBezTo>
                  <a:pt x="1521649" y="45479"/>
                  <a:pt x="1526827" y="44157"/>
                  <a:pt x="1531971" y="44157"/>
                </a:cubicBezTo>
                <a:cubicBezTo>
                  <a:pt x="1538157" y="44157"/>
                  <a:pt x="1543370" y="45179"/>
                  <a:pt x="1547610" y="47223"/>
                </a:cubicBezTo>
                <a:cubicBezTo>
                  <a:pt x="1551849" y="49268"/>
                  <a:pt x="1555273" y="52027"/>
                  <a:pt x="1557879" y="55503"/>
                </a:cubicBezTo>
                <a:cubicBezTo>
                  <a:pt x="1560486" y="58978"/>
                  <a:pt x="1562362" y="63032"/>
                  <a:pt x="1563509" y="67666"/>
                </a:cubicBezTo>
                <a:cubicBezTo>
                  <a:pt x="1564656" y="72300"/>
                  <a:pt x="1565229" y="77888"/>
                  <a:pt x="1565229" y="84429"/>
                </a:cubicBezTo>
                <a:lnTo>
                  <a:pt x="1565229" y="140443"/>
                </a:lnTo>
                <a:close/>
                <a:moveTo>
                  <a:pt x="1692338" y="135026"/>
                </a:moveTo>
                <a:cubicBezTo>
                  <a:pt x="1692338" y="136457"/>
                  <a:pt x="1692216" y="137615"/>
                  <a:pt x="1691973" y="138501"/>
                </a:cubicBezTo>
                <a:cubicBezTo>
                  <a:pt x="1691730" y="139387"/>
                  <a:pt x="1691347" y="140085"/>
                  <a:pt x="1690826" y="140596"/>
                </a:cubicBezTo>
                <a:cubicBezTo>
                  <a:pt x="1690305" y="141108"/>
                  <a:pt x="1689540" y="141585"/>
                  <a:pt x="1688532" y="142027"/>
                </a:cubicBezTo>
                <a:cubicBezTo>
                  <a:pt x="1687525" y="142470"/>
                  <a:pt x="1686360" y="142845"/>
                  <a:pt x="1685040" y="143152"/>
                </a:cubicBezTo>
                <a:cubicBezTo>
                  <a:pt x="1683719" y="143459"/>
                  <a:pt x="1682329" y="143697"/>
                  <a:pt x="1680869" y="143867"/>
                </a:cubicBezTo>
                <a:cubicBezTo>
                  <a:pt x="1679410" y="144038"/>
                  <a:pt x="1677985" y="144123"/>
                  <a:pt x="1676595" y="144123"/>
                </a:cubicBezTo>
                <a:cubicBezTo>
                  <a:pt x="1671938" y="144123"/>
                  <a:pt x="1667976" y="143510"/>
                  <a:pt x="1664709" y="142283"/>
                </a:cubicBezTo>
                <a:cubicBezTo>
                  <a:pt x="1661442" y="141056"/>
                  <a:pt x="1658766" y="139200"/>
                  <a:pt x="1656681" y="136712"/>
                </a:cubicBezTo>
                <a:cubicBezTo>
                  <a:pt x="1654596" y="134225"/>
                  <a:pt x="1653084" y="131073"/>
                  <a:pt x="1652146" y="127257"/>
                </a:cubicBezTo>
                <a:cubicBezTo>
                  <a:pt x="1651208" y="123441"/>
                  <a:pt x="1650739" y="118944"/>
                  <a:pt x="1650739" y="113765"/>
                </a:cubicBezTo>
                <a:lnTo>
                  <a:pt x="1650739" y="56218"/>
                </a:lnTo>
                <a:lnTo>
                  <a:pt x="1636664" y="56218"/>
                </a:lnTo>
                <a:cubicBezTo>
                  <a:pt x="1635690" y="56218"/>
                  <a:pt x="1634926" y="55788"/>
                  <a:pt x="1634370" y="54928"/>
                </a:cubicBezTo>
                <a:cubicBezTo>
                  <a:pt x="1633814" y="54067"/>
                  <a:pt x="1633536" y="52777"/>
                  <a:pt x="1633536" y="51056"/>
                </a:cubicBezTo>
                <a:cubicBezTo>
                  <a:pt x="1633536" y="50162"/>
                  <a:pt x="1633605" y="49388"/>
                  <a:pt x="1633744" y="48734"/>
                </a:cubicBezTo>
                <a:cubicBezTo>
                  <a:pt x="1633883" y="48080"/>
                  <a:pt x="1634092" y="47530"/>
                  <a:pt x="1634370" y="47083"/>
                </a:cubicBezTo>
                <a:cubicBezTo>
                  <a:pt x="1634648" y="46636"/>
                  <a:pt x="1634978" y="46309"/>
                  <a:pt x="1635360" y="46102"/>
                </a:cubicBezTo>
                <a:cubicBezTo>
                  <a:pt x="1635743" y="45896"/>
                  <a:pt x="1636177" y="45792"/>
                  <a:pt x="1636664" y="45792"/>
                </a:cubicBezTo>
                <a:lnTo>
                  <a:pt x="1650739" y="45792"/>
                </a:lnTo>
                <a:lnTo>
                  <a:pt x="1650739" y="23101"/>
                </a:lnTo>
                <a:cubicBezTo>
                  <a:pt x="1650739" y="22692"/>
                  <a:pt x="1650825" y="22317"/>
                  <a:pt x="1650999" y="21976"/>
                </a:cubicBezTo>
                <a:cubicBezTo>
                  <a:pt x="1651173" y="21635"/>
                  <a:pt x="1651503" y="21346"/>
                  <a:pt x="1651990" y="21107"/>
                </a:cubicBezTo>
                <a:cubicBezTo>
                  <a:pt x="1652476" y="20869"/>
                  <a:pt x="1653119" y="20699"/>
                  <a:pt x="1653918" y="20596"/>
                </a:cubicBezTo>
                <a:cubicBezTo>
                  <a:pt x="1654718" y="20494"/>
                  <a:pt x="1655708" y="20443"/>
                  <a:pt x="1656890" y="20443"/>
                </a:cubicBezTo>
                <a:cubicBezTo>
                  <a:pt x="1658141" y="20443"/>
                  <a:pt x="1659166" y="20494"/>
                  <a:pt x="1659965" y="20596"/>
                </a:cubicBezTo>
                <a:cubicBezTo>
                  <a:pt x="1660765" y="20699"/>
                  <a:pt x="1661390" y="20869"/>
                  <a:pt x="1661842" y="21107"/>
                </a:cubicBezTo>
                <a:cubicBezTo>
                  <a:pt x="1662294" y="21346"/>
                  <a:pt x="1662624" y="21635"/>
                  <a:pt x="1662833" y="21976"/>
                </a:cubicBezTo>
                <a:cubicBezTo>
                  <a:pt x="1663041" y="22317"/>
                  <a:pt x="1663145" y="22692"/>
                  <a:pt x="1663145" y="23101"/>
                </a:cubicBezTo>
                <a:lnTo>
                  <a:pt x="1663145" y="45792"/>
                </a:lnTo>
                <a:lnTo>
                  <a:pt x="1689210" y="45792"/>
                </a:lnTo>
                <a:cubicBezTo>
                  <a:pt x="1689697" y="45792"/>
                  <a:pt x="1690131" y="45896"/>
                  <a:pt x="1690513" y="46102"/>
                </a:cubicBezTo>
                <a:cubicBezTo>
                  <a:pt x="1690896" y="46309"/>
                  <a:pt x="1691226" y="46636"/>
                  <a:pt x="1691504" y="47083"/>
                </a:cubicBezTo>
                <a:cubicBezTo>
                  <a:pt x="1691782" y="47530"/>
                  <a:pt x="1691990" y="48080"/>
                  <a:pt x="1692129" y="48734"/>
                </a:cubicBezTo>
                <a:cubicBezTo>
                  <a:pt x="1692268" y="49388"/>
                  <a:pt x="1692338" y="50162"/>
                  <a:pt x="1692338" y="51056"/>
                </a:cubicBezTo>
                <a:cubicBezTo>
                  <a:pt x="1692338" y="52777"/>
                  <a:pt x="1692043" y="54067"/>
                  <a:pt x="1691452" y="54928"/>
                </a:cubicBezTo>
                <a:cubicBezTo>
                  <a:pt x="1690861" y="55788"/>
                  <a:pt x="1690114" y="56218"/>
                  <a:pt x="1689210" y="56218"/>
                </a:cubicBezTo>
                <a:lnTo>
                  <a:pt x="1663145" y="56218"/>
                </a:lnTo>
                <a:lnTo>
                  <a:pt x="1663145" y="112130"/>
                </a:lnTo>
                <a:cubicBezTo>
                  <a:pt x="1663145" y="119148"/>
                  <a:pt x="1664171" y="124498"/>
                  <a:pt x="1666221" y="128177"/>
                </a:cubicBezTo>
                <a:cubicBezTo>
                  <a:pt x="1668271" y="131857"/>
                  <a:pt x="1672007" y="133697"/>
                  <a:pt x="1677429" y="133697"/>
                </a:cubicBezTo>
                <a:cubicBezTo>
                  <a:pt x="1679097" y="133697"/>
                  <a:pt x="1680609" y="133527"/>
                  <a:pt x="1681964" y="133186"/>
                </a:cubicBezTo>
                <a:cubicBezTo>
                  <a:pt x="1683319" y="132845"/>
                  <a:pt x="1684518" y="132470"/>
                  <a:pt x="1685561" y="132062"/>
                </a:cubicBezTo>
                <a:cubicBezTo>
                  <a:pt x="1686604" y="131653"/>
                  <a:pt x="1687490" y="131278"/>
                  <a:pt x="1688220" y="130937"/>
                </a:cubicBezTo>
                <a:cubicBezTo>
                  <a:pt x="1688949" y="130596"/>
                  <a:pt x="1689592" y="130426"/>
                  <a:pt x="1690148" y="130426"/>
                </a:cubicBezTo>
                <a:cubicBezTo>
                  <a:pt x="1690496" y="130426"/>
                  <a:pt x="1690809" y="130494"/>
                  <a:pt x="1691087" y="130631"/>
                </a:cubicBezTo>
                <a:cubicBezTo>
                  <a:pt x="1691365" y="130767"/>
                  <a:pt x="1691591" y="131022"/>
                  <a:pt x="1691764" y="131397"/>
                </a:cubicBezTo>
                <a:cubicBezTo>
                  <a:pt x="1691938" y="131772"/>
                  <a:pt x="1692077" y="132249"/>
                  <a:pt x="1692182" y="132828"/>
                </a:cubicBezTo>
                <a:cubicBezTo>
                  <a:pt x="1692286" y="133407"/>
                  <a:pt x="1692338" y="134140"/>
                  <a:pt x="1692338" y="135026"/>
                </a:cubicBezTo>
                <a:close/>
                <a:moveTo>
                  <a:pt x="1798912" y="93271"/>
                </a:moveTo>
                <a:cubicBezTo>
                  <a:pt x="1798912" y="100637"/>
                  <a:pt x="1797939" y="107424"/>
                  <a:pt x="1795992" y="113631"/>
                </a:cubicBezTo>
                <a:cubicBezTo>
                  <a:pt x="1794046" y="119838"/>
                  <a:pt x="1791144" y="125228"/>
                  <a:pt x="1787287" y="129800"/>
                </a:cubicBezTo>
                <a:cubicBezTo>
                  <a:pt x="1783429" y="134370"/>
                  <a:pt x="1778616" y="137934"/>
                  <a:pt x="1772847" y="140491"/>
                </a:cubicBezTo>
                <a:cubicBezTo>
                  <a:pt x="1767078" y="143049"/>
                  <a:pt x="1760371" y="144327"/>
                  <a:pt x="1752725" y="144327"/>
                </a:cubicBezTo>
                <a:cubicBezTo>
                  <a:pt x="1745357" y="144327"/>
                  <a:pt x="1738911" y="143185"/>
                  <a:pt x="1733385" y="140900"/>
                </a:cubicBezTo>
                <a:cubicBezTo>
                  <a:pt x="1727859" y="138615"/>
                  <a:pt x="1723237" y="135341"/>
                  <a:pt x="1719518" y="131078"/>
                </a:cubicBezTo>
                <a:cubicBezTo>
                  <a:pt x="1715800" y="126815"/>
                  <a:pt x="1713019" y="121647"/>
                  <a:pt x="1711178" y="115576"/>
                </a:cubicBezTo>
                <a:cubicBezTo>
                  <a:pt x="1709336" y="109505"/>
                  <a:pt x="1708415" y="102649"/>
                  <a:pt x="1708415" y="95009"/>
                </a:cubicBezTo>
                <a:cubicBezTo>
                  <a:pt x="1708415" y="87643"/>
                  <a:pt x="1709370" y="80856"/>
                  <a:pt x="1711282" y="74649"/>
                </a:cubicBezTo>
                <a:cubicBezTo>
                  <a:pt x="1713193" y="68441"/>
                  <a:pt x="1716078" y="63070"/>
                  <a:pt x="1719935" y="58534"/>
                </a:cubicBezTo>
                <a:cubicBezTo>
                  <a:pt x="1723793" y="53996"/>
                  <a:pt x="1728606" y="50465"/>
                  <a:pt x="1734375" y="47942"/>
                </a:cubicBezTo>
                <a:cubicBezTo>
                  <a:pt x="1740144" y="45419"/>
                  <a:pt x="1746886" y="44157"/>
                  <a:pt x="1754601" y="44157"/>
                </a:cubicBezTo>
                <a:cubicBezTo>
                  <a:pt x="1761969" y="44157"/>
                  <a:pt x="1768416" y="45282"/>
                  <a:pt x="1773942" y="47533"/>
                </a:cubicBezTo>
                <a:cubicBezTo>
                  <a:pt x="1779467" y="49784"/>
                  <a:pt x="1784072" y="53041"/>
                  <a:pt x="1787756" y="57304"/>
                </a:cubicBezTo>
                <a:cubicBezTo>
                  <a:pt x="1791440" y="61567"/>
                  <a:pt x="1794220" y="66735"/>
                  <a:pt x="1796097" y="72806"/>
                </a:cubicBezTo>
                <a:cubicBezTo>
                  <a:pt x="1797973" y="78877"/>
                  <a:pt x="1798912" y="85699"/>
                  <a:pt x="1798912" y="93271"/>
                </a:cubicBezTo>
                <a:moveTo>
                  <a:pt x="1785775" y="94395"/>
                </a:moveTo>
                <a:cubicBezTo>
                  <a:pt x="1785775" y="89142"/>
                  <a:pt x="1785254" y="84127"/>
                  <a:pt x="1784211" y="79351"/>
                </a:cubicBezTo>
                <a:cubicBezTo>
                  <a:pt x="1783168" y="74574"/>
                  <a:pt x="1781431" y="70361"/>
                  <a:pt x="1778998" y="66711"/>
                </a:cubicBezTo>
                <a:cubicBezTo>
                  <a:pt x="1776565" y="63061"/>
                  <a:pt x="1773299" y="60162"/>
                  <a:pt x="1769198" y="58013"/>
                </a:cubicBezTo>
                <a:cubicBezTo>
                  <a:pt x="1765097" y="55863"/>
                  <a:pt x="1759988" y="54787"/>
                  <a:pt x="1753872" y="54787"/>
                </a:cubicBezTo>
                <a:cubicBezTo>
                  <a:pt x="1748242" y="54787"/>
                  <a:pt x="1743376" y="55776"/>
                  <a:pt x="1739275" y="57755"/>
                </a:cubicBezTo>
                <a:cubicBezTo>
                  <a:pt x="1735175" y="59733"/>
                  <a:pt x="1731821" y="62480"/>
                  <a:pt x="1729214" y="65996"/>
                </a:cubicBezTo>
                <a:cubicBezTo>
                  <a:pt x="1726608" y="69509"/>
                  <a:pt x="1724679" y="73654"/>
                  <a:pt x="1723428" y="78431"/>
                </a:cubicBezTo>
                <a:cubicBezTo>
                  <a:pt x="1722177" y="83207"/>
                  <a:pt x="1721551" y="88358"/>
                  <a:pt x="1721551" y="93884"/>
                </a:cubicBezTo>
                <a:cubicBezTo>
                  <a:pt x="1721551" y="99206"/>
                  <a:pt x="1722073" y="104272"/>
                  <a:pt x="1723115" y="109082"/>
                </a:cubicBezTo>
                <a:cubicBezTo>
                  <a:pt x="1724158" y="113893"/>
                  <a:pt x="1725895" y="118106"/>
                  <a:pt x="1728328" y="121722"/>
                </a:cubicBezTo>
                <a:cubicBezTo>
                  <a:pt x="1730761" y="125338"/>
                  <a:pt x="1734028" y="128204"/>
                  <a:pt x="1738129" y="130321"/>
                </a:cubicBezTo>
                <a:cubicBezTo>
                  <a:pt x="1742229" y="132435"/>
                  <a:pt x="1747338" y="133493"/>
                  <a:pt x="1753455" y="133493"/>
                </a:cubicBezTo>
                <a:cubicBezTo>
                  <a:pt x="1759085" y="133493"/>
                  <a:pt x="1763950" y="132503"/>
                  <a:pt x="1768051" y="130525"/>
                </a:cubicBezTo>
                <a:cubicBezTo>
                  <a:pt x="1772152" y="128547"/>
                  <a:pt x="1775505" y="125818"/>
                  <a:pt x="1778112" y="122338"/>
                </a:cubicBezTo>
                <a:cubicBezTo>
                  <a:pt x="1780718" y="118857"/>
                  <a:pt x="1782647" y="114729"/>
                  <a:pt x="1783898" y="109954"/>
                </a:cubicBezTo>
                <a:cubicBezTo>
                  <a:pt x="1785149" y="105178"/>
                  <a:pt x="1785775" y="99992"/>
                  <a:pt x="1785775" y="94395"/>
                </a:cubicBezTo>
                <a:close/>
                <a:moveTo>
                  <a:pt x="1949688" y="140440"/>
                </a:moveTo>
                <a:cubicBezTo>
                  <a:pt x="1949688" y="140849"/>
                  <a:pt x="1949601" y="141225"/>
                  <a:pt x="1949427" y="141568"/>
                </a:cubicBezTo>
                <a:cubicBezTo>
                  <a:pt x="1949253" y="141908"/>
                  <a:pt x="1948923" y="142181"/>
                  <a:pt x="1948436" y="142385"/>
                </a:cubicBezTo>
                <a:cubicBezTo>
                  <a:pt x="1947950" y="142590"/>
                  <a:pt x="1947324" y="142760"/>
                  <a:pt x="1946560" y="142896"/>
                </a:cubicBezTo>
                <a:cubicBezTo>
                  <a:pt x="1945795" y="143033"/>
                  <a:pt x="1944857" y="143101"/>
                  <a:pt x="1943745" y="143101"/>
                </a:cubicBezTo>
                <a:cubicBezTo>
                  <a:pt x="1942494" y="143101"/>
                  <a:pt x="1941486" y="143033"/>
                  <a:pt x="1940721" y="142896"/>
                </a:cubicBezTo>
                <a:cubicBezTo>
                  <a:pt x="1939957" y="142760"/>
                  <a:pt x="1939366" y="142590"/>
                  <a:pt x="1938949" y="142385"/>
                </a:cubicBezTo>
                <a:cubicBezTo>
                  <a:pt x="1938532" y="142181"/>
                  <a:pt x="1938236" y="141908"/>
                  <a:pt x="1938063" y="141568"/>
                </a:cubicBezTo>
                <a:cubicBezTo>
                  <a:pt x="1937889" y="141225"/>
                  <a:pt x="1937802" y="140849"/>
                  <a:pt x="1937802" y="140440"/>
                </a:cubicBezTo>
                <a:lnTo>
                  <a:pt x="1937802" y="127344"/>
                </a:lnTo>
                <a:cubicBezTo>
                  <a:pt x="1932381" y="133315"/>
                  <a:pt x="1927081" y="137639"/>
                  <a:pt x="1921903" y="140315"/>
                </a:cubicBezTo>
                <a:cubicBezTo>
                  <a:pt x="1916724" y="142990"/>
                  <a:pt x="1911563" y="144327"/>
                  <a:pt x="1906420" y="144327"/>
                </a:cubicBezTo>
                <a:cubicBezTo>
                  <a:pt x="1900234" y="144327"/>
                  <a:pt x="1895021" y="143303"/>
                  <a:pt x="1890781" y="141254"/>
                </a:cubicBezTo>
                <a:cubicBezTo>
                  <a:pt x="1886541" y="139206"/>
                  <a:pt x="1883118" y="136424"/>
                  <a:pt x="1880512" y="132908"/>
                </a:cubicBezTo>
                <a:cubicBezTo>
                  <a:pt x="1877905" y="129390"/>
                  <a:pt x="1876029" y="125310"/>
                  <a:pt x="1874882" y="120668"/>
                </a:cubicBezTo>
                <a:cubicBezTo>
                  <a:pt x="1873735" y="116023"/>
                  <a:pt x="1873161" y="110424"/>
                  <a:pt x="1873161" y="103869"/>
                </a:cubicBezTo>
                <a:lnTo>
                  <a:pt x="1873161" y="47843"/>
                </a:lnTo>
                <a:cubicBezTo>
                  <a:pt x="1873161" y="47432"/>
                  <a:pt x="1873248" y="47056"/>
                  <a:pt x="1873422" y="46715"/>
                </a:cubicBezTo>
                <a:cubicBezTo>
                  <a:pt x="1873596" y="46375"/>
                  <a:pt x="1873926" y="46085"/>
                  <a:pt x="1874412" y="45847"/>
                </a:cubicBezTo>
                <a:cubicBezTo>
                  <a:pt x="1874899" y="45606"/>
                  <a:pt x="1875542" y="45434"/>
                  <a:pt x="1876341" y="45332"/>
                </a:cubicBezTo>
                <a:cubicBezTo>
                  <a:pt x="1877141" y="45230"/>
                  <a:pt x="1878131" y="45179"/>
                  <a:pt x="1879313" y="45179"/>
                </a:cubicBezTo>
                <a:cubicBezTo>
                  <a:pt x="1880564" y="45179"/>
                  <a:pt x="1881589" y="45230"/>
                  <a:pt x="1882388" y="45332"/>
                </a:cubicBezTo>
                <a:cubicBezTo>
                  <a:pt x="1883188" y="45434"/>
                  <a:pt x="1883813" y="45606"/>
                  <a:pt x="1884265" y="45847"/>
                </a:cubicBezTo>
                <a:cubicBezTo>
                  <a:pt x="1884717" y="46085"/>
                  <a:pt x="1885047" y="46375"/>
                  <a:pt x="1885255" y="46715"/>
                </a:cubicBezTo>
                <a:cubicBezTo>
                  <a:pt x="1885464" y="47056"/>
                  <a:pt x="1885568" y="47432"/>
                  <a:pt x="1885568" y="47843"/>
                </a:cubicBezTo>
                <a:lnTo>
                  <a:pt x="1885568" y="102755"/>
                </a:lnTo>
                <a:cubicBezTo>
                  <a:pt x="1885568" y="108494"/>
                  <a:pt x="1886020" y="113173"/>
                  <a:pt x="1886924" y="116793"/>
                </a:cubicBezTo>
                <a:cubicBezTo>
                  <a:pt x="1887827" y="120411"/>
                  <a:pt x="1889183" y="123501"/>
                  <a:pt x="1890990" y="126063"/>
                </a:cubicBezTo>
                <a:cubicBezTo>
                  <a:pt x="1892797" y="128625"/>
                  <a:pt x="1895108" y="130606"/>
                  <a:pt x="1897923" y="132007"/>
                </a:cubicBezTo>
                <a:cubicBezTo>
                  <a:pt x="1900738" y="133406"/>
                  <a:pt x="1904022" y="134106"/>
                  <a:pt x="1907775" y="134106"/>
                </a:cubicBezTo>
                <a:cubicBezTo>
                  <a:pt x="1912571" y="134106"/>
                  <a:pt x="1917350" y="132426"/>
                  <a:pt x="1922111" y="129065"/>
                </a:cubicBezTo>
                <a:cubicBezTo>
                  <a:pt x="1926872" y="125703"/>
                  <a:pt x="1931929" y="120764"/>
                  <a:pt x="1937281" y="114247"/>
                </a:cubicBezTo>
                <a:lnTo>
                  <a:pt x="1937281" y="47840"/>
                </a:lnTo>
                <a:cubicBezTo>
                  <a:pt x="1937281" y="47431"/>
                  <a:pt x="1937368" y="47056"/>
                  <a:pt x="1937541" y="46715"/>
                </a:cubicBezTo>
                <a:cubicBezTo>
                  <a:pt x="1937715" y="46373"/>
                  <a:pt x="1938045" y="46082"/>
                  <a:pt x="1938532" y="45843"/>
                </a:cubicBezTo>
                <a:cubicBezTo>
                  <a:pt x="1939018" y="45605"/>
                  <a:pt x="1939661" y="45434"/>
                  <a:pt x="1940461" y="45332"/>
                </a:cubicBezTo>
                <a:cubicBezTo>
                  <a:pt x="1941260" y="45230"/>
                  <a:pt x="1942285" y="45179"/>
                  <a:pt x="1943536" y="45179"/>
                </a:cubicBezTo>
                <a:cubicBezTo>
                  <a:pt x="1944718" y="45179"/>
                  <a:pt x="1945708" y="45230"/>
                  <a:pt x="1946508" y="45332"/>
                </a:cubicBezTo>
                <a:cubicBezTo>
                  <a:pt x="1947307" y="45434"/>
                  <a:pt x="1947933" y="45605"/>
                  <a:pt x="1948384" y="45843"/>
                </a:cubicBezTo>
                <a:cubicBezTo>
                  <a:pt x="1948836" y="46082"/>
                  <a:pt x="1949166" y="46373"/>
                  <a:pt x="1949375" y="46715"/>
                </a:cubicBezTo>
                <a:cubicBezTo>
                  <a:pt x="1949583" y="47056"/>
                  <a:pt x="1949688" y="47431"/>
                  <a:pt x="1949688" y="47840"/>
                </a:cubicBezTo>
                <a:lnTo>
                  <a:pt x="1949688" y="140440"/>
                </a:lnTo>
                <a:close/>
                <a:moveTo>
                  <a:pt x="2066526" y="92862"/>
                </a:moveTo>
                <a:cubicBezTo>
                  <a:pt x="2066526" y="100773"/>
                  <a:pt x="2065640" y="107901"/>
                  <a:pt x="2063868" y="114244"/>
                </a:cubicBezTo>
                <a:cubicBezTo>
                  <a:pt x="2062095" y="120588"/>
                  <a:pt x="2059489" y="125978"/>
                  <a:pt x="2056048" y="130413"/>
                </a:cubicBezTo>
                <a:cubicBezTo>
                  <a:pt x="2052608" y="134847"/>
                  <a:pt x="2048351" y="138274"/>
                  <a:pt x="2043277" y="140696"/>
                </a:cubicBezTo>
                <a:cubicBezTo>
                  <a:pt x="2038203" y="143117"/>
                  <a:pt x="2032399" y="144327"/>
                  <a:pt x="2025865" y="144327"/>
                </a:cubicBezTo>
                <a:cubicBezTo>
                  <a:pt x="2023085" y="144327"/>
                  <a:pt x="2020479" y="144037"/>
                  <a:pt x="2018046" y="143455"/>
                </a:cubicBezTo>
                <a:cubicBezTo>
                  <a:pt x="2015613" y="142876"/>
                  <a:pt x="2013233" y="141973"/>
                  <a:pt x="2010904" y="140747"/>
                </a:cubicBezTo>
                <a:cubicBezTo>
                  <a:pt x="2008576" y="139518"/>
                  <a:pt x="2006247" y="137983"/>
                  <a:pt x="2003919" y="136141"/>
                </a:cubicBezTo>
                <a:cubicBezTo>
                  <a:pt x="2001590" y="134299"/>
                  <a:pt x="1999140" y="132082"/>
                  <a:pt x="1996568" y="129490"/>
                </a:cubicBezTo>
                <a:lnTo>
                  <a:pt x="1996568" y="177241"/>
                </a:lnTo>
                <a:cubicBezTo>
                  <a:pt x="1996568" y="177649"/>
                  <a:pt x="1996464" y="178024"/>
                  <a:pt x="1996256" y="178365"/>
                </a:cubicBezTo>
                <a:cubicBezTo>
                  <a:pt x="1996047" y="178706"/>
                  <a:pt x="1995717" y="178995"/>
                  <a:pt x="1995265" y="179234"/>
                </a:cubicBezTo>
                <a:cubicBezTo>
                  <a:pt x="1994813" y="179472"/>
                  <a:pt x="1994188" y="179643"/>
                  <a:pt x="1993389" y="179745"/>
                </a:cubicBezTo>
                <a:cubicBezTo>
                  <a:pt x="1992589" y="179847"/>
                  <a:pt x="1991564" y="179898"/>
                  <a:pt x="1990313" y="179898"/>
                </a:cubicBezTo>
                <a:cubicBezTo>
                  <a:pt x="1989131" y="179898"/>
                  <a:pt x="1988141" y="179847"/>
                  <a:pt x="1987342" y="179745"/>
                </a:cubicBezTo>
                <a:cubicBezTo>
                  <a:pt x="1986542" y="179643"/>
                  <a:pt x="1985899" y="179472"/>
                  <a:pt x="1985413" y="179234"/>
                </a:cubicBezTo>
                <a:cubicBezTo>
                  <a:pt x="1984926" y="178995"/>
                  <a:pt x="1984596" y="178705"/>
                  <a:pt x="1984422" y="178362"/>
                </a:cubicBezTo>
                <a:cubicBezTo>
                  <a:pt x="1984249" y="178021"/>
                  <a:pt x="1984162" y="177646"/>
                  <a:pt x="1984162" y="177237"/>
                </a:cubicBezTo>
                <a:lnTo>
                  <a:pt x="1984162" y="47840"/>
                </a:lnTo>
                <a:cubicBezTo>
                  <a:pt x="1984162" y="47363"/>
                  <a:pt x="1984249" y="46954"/>
                  <a:pt x="1984422" y="46613"/>
                </a:cubicBezTo>
                <a:cubicBezTo>
                  <a:pt x="1984596" y="46270"/>
                  <a:pt x="1984909" y="45997"/>
                  <a:pt x="1985361" y="45792"/>
                </a:cubicBezTo>
                <a:cubicBezTo>
                  <a:pt x="1985812" y="45588"/>
                  <a:pt x="1986403" y="45434"/>
                  <a:pt x="1987133" y="45332"/>
                </a:cubicBezTo>
                <a:cubicBezTo>
                  <a:pt x="1987863" y="45230"/>
                  <a:pt x="1988749" y="45179"/>
                  <a:pt x="1989792" y="45179"/>
                </a:cubicBezTo>
                <a:cubicBezTo>
                  <a:pt x="1990834" y="45179"/>
                  <a:pt x="1991703" y="45231"/>
                  <a:pt x="1992398" y="45335"/>
                </a:cubicBezTo>
                <a:cubicBezTo>
                  <a:pt x="1993093" y="45438"/>
                  <a:pt x="1993684" y="45592"/>
                  <a:pt x="1994171" y="45799"/>
                </a:cubicBezTo>
                <a:cubicBezTo>
                  <a:pt x="1994657" y="46003"/>
                  <a:pt x="1995005" y="46277"/>
                  <a:pt x="1995213" y="46620"/>
                </a:cubicBezTo>
                <a:cubicBezTo>
                  <a:pt x="1995422" y="46962"/>
                  <a:pt x="1995526" y="47374"/>
                  <a:pt x="1995526" y="47856"/>
                </a:cubicBezTo>
                <a:lnTo>
                  <a:pt x="1995526" y="61345"/>
                </a:lnTo>
                <a:cubicBezTo>
                  <a:pt x="1998445" y="58413"/>
                  <a:pt x="2001225" y="55872"/>
                  <a:pt x="2003867" y="53723"/>
                </a:cubicBezTo>
                <a:cubicBezTo>
                  <a:pt x="2006508" y="51575"/>
                  <a:pt x="2009149" y="49785"/>
                  <a:pt x="2011790" y="48354"/>
                </a:cubicBezTo>
                <a:cubicBezTo>
                  <a:pt x="2014432" y="46921"/>
                  <a:pt x="2017142" y="45864"/>
                  <a:pt x="2019923" y="45182"/>
                </a:cubicBezTo>
                <a:cubicBezTo>
                  <a:pt x="2022703" y="44499"/>
                  <a:pt x="2025657" y="44157"/>
                  <a:pt x="2028785" y="44157"/>
                </a:cubicBezTo>
                <a:cubicBezTo>
                  <a:pt x="2035596" y="44157"/>
                  <a:pt x="2041400" y="45436"/>
                  <a:pt x="2046196" y="47993"/>
                </a:cubicBezTo>
                <a:cubicBezTo>
                  <a:pt x="2050992" y="50551"/>
                  <a:pt x="2054901" y="54047"/>
                  <a:pt x="2057925" y="58483"/>
                </a:cubicBezTo>
                <a:cubicBezTo>
                  <a:pt x="2060948" y="62916"/>
                  <a:pt x="2063138" y="68084"/>
                  <a:pt x="2064493" y="73984"/>
                </a:cubicBezTo>
                <a:cubicBezTo>
                  <a:pt x="2065849" y="79883"/>
                  <a:pt x="2066526" y="86176"/>
                  <a:pt x="2066526" y="92862"/>
                </a:cubicBezTo>
                <a:moveTo>
                  <a:pt x="2053494" y="94804"/>
                </a:moveTo>
                <a:cubicBezTo>
                  <a:pt x="2053494" y="89619"/>
                  <a:pt x="2053077" y="84621"/>
                  <a:pt x="2052243" y="79811"/>
                </a:cubicBezTo>
                <a:cubicBezTo>
                  <a:pt x="2051409" y="75000"/>
                  <a:pt x="2050001" y="70719"/>
                  <a:pt x="2048020" y="66967"/>
                </a:cubicBezTo>
                <a:cubicBezTo>
                  <a:pt x="2046039" y="63215"/>
                  <a:pt x="2043398" y="60213"/>
                  <a:pt x="2040097" y="57962"/>
                </a:cubicBezTo>
                <a:cubicBezTo>
                  <a:pt x="2036795" y="55709"/>
                  <a:pt x="2032642" y="54583"/>
                  <a:pt x="2027638" y="54583"/>
                </a:cubicBezTo>
                <a:cubicBezTo>
                  <a:pt x="2025135" y="54583"/>
                  <a:pt x="2022685" y="54924"/>
                  <a:pt x="2020287" y="55608"/>
                </a:cubicBezTo>
                <a:cubicBezTo>
                  <a:pt x="2017889" y="56289"/>
                  <a:pt x="2015439" y="57415"/>
                  <a:pt x="2012937" y="58984"/>
                </a:cubicBezTo>
                <a:cubicBezTo>
                  <a:pt x="2010435" y="60554"/>
                  <a:pt x="2007828" y="62584"/>
                  <a:pt x="2005118" y="65076"/>
                </a:cubicBezTo>
                <a:cubicBezTo>
                  <a:pt x="2002407" y="67567"/>
                  <a:pt x="1999557" y="70656"/>
                  <a:pt x="1996568" y="74342"/>
                </a:cubicBezTo>
                <a:lnTo>
                  <a:pt x="1996568" y="114656"/>
                </a:lnTo>
                <a:cubicBezTo>
                  <a:pt x="2001781" y="120866"/>
                  <a:pt x="2006769" y="125626"/>
                  <a:pt x="2011530" y="128938"/>
                </a:cubicBezTo>
                <a:cubicBezTo>
                  <a:pt x="2016291" y="132247"/>
                  <a:pt x="2021278" y="133901"/>
                  <a:pt x="2026491" y="133901"/>
                </a:cubicBezTo>
                <a:cubicBezTo>
                  <a:pt x="2031287" y="133901"/>
                  <a:pt x="2035405" y="132759"/>
                  <a:pt x="2038846" y="130474"/>
                </a:cubicBezTo>
                <a:cubicBezTo>
                  <a:pt x="2042286" y="128187"/>
                  <a:pt x="2045084" y="125184"/>
                  <a:pt x="2047238" y="121466"/>
                </a:cubicBezTo>
                <a:cubicBezTo>
                  <a:pt x="2049393" y="117748"/>
                  <a:pt x="2050974" y="113552"/>
                  <a:pt x="2051982" y="108878"/>
                </a:cubicBezTo>
                <a:cubicBezTo>
                  <a:pt x="2052990" y="104204"/>
                  <a:pt x="2053494" y="99513"/>
                  <a:pt x="2053494" y="94804"/>
                </a:cubicBezTo>
                <a:close/>
                <a:moveTo>
                  <a:pt x="2170854" y="140440"/>
                </a:moveTo>
                <a:cubicBezTo>
                  <a:pt x="2170854" y="140919"/>
                  <a:pt x="2170767" y="141329"/>
                  <a:pt x="2170593" y="141670"/>
                </a:cubicBezTo>
                <a:cubicBezTo>
                  <a:pt x="2170419" y="142010"/>
                  <a:pt x="2170107" y="142283"/>
                  <a:pt x="2169655" y="142487"/>
                </a:cubicBezTo>
                <a:cubicBezTo>
                  <a:pt x="2169203" y="142692"/>
                  <a:pt x="2168630" y="142845"/>
                  <a:pt x="2167935" y="142947"/>
                </a:cubicBezTo>
                <a:cubicBezTo>
                  <a:pt x="2167239" y="143050"/>
                  <a:pt x="2166371" y="143101"/>
                  <a:pt x="2165328" y="143101"/>
                </a:cubicBezTo>
                <a:cubicBezTo>
                  <a:pt x="2164216" y="143101"/>
                  <a:pt x="2163295" y="143050"/>
                  <a:pt x="2162565" y="142947"/>
                </a:cubicBezTo>
                <a:cubicBezTo>
                  <a:pt x="2161835" y="142847"/>
                  <a:pt x="2161245" y="142695"/>
                  <a:pt x="2160793" y="142491"/>
                </a:cubicBezTo>
                <a:cubicBezTo>
                  <a:pt x="2160341" y="142288"/>
                  <a:pt x="2159993" y="142018"/>
                  <a:pt x="2159750" y="141679"/>
                </a:cubicBezTo>
                <a:cubicBezTo>
                  <a:pt x="2159507" y="141339"/>
                  <a:pt x="2159385" y="140932"/>
                  <a:pt x="2159385" y="140459"/>
                </a:cubicBezTo>
                <a:lnTo>
                  <a:pt x="2159385" y="127241"/>
                </a:lnTo>
                <a:cubicBezTo>
                  <a:pt x="2154381" y="132561"/>
                  <a:pt x="2149203" y="136739"/>
                  <a:pt x="2143851" y="139776"/>
                </a:cubicBezTo>
                <a:cubicBezTo>
                  <a:pt x="2138499" y="142810"/>
                  <a:pt x="2132660" y="144327"/>
                  <a:pt x="2126335" y="144327"/>
                </a:cubicBezTo>
                <a:cubicBezTo>
                  <a:pt x="2119524" y="144327"/>
                  <a:pt x="2113720" y="143032"/>
                  <a:pt x="2108924" y="140440"/>
                </a:cubicBezTo>
                <a:cubicBezTo>
                  <a:pt x="2104128" y="137848"/>
                  <a:pt x="2100218" y="134336"/>
                  <a:pt x="2097195" y="129902"/>
                </a:cubicBezTo>
                <a:cubicBezTo>
                  <a:pt x="2094171" y="125467"/>
                  <a:pt x="2091964" y="120265"/>
                  <a:pt x="2090574" y="114299"/>
                </a:cubicBezTo>
                <a:cubicBezTo>
                  <a:pt x="2089184" y="108330"/>
                  <a:pt x="2088489" y="102002"/>
                  <a:pt x="2088489" y="95315"/>
                </a:cubicBezTo>
                <a:cubicBezTo>
                  <a:pt x="2088489" y="87472"/>
                  <a:pt x="2089358" y="80396"/>
                  <a:pt x="2091096" y="74087"/>
                </a:cubicBezTo>
                <a:cubicBezTo>
                  <a:pt x="2092833" y="67777"/>
                  <a:pt x="2095405" y="62405"/>
                  <a:pt x="2098811" y="57972"/>
                </a:cubicBezTo>
                <a:cubicBezTo>
                  <a:pt x="2102217" y="53536"/>
                  <a:pt x="2106422" y="50125"/>
                  <a:pt x="2111426" y="47738"/>
                </a:cubicBezTo>
                <a:cubicBezTo>
                  <a:pt x="2116431" y="45350"/>
                  <a:pt x="2122234" y="44157"/>
                  <a:pt x="2128837" y="44157"/>
                </a:cubicBezTo>
                <a:cubicBezTo>
                  <a:pt x="2134537" y="44157"/>
                  <a:pt x="2139750" y="45403"/>
                  <a:pt x="2144476" y="47894"/>
                </a:cubicBezTo>
                <a:cubicBezTo>
                  <a:pt x="2149203" y="50383"/>
                  <a:pt x="2153860" y="54049"/>
                  <a:pt x="2158447" y="58892"/>
                </a:cubicBezTo>
                <a:lnTo>
                  <a:pt x="2158447" y="3073"/>
                </a:lnTo>
                <a:cubicBezTo>
                  <a:pt x="2158447" y="2662"/>
                  <a:pt x="2158534" y="2286"/>
                  <a:pt x="2158708" y="1945"/>
                </a:cubicBezTo>
                <a:cubicBezTo>
                  <a:pt x="2158881" y="1605"/>
                  <a:pt x="2159212" y="1332"/>
                  <a:pt x="2159698" y="1128"/>
                </a:cubicBezTo>
                <a:cubicBezTo>
                  <a:pt x="2160185" y="921"/>
                  <a:pt x="2160828" y="750"/>
                  <a:pt x="2161627" y="613"/>
                </a:cubicBezTo>
                <a:cubicBezTo>
                  <a:pt x="2162426" y="477"/>
                  <a:pt x="2163417" y="409"/>
                  <a:pt x="2164598" y="409"/>
                </a:cubicBezTo>
                <a:cubicBezTo>
                  <a:pt x="2165849" y="409"/>
                  <a:pt x="2166875" y="477"/>
                  <a:pt x="2167674" y="613"/>
                </a:cubicBezTo>
                <a:cubicBezTo>
                  <a:pt x="2168473" y="750"/>
                  <a:pt x="2169099" y="920"/>
                  <a:pt x="2169551" y="1124"/>
                </a:cubicBezTo>
                <a:cubicBezTo>
                  <a:pt x="2170002" y="1329"/>
                  <a:pt x="2170332" y="1601"/>
                  <a:pt x="2170541" y="1942"/>
                </a:cubicBezTo>
                <a:cubicBezTo>
                  <a:pt x="2170750" y="2283"/>
                  <a:pt x="2170854" y="2659"/>
                  <a:pt x="2170854" y="3070"/>
                </a:cubicBezTo>
                <a:lnTo>
                  <a:pt x="2170854" y="140440"/>
                </a:lnTo>
                <a:moveTo>
                  <a:pt x="2158447" y="73726"/>
                </a:moveTo>
                <a:cubicBezTo>
                  <a:pt x="2153234" y="67516"/>
                  <a:pt x="2148212" y="62774"/>
                  <a:pt x="2143382" y="59499"/>
                </a:cubicBezTo>
                <a:cubicBezTo>
                  <a:pt x="2138551" y="56221"/>
                  <a:pt x="2133494" y="54583"/>
                  <a:pt x="2128212" y="54583"/>
                </a:cubicBezTo>
                <a:cubicBezTo>
                  <a:pt x="2123416" y="54583"/>
                  <a:pt x="2119315" y="55709"/>
                  <a:pt x="2115909" y="57962"/>
                </a:cubicBezTo>
                <a:cubicBezTo>
                  <a:pt x="2112503" y="60213"/>
                  <a:pt x="2109723" y="63180"/>
                  <a:pt x="2107568" y="66864"/>
                </a:cubicBezTo>
                <a:cubicBezTo>
                  <a:pt x="2105414" y="70548"/>
                  <a:pt x="2103850" y="74711"/>
                  <a:pt x="2102877" y="79351"/>
                </a:cubicBezTo>
                <a:cubicBezTo>
                  <a:pt x="2101904" y="83991"/>
                  <a:pt x="2101417" y="88699"/>
                  <a:pt x="2101417" y="93475"/>
                </a:cubicBezTo>
                <a:cubicBezTo>
                  <a:pt x="2101417" y="98593"/>
                  <a:pt x="2101834" y="103573"/>
                  <a:pt x="2102668" y="108418"/>
                </a:cubicBezTo>
                <a:cubicBezTo>
                  <a:pt x="2103502" y="113263"/>
                  <a:pt x="2104927" y="117578"/>
                  <a:pt x="2106943" y="121364"/>
                </a:cubicBezTo>
                <a:cubicBezTo>
                  <a:pt x="2108959" y="125150"/>
                  <a:pt x="2111635" y="128187"/>
                  <a:pt x="2114971" y="130474"/>
                </a:cubicBezTo>
                <a:cubicBezTo>
                  <a:pt x="2118307" y="132759"/>
                  <a:pt x="2122478" y="133901"/>
                  <a:pt x="2127482" y="133901"/>
                </a:cubicBezTo>
                <a:cubicBezTo>
                  <a:pt x="2129984" y="133901"/>
                  <a:pt x="2132417" y="133561"/>
                  <a:pt x="2134780" y="132879"/>
                </a:cubicBezTo>
                <a:cubicBezTo>
                  <a:pt x="2137143" y="132196"/>
                  <a:pt x="2139576" y="131069"/>
                  <a:pt x="2142078" y="129500"/>
                </a:cubicBezTo>
                <a:cubicBezTo>
                  <a:pt x="2144580" y="127930"/>
                  <a:pt x="2147170" y="125900"/>
                  <a:pt x="2149846" y="123408"/>
                </a:cubicBezTo>
                <a:cubicBezTo>
                  <a:pt x="2152522" y="120917"/>
                  <a:pt x="2155389" y="117828"/>
                  <a:pt x="2158447" y="114142"/>
                </a:cubicBezTo>
                <a:lnTo>
                  <a:pt x="2158447" y="73726"/>
                </a:lnTo>
                <a:close/>
                <a:moveTo>
                  <a:pt x="2271429" y="140443"/>
                </a:moveTo>
                <a:cubicBezTo>
                  <a:pt x="2271429" y="141125"/>
                  <a:pt x="2271203" y="141653"/>
                  <a:pt x="2270751" y="142027"/>
                </a:cubicBezTo>
                <a:cubicBezTo>
                  <a:pt x="2270299" y="142402"/>
                  <a:pt x="2269708" y="142675"/>
                  <a:pt x="2268979" y="142845"/>
                </a:cubicBezTo>
                <a:cubicBezTo>
                  <a:pt x="2268249" y="143016"/>
                  <a:pt x="2267258" y="143101"/>
                  <a:pt x="2266007" y="143101"/>
                </a:cubicBezTo>
                <a:cubicBezTo>
                  <a:pt x="2264826" y="143101"/>
                  <a:pt x="2263818" y="143016"/>
                  <a:pt x="2262984" y="142845"/>
                </a:cubicBezTo>
                <a:cubicBezTo>
                  <a:pt x="2262150" y="142675"/>
                  <a:pt x="2261507" y="142402"/>
                  <a:pt x="2261055" y="142027"/>
                </a:cubicBezTo>
                <a:cubicBezTo>
                  <a:pt x="2260603" y="141653"/>
                  <a:pt x="2260377" y="141125"/>
                  <a:pt x="2260377" y="140443"/>
                </a:cubicBezTo>
                <a:lnTo>
                  <a:pt x="2260377" y="130119"/>
                </a:lnTo>
                <a:cubicBezTo>
                  <a:pt x="2256137" y="134617"/>
                  <a:pt x="2251463" y="138109"/>
                  <a:pt x="2246354" y="140596"/>
                </a:cubicBezTo>
                <a:cubicBezTo>
                  <a:pt x="2241246" y="143084"/>
                  <a:pt x="2235946" y="144327"/>
                  <a:pt x="2230455" y="144327"/>
                </a:cubicBezTo>
                <a:cubicBezTo>
                  <a:pt x="2225520" y="144327"/>
                  <a:pt x="2221089" y="143697"/>
                  <a:pt x="2217162" y="142436"/>
                </a:cubicBezTo>
                <a:cubicBezTo>
                  <a:pt x="2213235" y="141176"/>
                  <a:pt x="2209916" y="139370"/>
                  <a:pt x="2207205" y="137019"/>
                </a:cubicBezTo>
                <a:cubicBezTo>
                  <a:pt x="2204494" y="134668"/>
                  <a:pt x="2202409" y="131823"/>
                  <a:pt x="2200950" y="128484"/>
                </a:cubicBezTo>
                <a:cubicBezTo>
                  <a:pt x="2199490" y="125145"/>
                  <a:pt x="2198760" y="121397"/>
                  <a:pt x="2198760" y="117240"/>
                </a:cubicBezTo>
                <a:cubicBezTo>
                  <a:pt x="2198760" y="112130"/>
                  <a:pt x="2199837" y="107683"/>
                  <a:pt x="2201992" y="103901"/>
                </a:cubicBezTo>
                <a:cubicBezTo>
                  <a:pt x="2204147" y="100119"/>
                  <a:pt x="2207205" y="96968"/>
                  <a:pt x="2211167" y="94446"/>
                </a:cubicBezTo>
                <a:cubicBezTo>
                  <a:pt x="2215129" y="91925"/>
                  <a:pt x="2219890" y="90034"/>
                  <a:pt x="2225450" y="88774"/>
                </a:cubicBezTo>
                <a:cubicBezTo>
                  <a:pt x="2231011" y="87513"/>
                  <a:pt x="2237197" y="86883"/>
                  <a:pt x="2244009" y="86883"/>
                </a:cubicBezTo>
                <a:lnTo>
                  <a:pt x="2259022" y="86883"/>
                </a:lnTo>
                <a:lnTo>
                  <a:pt x="2259022" y="78884"/>
                </a:lnTo>
                <a:cubicBezTo>
                  <a:pt x="2259022" y="74919"/>
                  <a:pt x="2258605" y="71416"/>
                  <a:pt x="2257771" y="68375"/>
                </a:cubicBezTo>
                <a:cubicBezTo>
                  <a:pt x="2256937" y="65332"/>
                  <a:pt x="2255581" y="62785"/>
                  <a:pt x="2253705" y="60735"/>
                </a:cubicBezTo>
                <a:cubicBezTo>
                  <a:pt x="2251828" y="58684"/>
                  <a:pt x="2249395" y="57147"/>
                  <a:pt x="2246407" y="56122"/>
                </a:cubicBezTo>
                <a:cubicBezTo>
                  <a:pt x="2243418" y="55096"/>
                  <a:pt x="2239769" y="54583"/>
                  <a:pt x="2235459" y="54583"/>
                </a:cubicBezTo>
                <a:cubicBezTo>
                  <a:pt x="2231289" y="54583"/>
                  <a:pt x="2227536" y="55077"/>
                  <a:pt x="2224199" y="56065"/>
                </a:cubicBezTo>
                <a:cubicBezTo>
                  <a:pt x="2220863" y="57053"/>
                  <a:pt x="2217944" y="58160"/>
                  <a:pt x="2215442" y="59387"/>
                </a:cubicBezTo>
                <a:cubicBezTo>
                  <a:pt x="2212939" y="60613"/>
                  <a:pt x="2210872" y="61721"/>
                  <a:pt x="2209238" y="62709"/>
                </a:cubicBezTo>
                <a:cubicBezTo>
                  <a:pt x="2207605" y="63697"/>
                  <a:pt x="2206441" y="64191"/>
                  <a:pt x="2205745" y="64191"/>
                </a:cubicBezTo>
                <a:cubicBezTo>
                  <a:pt x="2205328" y="64191"/>
                  <a:pt x="2204946" y="64123"/>
                  <a:pt x="2204599" y="63986"/>
                </a:cubicBezTo>
                <a:cubicBezTo>
                  <a:pt x="2204251" y="63848"/>
                  <a:pt x="2203956" y="63590"/>
                  <a:pt x="2203712" y="63213"/>
                </a:cubicBezTo>
                <a:cubicBezTo>
                  <a:pt x="2203469" y="62834"/>
                  <a:pt x="2203295" y="62353"/>
                  <a:pt x="2203191" y="61770"/>
                </a:cubicBezTo>
                <a:cubicBezTo>
                  <a:pt x="2203087" y="61184"/>
                  <a:pt x="2203035" y="60479"/>
                  <a:pt x="2203035" y="59655"/>
                </a:cubicBezTo>
                <a:cubicBezTo>
                  <a:pt x="2203035" y="58211"/>
                  <a:pt x="2203139" y="57060"/>
                  <a:pt x="2203348" y="56202"/>
                </a:cubicBezTo>
                <a:cubicBezTo>
                  <a:pt x="2203556" y="55342"/>
                  <a:pt x="2204095" y="54483"/>
                  <a:pt x="2204964" y="53624"/>
                </a:cubicBezTo>
                <a:cubicBezTo>
                  <a:pt x="2205832" y="52764"/>
                  <a:pt x="2207379" y="51762"/>
                  <a:pt x="2209603" y="50619"/>
                </a:cubicBezTo>
                <a:cubicBezTo>
                  <a:pt x="2211827" y="49473"/>
                  <a:pt x="2214382" y="48413"/>
                  <a:pt x="2217266" y="47437"/>
                </a:cubicBezTo>
                <a:cubicBezTo>
                  <a:pt x="2220151" y="46462"/>
                  <a:pt x="2223261" y="45672"/>
                  <a:pt x="2226597" y="45067"/>
                </a:cubicBezTo>
                <a:cubicBezTo>
                  <a:pt x="2229934" y="44460"/>
                  <a:pt x="2233270" y="44157"/>
                  <a:pt x="2236606" y="44157"/>
                </a:cubicBezTo>
                <a:cubicBezTo>
                  <a:pt x="2243070" y="44157"/>
                  <a:pt x="2248526" y="44923"/>
                  <a:pt x="2252975" y="46457"/>
                </a:cubicBezTo>
                <a:cubicBezTo>
                  <a:pt x="2257423" y="47990"/>
                  <a:pt x="2261020" y="50187"/>
                  <a:pt x="2263766" y="53049"/>
                </a:cubicBezTo>
                <a:cubicBezTo>
                  <a:pt x="2266511" y="55912"/>
                  <a:pt x="2268475" y="59438"/>
                  <a:pt x="2269656" y="63629"/>
                </a:cubicBezTo>
                <a:cubicBezTo>
                  <a:pt x="2270838" y="67820"/>
                  <a:pt x="2271429" y="72573"/>
                  <a:pt x="2271429" y="77888"/>
                </a:cubicBezTo>
                <a:lnTo>
                  <a:pt x="2271429" y="140443"/>
                </a:lnTo>
                <a:moveTo>
                  <a:pt x="2259022" y="96900"/>
                </a:moveTo>
                <a:lnTo>
                  <a:pt x="2241819" y="96900"/>
                </a:lnTo>
                <a:cubicBezTo>
                  <a:pt x="2236815" y="96900"/>
                  <a:pt x="2232436" y="97343"/>
                  <a:pt x="2228682" y="98228"/>
                </a:cubicBezTo>
                <a:cubicBezTo>
                  <a:pt x="2224929" y="99114"/>
                  <a:pt x="2221801" y="100409"/>
                  <a:pt x="2219299" y="102113"/>
                </a:cubicBezTo>
                <a:cubicBezTo>
                  <a:pt x="2216797" y="103816"/>
                  <a:pt x="2214938" y="105860"/>
                  <a:pt x="2213721" y="108246"/>
                </a:cubicBezTo>
                <a:cubicBezTo>
                  <a:pt x="2212505" y="110631"/>
                  <a:pt x="2211897" y="113356"/>
                  <a:pt x="2211897" y="116423"/>
                </a:cubicBezTo>
                <a:cubicBezTo>
                  <a:pt x="2211897" y="121738"/>
                  <a:pt x="2213617" y="125980"/>
                  <a:pt x="2217058" y="129148"/>
                </a:cubicBezTo>
                <a:cubicBezTo>
                  <a:pt x="2220498" y="132317"/>
                  <a:pt x="2225346" y="133901"/>
                  <a:pt x="2231602" y="133901"/>
                </a:cubicBezTo>
                <a:cubicBezTo>
                  <a:pt x="2236537" y="133901"/>
                  <a:pt x="2241141" y="132658"/>
                  <a:pt x="2245416" y="130171"/>
                </a:cubicBezTo>
                <a:cubicBezTo>
                  <a:pt x="2249691" y="127683"/>
                  <a:pt x="2254226" y="123850"/>
                  <a:pt x="2259022" y="118671"/>
                </a:cubicBezTo>
                <a:lnTo>
                  <a:pt x="2259022" y="96900"/>
                </a:lnTo>
                <a:close/>
                <a:moveTo>
                  <a:pt x="2349839" y="135026"/>
                </a:moveTo>
                <a:cubicBezTo>
                  <a:pt x="2349839" y="136457"/>
                  <a:pt x="2349717" y="137615"/>
                  <a:pt x="2349474" y="138501"/>
                </a:cubicBezTo>
                <a:cubicBezTo>
                  <a:pt x="2349230" y="139387"/>
                  <a:pt x="2348848" y="140085"/>
                  <a:pt x="2348327" y="140596"/>
                </a:cubicBezTo>
                <a:cubicBezTo>
                  <a:pt x="2347806" y="141108"/>
                  <a:pt x="2347041" y="141585"/>
                  <a:pt x="2346033" y="142027"/>
                </a:cubicBezTo>
                <a:cubicBezTo>
                  <a:pt x="2345025" y="142470"/>
                  <a:pt x="2343861" y="142845"/>
                  <a:pt x="2342541" y="143152"/>
                </a:cubicBezTo>
                <a:cubicBezTo>
                  <a:pt x="2341220" y="143459"/>
                  <a:pt x="2339830" y="143697"/>
                  <a:pt x="2338370" y="143867"/>
                </a:cubicBezTo>
                <a:cubicBezTo>
                  <a:pt x="2336911" y="144038"/>
                  <a:pt x="2335486" y="144123"/>
                  <a:pt x="2334096" y="144123"/>
                </a:cubicBezTo>
                <a:cubicBezTo>
                  <a:pt x="2329439" y="144123"/>
                  <a:pt x="2325477" y="143510"/>
                  <a:pt x="2322210" y="142283"/>
                </a:cubicBezTo>
                <a:cubicBezTo>
                  <a:pt x="2318943" y="141056"/>
                  <a:pt x="2316267" y="139200"/>
                  <a:pt x="2314182" y="136712"/>
                </a:cubicBezTo>
                <a:cubicBezTo>
                  <a:pt x="2312097" y="134225"/>
                  <a:pt x="2310585" y="131073"/>
                  <a:pt x="2309647" y="127257"/>
                </a:cubicBezTo>
                <a:cubicBezTo>
                  <a:pt x="2308708" y="123441"/>
                  <a:pt x="2308239" y="118944"/>
                  <a:pt x="2308239" y="113765"/>
                </a:cubicBezTo>
                <a:lnTo>
                  <a:pt x="2308239" y="56218"/>
                </a:lnTo>
                <a:lnTo>
                  <a:pt x="2294164" y="56218"/>
                </a:lnTo>
                <a:cubicBezTo>
                  <a:pt x="2293191" y="56218"/>
                  <a:pt x="2292427" y="55788"/>
                  <a:pt x="2291871" y="54928"/>
                </a:cubicBezTo>
                <a:cubicBezTo>
                  <a:pt x="2291315" y="54067"/>
                  <a:pt x="2291037" y="52777"/>
                  <a:pt x="2291037" y="51056"/>
                </a:cubicBezTo>
                <a:cubicBezTo>
                  <a:pt x="2291037" y="50162"/>
                  <a:pt x="2291106" y="49388"/>
                  <a:pt x="2291245" y="48734"/>
                </a:cubicBezTo>
                <a:cubicBezTo>
                  <a:pt x="2291384" y="48080"/>
                  <a:pt x="2291593" y="47530"/>
                  <a:pt x="2291871" y="47083"/>
                </a:cubicBezTo>
                <a:cubicBezTo>
                  <a:pt x="2292149" y="46636"/>
                  <a:pt x="2292479" y="46309"/>
                  <a:pt x="2292861" y="46102"/>
                </a:cubicBezTo>
                <a:cubicBezTo>
                  <a:pt x="2293243" y="45896"/>
                  <a:pt x="2293678" y="45792"/>
                  <a:pt x="2294164" y="45792"/>
                </a:cubicBezTo>
                <a:lnTo>
                  <a:pt x="2308239" y="45792"/>
                </a:lnTo>
                <a:lnTo>
                  <a:pt x="2308239" y="23101"/>
                </a:lnTo>
                <a:cubicBezTo>
                  <a:pt x="2308239" y="22692"/>
                  <a:pt x="2308326" y="22317"/>
                  <a:pt x="2308500" y="21976"/>
                </a:cubicBezTo>
                <a:cubicBezTo>
                  <a:pt x="2308674" y="21635"/>
                  <a:pt x="2309004" y="21346"/>
                  <a:pt x="2309490" y="21107"/>
                </a:cubicBezTo>
                <a:cubicBezTo>
                  <a:pt x="2309977" y="20869"/>
                  <a:pt x="2310620" y="20699"/>
                  <a:pt x="2311419" y="20596"/>
                </a:cubicBezTo>
                <a:cubicBezTo>
                  <a:pt x="2312218" y="20494"/>
                  <a:pt x="2313209" y="20443"/>
                  <a:pt x="2314391" y="20443"/>
                </a:cubicBezTo>
                <a:cubicBezTo>
                  <a:pt x="2315642" y="20443"/>
                  <a:pt x="2316667" y="20494"/>
                  <a:pt x="2317466" y="20596"/>
                </a:cubicBezTo>
                <a:cubicBezTo>
                  <a:pt x="2318266" y="20699"/>
                  <a:pt x="2318891" y="20869"/>
                  <a:pt x="2319343" y="21107"/>
                </a:cubicBezTo>
                <a:cubicBezTo>
                  <a:pt x="2319795" y="21346"/>
                  <a:pt x="2320125" y="21635"/>
                  <a:pt x="2320333" y="21976"/>
                </a:cubicBezTo>
                <a:cubicBezTo>
                  <a:pt x="2320542" y="22317"/>
                  <a:pt x="2320646" y="22692"/>
                  <a:pt x="2320646" y="23101"/>
                </a:cubicBezTo>
                <a:lnTo>
                  <a:pt x="2320646" y="45792"/>
                </a:lnTo>
                <a:lnTo>
                  <a:pt x="2346711" y="45792"/>
                </a:lnTo>
                <a:cubicBezTo>
                  <a:pt x="2347197" y="45792"/>
                  <a:pt x="2347632" y="45896"/>
                  <a:pt x="2348014" y="46102"/>
                </a:cubicBezTo>
                <a:cubicBezTo>
                  <a:pt x="2348396" y="46309"/>
                  <a:pt x="2348727" y="46636"/>
                  <a:pt x="2349005" y="47083"/>
                </a:cubicBezTo>
                <a:cubicBezTo>
                  <a:pt x="2349283" y="47530"/>
                  <a:pt x="2349491" y="48080"/>
                  <a:pt x="2349630" y="48734"/>
                </a:cubicBezTo>
                <a:cubicBezTo>
                  <a:pt x="2349769" y="49388"/>
                  <a:pt x="2349839" y="50162"/>
                  <a:pt x="2349839" y="51056"/>
                </a:cubicBezTo>
                <a:cubicBezTo>
                  <a:pt x="2349839" y="52777"/>
                  <a:pt x="2349543" y="54067"/>
                  <a:pt x="2348952" y="54928"/>
                </a:cubicBezTo>
                <a:cubicBezTo>
                  <a:pt x="2348362" y="55788"/>
                  <a:pt x="2347614" y="56218"/>
                  <a:pt x="2346711" y="56218"/>
                </a:cubicBezTo>
                <a:lnTo>
                  <a:pt x="2320646" y="56218"/>
                </a:lnTo>
                <a:lnTo>
                  <a:pt x="2320646" y="112130"/>
                </a:lnTo>
                <a:cubicBezTo>
                  <a:pt x="2320646" y="119148"/>
                  <a:pt x="2321671" y="124498"/>
                  <a:pt x="2323722" y="128177"/>
                </a:cubicBezTo>
                <a:cubicBezTo>
                  <a:pt x="2325772" y="131857"/>
                  <a:pt x="2329508" y="133697"/>
                  <a:pt x="2334930" y="133697"/>
                </a:cubicBezTo>
                <a:cubicBezTo>
                  <a:pt x="2336598" y="133697"/>
                  <a:pt x="2338110" y="133527"/>
                  <a:pt x="2339465" y="133186"/>
                </a:cubicBezTo>
                <a:cubicBezTo>
                  <a:pt x="2340820" y="132845"/>
                  <a:pt x="2342019" y="132470"/>
                  <a:pt x="2343062" y="132062"/>
                </a:cubicBezTo>
                <a:cubicBezTo>
                  <a:pt x="2344104" y="131653"/>
                  <a:pt x="2344991" y="131278"/>
                  <a:pt x="2345720" y="130937"/>
                </a:cubicBezTo>
                <a:cubicBezTo>
                  <a:pt x="2346450" y="130596"/>
                  <a:pt x="2347093" y="130426"/>
                  <a:pt x="2347649" y="130426"/>
                </a:cubicBezTo>
                <a:cubicBezTo>
                  <a:pt x="2347997" y="130426"/>
                  <a:pt x="2348310" y="130494"/>
                  <a:pt x="2348588" y="130631"/>
                </a:cubicBezTo>
                <a:cubicBezTo>
                  <a:pt x="2348866" y="130767"/>
                  <a:pt x="2349091" y="131022"/>
                  <a:pt x="2349265" y="131397"/>
                </a:cubicBezTo>
                <a:cubicBezTo>
                  <a:pt x="2349439" y="131772"/>
                  <a:pt x="2349578" y="132249"/>
                  <a:pt x="2349682" y="132828"/>
                </a:cubicBezTo>
                <a:cubicBezTo>
                  <a:pt x="2349787" y="133407"/>
                  <a:pt x="2349839" y="134140"/>
                  <a:pt x="2349839" y="135026"/>
                </a:cubicBezTo>
                <a:close/>
                <a:moveTo>
                  <a:pt x="2449845" y="89438"/>
                </a:moveTo>
                <a:cubicBezTo>
                  <a:pt x="2449845" y="91891"/>
                  <a:pt x="2449184" y="93578"/>
                  <a:pt x="2447864" y="94498"/>
                </a:cubicBezTo>
                <a:cubicBezTo>
                  <a:pt x="2446543" y="95418"/>
                  <a:pt x="2445257" y="95878"/>
                  <a:pt x="2444006" y="95878"/>
                </a:cubicBezTo>
                <a:lnTo>
                  <a:pt x="2379678" y="95878"/>
                </a:lnTo>
                <a:cubicBezTo>
                  <a:pt x="2379678" y="101616"/>
                  <a:pt x="2380252" y="106809"/>
                  <a:pt x="2381399" y="111456"/>
                </a:cubicBezTo>
                <a:cubicBezTo>
                  <a:pt x="2382545" y="116102"/>
                  <a:pt x="2384439" y="120082"/>
                  <a:pt x="2387081" y="123396"/>
                </a:cubicBezTo>
                <a:cubicBezTo>
                  <a:pt x="2389722" y="126709"/>
                  <a:pt x="2393162" y="129255"/>
                  <a:pt x="2397402" y="131033"/>
                </a:cubicBezTo>
                <a:cubicBezTo>
                  <a:pt x="2401642" y="132809"/>
                  <a:pt x="2406855" y="133697"/>
                  <a:pt x="2413041" y="133697"/>
                </a:cubicBezTo>
                <a:cubicBezTo>
                  <a:pt x="2417420" y="133697"/>
                  <a:pt x="2421347" y="133317"/>
                  <a:pt x="2424822" y="132557"/>
                </a:cubicBezTo>
                <a:cubicBezTo>
                  <a:pt x="2428298" y="131796"/>
                  <a:pt x="2431304" y="130950"/>
                  <a:pt x="2433841" y="130017"/>
                </a:cubicBezTo>
                <a:cubicBezTo>
                  <a:pt x="2436378" y="129085"/>
                  <a:pt x="2438463" y="128238"/>
                  <a:pt x="2440096" y="127478"/>
                </a:cubicBezTo>
                <a:cubicBezTo>
                  <a:pt x="2441730" y="126718"/>
                  <a:pt x="2442894" y="126338"/>
                  <a:pt x="2443589" y="126338"/>
                </a:cubicBezTo>
                <a:cubicBezTo>
                  <a:pt x="2444006" y="126338"/>
                  <a:pt x="2444388" y="126441"/>
                  <a:pt x="2444736" y="126647"/>
                </a:cubicBezTo>
                <a:cubicBezTo>
                  <a:pt x="2445083" y="126854"/>
                  <a:pt x="2445361" y="127181"/>
                  <a:pt x="2445570" y="127628"/>
                </a:cubicBezTo>
                <a:cubicBezTo>
                  <a:pt x="2445779" y="128075"/>
                  <a:pt x="2445935" y="128643"/>
                  <a:pt x="2446039" y="129331"/>
                </a:cubicBezTo>
                <a:cubicBezTo>
                  <a:pt x="2446143" y="130018"/>
                  <a:pt x="2446196" y="130878"/>
                  <a:pt x="2446196" y="131908"/>
                </a:cubicBezTo>
                <a:cubicBezTo>
                  <a:pt x="2446196" y="132392"/>
                  <a:pt x="2446161" y="132857"/>
                  <a:pt x="2446091" y="133304"/>
                </a:cubicBezTo>
                <a:cubicBezTo>
                  <a:pt x="2446022" y="133751"/>
                  <a:pt x="2445935" y="134164"/>
                  <a:pt x="2445831" y="134543"/>
                </a:cubicBezTo>
                <a:cubicBezTo>
                  <a:pt x="2445726" y="134920"/>
                  <a:pt x="2445570" y="135281"/>
                  <a:pt x="2445361" y="135626"/>
                </a:cubicBezTo>
                <a:cubicBezTo>
                  <a:pt x="2445153" y="135969"/>
                  <a:pt x="2444875" y="136313"/>
                  <a:pt x="2444527" y="136658"/>
                </a:cubicBezTo>
                <a:cubicBezTo>
                  <a:pt x="2444180" y="137001"/>
                  <a:pt x="2443103" y="137598"/>
                  <a:pt x="2441295" y="138450"/>
                </a:cubicBezTo>
                <a:cubicBezTo>
                  <a:pt x="2439488" y="139302"/>
                  <a:pt x="2437125" y="140154"/>
                  <a:pt x="2434206" y="141005"/>
                </a:cubicBezTo>
                <a:cubicBezTo>
                  <a:pt x="2431286" y="141857"/>
                  <a:pt x="2427898" y="142624"/>
                  <a:pt x="2424040" y="143305"/>
                </a:cubicBezTo>
                <a:cubicBezTo>
                  <a:pt x="2420183" y="143987"/>
                  <a:pt x="2416030" y="144327"/>
                  <a:pt x="2411582" y="144327"/>
                </a:cubicBezTo>
                <a:cubicBezTo>
                  <a:pt x="2404283" y="144327"/>
                  <a:pt x="2397819" y="143253"/>
                  <a:pt x="2392189" y="141104"/>
                </a:cubicBezTo>
                <a:cubicBezTo>
                  <a:pt x="2386559" y="138956"/>
                  <a:pt x="2381833" y="135784"/>
                  <a:pt x="2378010" y="131589"/>
                </a:cubicBezTo>
                <a:cubicBezTo>
                  <a:pt x="2374187" y="127394"/>
                  <a:pt x="2371285" y="122192"/>
                  <a:pt x="2369304" y="115985"/>
                </a:cubicBezTo>
                <a:cubicBezTo>
                  <a:pt x="2367324" y="109778"/>
                  <a:pt x="2366333" y="102581"/>
                  <a:pt x="2366333" y="94395"/>
                </a:cubicBezTo>
                <a:cubicBezTo>
                  <a:pt x="2366333" y="86550"/>
                  <a:pt x="2367358" y="79524"/>
                  <a:pt x="2369409" y="73317"/>
                </a:cubicBezTo>
                <a:cubicBezTo>
                  <a:pt x="2371459" y="67109"/>
                  <a:pt x="2374396" y="61840"/>
                  <a:pt x="2378219" y="57509"/>
                </a:cubicBezTo>
                <a:cubicBezTo>
                  <a:pt x="2382041" y="53177"/>
                  <a:pt x="2386646" y="49869"/>
                  <a:pt x="2392033" y="47584"/>
                </a:cubicBezTo>
                <a:cubicBezTo>
                  <a:pt x="2397420" y="45299"/>
                  <a:pt x="2403415" y="44157"/>
                  <a:pt x="2410018" y="44157"/>
                </a:cubicBezTo>
                <a:cubicBezTo>
                  <a:pt x="2417107" y="44157"/>
                  <a:pt x="2423154" y="45315"/>
                  <a:pt x="2428159" y="47632"/>
                </a:cubicBezTo>
                <a:cubicBezTo>
                  <a:pt x="2433163" y="49949"/>
                  <a:pt x="2437281" y="53067"/>
                  <a:pt x="2440513" y="56985"/>
                </a:cubicBezTo>
                <a:cubicBezTo>
                  <a:pt x="2443745" y="60903"/>
                  <a:pt x="2446109" y="65452"/>
                  <a:pt x="2447603" y="70630"/>
                </a:cubicBezTo>
                <a:cubicBezTo>
                  <a:pt x="2449097" y="75809"/>
                  <a:pt x="2449845" y="81261"/>
                  <a:pt x="2449845" y="86985"/>
                </a:cubicBezTo>
                <a:lnTo>
                  <a:pt x="2449845" y="89438"/>
                </a:lnTo>
                <a:moveTo>
                  <a:pt x="2437021" y="85860"/>
                </a:moveTo>
                <a:cubicBezTo>
                  <a:pt x="2437229" y="76048"/>
                  <a:pt x="2434936" y="68382"/>
                  <a:pt x="2430140" y="62862"/>
                </a:cubicBezTo>
                <a:cubicBezTo>
                  <a:pt x="2425344" y="57343"/>
                  <a:pt x="2418358" y="54583"/>
                  <a:pt x="2409184" y="54583"/>
                </a:cubicBezTo>
                <a:cubicBezTo>
                  <a:pt x="2404457" y="54583"/>
                  <a:pt x="2400304" y="55452"/>
                  <a:pt x="2396725" y="57189"/>
                </a:cubicBezTo>
                <a:cubicBezTo>
                  <a:pt x="2393145" y="58927"/>
                  <a:pt x="2390122" y="61227"/>
                  <a:pt x="2387654" y="64089"/>
                </a:cubicBezTo>
                <a:cubicBezTo>
                  <a:pt x="2385187" y="66951"/>
                  <a:pt x="2383293" y="70273"/>
                  <a:pt x="2381972" y="74055"/>
                </a:cubicBezTo>
                <a:cubicBezTo>
                  <a:pt x="2380651" y="77837"/>
                  <a:pt x="2379887" y="81772"/>
                  <a:pt x="2379678" y="85860"/>
                </a:cubicBezTo>
                <a:lnTo>
                  <a:pt x="2437021" y="8586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6437" cap="flat">
            <a:solidFill>
              <a:srgbClr val="000000"/>
            </a:solidFill>
            <a:miter/>
          </a:ln>
        </p:spPr>
      </p:sp>
      <p:sp>
        <p:nvSpPr>
          <p:cNvPr id="92" name="Text 0">
            <a:extLst xmlns:a="http://schemas.openxmlformats.org/drawingml/2006/main">
              <a:ext uri="{FF2B5EF4-FFF2-40B4-BE49-F238E27FC236}">
                <a16:creationId xmlns:a16="http://schemas.microsoft.com/office/drawing/2014/main" id="{EE53FF82-08E3-45EF-A01E-6FC0075B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403" y="2576671"/>
            <a:ext cx="115415" cy="148048"/>
          </a:xfrm>
          <a:custGeom xmlns:a="http://schemas.openxmlformats.org/drawingml/2006/main">
            <a:pathLst>
              <a:path w="115415" h="148048">
                <a:moveTo>
                  <a:pt x="22416" y="110410"/>
                </a:moveTo>
                <a:cubicBezTo>
                  <a:pt x="21095" y="112009"/>
                  <a:pt x="19983" y="113590"/>
                  <a:pt x="19079" y="115154"/>
                </a:cubicBezTo>
                <a:cubicBezTo>
                  <a:pt x="18176" y="116718"/>
                  <a:pt x="17533" y="118230"/>
                  <a:pt x="17151" y="119689"/>
                </a:cubicBezTo>
                <a:cubicBezTo>
                  <a:pt x="16768" y="121149"/>
                  <a:pt x="16577" y="122887"/>
                  <a:pt x="16577" y="124902"/>
                </a:cubicBezTo>
                <a:cubicBezTo>
                  <a:pt x="16577" y="130115"/>
                  <a:pt x="18454" y="133921"/>
                  <a:pt x="22207" y="136319"/>
                </a:cubicBezTo>
                <a:cubicBezTo>
                  <a:pt x="25961" y="138717"/>
                  <a:pt x="31625" y="139916"/>
                  <a:pt x="39201" y="139916"/>
                </a:cubicBezTo>
                <a:cubicBezTo>
                  <a:pt x="47751" y="139916"/>
                  <a:pt x="54614" y="137987"/>
                  <a:pt x="59793" y="134129"/>
                </a:cubicBezTo>
                <a:cubicBezTo>
                  <a:pt x="64971" y="130272"/>
                  <a:pt x="69402" y="124068"/>
                  <a:pt x="73086" y="115519"/>
                </a:cubicBezTo>
                <a:cubicBezTo>
                  <a:pt x="76769" y="106970"/>
                  <a:pt x="80349" y="94042"/>
                  <a:pt x="83824" y="76735"/>
                </a:cubicBezTo>
                <a:lnTo>
                  <a:pt x="82365" y="76422"/>
                </a:lnTo>
                <a:cubicBezTo>
                  <a:pt x="75623" y="85666"/>
                  <a:pt x="69367" y="92408"/>
                  <a:pt x="63598" y="96648"/>
                </a:cubicBezTo>
                <a:cubicBezTo>
                  <a:pt x="57829" y="100888"/>
                  <a:pt x="51608" y="103008"/>
                  <a:pt x="44936" y="103008"/>
                </a:cubicBezTo>
                <a:cubicBezTo>
                  <a:pt x="37360" y="103008"/>
                  <a:pt x="31469" y="100158"/>
                  <a:pt x="27264" y="94459"/>
                </a:cubicBezTo>
                <a:cubicBezTo>
                  <a:pt x="23059" y="88759"/>
                  <a:pt x="20956" y="80627"/>
                  <a:pt x="20956" y="70062"/>
                </a:cubicBezTo>
                <a:cubicBezTo>
                  <a:pt x="20956" y="58177"/>
                  <a:pt x="23285" y="46760"/>
                  <a:pt x="27941" y="35813"/>
                </a:cubicBezTo>
                <a:cubicBezTo>
                  <a:pt x="32598" y="24866"/>
                  <a:pt x="39062" y="16160"/>
                  <a:pt x="47334" y="9696"/>
                </a:cubicBezTo>
                <a:cubicBezTo>
                  <a:pt x="55605" y="3232"/>
                  <a:pt x="64814" y="0"/>
                  <a:pt x="74962" y="0"/>
                </a:cubicBezTo>
                <a:cubicBezTo>
                  <a:pt x="79341" y="0"/>
                  <a:pt x="83477" y="521"/>
                  <a:pt x="87369" y="1564"/>
                </a:cubicBezTo>
                <a:cubicBezTo>
                  <a:pt x="91261" y="2606"/>
                  <a:pt x="95189" y="4379"/>
                  <a:pt x="99150" y="6881"/>
                </a:cubicBezTo>
                <a:lnTo>
                  <a:pt x="108742" y="0"/>
                </a:lnTo>
                <a:lnTo>
                  <a:pt x="115415" y="1668"/>
                </a:lnTo>
                <a:lnTo>
                  <a:pt x="104676" y="50253"/>
                </a:lnTo>
                <a:cubicBezTo>
                  <a:pt x="103912" y="53659"/>
                  <a:pt x="102174" y="62243"/>
                  <a:pt x="99463" y="76005"/>
                </a:cubicBezTo>
                <a:cubicBezTo>
                  <a:pt x="96613" y="90601"/>
                  <a:pt x="94302" y="100923"/>
                  <a:pt x="92530" y="106970"/>
                </a:cubicBezTo>
                <a:cubicBezTo>
                  <a:pt x="90758" y="113017"/>
                  <a:pt x="88551" y="118525"/>
                  <a:pt x="85910" y="123495"/>
                </a:cubicBezTo>
                <a:cubicBezTo>
                  <a:pt x="83268" y="128465"/>
                  <a:pt x="79862" y="132791"/>
                  <a:pt x="75692" y="136475"/>
                </a:cubicBezTo>
                <a:cubicBezTo>
                  <a:pt x="71522" y="140159"/>
                  <a:pt x="66465" y="143009"/>
                  <a:pt x="60522" y="145024"/>
                </a:cubicBezTo>
                <a:cubicBezTo>
                  <a:pt x="54580" y="147040"/>
                  <a:pt x="47542" y="148048"/>
                  <a:pt x="39410" y="148048"/>
                </a:cubicBezTo>
                <a:cubicBezTo>
                  <a:pt x="13137" y="148048"/>
                  <a:pt x="0" y="140402"/>
                  <a:pt x="0" y="125111"/>
                </a:cubicBezTo>
                <a:cubicBezTo>
                  <a:pt x="0" y="121219"/>
                  <a:pt x="1182" y="117674"/>
                  <a:pt x="3545" y="114477"/>
                </a:cubicBezTo>
                <a:cubicBezTo>
                  <a:pt x="5908" y="111279"/>
                  <a:pt x="9696" y="107908"/>
                  <a:pt x="14909" y="104363"/>
                </a:cubicBezTo>
                <a:lnTo>
                  <a:pt x="22416" y="110410"/>
                </a:lnTo>
                <a:moveTo>
                  <a:pt x="52338" y="90705"/>
                </a:moveTo>
                <a:cubicBezTo>
                  <a:pt x="55883" y="90705"/>
                  <a:pt x="59410" y="89489"/>
                  <a:pt x="62920" y="87056"/>
                </a:cubicBezTo>
                <a:cubicBezTo>
                  <a:pt x="66430" y="84624"/>
                  <a:pt x="70184" y="80766"/>
                  <a:pt x="74180" y="75484"/>
                </a:cubicBezTo>
                <a:cubicBezTo>
                  <a:pt x="78177" y="70201"/>
                  <a:pt x="81287" y="65162"/>
                  <a:pt x="83512" y="60366"/>
                </a:cubicBezTo>
                <a:cubicBezTo>
                  <a:pt x="85736" y="55570"/>
                  <a:pt x="87630" y="49593"/>
                  <a:pt x="89194" y="42433"/>
                </a:cubicBezTo>
                <a:cubicBezTo>
                  <a:pt x="90758" y="35274"/>
                  <a:pt x="91540" y="29054"/>
                  <a:pt x="91540" y="23771"/>
                </a:cubicBezTo>
                <a:cubicBezTo>
                  <a:pt x="91540" y="18350"/>
                  <a:pt x="90393" y="14405"/>
                  <a:pt x="88099" y="11938"/>
                </a:cubicBezTo>
                <a:cubicBezTo>
                  <a:pt x="85805" y="9470"/>
                  <a:pt x="81982" y="8236"/>
                  <a:pt x="76630" y="8236"/>
                </a:cubicBezTo>
                <a:cubicBezTo>
                  <a:pt x="69541" y="8236"/>
                  <a:pt x="63181" y="11104"/>
                  <a:pt x="57551" y="16838"/>
                </a:cubicBezTo>
                <a:cubicBezTo>
                  <a:pt x="51921" y="22572"/>
                  <a:pt x="47490" y="30305"/>
                  <a:pt x="44258" y="40035"/>
                </a:cubicBezTo>
                <a:cubicBezTo>
                  <a:pt x="41026" y="49766"/>
                  <a:pt x="39410" y="59462"/>
                  <a:pt x="39410" y="69124"/>
                </a:cubicBezTo>
                <a:cubicBezTo>
                  <a:pt x="39410" y="76352"/>
                  <a:pt x="40453" y="81757"/>
                  <a:pt x="42538" y="85336"/>
                </a:cubicBezTo>
                <a:cubicBezTo>
                  <a:pt x="44623" y="88916"/>
                  <a:pt x="47890" y="90705"/>
                  <a:pt x="52338" y="907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Update0toachieve:">
            <a:extLst xmlns:a="http://schemas.openxmlformats.org/drawingml/2006/main">
              <a:ext uri="{FF2B5EF4-FFF2-40B4-BE49-F238E27FC236}">
                <a16:creationId xmlns:a16="http://schemas.microsoft.com/office/drawing/2014/main" id="{E3149B3A-1B64-434B-8F5F-8FE3519FE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8875" y="2836590"/>
            <a:ext cx="1756428" cy="191941"/>
          </a:xfrm>
          <a:custGeom xmlns:a="http://schemas.openxmlformats.org/drawingml/2006/main">
            <a:pathLst>
              <a:path w="1756428" h="191941">
                <a:moveTo>
                  <a:pt x="96961" y="95775"/>
                </a:moveTo>
                <a:cubicBezTo>
                  <a:pt x="96961" y="103983"/>
                  <a:pt x="95797" y="111287"/>
                  <a:pt x="93468" y="117686"/>
                </a:cubicBezTo>
                <a:cubicBezTo>
                  <a:pt x="91140" y="124085"/>
                  <a:pt x="87821" y="129476"/>
                  <a:pt x="83512" y="133859"/>
                </a:cubicBezTo>
                <a:cubicBezTo>
                  <a:pt x="79202" y="138240"/>
                  <a:pt x="73989" y="141561"/>
                  <a:pt x="67873" y="143822"/>
                </a:cubicBezTo>
                <a:cubicBezTo>
                  <a:pt x="61756" y="146083"/>
                  <a:pt x="54910" y="147214"/>
                  <a:pt x="47334" y="147214"/>
                </a:cubicBezTo>
                <a:cubicBezTo>
                  <a:pt x="40453" y="147214"/>
                  <a:pt x="34110" y="146135"/>
                  <a:pt x="28306" y="143979"/>
                </a:cubicBezTo>
                <a:cubicBezTo>
                  <a:pt x="22503" y="141822"/>
                  <a:pt x="17498" y="138640"/>
                  <a:pt x="13293" y="134432"/>
                </a:cubicBezTo>
                <a:cubicBezTo>
                  <a:pt x="9088" y="130225"/>
                  <a:pt x="5821" y="125009"/>
                  <a:pt x="3493" y="118784"/>
                </a:cubicBezTo>
                <a:cubicBezTo>
                  <a:pt x="1164" y="112556"/>
                  <a:pt x="0" y="105373"/>
                  <a:pt x="0" y="97235"/>
                </a:cubicBezTo>
                <a:lnTo>
                  <a:pt x="0" y="12514"/>
                </a:lnTo>
                <a:cubicBezTo>
                  <a:pt x="0" y="12095"/>
                  <a:pt x="104" y="11712"/>
                  <a:pt x="313" y="11364"/>
                </a:cubicBezTo>
                <a:cubicBezTo>
                  <a:pt x="521" y="11017"/>
                  <a:pt x="886" y="10739"/>
                  <a:pt x="1407" y="10530"/>
                </a:cubicBezTo>
                <a:cubicBezTo>
                  <a:pt x="1929" y="10322"/>
                  <a:pt x="2572" y="10148"/>
                  <a:pt x="3336" y="10009"/>
                </a:cubicBezTo>
                <a:cubicBezTo>
                  <a:pt x="4101" y="9870"/>
                  <a:pt x="5109" y="9800"/>
                  <a:pt x="6360" y="9800"/>
                </a:cubicBezTo>
                <a:cubicBezTo>
                  <a:pt x="7541" y="9800"/>
                  <a:pt x="8549" y="9870"/>
                  <a:pt x="9383" y="10009"/>
                </a:cubicBezTo>
                <a:cubicBezTo>
                  <a:pt x="10217" y="10148"/>
                  <a:pt x="10878" y="10322"/>
                  <a:pt x="11364" y="10530"/>
                </a:cubicBezTo>
                <a:cubicBezTo>
                  <a:pt x="11851" y="10739"/>
                  <a:pt x="12198" y="11018"/>
                  <a:pt x="12407" y="11368"/>
                </a:cubicBezTo>
                <a:cubicBezTo>
                  <a:pt x="12615" y="11715"/>
                  <a:pt x="12720" y="12097"/>
                  <a:pt x="12720" y="12514"/>
                </a:cubicBezTo>
                <a:lnTo>
                  <a:pt x="12720" y="95156"/>
                </a:lnTo>
                <a:cubicBezTo>
                  <a:pt x="12720" y="101902"/>
                  <a:pt x="13536" y="107815"/>
                  <a:pt x="15170" y="112893"/>
                </a:cubicBezTo>
                <a:cubicBezTo>
                  <a:pt x="16803" y="117971"/>
                  <a:pt x="19166" y="122198"/>
                  <a:pt x="22259" y="125574"/>
                </a:cubicBezTo>
                <a:cubicBezTo>
                  <a:pt x="25352" y="128947"/>
                  <a:pt x="29106" y="131486"/>
                  <a:pt x="33519" y="133191"/>
                </a:cubicBezTo>
                <a:cubicBezTo>
                  <a:pt x="37933" y="134894"/>
                  <a:pt x="42920" y="135745"/>
                  <a:pt x="48480" y="135745"/>
                </a:cubicBezTo>
                <a:cubicBezTo>
                  <a:pt x="54110" y="135745"/>
                  <a:pt x="59132" y="134929"/>
                  <a:pt x="63546" y="133295"/>
                </a:cubicBezTo>
                <a:cubicBezTo>
                  <a:pt x="67960" y="131660"/>
                  <a:pt x="71696" y="129173"/>
                  <a:pt x="74754" y="125834"/>
                </a:cubicBezTo>
                <a:cubicBezTo>
                  <a:pt x="77812" y="122494"/>
                  <a:pt x="80158" y="118336"/>
                  <a:pt x="81791" y="113362"/>
                </a:cubicBezTo>
                <a:cubicBezTo>
                  <a:pt x="83425" y="108388"/>
                  <a:pt x="84241" y="102563"/>
                  <a:pt x="84241" y="95886"/>
                </a:cubicBezTo>
                <a:lnTo>
                  <a:pt x="84241" y="12514"/>
                </a:lnTo>
                <a:cubicBezTo>
                  <a:pt x="84241" y="12097"/>
                  <a:pt x="84346" y="11715"/>
                  <a:pt x="84554" y="11368"/>
                </a:cubicBezTo>
                <a:cubicBezTo>
                  <a:pt x="84763" y="11018"/>
                  <a:pt x="85110" y="10739"/>
                  <a:pt x="85597" y="10530"/>
                </a:cubicBezTo>
                <a:cubicBezTo>
                  <a:pt x="86083" y="10322"/>
                  <a:pt x="86744" y="10148"/>
                  <a:pt x="87578" y="10009"/>
                </a:cubicBezTo>
                <a:cubicBezTo>
                  <a:pt x="88412" y="9870"/>
                  <a:pt x="89420" y="9800"/>
                  <a:pt x="90601" y="9800"/>
                </a:cubicBezTo>
                <a:cubicBezTo>
                  <a:pt x="91783" y="9800"/>
                  <a:pt x="92791" y="9870"/>
                  <a:pt x="93625" y="10009"/>
                </a:cubicBezTo>
                <a:cubicBezTo>
                  <a:pt x="94459" y="10148"/>
                  <a:pt x="95119" y="10322"/>
                  <a:pt x="95606" y="10530"/>
                </a:cubicBezTo>
                <a:cubicBezTo>
                  <a:pt x="96092" y="10739"/>
                  <a:pt x="96440" y="11017"/>
                  <a:pt x="96648" y="11364"/>
                </a:cubicBezTo>
                <a:cubicBezTo>
                  <a:pt x="96857" y="11712"/>
                  <a:pt x="96961" y="12095"/>
                  <a:pt x="96961" y="12514"/>
                </a:cubicBezTo>
                <a:lnTo>
                  <a:pt x="96961" y="95775"/>
                </a:lnTo>
                <a:close/>
                <a:moveTo>
                  <a:pt x="215744" y="94719"/>
                </a:moveTo>
                <a:cubicBezTo>
                  <a:pt x="215744" y="102789"/>
                  <a:pt x="214857" y="110059"/>
                  <a:pt x="213085" y="116529"/>
                </a:cubicBezTo>
                <a:cubicBezTo>
                  <a:pt x="211313" y="123000"/>
                  <a:pt x="208706" y="128497"/>
                  <a:pt x="205266" y="133022"/>
                </a:cubicBezTo>
                <a:cubicBezTo>
                  <a:pt x="201825" y="137544"/>
                  <a:pt x="197568" y="141040"/>
                  <a:pt x="192494" y="143509"/>
                </a:cubicBezTo>
                <a:cubicBezTo>
                  <a:pt x="187420" y="145979"/>
                  <a:pt x="181616" y="147214"/>
                  <a:pt x="175082" y="147214"/>
                </a:cubicBezTo>
                <a:cubicBezTo>
                  <a:pt x="172302" y="147214"/>
                  <a:pt x="169696" y="146917"/>
                  <a:pt x="167263" y="146324"/>
                </a:cubicBezTo>
                <a:cubicBezTo>
                  <a:pt x="164830" y="145734"/>
                  <a:pt x="162450" y="144813"/>
                  <a:pt x="160121" y="143562"/>
                </a:cubicBezTo>
                <a:cubicBezTo>
                  <a:pt x="157793" y="142308"/>
                  <a:pt x="155464" y="140742"/>
                  <a:pt x="153136" y="138863"/>
                </a:cubicBezTo>
                <a:cubicBezTo>
                  <a:pt x="150808" y="136985"/>
                  <a:pt x="148357" y="134723"/>
                  <a:pt x="145786" y="132080"/>
                </a:cubicBezTo>
                <a:lnTo>
                  <a:pt x="145786" y="180785"/>
                </a:lnTo>
                <a:cubicBezTo>
                  <a:pt x="145786" y="181202"/>
                  <a:pt x="145681" y="181585"/>
                  <a:pt x="145473" y="181932"/>
                </a:cubicBezTo>
                <a:cubicBezTo>
                  <a:pt x="145264" y="182280"/>
                  <a:pt x="144934" y="182575"/>
                  <a:pt x="144482" y="182818"/>
                </a:cubicBezTo>
                <a:cubicBezTo>
                  <a:pt x="144031" y="183062"/>
                  <a:pt x="143405" y="183235"/>
                  <a:pt x="142606" y="183340"/>
                </a:cubicBezTo>
                <a:cubicBezTo>
                  <a:pt x="141806" y="183444"/>
                  <a:pt x="140781" y="183496"/>
                  <a:pt x="139530" y="183496"/>
                </a:cubicBezTo>
                <a:cubicBezTo>
                  <a:pt x="138349" y="183496"/>
                  <a:pt x="137358" y="183444"/>
                  <a:pt x="136559" y="183340"/>
                </a:cubicBezTo>
                <a:cubicBezTo>
                  <a:pt x="135759" y="183235"/>
                  <a:pt x="135117" y="183062"/>
                  <a:pt x="134630" y="182818"/>
                </a:cubicBezTo>
                <a:cubicBezTo>
                  <a:pt x="134143" y="182575"/>
                  <a:pt x="133813" y="182279"/>
                  <a:pt x="133639" y="181929"/>
                </a:cubicBezTo>
                <a:cubicBezTo>
                  <a:pt x="133466" y="181581"/>
                  <a:pt x="133379" y="181199"/>
                  <a:pt x="133379" y="180782"/>
                </a:cubicBezTo>
                <a:lnTo>
                  <a:pt x="133379" y="48797"/>
                </a:lnTo>
                <a:cubicBezTo>
                  <a:pt x="133379" y="48310"/>
                  <a:pt x="133466" y="47893"/>
                  <a:pt x="133639" y="47545"/>
                </a:cubicBezTo>
                <a:cubicBezTo>
                  <a:pt x="133813" y="47196"/>
                  <a:pt x="134126" y="46917"/>
                  <a:pt x="134578" y="46708"/>
                </a:cubicBezTo>
                <a:cubicBezTo>
                  <a:pt x="135030" y="46500"/>
                  <a:pt x="135620" y="46343"/>
                  <a:pt x="136350" y="46239"/>
                </a:cubicBezTo>
                <a:cubicBezTo>
                  <a:pt x="137080" y="46135"/>
                  <a:pt x="137966" y="46083"/>
                  <a:pt x="139009" y="46083"/>
                </a:cubicBezTo>
                <a:cubicBezTo>
                  <a:pt x="140051" y="46083"/>
                  <a:pt x="140920" y="46136"/>
                  <a:pt x="141615" y="46242"/>
                </a:cubicBezTo>
                <a:cubicBezTo>
                  <a:pt x="142310" y="46346"/>
                  <a:pt x="142901" y="46504"/>
                  <a:pt x="143388" y="46715"/>
                </a:cubicBezTo>
                <a:cubicBezTo>
                  <a:pt x="143874" y="46923"/>
                  <a:pt x="144222" y="47202"/>
                  <a:pt x="144430" y="47552"/>
                </a:cubicBezTo>
                <a:cubicBezTo>
                  <a:pt x="144639" y="47902"/>
                  <a:pt x="144743" y="48322"/>
                  <a:pt x="144743" y="48813"/>
                </a:cubicBezTo>
                <a:lnTo>
                  <a:pt x="144743" y="62572"/>
                </a:lnTo>
                <a:cubicBezTo>
                  <a:pt x="147662" y="59581"/>
                  <a:pt x="150443" y="56990"/>
                  <a:pt x="153084" y="54798"/>
                </a:cubicBezTo>
                <a:cubicBezTo>
                  <a:pt x="155725" y="52606"/>
                  <a:pt x="158366" y="50781"/>
                  <a:pt x="161008" y="49321"/>
                </a:cubicBezTo>
                <a:cubicBezTo>
                  <a:pt x="163649" y="47859"/>
                  <a:pt x="166359" y="46781"/>
                  <a:pt x="169140" y="46086"/>
                </a:cubicBezTo>
                <a:cubicBezTo>
                  <a:pt x="171920" y="45389"/>
                  <a:pt x="174874" y="45040"/>
                  <a:pt x="178002" y="45040"/>
                </a:cubicBezTo>
                <a:cubicBezTo>
                  <a:pt x="184813" y="45040"/>
                  <a:pt x="190617" y="46344"/>
                  <a:pt x="195413" y="48953"/>
                </a:cubicBezTo>
                <a:cubicBezTo>
                  <a:pt x="200209" y="51562"/>
                  <a:pt x="204119" y="55128"/>
                  <a:pt x="207142" y="59653"/>
                </a:cubicBezTo>
                <a:cubicBezTo>
                  <a:pt x="210166" y="64175"/>
                  <a:pt x="212355" y="69445"/>
                  <a:pt x="213710" y="75464"/>
                </a:cubicBezTo>
                <a:cubicBezTo>
                  <a:pt x="215066" y="81481"/>
                  <a:pt x="215744" y="87899"/>
                  <a:pt x="215744" y="94719"/>
                </a:cubicBezTo>
                <a:moveTo>
                  <a:pt x="202711" y="96700"/>
                </a:moveTo>
                <a:cubicBezTo>
                  <a:pt x="202711" y="91411"/>
                  <a:pt x="202294" y="86314"/>
                  <a:pt x="201460" y="81407"/>
                </a:cubicBezTo>
                <a:cubicBezTo>
                  <a:pt x="200626" y="76500"/>
                  <a:pt x="199218" y="72133"/>
                  <a:pt x="197238" y="68306"/>
                </a:cubicBezTo>
                <a:cubicBezTo>
                  <a:pt x="195257" y="64479"/>
                  <a:pt x="192615" y="61417"/>
                  <a:pt x="189314" y="59121"/>
                </a:cubicBezTo>
                <a:cubicBezTo>
                  <a:pt x="186012" y="56823"/>
                  <a:pt x="181859" y="55674"/>
                  <a:pt x="176855" y="55674"/>
                </a:cubicBezTo>
                <a:cubicBezTo>
                  <a:pt x="174353" y="55674"/>
                  <a:pt x="171903" y="56023"/>
                  <a:pt x="169505" y="56720"/>
                </a:cubicBezTo>
                <a:cubicBezTo>
                  <a:pt x="167107" y="57415"/>
                  <a:pt x="164657" y="58563"/>
                  <a:pt x="162154" y="60164"/>
                </a:cubicBezTo>
                <a:cubicBezTo>
                  <a:pt x="159652" y="61765"/>
                  <a:pt x="157046" y="63836"/>
                  <a:pt x="154335" y="66377"/>
                </a:cubicBezTo>
                <a:cubicBezTo>
                  <a:pt x="151624" y="68919"/>
                  <a:pt x="148774" y="72069"/>
                  <a:pt x="145786" y="75829"/>
                </a:cubicBezTo>
                <a:lnTo>
                  <a:pt x="145786" y="116949"/>
                </a:lnTo>
                <a:cubicBezTo>
                  <a:pt x="150999" y="123283"/>
                  <a:pt x="155986" y="128139"/>
                  <a:pt x="160747" y="131516"/>
                </a:cubicBezTo>
                <a:cubicBezTo>
                  <a:pt x="165508" y="134892"/>
                  <a:pt x="170495" y="136579"/>
                  <a:pt x="175708" y="136579"/>
                </a:cubicBezTo>
                <a:cubicBezTo>
                  <a:pt x="180504" y="136579"/>
                  <a:pt x="184622" y="135414"/>
                  <a:pt x="188063" y="133084"/>
                </a:cubicBezTo>
                <a:cubicBezTo>
                  <a:pt x="191503" y="130751"/>
                  <a:pt x="194301" y="127688"/>
                  <a:pt x="196456" y="123896"/>
                </a:cubicBezTo>
                <a:cubicBezTo>
                  <a:pt x="198610" y="120103"/>
                  <a:pt x="200192" y="115823"/>
                  <a:pt x="201199" y="111056"/>
                </a:cubicBezTo>
                <a:cubicBezTo>
                  <a:pt x="202207" y="106288"/>
                  <a:pt x="202711" y="101503"/>
                  <a:pt x="202711" y="96700"/>
                </a:cubicBezTo>
                <a:close/>
                <a:moveTo>
                  <a:pt x="320071" y="143249"/>
                </a:moveTo>
                <a:cubicBezTo>
                  <a:pt x="320071" y="143737"/>
                  <a:pt x="319984" y="144156"/>
                  <a:pt x="319811" y="144503"/>
                </a:cubicBezTo>
                <a:cubicBezTo>
                  <a:pt x="319637" y="144851"/>
                  <a:pt x="319324" y="145129"/>
                  <a:pt x="318872" y="145337"/>
                </a:cubicBezTo>
                <a:cubicBezTo>
                  <a:pt x="318420" y="145546"/>
                  <a:pt x="317847" y="145702"/>
                  <a:pt x="317152" y="145806"/>
                </a:cubicBezTo>
                <a:cubicBezTo>
                  <a:pt x="316457" y="145911"/>
                  <a:pt x="315588" y="145963"/>
                  <a:pt x="314546" y="145963"/>
                </a:cubicBezTo>
                <a:cubicBezTo>
                  <a:pt x="313433" y="145963"/>
                  <a:pt x="312512" y="145911"/>
                  <a:pt x="311783" y="145806"/>
                </a:cubicBezTo>
                <a:cubicBezTo>
                  <a:pt x="311053" y="145704"/>
                  <a:pt x="310462" y="145549"/>
                  <a:pt x="310010" y="145340"/>
                </a:cubicBezTo>
                <a:cubicBezTo>
                  <a:pt x="309558" y="145134"/>
                  <a:pt x="309211" y="144858"/>
                  <a:pt x="308968" y="144513"/>
                </a:cubicBezTo>
                <a:cubicBezTo>
                  <a:pt x="308724" y="144165"/>
                  <a:pt x="308603" y="143751"/>
                  <a:pt x="308603" y="143268"/>
                </a:cubicBezTo>
                <a:lnTo>
                  <a:pt x="308603" y="129786"/>
                </a:lnTo>
                <a:cubicBezTo>
                  <a:pt x="303598" y="135212"/>
                  <a:pt x="298420" y="139474"/>
                  <a:pt x="293068" y="142571"/>
                </a:cubicBezTo>
                <a:cubicBezTo>
                  <a:pt x="287716" y="145666"/>
                  <a:pt x="281878" y="147214"/>
                  <a:pt x="275553" y="147214"/>
                </a:cubicBezTo>
                <a:cubicBezTo>
                  <a:pt x="268741" y="147214"/>
                  <a:pt x="262937" y="145892"/>
                  <a:pt x="258141" y="143249"/>
                </a:cubicBezTo>
                <a:cubicBezTo>
                  <a:pt x="253345" y="140605"/>
                  <a:pt x="249436" y="137023"/>
                  <a:pt x="246412" y="132500"/>
                </a:cubicBezTo>
                <a:cubicBezTo>
                  <a:pt x="243389" y="127976"/>
                  <a:pt x="241182" y="122671"/>
                  <a:pt x="239792" y="116584"/>
                </a:cubicBezTo>
                <a:cubicBezTo>
                  <a:pt x="238402" y="110496"/>
                  <a:pt x="237707" y="104042"/>
                  <a:pt x="237707" y="97222"/>
                </a:cubicBezTo>
                <a:cubicBezTo>
                  <a:pt x="237707" y="89222"/>
                  <a:pt x="238575" y="82004"/>
                  <a:pt x="240313" y="75568"/>
                </a:cubicBezTo>
                <a:cubicBezTo>
                  <a:pt x="242051" y="69132"/>
                  <a:pt x="244622" y="63653"/>
                  <a:pt x="248028" y="59131"/>
                </a:cubicBezTo>
                <a:cubicBezTo>
                  <a:pt x="251434" y="54607"/>
                  <a:pt x="255639" y="51127"/>
                  <a:pt x="260644" y="48692"/>
                </a:cubicBezTo>
                <a:cubicBezTo>
                  <a:pt x="265648" y="46257"/>
                  <a:pt x="271452" y="45040"/>
                  <a:pt x="278055" y="45040"/>
                </a:cubicBezTo>
                <a:cubicBezTo>
                  <a:pt x="283754" y="45040"/>
                  <a:pt x="288967" y="46311"/>
                  <a:pt x="293694" y="48852"/>
                </a:cubicBezTo>
                <a:cubicBezTo>
                  <a:pt x="298420" y="51391"/>
                  <a:pt x="303077" y="55130"/>
                  <a:pt x="307664" y="60070"/>
                </a:cubicBezTo>
                <a:lnTo>
                  <a:pt x="307664" y="3134"/>
                </a:lnTo>
                <a:cubicBezTo>
                  <a:pt x="307664" y="2715"/>
                  <a:pt x="307751" y="2332"/>
                  <a:pt x="307925" y="1984"/>
                </a:cubicBezTo>
                <a:cubicBezTo>
                  <a:pt x="308099" y="1637"/>
                  <a:pt x="308429" y="1359"/>
                  <a:pt x="308916" y="1150"/>
                </a:cubicBezTo>
                <a:cubicBezTo>
                  <a:pt x="309402" y="939"/>
                  <a:pt x="310045" y="765"/>
                  <a:pt x="310844" y="626"/>
                </a:cubicBezTo>
                <a:cubicBezTo>
                  <a:pt x="311644" y="487"/>
                  <a:pt x="312634" y="417"/>
                  <a:pt x="313816" y="417"/>
                </a:cubicBezTo>
                <a:cubicBezTo>
                  <a:pt x="315067" y="417"/>
                  <a:pt x="316092" y="487"/>
                  <a:pt x="316891" y="626"/>
                </a:cubicBezTo>
                <a:cubicBezTo>
                  <a:pt x="317691" y="765"/>
                  <a:pt x="318316" y="938"/>
                  <a:pt x="318768" y="1147"/>
                </a:cubicBezTo>
                <a:cubicBezTo>
                  <a:pt x="319220" y="1355"/>
                  <a:pt x="319550" y="1633"/>
                  <a:pt x="319758" y="1981"/>
                </a:cubicBezTo>
                <a:cubicBezTo>
                  <a:pt x="319967" y="2328"/>
                  <a:pt x="320071" y="2712"/>
                  <a:pt x="320071" y="3131"/>
                </a:cubicBezTo>
                <a:lnTo>
                  <a:pt x="320071" y="143249"/>
                </a:lnTo>
                <a:moveTo>
                  <a:pt x="307664" y="75200"/>
                </a:moveTo>
                <a:cubicBezTo>
                  <a:pt x="302451" y="68866"/>
                  <a:pt x="297430" y="64029"/>
                  <a:pt x="292599" y="60689"/>
                </a:cubicBezTo>
                <a:cubicBezTo>
                  <a:pt x="287768" y="57346"/>
                  <a:pt x="282712" y="55674"/>
                  <a:pt x="277429" y="55674"/>
                </a:cubicBezTo>
                <a:cubicBezTo>
                  <a:pt x="272633" y="55674"/>
                  <a:pt x="268532" y="56823"/>
                  <a:pt x="265127" y="59121"/>
                </a:cubicBezTo>
                <a:cubicBezTo>
                  <a:pt x="261721" y="61417"/>
                  <a:pt x="258941" y="64444"/>
                  <a:pt x="256786" y="68202"/>
                </a:cubicBezTo>
                <a:cubicBezTo>
                  <a:pt x="254631" y="71959"/>
                  <a:pt x="253067" y="76205"/>
                  <a:pt x="252094" y="80938"/>
                </a:cubicBezTo>
                <a:cubicBezTo>
                  <a:pt x="251121" y="85671"/>
                  <a:pt x="250635" y="90473"/>
                  <a:pt x="250635" y="95345"/>
                </a:cubicBezTo>
                <a:cubicBezTo>
                  <a:pt x="250635" y="100564"/>
                  <a:pt x="251052" y="105645"/>
                  <a:pt x="251886" y="110586"/>
                </a:cubicBezTo>
                <a:cubicBezTo>
                  <a:pt x="252720" y="115528"/>
                  <a:pt x="254145" y="119929"/>
                  <a:pt x="256160" y="123791"/>
                </a:cubicBezTo>
                <a:cubicBezTo>
                  <a:pt x="258176" y="127653"/>
                  <a:pt x="260852" y="130751"/>
                  <a:pt x="264188" y="133084"/>
                </a:cubicBezTo>
                <a:cubicBezTo>
                  <a:pt x="267525" y="135414"/>
                  <a:pt x="271695" y="136579"/>
                  <a:pt x="276699" y="136579"/>
                </a:cubicBezTo>
                <a:cubicBezTo>
                  <a:pt x="279202" y="136579"/>
                  <a:pt x="281634" y="136232"/>
                  <a:pt x="283998" y="135537"/>
                </a:cubicBezTo>
                <a:cubicBezTo>
                  <a:pt x="286361" y="134840"/>
                  <a:pt x="288794" y="133691"/>
                  <a:pt x="291296" y="132090"/>
                </a:cubicBezTo>
                <a:cubicBezTo>
                  <a:pt x="293798" y="130489"/>
                  <a:pt x="296387" y="128418"/>
                  <a:pt x="299063" y="125877"/>
                </a:cubicBezTo>
                <a:cubicBezTo>
                  <a:pt x="301739" y="123335"/>
                  <a:pt x="304606" y="120185"/>
                  <a:pt x="307664" y="116425"/>
                </a:cubicBezTo>
                <a:lnTo>
                  <a:pt x="307664" y="75200"/>
                </a:lnTo>
                <a:close/>
                <a:moveTo>
                  <a:pt x="420646" y="143252"/>
                </a:moveTo>
                <a:cubicBezTo>
                  <a:pt x="420646" y="143947"/>
                  <a:pt x="420420" y="144486"/>
                  <a:pt x="419968" y="144868"/>
                </a:cubicBezTo>
                <a:cubicBezTo>
                  <a:pt x="419516" y="145250"/>
                  <a:pt x="418926" y="145528"/>
                  <a:pt x="418196" y="145702"/>
                </a:cubicBezTo>
                <a:cubicBezTo>
                  <a:pt x="417466" y="145876"/>
                  <a:pt x="416476" y="145963"/>
                  <a:pt x="415224" y="145963"/>
                </a:cubicBezTo>
                <a:cubicBezTo>
                  <a:pt x="414043" y="145963"/>
                  <a:pt x="413035" y="145876"/>
                  <a:pt x="412201" y="145702"/>
                </a:cubicBezTo>
                <a:cubicBezTo>
                  <a:pt x="411367" y="145528"/>
                  <a:pt x="410724" y="145250"/>
                  <a:pt x="410272" y="144868"/>
                </a:cubicBezTo>
                <a:cubicBezTo>
                  <a:pt x="409820" y="144486"/>
                  <a:pt x="409594" y="143947"/>
                  <a:pt x="409594" y="143252"/>
                </a:cubicBezTo>
                <a:lnTo>
                  <a:pt x="409594" y="132722"/>
                </a:lnTo>
                <a:cubicBezTo>
                  <a:pt x="405355" y="137309"/>
                  <a:pt x="400680" y="140871"/>
                  <a:pt x="395572" y="143408"/>
                </a:cubicBezTo>
                <a:cubicBezTo>
                  <a:pt x="390463" y="145945"/>
                  <a:pt x="385163" y="147214"/>
                  <a:pt x="379672" y="147214"/>
                </a:cubicBezTo>
                <a:cubicBezTo>
                  <a:pt x="374737" y="147214"/>
                  <a:pt x="370306" y="146571"/>
                  <a:pt x="366379" y="145285"/>
                </a:cubicBezTo>
                <a:cubicBezTo>
                  <a:pt x="362452" y="143999"/>
                  <a:pt x="359133" y="142157"/>
                  <a:pt x="356422" y="139759"/>
                </a:cubicBezTo>
                <a:cubicBezTo>
                  <a:pt x="353712" y="137361"/>
                  <a:pt x="351626" y="134460"/>
                  <a:pt x="350167" y="131054"/>
                </a:cubicBezTo>
                <a:cubicBezTo>
                  <a:pt x="348707" y="127648"/>
                  <a:pt x="347977" y="123825"/>
                  <a:pt x="347977" y="119585"/>
                </a:cubicBezTo>
                <a:cubicBezTo>
                  <a:pt x="347977" y="114372"/>
                  <a:pt x="349055" y="109837"/>
                  <a:pt x="351209" y="105979"/>
                </a:cubicBezTo>
                <a:cubicBezTo>
                  <a:pt x="353364" y="102122"/>
                  <a:pt x="356422" y="98907"/>
                  <a:pt x="360384" y="96335"/>
                </a:cubicBezTo>
                <a:cubicBezTo>
                  <a:pt x="364346" y="93764"/>
                  <a:pt x="369107" y="91835"/>
                  <a:pt x="374668" y="90549"/>
                </a:cubicBezTo>
                <a:cubicBezTo>
                  <a:pt x="380228" y="89263"/>
                  <a:pt x="386414" y="88620"/>
                  <a:pt x="393226" y="88620"/>
                </a:cubicBezTo>
                <a:lnTo>
                  <a:pt x="408239" y="88620"/>
                </a:lnTo>
                <a:lnTo>
                  <a:pt x="408239" y="80462"/>
                </a:lnTo>
                <a:cubicBezTo>
                  <a:pt x="408239" y="76418"/>
                  <a:pt x="407822" y="72845"/>
                  <a:pt x="406988" y="69743"/>
                </a:cubicBezTo>
                <a:cubicBezTo>
                  <a:pt x="406154" y="66639"/>
                  <a:pt x="404799" y="64041"/>
                  <a:pt x="402922" y="61949"/>
                </a:cubicBezTo>
                <a:cubicBezTo>
                  <a:pt x="401045" y="59858"/>
                  <a:pt x="398612" y="58290"/>
                  <a:pt x="395624" y="57245"/>
                </a:cubicBezTo>
                <a:cubicBezTo>
                  <a:pt x="392635" y="56198"/>
                  <a:pt x="388986" y="55674"/>
                  <a:pt x="384677" y="55674"/>
                </a:cubicBezTo>
                <a:cubicBezTo>
                  <a:pt x="380506" y="55674"/>
                  <a:pt x="376753" y="56178"/>
                  <a:pt x="373417" y="57186"/>
                </a:cubicBezTo>
                <a:cubicBezTo>
                  <a:pt x="370080" y="58194"/>
                  <a:pt x="367161" y="59323"/>
                  <a:pt x="364659" y="60575"/>
                </a:cubicBezTo>
                <a:cubicBezTo>
                  <a:pt x="362157" y="61826"/>
                  <a:pt x="360089" y="62955"/>
                  <a:pt x="358455" y="63963"/>
                </a:cubicBezTo>
                <a:cubicBezTo>
                  <a:pt x="356822" y="64971"/>
                  <a:pt x="355658" y="65475"/>
                  <a:pt x="354963" y="65475"/>
                </a:cubicBezTo>
                <a:cubicBezTo>
                  <a:pt x="354546" y="65475"/>
                  <a:pt x="354163" y="65405"/>
                  <a:pt x="353816" y="65266"/>
                </a:cubicBezTo>
                <a:cubicBezTo>
                  <a:pt x="353468" y="65125"/>
                  <a:pt x="353173" y="64862"/>
                  <a:pt x="352930" y="64478"/>
                </a:cubicBezTo>
                <a:cubicBezTo>
                  <a:pt x="352686" y="64091"/>
                  <a:pt x="352513" y="63600"/>
                  <a:pt x="352408" y="63005"/>
                </a:cubicBezTo>
                <a:cubicBezTo>
                  <a:pt x="352304" y="62408"/>
                  <a:pt x="352252" y="61689"/>
                  <a:pt x="352252" y="60848"/>
                </a:cubicBezTo>
                <a:cubicBezTo>
                  <a:pt x="352252" y="59376"/>
                  <a:pt x="352356" y="58202"/>
                  <a:pt x="352565" y="57326"/>
                </a:cubicBezTo>
                <a:cubicBezTo>
                  <a:pt x="352773" y="56449"/>
                  <a:pt x="353312" y="55572"/>
                  <a:pt x="354181" y="54697"/>
                </a:cubicBezTo>
                <a:cubicBezTo>
                  <a:pt x="355050" y="53819"/>
                  <a:pt x="356596" y="52797"/>
                  <a:pt x="358820" y="51631"/>
                </a:cubicBezTo>
                <a:cubicBezTo>
                  <a:pt x="361044" y="50463"/>
                  <a:pt x="363599" y="49381"/>
                  <a:pt x="366483" y="48386"/>
                </a:cubicBezTo>
                <a:cubicBezTo>
                  <a:pt x="369368" y="47391"/>
                  <a:pt x="372478" y="46585"/>
                  <a:pt x="375814" y="45969"/>
                </a:cubicBezTo>
                <a:cubicBezTo>
                  <a:pt x="379151" y="45349"/>
                  <a:pt x="382487" y="45040"/>
                  <a:pt x="385823" y="45040"/>
                </a:cubicBezTo>
                <a:cubicBezTo>
                  <a:pt x="392287" y="45040"/>
                  <a:pt x="397744" y="45822"/>
                  <a:pt x="402192" y="47386"/>
                </a:cubicBezTo>
                <a:cubicBezTo>
                  <a:pt x="406640" y="48950"/>
                  <a:pt x="410237" y="51191"/>
                  <a:pt x="412983" y="54110"/>
                </a:cubicBezTo>
                <a:cubicBezTo>
                  <a:pt x="415728" y="57030"/>
                  <a:pt x="417692" y="60627"/>
                  <a:pt x="418874" y="64901"/>
                </a:cubicBezTo>
                <a:cubicBezTo>
                  <a:pt x="420055" y="69176"/>
                  <a:pt x="420646" y="74024"/>
                  <a:pt x="420646" y="79445"/>
                </a:cubicBezTo>
                <a:lnTo>
                  <a:pt x="420646" y="143252"/>
                </a:lnTo>
                <a:moveTo>
                  <a:pt x="408239" y="98838"/>
                </a:moveTo>
                <a:lnTo>
                  <a:pt x="391036" y="98838"/>
                </a:lnTo>
                <a:cubicBezTo>
                  <a:pt x="386032" y="98838"/>
                  <a:pt x="381653" y="99289"/>
                  <a:pt x="377900" y="100193"/>
                </a:cubicBezTo>
                <a:cubicBezTo>
                  <a:pt x="374146" y="101097"/>
                  <a:pt x="371019" y="102417"/>
                  <a:pt x="368516" y="104155"/>
                </a:cubicBezTo>
                <a:cubicBezTo>
                  <a:pt x="366014" y="105893"/>
                  <a:pt x="364155" y="107978"/>
                  <a:pt x="362938" y="110410"/>
                </a:cubicBezTo>
                <a:cubicBezTo>
                  <a:pt x="361722" y="112843"/>
                  <a:pt x="361114" y="115623"/>
                  <a:pt x="361114" y="118751"/>
                </a:cubicBezTo>
                <a:cubicBezTo>
                  <a:pt x="361114" y="124173"/>
                  <a:pt x="362834" y="128499"/>
                  <a:pt x="366275" y="131731"/>
                </a:cubicBezTo>
                <a:cubicBezTo>
                  <a:pt x="369715" y="134963"/>
                  <a:pt x="374563" y="136579"/>
                  <a:pt x="380819" y="136579"/>
                </a:cubicBezTo>
                <a:cubicBezTo>
                  <a:pt x="385754" y="136579"/>
                  <a:pt x="390359" y="135311"/>
                  <a:pt x="394633" y="132774"/>
                </a:cubicBezTo>
                <a:cubicBezTo>
                  <a:pt x="398908" y="130237"/>
                  <a:pt x="403443" y="126327"/>
                  <a:pt x="408239" y="121045"/>
                </a:cubicBezTo>
                <a:lnTo>
                  <a:pt x="408239" y="98838"/>
                </a:lnTo>
                <a:close/>
                <a:moveTo>
                  <a:pt x="499056" y="137726"/>
                </a:moveTo>
                <a:cubicBezTo>
                  <a:pt x="499056" y="139186"/>
                  <a:pt x="498934" y="140368"/>
                  <a:pt x="498691" y="141271"/>
                </a:cubicBezTo>
                <a:cubicBezTo>
                  <a:pt x="498448" y="142175"/>
                  <a:pt x="498065" y="142887"/>
                  <a:pt x="497544" y="143408"/>
                </a:cubicBezTo>
                <a:cubicBezTo>
                  <a:pt x="497023" y="143930"/>
                  <a:pt x="496258" y="144416"/>
                  <a:pt x="495250" y="144868"/>
                </a:cubicBezTo>
                <a:cubicBezTo>
                  <a:pt x="494243" y="145320"/>
                  <a:pt x="493078" y="145702"/>
                  <a:pt x="491758" y="146015"/>
                </a:cubicBezTo>
                <a:cubicBezTo>
                  <a:pt x="490437" y="146328"/>
                  <a:pt x="489047" y="146571"/>
                  <a:pt x="487587" y="146745"/>
                </a:cubicBezTo>
                <a:cubicBezTo>
                  <a:pt x="486128" y="146918"/>
                  <a:pt x="484703" y="147005"/>
                  <a:pt x="483313" y="147005"/>
                </a:cubicBezTo>
                <a:cubicBezTo>
                  <a:pt x="478656" y="147005"/>
                  <a:pt x="474694" y="146380"/>
                  <a:pt x="471427" y="145129"/>
                </a:cubicBezTo>
                <a:cubicBezTo>
                  <a:pt x="468160" y="143878"/>
                  <a:pt x="465484" y="141984"/>
                  <a:pt x="463399" y="139447"/>
                </a:cubicBezTo>
                <a:cubicBezTo>
                  <a:pt x="461314" y="136910"/>
                  <a:pt x="459802" y="133695"/>
                  <a:pt x="458864" y="129803"/>
                </a:cubicBezTo>
                <a:cubicBezTo>
                  <a:pt x="457926" y="125910"/>
                  <a:pt x="457456" y="121323"/>
                  <a:pt x="457456" y="116040"/>
                </a:cubicBezTo>
                <a:lnTo>
                  <a:pt x="457456" y="57343"/>
                </a:lnTo>
                <a:lnTo>
                  <a:pt x="443381" y="57343"/>
                </a:lnTo>
                <a:cubicBezTo>
                  <a:pt x="442408" y="57343"/>
                  <a:pt x="441644" y="56904"/>
                  <a:pt x="441088" y="56026"/>
                </a:cubicBezTo>
                <a:cubicBezTo>
                  <a:pt x="440532" y="55149"/>
                  <a:pt x="440254" y="53832"/>
                  <a:pt x="440254" y="52077"/>
                </a:cubicBezTo>
                <a:cubicBezTo>
                  <a:pt x="440254" y="51165"/>
                  <a:pt x="440323" y="50376"/>
                  <a:pt x="440462" y="49709"/>
                </a:cubicBezTo>
                <a:cubicBezTo>
                  <a:pt x="440601" y="49042"/>
                  <a:pt x="440810" y="48480"/>
                  <a:pt x="441088" y="48024"/>
                </a:cubicBezTo>
                <a:cubicBezTo>
                  <a:pt x="441366" y="47568"/>
                  <a:pt x="441696" y="47235"/>
                  <a:pt x="442078" y="47024"/>
                </a:cubicBezTo>
                <a:cubicBezTo>
                  <a:pt x="442461" y="46813"/>
                  <a:pt x="442895" y="46708"/>
                  <a:pt x="443381" y="46708"/>
                </a:cubicBezTo>
                <a:lnTo>
                  <a:pt x="457456" y="46708"/>
                </a:lnTo>
                <a:lnTo>
                  <a:pt x="457456" y="23563"/>
                </a:lnTo>
                <a:cubicBezTo>
                  <a:pt x="457456" y="23146"/>
                  <a:pt x="457543" y="22763"/>
                  <a:pt x="457717" y="22416"/>
                </a:cubicBezTo>
                <a:cubicBezTo>
                  <a:pt x="457891" y="22068"/>
                  <a:pt x="458221" y="21773"/>
                  <a:pt x="458708" y="21530"/>
                </a:cubicBezTo>
                <a:cubicBezTo>
                  <a:pt x="459194" y="21286"/>
                  <a:pt x="459837" y="21112"/>
                  <a:pt x="460636" y="21008"/>
                </a:cubicBezTo>
                <a:cubicBezTo>
                  <a:pt x="461436" y="20904"/>
                  <a:pt x="462426" y="20852"/>
                  <a:pt x="463608" y="20852"/>
                </a:cubicBezTo>
                <a:cubicBezTo>
                  <a:pt x="464859" y="20852"/>
                  <a:pt x="465884" y="20904"/>
                  <a:pt x="466683" y="21008"/>
                </a:cubicBezTo>
                <a:cubicBezTo>
                  <a:pt x="467483" y="21112"/>
                  <a:pt x="468108" y="21286"/>
                  <a:pt x="468560" y="21530"/>
                </a:cubicBezTo>
                <a:cubicBezTo>
                  <a:pt x="469012" y="21773"/>
                  <a:pt x="469342" y="22068"/>
                  <a:pt x="469551" y="22416"/>
                </a:cubicBezTo>
                <a:cubicBezTo>
                  <a:pt x="469759" y="22763"/>
                  <a:pt x="469863" y="23146"/>
                  <a:pt x="469863" y="23563"/>
                </a:cubicBezTo>
                <a:lnTo>
                  <a:pt x="469863" y="46708"/>
                </a:lnTo>
                <a:lnTo>
                  <a:pt x="495928" y="46708"/>
                </a:lnTo>
                <a:cubicBezTo>
                  <a:pt x="496415" y="46708"/>
                  <a:pt x="496849" y="46813"/>
                  <a:pt x="497231" y="47024"/>
                </a:cubicBezTo>
                <a:cubicBezTo>
                  <a:pt x="497614" y="47235"/>
                  <a:pt x="497944" y="47568"/>
                  <a:pt x="498222" y="48024"/>
                </a:cubicBezTo>
                <a:cubicBezTo>
                  <a:pt x="498500" y="48480"/>
                  <a:pt x="498708" y="49042"/>
                  <a:pt x="498847" y="49709"/>
                </a:cubicBezTo>
                <a:cubicBezTo>
                  <a:pt x="498986" y="50376"/>
                  <a:pt x="499056" y="51165"/>
                  <a:pt x="499056" y="52077"/>
                </a:cubicBezTo>
                <a:cubicBezTo>
                  <a:pt x="499056" y="53832"/>
                  <a:pt x="498760" y="55149"/>
                  <a:pt x="498170" y="56026"/>
                </a:cubicBezTo>
                <a:cubicBezTo>
                  <a:pt x="497579" y="56904"/>
                  <a:pt x="496832" y="57343"/>
                  <a:pt x="495928" y="57343"/>
                </a:cubicBezTo>
                <a:lnTo>
                  <a:pt x="469863" y="57343"/>
                </a:lnTo>
                <a:lnTo>
                  <a:pt x="469863" y="114372"/>
                </a:lnTo>
                <a:cubicBezTo>
                  <a:pt x="469863" y="121531"/>
                  <a:pt x="470889" y="126988"/>
                  <a:pt x="472939" y="130741"/>
                </a:cubicBezTo>
                <a:cubicBezTo>
                  <a:pt x="474989" y="134494"/>
                  <a:pt x="478725" y="136371"/>
                  <a:pt x="484147" y="136371"/>
                </a:cubicBezTo>
                <a:cubicBezTo>
                  <a:pt x="485815" y="136371"/>
                  <a:pt x="487327" y="136197"/>
                  <a:pt x="488682" y="135850"/>
                </a:cubicBezTo>
                <a:cubicBezTo>
                  <a:pt x="490037" y="135502"/>
                  <a:pt x="491236" y="135120"/>
                  <a:pt x="492279" y="134703"/>
                </a:cubicBezTo>
                <a:cubicBezTo>
                  <a:pt x="493322" y="134286"/>
                  <a:pt x="494208" y="133903"/>
                  <a:pt x="494938" y="133556"/>
                </a:cubicBezTo>
                <a:cubicBezTo>
                  <a:pt x="495667" y="133208"/>
                  <a:pt x="496310" y="133035"/>
                  <a:pt x="496866" y="133035"/>
                </a:cubicBezTo>
                <a:cubicBezTo>
                  <a:pt x="497214" y="133035"/>
                  <a:pt x="497527" y="133104"/>
                  <a:pt x="497805" y="133243"/>
                </a:cubicBezTo>
                <a:cubicBezTo>
                  <a:pt x="498083" y="133382"/>
                  <a:pt x="498309" y="133643"/>
                  <a:pt x="498482" y="134025"/>
                </a:cubicBezTo>
                <a:cubicBezTo>
                  <a:pt x="498656" y="134407"/>
                  <a:pt x="498795" y="134894"/>
                  <a:pt x="498899" y="135485"/>
                </a:cubicBezTo>
                <a:cubicBezTo>
                  <a:pt x="499004" y="136076"/>
                  <a:pt x="499056" y="136823"/>
                  <a:pt x="499056" y="137726"/>
                </a:cubicBezTo>
                <a:close/>
                <a:moveTo>
                  <a:pt x="599062" y="91227"/>
                </a:moveTo>
                <a:cubicBezTo>
                  <a:pt x="599062" y="93729"/>
                  <a:pt x="598401" y="95449"/>
                  <a:pt x="597081" y="96388"/>
                </a:cubicBezTo>
                <a:cubicBezTo>
                  <a:pt x="595760" y="97326"/>
                  <a:pt x="594474" y="97795"/>
                  <a:pt x="593223" y="97795"/>
                </a:cubicBezTo>
                <a:lnTo>
                  <a:pt x="528895" y="97795"/>
                </a:lnTo>
                <a:cubicBezTo>
                  <a:pt x="528895" y="103649"/>
                  <a:pt x="529469" y="108945"/>
                  <a:pt x="530615" y="113685"/>
                </a:cubicBezTo>
                <a:cubicBezTo>
                  <a:pt x="531762" y="118424"/>
                  <a:pt x="533656" y="122484"/>
                  <a:pt x="536298" y="125864"/>
                </a:cubicBezTo>
                <a:cubicBezTo>
                  <a:pt x="538939" y="129243"/>
                  <a:pt x="542379" y="131840"/>
                  <a:pt x="546619" y="133654"/>
                </a:cubicBezTo>
                <a:cubicBezTo>
                  <a:pt x="550859" y="135465"/>
                  <a:pt x="556072" y="136371"/>
                  <a:pt x="562258" y="136371"/>
                </a:cubicBezTo>
                <a:cubicBezTo>
                  <a:pt x="566637" y="136371"/>
                  <a:pt x="570564" y="135983"/>
                  <a:pt x="574039" y="135208"/>
                </a:cubicBezTo>
                <a:cubicBezTo>
                  <a:pt x="577515" y="134432"/>
                  <a:pt x="580521" y="133569"/>
                  <a:pt x="583058" y="132618"/>
                </a:cubicBezTo>
                <a:cubicBezTo>
                  <a:pt x="585595" y="131666"/>
                  <a:pt x="587680" y="130803"/>
                  <a:pt x="589313" y="130027"/>
                </a:cubicBezTo>
                <a:cubicBezTo>
                  <a:pt x="590947" y="129252"/>
                  <a:pt x="592111" y="128864"/>
                  <a:pt x="592806" y="128864"/>
                </a:cubicBezTo>
                <a:cubicBezTo>
                  <a:pt x="593223" y="128864"/>
                  <a:pt x="593605" y="128970"/>
                  <a:pt x="593953" y="129180"/>
                </a:cubicBezTo>
                <a:cubicBezTo>
                  <a:pt x="594300" y="129391"/>
                  <a:pt x="594578" y="129724"/>
                  <a:pt x="594787" y="130181"/>
                </a:cubicBezTo>
                <a:cubicBezTo>
                  <a:pt x="594995" y="130637"/>
                  <a:pt x="595152" y="131216"/>
                  <a:pt x="595256" y="131917"/>
                </a:cubicBezTo>
                <a:cubicBezTo>
                  <a:pt x="595360" y="132619"/>
                  <a:pt x="595412" y="133495"/>
                  <a:pt x="595412" y="134546"/>
                </a:cubicBezTo>
                <a:cubicBezTo>
                  <a:pt x="595412" y="135039"/>
                  <a:pt x="595378" y="135514"/>
                  <a:pt x="595308" y="135970"/>
                </a:cubicBezTo>
                <a:cubicBezTo>
                  <a:pt x="595239" y="136426"/>
                  <a:pt x="595152" y="136848"/>
                  <a:pt x="595048" y="137234"/>
                </a:cubicBezTo>
                <a:cubicBezTo>
                  <a:pt x="594943" y="137619"/>
                  <a:pt x="594787" y="137987"/>
                  <a:pt x="594578" y="138339"/>
                </a:cubicBezTo>
                <a:cubicBezTo>
                  <a:pt x="594370" y="138689"/>
                  <a:pt x="594092" y="139039"/>
                  <a:pt x="593744" y="139391"/>
                </a:cubicBezTo>
                <a:cubicBezTo>
                  <a:pt x="593397" y="139741"/>
                  <a:pt x="592319" y="140350"/>
                  <a:pt x="590512" y="141219"/>
                </a:cubicBezTo>
                <a:cubicBezTo>
                  <a:pt x="588705" y="142088"/>
                  <a:pt x="586342" y="142957"/>
                  <a:pt x="583423" y="143825"/>
                </a:cubicBezTo>
                <a:cubicBezTo>
                  <a:pt x="580503" y="144694"/>
                  <a:pt x="577115" y="145476"/>
                  <a:pt x="573257" y="146171"/>
                </a:cubicBezTo>
                <a:cubicBezTo>
                  <a:pt x="569400" y="146866"/>
                  <a:pt x="565247" y="147214"/>
                  <a:pt x="560798" y="147214"/>
                </a:cubicBezTo>
                <a:cubicBezTo>
                  <a:pt x="553500" y="147214"/>
                  <a:pt x="547036" y="146118"/>
                  <a:pt x="541406" y="143926"/>
                </a:cubicBezTo>
                <a:cubicBezTo>
                  <a:pt x="535776" y="141735"/>
                  <a:pt x="531050" y="138500"/>
                  <a:pt x="527227" y="134221"/>
                </a:cubicBezTo>
                <a:cubicBezTo>
                  <a:pt x="523404" y="129942"/>
                  <a:pt x="520502" y="124636"/>
                  <a:pt x="518521" y="118305"/>
                </a:cubicBezTo>
                <a:cubicBezTo>
                  <a:pt x="516540" y="111973"/>
                  <a:pt x="515550" y="104633"/>
                  <a:pt x="515550" y="96283"/>
                </a:cubicBezTo>
                <a:cubicBezTo>
                  <a:pt x="515550" y="88281"/>
                  <a:pt x="516575" y="81115"/>
                  <a:pt x="518626" y="74783"/>
                </a:cubicBezTo>
                <a:cubicBezTo>
                  <a:pt x="520676" y="68452"/>
                  <a:pt x="523613" y="63077"/>
                  <a:pt x="527436" y="58659"/>
                </a:cubicBezTo>
                <a:cubicBezTo>
                  <a:pt x="531258" y="54241"/>
                  <a:pt x="535863" y="50867"/>
                  <a:pt x="541250" y="48536"/>
                </a:cubicBezTo>
                <a:cubicBezTo>
                  <a:pt x="546637" y="46205"/>
                  <a:pt x="552631" y="45040"/>
                  <a:pt x="559235" y="45040"/>
                </a:cubicBezTo>
                <a:cubicBezTo>
                  <a:pt x="566324" y="45040"/>
                  <a:pt x="572371" y="46222"/>
                  <a:pt x="577376" y="48585"/>
                </a:cubicBezTo>
                <a:cubicBezTo>
                  <a:pt x="582380" y="50948"/>
                  <a:pt x="586498" y="54128"/>
                  <a:pt x="589730" y="58124"/>
                </a:cubicBezTo>
                <a:cubicBezTo>
                  <a:pt x="592962" y="62121"/>
                  <a:pt x="595326" y="66761"/>
                  <a:pt x="596820" y="72043"/>
                </a:cubicBezTo>
                <a:cubicBezTo>
                  <a:pt x="598314" y="77326"/>
                  <a:pt x="599062" y="82886"/>
                  <a:pt x="599062" y="88725"/>
                </a:cubicBezTo>
                <a:lnTo>
                  <a:pt x="599062" y="91227"/>
                </a:lnTo>
                <a:moveTo>
                  <a:pt x="586238" y="87578"/>
                </a:moveTo>
                <a:cubicBezTo>
                  <a:pt x="586446" y="77569"/>
                  <a:pt x="584152" y="69749"/>
                  <a:pt x="579357" y="64119"/>
                </a:cubicBezTo>
                <a:cubicBezTo>
                  <a:pt x="574561" y="58489"/>
                  <a:pt x="567575" y="55674"/>
                  <a:pt x="558400" y="55674"/>
                </a:cubicBezTo>
                <a:cubicBezTo>
                  <a:pt x="553674" y="55674"/>
                  <a:pt x="549521" y="56561"/>
                  <a:pt x="545942" y="58333"/>
                </a:cubicBezTo>
                <a:cubicBezTo>
                  <a:pt x="542362" y="60105"/>
                  <a:pt x="539338" y="62451"/>
                  <a:pt x="536871" y="65370"/>
                </a:cubicBezTo>
                <a:cubicBezTo>
                  <a:pt x="534403" y="68290"/>
                  <a:pt x="532509" y="71678"/>
                  <a:pt x="531189" y="75536"/>
                </a:cubicBezTo>
                <a:cubicBezTo>
                  <a:pt x="529868" y="79393"/>
                  <a:pt x="529104" y="83407"/>
                  <a:pt x="528895" y="87578"/>
                </a:cubicBezTo>
                <a:lnTo>
                  <a:pt x="586238" y="87578"/>
                </a:lnTo>
                <a:close/>
                <a:moveTo>
                  <a:pt x="682637" y="154303"/>
                </a:moveTo>
                <a:cubicBezTo>
                  <a:pt x="681316" y="155902"/>
                  <a:pt x="680204" y="157483"/>
                  <a:pt x="679301" y="159047"/>
                </a:cubicBezTo>
                <a:cubicBezTo>
                  <a:pt x="678397" y="160611"/>
                  <a:pt x="677754" y="162123"/>
                  <a:pt x="677372" y="163583"/>
                </a:cubicBezTo>
                <a:cubicBezTo>
                  <a:pt x="676990" y="165042"/>
                  <a:pt x="676798" y="166780"/>
                  <a:pt x="676798" y="168796"/>
                </a:cubicBezTo>
                <a:cubicBezTo>
                  <a:pt x="676798" y="174008"/>
                  <a:pt x="678675" y="177814"/>
                  <a:pt x="682428" y="180212"/>
                </a:cubicBezTo>
                <a:cubicBezTo>
                  <a:pt x="686182" y="182610"/>
                  <a:pt x="691847" y="183809"/>
                  <a:pt x="699423" y="183809"/>
                </a:cubicBezTo>
                <a:cubicBezTo>
                  <a:pt x="707972" y="183809"/>
                  <a:pt x="714836" y="181880"/>
                  <a:pt x="720014" y="178022"/>
                </a:cubicBezTo>
                <a:cubicBezTo>
                  <a:pt x="725192" y="174165"/>
                  <a:pt x="729623" y="167961"/>
                  <a:pt x="733307" y="159412"/>
                </a:cubicBezTo>
                <a:cubicBezTo>
                  <a:pt x="736991" y="150863"/>
                  <a:pt x="740570" y="137935"/>
                  <a:pt x="744046" y="120628"/>
                </a:cubicBezTo>
                <a:lnTo>
                  <a:pt x="742586" y="120315"/>
                </a:lnTo>
                <a:cubicBezTo>
                  <a:pt x="735844" y="129559"/>
                  <a:pt x="729588" y="136301"/>
                  <a:pt x="723819" y="140541"/>
                </a:cubicBezTo>
                <a:cubicBezTo>
                  <a:pt x="718050" y="144781"/>
                  <a:pt x="711830" y="146901"/>
                  <a:pt x="705157" y="146901"/>
                </a:cubicBezTo>
                <a:cubicBezTo>
                  <a:pt x="697581" y="146901"/>
                  <a:pt x="691690" y="144051"/>
                  <a:pt x="687485" y="138352"/>
                </a:cubicBezTo>
                <a:cubicBezTo>
                  <a:pt x="683280" y="132652"/>
                  <a:pt x="681177" y="124520"/>
                  <a:pt x="681177" y="113955"/>
                </a:cubicBezTo>
                <a:cubicBezTo>
                  <a:pt x="681177" y="102070"/>
                  <a:pt x="683506" y="90653"/>
                  <a:pt x="688163" y="79706"/>
                </a:cubicBezTo>
                <a:cubicBezTo>
                  <a:pt x="692820" y="68759"/>
                  <a:pt x="699284" y="60053"/>
                  <a:pt x="707555" y="53589"/>
                </a:cubicBezTo>
                <a:cubicBezTo>
                  <a:pt x="715826" y="47125"/>
                  <a:pt x="725036" y="43893"/>
                  <a:pt x="735184" y="43893"/>
                </a:cubicBezTo>
                <a:cubicBezTo>
                  <a:pt x="739562" y="43893"/>
                  <a:pt x="743698" y="44414"/>
                  <a:pt x="747590" y="45457"/>
                </a:cubicBezTo>
                <a:cubicBezTo>
                  <a:pt x="751483" y="46500"/>
                  <a:pt x="755410" y="48272"/>
                  <a:pt x="759372" y="50774"/>
                </a:cubicBezTo>
                <a:lnTo>
                  <a:pt x="768964" y="43893"/>
                </a:lnTo>
                <a:lnTo>
                  <a:pt x="775636" y="45561"/>
                </a:lnTo>
                <a:lnTo>
                  <a:pt x="764897" y="94146"/>
                </a:lnTo>
                <a:cubicBezTo>
                  <a:pt x="764133" y="97552"/>
                  <a:pt x="762395" y="106136"/>
                  <a:pt x="759684" y="119898"/>
                </a:cubicBezTo>
                <a:cubicBezTo>
                  <a:pt x="756835" y="134494"/>
                  <a:pt x="754524" y="144816"/>
                  <a:pt x="752751" y="150863"/>
                </a:cubicBezTo>
                <a:cubicBezTo>
                  <a:pt x="750979" y="156910"/>
                  <a:pt x="748772" y="162418"/>
                  <a:pt x="746131" y="167388"/>
                </a:cubicBezTo>
                <a:cubicBezTo>
                  <a:pt x="743490" y="172358"/>
                  <a:pt x="740084" y="176684"/>
                  <a:pt x="735913" y="180368"/>
                </a:cubicBezTo>
                <a:cubicBezTo>
                  <a:pt x="731743" y="184052"/>
                  <a:pt x="726686" y="186902"/>
                  <a:pt x="720744" y="188918"/>
                </a:cubicBezTo>
                <a:cubicBezTo>
                  <a:pt x="714801" y="190933"/>
                  <a:pt x="707763" y="191941"/>
                  <a:pt x="699631" y="191941"/>
                </a:cubicBezTo>
                <a:cubicBezTo>
                  <a:pt x="673358" y="191941"/>
                  <a:pt x="660221" y="184295"/>
                  <a:pt x="660221" y="169004"/>
                </a:cubicBezTo>
                <a:cubicBezTo>
                  <a:pt x="660221" y="165112"/>
                  <a:pt x="661403" y="161567"/>
                  <a:pt x="663766" y="158370"/>
                </a:cubicBezTo>
                <a:cubicBezTo>
                  <a:pt x="666129" y="155172"/>
                  <a:pt x="669917" y="151801"/>
                  <a:pt x="675130" y="148256"/>
                </a:cubicBezTo>
                <a:lnTo>
                  <a:pt x="682637" y="154303"/>
                </a:lnTo>
                <a:moveTo>
                  <a:pt x="712559" y="134599"/>
                </a:moveTo>
                <a:cubicBezTo>
                  <a:pt x="716104" y="134599"/>
                  <a:pt x="719632" y="133382"/>
                  <a:pt x="723142" y="130949"/>
                </a:cubicBezTo>
                <a:cubicBezTo>
                  <a:pt x="726652" y="128517"/>
                  <a:pt x="730405" y="124659"/>
                  <a:pt x="734402" y="119377"/>
                </a:cubicBezTo>
                <a:cubicBezTo>
                  <a:pt x="738398" y="114094"/>
                  <a:pt x="741509" y="109055"/>
                  <a:pt x="743733" y="104259"/>
                </a:cubicBezTo>
                <a:cubicBezTo>
                  <a:pt x="745957" y="99463"/>
                  <a:pt x="747851" y="93486"/>
                  <a:pt x="749415" y="86327"/>
                </a:cubicBezTo>
                <a:cubicBezTo>
                  <a:pt x="750979" y="79167"/>
                  <a:pt x="751761" y="72947"/>
                  <a:pt x="751761" y="67664"/>
                </a:cubicBezTo>
                <a:cubicBezTo>
                  <a:pt x="751761" y="62243"/>
                  <a:pt x="750614" y="58298"/>
                  <a:pt x="748320" y="55831"/>
                </a:cubicBezTo>
                <a:cubicBezTo>
                  <a:pt x="746027" y="53363"/>
                  <a:pt x="742204" y="52130"/>
                  <a:pt x="736852" y="52130"/>
                </a:cubicBezTo>
                <a:cubicBezTo>
                  <a:pt x="729762" y="52130"/>
                  <a:pt x="723402" y="54997"/>
                  <a:pt x="717772" y="60731"/>
                </a:cubicBezTo>
                <a:cubicBezTo>
                  <a:pt x="712142" y="66465"/>
                  <a:pt x="707711" y="74198"/>
                  <a:pt x="704479" y="83929"/>
                </a:cubicBezTo>
                <a:cubicBezTo>
                  <a:pt x="701247" y="93659"/>
                  <a:pt x="699631" y="103356"/>
                  <a:pt x="699631" y="113017"/>
                </a:cubicBezTo>
                <a:cubicBezTo>
                  <a:pt x="699631" y="120246"/>
                  <a:pt x="700674" y="125650"/>
                  <a:pt x="702759" y="129229"/>
                </a:cubicBezTo>
                <a:cubicBezTo>
                  <a:pt x="704844" y="132809"/>
                  <a:pt x="708111" y="134599"/>
                  <a:pt x="712559" y="134599"/>
                </a:cubicBezTo>
                <a:close/>
                <a:moveTo>
                  <a:pt x="902830" y="137726"/>
                </a:moveTo>
                <a:cubicBezTo>
                  <a:pt x="902830" y="139186"/>
                  <a:pt x="902709" y="140368"/>
                  <a:pt x="902465" y="141271"/>
                </a:cubicBezTo>
                <a:cubicBezTo>
                  <a:pt x="902222" y="142175"/>
                  <a:pt x="901840" y="142887"/>
                  <a:pt x="901319" y="143408"/>
                </a:cubicBezTo>
                <a:cubicBezTo>
                  <a:pt x="900797" y="143930"/>
                  <a:pt x="900033" y="144416"/>
                  <a:pt x="899025" y="144868"/>
                </a:cubicBezTo>
                <a:cubicBezTo>
                  <a:pt x="898017" y="145320"/>
                  <a:pt x="896853" y="145702"/>
                  <a:pt x="895532" y="146015"/>
                </a:cubicBezTo>
                <a:cubicBezTo>
                  <a:pt x="894212" y="146328"/>
                  <a:pt x="892821" y="146571"/>
                  <a:pt x="891362" y="146745"/>
                </a:cubicBezTo>
                <a:cubicBezTo>
                  <a:pt x="889902" y="146918"/>
                  <a:pt x="888477" y="147005"/>
                  <a:pt x="887087" y="147005"/>
                </a:cubicBezTo>
                <a:cubicBezTo>
                  <a:pt x="882430" y="147005"/>
                  <a:pt x="878468" y="146380"/>
                  <a:pt x="875202" y="145129"/>
                </a:cubicBezTo>
                <a:cubicBezTo>
                  <a:pt x="871935" y="143878"/>
                  <a:pt x="869259" y="141984"/>
                  <a:pt x="867174" y="139447"/>
                </a:cubicBezTo>
                <a:cubicBezTo>
                  <a:pt x="865089" y="136910"/>
                  <a:pt x="863577" y="133695"/>
                  <a:pt x="862638" y="129803"/>
                </a:cubicBezTo>
                <a:cubicBezTo>
                  <a:pt x="861700" y="125910"/>
                  <a:pt x="861231" y="121323"/>
                  <a:pt x="861231" y="116040"/>
                </a:cubicBezTo>
                <a:lnTo>
                  <a:pt x="861231" y="57343"/>
                </a:lnTo>
                <a:lnTo>
                  <a:pt x="847156" y="57343"/>
                </a:lnTo>
                <a:cubicBezTo>
                  <a:pt x="846183" y="57343"/>
                  <a:pt x="845418" y="56904"/>
                  <a:pt x="844862" y="56026"/>
                </a:cubicBezTo>
                <a:cubicBezTo>
                  <a:pt x="844306" y="55149"/>
                  <a:pt x="844028" y="53832"/>
                  <a:pt x="844028" y="52077"/>
                </a:cubicBezTo>
                <a:cubicBezTo>
                  <a:pt x="844028" y="51165"/>
                  <a:pt x="844098" y="50376"/>
                  <a:pt x="844237" y="49709"/>
                </a:cubicBezTo>
                <a:cubicBezTo>
                  <a:pt x="844376" y="49042"/>
                  <a:pt x="844584" y="48480"/>
                  <a:pt x="844862" y="48024"/>
                </a:cubicBezTo>
                <a:cubicBezTo>
                  <a:pt x="845140" y="47568"/>
                  <a:pt x="845470" y="47235"/>
                  <a:pt x="845853" y="47024"/>
                </a:cubicBezTo>
                <a:cubicBezTo>
                  <a:pt x="846235" y="46813"/>
                  <a:pt x="846669" y="46708"/>
                  <a:pt x="847156" y="46708"/>
                </a:cubicBezTo>
                <a:lnTo>
                  <a:pt x="861231" y="46708"/>
                </a:lnTo>
                <a:lnTo>
                  <a:pt x="861231" y="23563"/>
                </a:lnTo>
                <a:cubicBezTo>
                  <a:pt x="861231" y="23146"/>
                  <a:pt x="861318" y="22763"/>
                  <a:pt x="861492" y="22416"/>
                </a:cubicBezTo>
                <a:cubicBezTo>
                  <a:pt x="861665" y="22068"/>
                  <a:pt x="861995" y="21773"/>
                  <a:pt x="862482" y="21530"/>
                </a:cubicBezTo>
                <a:cubicBezTo>
                  <a:pt x="862969" y="21286"/>
                  <a:pt x="863612" y="21112"/>
                  <a:pt x="864411" y="21008"/>
                </a:cubicBezTo>
                <a:cubicBezTo>
                  <a:pt x="865210" y="20904"/>
                  <a:pt x="866201" y="20852"/>
                  <a:pt x="867382" y="20852"/>
                </a:cubicBezTo>
                <a:cubicBezTo>
                  <a:pt x="868633" y="20852"/>
                  <a:pt x="869659" y="20904"/>
                  <a:pt x="870458" y="21008"/>
                </a:cubicBezTo>
                <a:cubicBezTo>
                  <a:pt x="871257" y="21112"/>
                  <a:pt x="871883" y="21286"/>
                  <a:pt x="872335" y="21530"/>
                </a:cubicBezTo>
                <a:cubicBezTo>
                  <a:pt x="872786" y="21773"/>
                  <a:pt x="873116" y="22068"/>
                  <a:pt x="873325" y="22416"/>
                </a:cubicBezTo>
                <a:cubicBezTo>
                  <a:pt x="873534" y="22763"/>
                  <a:pt x="873638" y="23146"/>
                  <a:pt x="873638" y="23563"/>
                </a:cubicBezTo>
                <a:lnTo>
                  <a:pt x="873638" y="46708"/>
                </a:lnTo>
                <a:lnTo>
                  <a:pt x="899703" y="46708"/>
                </a:lnTo>
                <a:cubicBezTo>
                  <a:pt x="900189" y="46708"/>
                  <a:pt x="900623" y="46813"/>
                  <a:pt x="901006" y="47024"/>
                </a:cubicBezTo>
                <a:cubicBezTo>
                  <a:pt x="901388" y="47235"/>
                  <a:pt x="901718" y="47568"/>
                  <a:pt x="901996" y="48024"/>
                </a:cubicBezTo>
                <a:cubicBezTo>
                  <a:pt x="902274" y="48480"/>
                  <a:pt x="902483" y="49042"/>
                  <a:pt x="902622" y="49709"/>
                </a:cubicBezTo>
                <a:cubicBezTo>
                  <a:pt x="902761" y="50376"/>
                  <a:pt x="902830" y="51165"/>
                  <a:pt x="902830" y="52077"/>
                </a:cubicBezTo>
                <a:cubicBezTo>
                  <a:pt x="902830" y="53832"/>
                  <a:pt x="902535" y="55149"/>
                  <a:pt x="901944" y="56026"/>
                </a:cubicBezTo>
                <a:cubicBezTo>
                  <a:pt x="901353" y="56904"/>
                  <a:pt x="900606" y="57343"/>
                  <a:pt x="899703" y="57343"/>
                </a:cubicBezTo>
                <a:lnTo>
                  <a:pt x="873638" y="57343"/>
                </a:lnTo>
                <a:lnTo>
                  <a:pt x="873638" y="114372"/>
                </a:lnTo>
                <a:cubicBezTo>
                  <a:pt x="873638" y="121531"/>
                  <a:pt x="874663" y="126988"/>
                  <a:pt x="876713" y="130741"/>
                </a:cubicBezTo>
                <a:cubicBezTo>
                  <a:pt x="878764" y="134494"/>
                  <a:pt x="882500" y="136371"/>
                  <a:pt x="887921" y="136371"/>
                </a:cubicBezTo>
                <a:cubicBezTo>
                  <a:pt x="889589" y="136371"/>
                  <a:pt x="891101" y="136197"/>
                  <a:pt x="892457" y="135850"/>
                </a:cubicBezTo>
                <a:cubicBezTo>
                  <a:pt x="893812" y="135502"/>
                  <a:pt x="895011" y="135120"/>
                  <a:pt x="896053" y="134703"/>
                </a:cubicBezTo>
                <a:cubicBezTo>
                  <a:pt x="897096" y="134286"/>
                  <a:pt x="897982" y="133903"/>
                  <a:pt x="898712" y="133556"/>
                </a:cubicBezTo>
                <a:cubicBezTo>
                  <a:pt x="899442" y="133208"/>
                  <a:pt x="900085" y="133035"/>
                  <a:pt x="900641" y="133035"/>
                </a:cubicBezTo>
                <a:cubicBezTo>
                  <a:pt x="900988" y="133035"/>
                  <a:pt x="901301" y="133104"/>
                  <a:pt x="901579" y="133243"/>
                </a:cubicBezTo>
                <a:cubicBezTo>
                  <a:pt x="901857" y="133382"/>
                  <a:pt x="902083" y="133643"/>
                  <a:pt x="902257" y="134025"/>
                </a:cubicBezTo>
                <a:cubicBezTo>
                  <a:pt x="902431" y="134407"/>
                  <a:pt x="902570" y="134894"/>
                  <a:pt x="902674" y="135485"/>
                </a:cubicBezTo>
                <a:cubicBezTo>
                  <a:pt x="902778" y="136076"/>
                  <a:pt x="902830" y="136823"/>
                  <a:pt x="902830" y="137726"/>
                </a:cubicBezTo>
                <a:close/>
                <a:moveTo>
                  <a:pt x="1009361" y="95136"/>
                </a:moveTo>
                <a:cubicBezTo>
                  <a:pt x="1009361" y="102650"/>
                  <a:pt x="1008388" y="109572"/>
                  <a:pt x="1006442" y="115904"/>
                </a:cubicBezTo>
                <a:cubicBezTo>
                  <a:pt x="1004496" y="122235"/>
                  <a:pt x="1001594" y="127733"/>
                  <a:pt x="997737" y="132396"/>
                </a:cubicBezTo>
                <a:cubicBezTo>
                  <a:pt x="993879" y="137057"/>
                  <a:pt x="989066" y="140692"/>
                  <a:pt x="983297" y="143301"/>
                </a:cubicBezTo>
                <a:cubicBezTo>
                  <a:pt x="977528" y="145910"/>
                  <a:pt x="970820" y="147214"/>
                  <a:pt x="963175" y="147214"/>
                </a:cubicBezTo>
                <a:cubicBezTo>
                  <a:pt x="955807" y="147214"/>
                  <a:pt x="949360" y="146049"/>
                  <a:pt x="943835" y="143718"/>
                </a:cubicBezTo>
                <a:cubicBezTo>
                  <a:pt x="938309" y="141387"/>
                  <a:pt x="933687" y="138048"/>
                  <a:pt x="929968" y="133699"/>
                </a:cubicBezTo>
                <a:cubicBezTo>
                  <a:pt x="926250" y="129351"/>
                  <a:pt x="923469" y="124080"/>
                  <a:pt x="921627" y="117888"/>
                </a:cubicBezTo>
                <a:cubicBezTo>
                  <a:pt x="919785" y="111695"/>
                  <a:pt x="918865" y="104702"/>
                  <a:pt x="918865" y="96909"/>
                </a:cubicBezTo>
                <a:cubicBezTo>
                  <a:pt x="918865" y="89396"/>
                  <a:pt x="919820" y="82473"/>
                  <a:pt x="921732" y="76142"/>
                </a:cubicBezTo>
                <a:cubicBezTo>
                  <a:pt x="923643" y="69810"/>
                  <a:pt x="926528" y="64331"/>
                  <a:pt x="930385" y="59705"/>
                </a:cubicBezTo>
                <a:cubicBezTo>
                  <a:pt x="934243" y="55076"/>
                  <a:pt x="939056" y="51475"/>
                  <a:pt x="944825" y="48901"/>
                </a:cubicBezTo>
                <a:cubicBezTo>
                  <a:pt x="950594" y="46327"/>
                  <a:pt x="957336" y="45040"/>
                  <a:pt x="965051" y="45040"/>
                </a:cubicBezTo>
                <a:cubicBezTo>
                  <a:pt x="972419" y="45040"/>
                  <a:pt x="978866" y="46188"/>
                  <a:pt x="984391" y="48484"/>
                </a:cubicBezTo>
                <a:cubicBezTo>
                  <a:pt x="989917" y="50780"/>
                  <a:pt x="994522" y="54102"/>
                  <a:pt x="998206" y="58450"/>
                </a:cubicBezTo>
                <a:cubicBezTo>
                  <a:pt x="1001890" y="62799"/>
                  <a:pt x="1004670" y="68069"/>
                  <a:pt x="1006546" y="74262"/>
                </a:cubicBezTo>
                <a:cubicBezTo>
                  <a:pt x="1008423" y="80454"/>
                  <a:pt x="1009361" y="87413"/>
                  <a:pt x="1009361" y="95136"/>
                </a:cubicBezTo>
                <a:moveTo>
                  <a:pt x="996225" y="96283"/>
                </a:moveTo>
                <a:cubicBezTo>
                  <a:pt x="996225" y="90925"/>
                  <a:pt x="995704" y="85810"/>
                  <a:pt x="994661" y="80938"/>
                </a:cubicBezTo>
                <a:cubicBezTo>
                  <a:pt x="993618" y="76066"/>
                  <a:pt x="991881" y="71768"/>
                  <a:pt x="989448" y="68045"/>
                </a:cubicBezTo>
                <a:cubicBezTo>
                  <a:pt x="987015" y="64322"/>
                  <a:pt x="983748" y="61365"/>
                  <a:pt x="979648" y="59174"/>
                </a:cubicBezTo>
                <a:cubicBezTo>
                  <a:pt x="975547" y="56980"/>
                  <a:pt x="970438" y="55883"/>
                  <a:pt x="964322" y="55883"/>
                </a:cubicBezTo>
                <a:cubicBezTo>
                  <a:pt x="958692" y="55883"/>
                  <a:pt x="953826" y="56892"/>
                  <a:pt x="949725" y="58910"/>
                </a:cubicBezTo>
                <a:cubicBezTo>
                  <a:pt x="945624" y="60928"/>
                  <a:pt x="942271" y="63729"/>
                  <a:pt x="939664" y="67316"/>
                </a:cubicBezTo>
                <a:cubicBezTo>
                  <a:pt x="937058" y="70899"/>
                  <a:pt x="935129" y="75127"/>
                  <a:pt x="933878" y="79999"/>
                </a:cubicBezTo>
                <a:cubicBezTo>
                  <a:pt x="932627" y="84871"/>
                  <a:pt x="932001" y="90125"/>
                  <a:pt x="932001" y="95762"/>
                </a:cubicBezTo>
                <a:cubicBezTo>
                  <a:pt x="932001" y="101190"/>
                  <a:pt x="932522" y="106357"/>
                  <a:pt x="933565" y="111264"/>
                </a:cubicBezTo>
                <a:cubicBezTo>
                  <a:pt x="934608" y="116171"/>
                  <a:pt x="936345" y="120468"/>
                  <a:pt x="938778" y="124156"/>
                </a:cubicBezTo>
                <a:cubicBezTo>
                  <a:pt x="941211" y="127844"/>
                  <a:pt x="944478" y="130768"/>
                  <a:pt x="948578" y="132927"/>
                </a:cubicBezTo>
                <a:cubicBezTo>
                  <a:pt x="952679" y="135084"/>
                  <a:pt x="957788" y="136162"/>
                  <a:pt x="963904" y="136162"/>
                </a:cubicBezTo>
                <a:cubicBezTo>
                  <a:pt x="969534" y="136162"/>
                  <a:pt x="974400" y="135153"/>
                  <a:pt x="978501" y="133136"/>
                </a:cubicBezTo>
                <a:cubicBezTo>
                  <a:pt x="982602" y="131118"/>
                  <a:pt x="985955" y="128334"/>
                  <a:pt x="988562" y="124785"/>
                </a:cubicBezTo>
                <a:cubicBezTo>
                  <a:pt x="991168" y="121234"/>
                  <a:pt x="993097" y="117023"/>
                  <a:pt x="994348" y="112153"/>
                </a:cubicBezTo>
                <a:cubicBezTo>
                  <a:pt x="995599" y="107282"/>
                  <a:pt x="996225" y="101991"/>
                  <a:pt x="996225" y="96283"/>
                </a:cubicBezTo>
                <a:close/>
                <a:moveTo>
                  <a:pt x="1150256" y="143252"/>
                </a:moveTo>
                <a:cubicBezTo>
                  <a:pt x="1150256" y="143947"/>
                  <a:pt x="1150030" y="144486"/>
                  <a:pt x="1149578" y="144868"/>
                </a:cubicBezTo>
                <a:cubicBezTo>
                  <a:pt x="1149126" y="145250"/>
                  <a:pt x="1148535" y="145528"/>
                  <a:pt x="1147806" y="145702"/>
                </a:cubicBezTo>
                <a:cubicBezTo>
                  <a:pt x="1147076" y="145876"/>
                  <a:pt x="1146085" y="145963"/>
                  <a:pt x="1144834" y="145963"/>
                </a:cubicBezTo>
                <a:cubicBezTo>
                  <a:pt x="1143653" y="145963"/>
                  <a:pt x="1142645" y="145876"/>
                  <a:pt x="1141811" y="145702"/>
                </a:cubicBezTo>
                <a:cubicBezTo>
                  <a:pt x="1140977" y="145528"/>
                  <a:pt x="1140334" y="145250"/>
                  <a:pt x="1139882" y="144868"/>
                </a:cubicBezTo>
                <a:cubicBezTo>
                  <a:pt x="1139430" y="144486"/>
                  <a:pt x="1139204" y="143947"/>
                  <a:pt x="1139204" y="143252"/>
                </a:cubicBezTo>
                <a:lnTo>
                  <a:pt x="1139204" y="132722"/>
                </a:lnTo>
                <a:cubicBezTo>
                  <a:pt x="1134964" y="137309"/>
                  <a:pt x="1130290" y="140871"/>
                  <a:pt x="1125181" y="143408"/>
                </a:cubicBezTo>
                <a:cubicBezTo>
                  <a:pt x="1120073" y="145945"/>
                  <a:pt x="1114773" y="147214"/>
                  <a:pt x="1109282" y="147214"/>
                </a:cubicBezTo>
                <a:cubicBezTo>
                  <a:pt x="1104347" y="147214"/>
                  <a:pt x="1099916" y="146571"/>
                  <a:pt x="1095989" y="145285"/>
                </a:cubicBezTo>
                <a:cubicBezTo>
                  <a:pt x="1092062" y="143999"/>
                  <a:pt x="1088743" y="142157"/>
                  <a:pt x="1086032" y="139759"/>
                </a:cubicBezTo>
                <a:cubicBezTo>
                  <a:pt x="1083321" y="137361"/>
                  <a:pt x="1081236" y="134460"/>
                  <a:pt x="1079777" y="131054"/>
                </a:cubicBezTo>
                <a:cubicBezTo>
                  <a:pt x="1078317" y="127648"/>
                  <a:pt x="1077587" y="123825"/>
                  <a:pt x="1077587" y="119585"/>
                </a:cubicBezTo>
                <a:cubicBezTo>
                  <a:pt x="1077587" y="114372"/>
                  <a:pt x="1078664" y="109837"/>
                  <a:pt x="1080819" y="105979"/>
                </a:cubicBezTo>
                <a:cubicBezTo>
                  <a:pt x="1082974" y="102122"/>
                  <a:pt x="1086032" y="98907"/>
                  <a:pt x="1089994" y="96335"/>
                </a:cubicBezTo>
                <a:cubicBezTo>
                  <a:pt x="1093956" y="93764"/>
                  <a:pt x="1098717" y="91835"/>
                  <a:pt x="1104277" y="90549"/>
                </a:cubicBezTo>
                <a:cubicBezTo>
                  <a:pt x="1109838" y="89263"/>
                  <a:pt x="1116024" y="88620"/>
                  <a:pt x="1122836" y="88620"/>
                </a:cubicBezTo>
                <a:lnTo>
                  <a:pt x="1137849" y="88620"/>
                </a:lnTo>
                <a:lnTo>
                  <a:pt x="1137849" y="80462"/>
                </a:lnTo>
                <a:cubicBezTo>
                  <a:pt x="1137849" y="76418"/>
                  <a:pt x="1137432" y="72845"/>
                  <a:pt x="1136598" y="69743"/>
                </a:cubicBezTo>
                <a:cubicBezTo>
                  <a:pt x="1135764" y="66639"/>
                  <a:pt x="1134408" y="64041"/>
                  <a:pt x="1132532" y="61949"/>
                </a:cubicBezTo>
                <a:cubicBezTo>
                  <a:pt x="1130655" y="59858"/>
                  <a:pt x="1128222" y="58290"/>
                  <a:pt x="1125233" y="57245"/>
                </a:cubicBezTo>
                <a:cubicBezTo>
                  <a:pt x="1122245" y="56198"/>
                  <a:pt x="1118596" y="55674"/>
                  <a:pt x="1114286" y="55674"/>
                </a:cubicBezTo>
                <a:cubicBezTo>
                  <a:pt x="1110116" y="55674"/>
                  <a:pt x="1106363" y="56178"/>
                  <a:pt x="1103026" y="57186"/>
                </a:cubicBezTo>
                <a:cubicBezTo>
                  <a:pt x="1099690" y="58194"/>
                  <a:pt x="1096771" y="59323"/>
                  <a:pt x="1094269" y="60575"/>
                </a:cubicBezTo>
                <a:cubicBezTo>
                  <a:pt x="1091766" y="61826"/>
                  <a:pt x="1089699" y="62955"/>
                  <a:pt x="1088065" y="63963"/>
                </a:cubicBezTo>
                <a:cubicBezTo>
                  <a:pt x="1086432" y="64971"/>
                  <a:pt x="1085267" y="65475"/>
                  <a:pt x="1084572" y="65475"/>
                </a:cubicBezTo>
                <a:cubicBezTo>
                  <a:pt x="1084155" y="65475"/>
                  <a:pt x="1083773" y="65405"/>
                  <a:pt x="1083426" y="65266"/>
                </a:cubicBezTo>
                <a:cubicBezTo>
                  <a:pt x="1083078" y="65125"/>
                  <a:pt x="1082783" y="64862"/>
                  <a:pt x="1082539" y="64478"/>
                </a:cubicBezTo>
                <a:cubicBezTo>
                  <a:pt x="1082296" y="64091"/>
                  <a:pt x="1082122" y="63600"/>
                  <a:pt x="1082018" y="63005"/>
                </a:cubicBezTo>
                <a:cubicBezTo>
                  <a:pt x="1081914" y="62408"/>
                  <a:pt x="1081862" y="61689"/>
                  <a:pt x="1081862" y="60848"/>
                </a:cubicBezTo>
                <a:cubicBezTo>
                  <a:pt x="1081862" y="59376"/>
                  <a:pt x="1081966" y="58202"/>
                  <a:pt x="1082174" y="57326"/>
                </a:cubicBezTo>
                <a:cubicBezTo>
                  <a:pt x="1082383" y="56449"/>
                  <a:pt x="1082922" y="55572"/>
                  <a:pt x="1083790" y="54697"/>
                </a:cubicBezTo>
                <a:cubicBezTo>
                  <a:pt x="1084659" y="53819"/>
                  <a:pt x="1086206" y="52797"/>
                  <a:pt x="1088430" y="51631"/>
                </a:cubicBezTo>
                <a:cubicBezTo>
                  <a:pt x="1090654" y="50463"/>
                  <a:pt x="1093209" y="49381"/>
                  <a:pt x="1096093" y="48386"/>
                </a:cubicBezTo>
                <a:cubicBezTo>
                  <a:pt x="1098978" y="47391"/>
                  <a:pt x="1102088" y="46585"/>
                  <a:pt x="1105424" y="45969"/>
                </a:cubicBezTo>
                <a:cubicBezTo>
                  <a:pt x="1108761" y="45349"/>
                  <a:pt x="1112097" y="45040"/>
                  <a:pt x="1115433" y="45040"/>
                </a:cubicBezTo>
                <a:cubicBezTo>
                  <a:pt x="1121897" y="45040"/>
                  <a:pt x="1127353" y="45822"/>
                  <a:pt x="1131802" y="47386"/>
                </a:cubicBezTo>
                <a:cubicBezTo>
                  <a:pt x="1136250" y="48950"/>
                  <a:pt x="1139847" y="51191"/>
                  <a:pt x="1142593" y="54110"/>
                </a:cubicBezTo>
                <a:cubicBezTo>
                  <a:pt x="1145338" y="57030"/>
                  <a:pt x="1147302" y="60627"/>
                  <a:pt x="1148483" y="64901"/>
                </a:cubicBezTo>
                <a:cubicBezTo>
                  <a:pt x="1149665" y="69176"/>
                  <a:pt x="1150256" y="74024"/>
                  <a:pt x="1150256" y="79445"/>
                </a:cubicBezTo>
                <a:lnTo>
                  <a:pt x="1150256" y="143252"/>
                </a:lnTo>
                <a:moveTo>
                  <a:pt x="1137849" y="98838"/>
                </a:moveTo>
                <a:lnTo>
                  <a:pt x="1120646" y="98838"/>
                </a:lnTo>
                <a:cubicBezTo>
                  <a:pt x="1115642" y="98838"/>
                  <a:pt x="1111263" y="99289"/>
                  <a:pt x="1107509" y="100193"/>
                </a:cubicBezTo>
                <a:cubicBezTo>
                  <a:pt x="1103756" y="101097"/>
                  <a:pt x="1100628" y="102417"/>
                  <a:pt x="1098126" y="104155"/>
                </a:cubicBezTo>
                <a:cubicBezTo>
                  <a:pt x="1095624" y="105893"/>
                  <a:pt x="1093765" y="107978"/>
                  <a:pt x="1092548" y="110410"/>
                </a:cubicBezTo>
                <a:cubicBezTo>
                  <a:pt x="1091332" y="112843"/>
                  <a:pt x="1090724" y="115623"/>
                  <a:pt x="1090724" y="118751"/>
                </a:cubicBezTo>
                <a:cubicBezTo>
                  <a:pt x="1090724" y="124173"/>
                  <a:pt x="1092444" y="128499"/>
                  <a:pt x="1095885" y="131731"/>
                </a:cubicBezTo>
                <a:cubicBezTo>
                  <a:pt x="1099325" y="134963"/>
                  <a:pt x="1104173" y="136579"/>
                  <a:pt x="1110429" y="136579"/>
                </a:cubicBezTo>
                <a:cubicBezTo>
                  <a:pt x="1115364" y="136579"/>
                  <a:pt x="1119968" y="135311"/>
                  <a:pt x="1124243" y="132774"/>
                </a:cubicBezTo>
                <a:cubicBezTo>
                  <a:pt x="1128518" y="130237"/>
                  <a:pt x="1133053" y="126327"/>
                  <a:pt x="1137849" y="121045"/>
                </a:cubicBezTo>
                <a:lnTo>
                  <a:pt x="1137849" y="98838"/>
                </a:lnTo>
                <a:close/>
                <a:moveTo>
                  <a:pt x="1251193" y="129386"/>
                </a:moveTo>
                <a:cubicBezTo>
                  <a:pt x="1251193" y="130220"/>
                  <a:pt x="1251158" y="130967"/>
                  <a:pt x="1251089" y="131627"/>
                </a:cubicBezTo>
                <a:cubicBezTo>
                  <a:pt x="1251019" y="132287"/>
                  <a:pt x="1250915" y="132861"/>
                  <a:pt x="1250776" y="133347"/>
                </a:cubicBezTo>
                <a:cubicBezTo>
                  <a:pt x="1250637" y="133834"/>
                  <a:pt x="1250446" y="134268"/>
                  <a:pt x="1250202" y="134651"/>
                </a:cubicBezTo>
                <a:cubicBezTo>
                  <a:pt x="1249959" y="135033"/>
                  <a:pt x="1249386" y="135676"/>
                  <a:pt x="1248482" y="136579"/>
                </a:cubicBezTo>
                <a:cubicBezTo>
                  <a:pt x="1247579" y="137483"/>
                  <a:pt x="1246067" y="138630"/>
                  <a:pt x="1243947" y="140020"/>
                </a:cubicBezTo>
                <a:cubicBezTo>
                  <a:pt x="1241827" y="141410"/>
                  <a:pt x="1239446" y="142626"/>
                  <a:pt x="1236805" y="143669"/>
                </a:cubicBezTo>
                <a:cubicBezTo>
                  <a:pt x="1234164" y="144712"/>
                  <a:pt x="1231314" y="145563"/>
                  <a:pt x="1228256" y="146223"/>
                </a:cubicBezTo>
                <a:cubicBezTo>
                  <a:pt x="1225198" y="146884"/>
                  <a:pt x="1222035" y="147214"/>
                  <a:pt x="1218768" y="147214"/>
                </a:cubicBezTo>
                <a:cubicBezTo>
                  <a:pt x="1212235" y="147214"/>
                  <a:pt x="1206448" y="146118"/>
                  <a:pt x="1201409" y="143926"/>
                </a:cubicBezTo>
                <a:cubicBezTo>
                  <a:pt x="1196370" y="141735"/>
                  <a:pt x="1192148" y="138500"/>
                  <a:pt x="1188742" y="134221"/>
                </a:cubicBezTo>
                <a:cubicBezTo>
                  <a:pt x="1185336" y="129942"/>
                  <a:pt x="1182747" y="124688"/>
                  <a:pt x="1180974" y="118461"/>
                </a:cubicBezTo>
                <a:cubicBezTo>
                  <a:pt x="1179202" y="112234"/>
                  <a:pt x="1178316" y="105050"/>
                  <a:pt x="1178316" y="96909"/>
                </a:cubicBezTo>
                <a:cubicBezTo>
                  <a:pt x="1178316" y="87725"/>
                  <a:pt x="1179411" y="79864"/>
                  <a:pt x="1181600" y="73323"/>
                </a:cubicBezTo>
                <a:cubicBezTo>
                  <a:pt x="1183789" y="66783"/>
                  <a:pt x="1186796" y="61426"/>
                  <a:pt x="1190618" y="57251"/>
                </a:cubicBezTo>
                <a:cubicBezTo>
                  <a:pt x="1194441" y="53077"/>
                  <a:pt x="1198907" y="49998"/>
                  <a:pt x="1204016" y="48015"/>
                </a:cubicBezTo>
                <a:cubicBezTo>
                  <a:pt x="1209124" y="46031"/>
                  <a:pt x="1214598" y="45040"/>
                  <a:pt x="1220437" y="45040"/>
                </a:cubicBezTo>
                <a:cubicBezTo>
                  <a:pt x="1223564" y="45040"/>
                  <a:pt x="1226553" y="45339"/>
                  <a:pt x="1229403" y="45936"/>
                </a:cubicBezTo>
                <a:cubicBezTo>
                  <a:pt x="1232253" y="46531"/>
                  <a:pt x="1234876" y="47320"/>
                  <a:pt x="1237274" y="48301"/>
                </a:cubicBezTo>
                <a:cubicBezTo>
                  <a:pt x="1239672" y="49281"/>
                  <a:pt x="1241810" y="50402"/>
                  <a:pt x="1243686" y="51664"/>
                </a:cubicBezTo>
                <a:cubicBezTo>
                  <a:pt x="1245563" y="52926"/>
                  <a:pt x="1246936" y="53995"/>
                  <a:pt x="1247805" y="54873"/>
                </a:cubicBezTo>
                <a:cubicBezTo>
                  <a:pt x="1248673" y="55748"/>
                  <a:pt x="1249264" y="56414"/>
                  <a:pt x="1249577" y="56870"/>
                </a:cubicBezTo>
                <a:cubicBezTo>
                  <a:pt x="1249890" y="57324"/>
                  <a:pt x="1250133" y="57829"/>
                  <a:pt x="1250307" y="58385"/>
                </a:cubicBezTo>
                <a:cubicBezTo>
                  <a:pt x="1250481" y="58941"/>
                  <a:pt x="1250602" y="59549"/>
                  <a:pt x="1250672" y="60210"/>
                </a:cubicBezTo>
                <a:cubicBezTo>
                  <a:pt x="1250741" y="60870"/>
                  <a:pt x="1250776" y="61652"/>
                  <a:pt x="1250776" y="62555"/>
                </a:cubicBezTo>
                <a:cubicBezTo>
                  <a:pt x="1250776" y="64571"/>
                  <a:pt x="1250481" y="65979"/>
                  <a:pt x="1249890" y="66778"/>
                </a:cubicBezTo>
                <a:cubicBezTo>
                  <a:pt x="1249299" y="67577"/>
                  <a:pt x="1248656" y="67977"/>
                  <a:pt x="1247961" y="67977"/>
                </a:cubicBezTo>
                <a:cubicBezTo>
                  <a:pt x="1246988" y="67977"/>
                  <a:pt x="1245789" y="67346"/>
                  <a:pt x="1244364" y="66084"/>
                </a:cubicBezTo>
                <a:cubicBezTo>
                  <a:pt x="1242939" y="64822"/>
                  <a:pt x="1241115" y="63437"/>
                  <a:pt x="1238890" y="61930"/>
                </a:cubicBezTo>
                <a:cubicBezTo>
                  <a:pt x="1236666" y="60423"/>
                  <a:pt x="1233973" y="59038"/>
                  <a:pt x="1230810" y="57776"/>
                </a:cubicBezTo>
                <a:cubicBezTo>
                  <a:pt x="1227648" y="56514"/>
                  <a:pt x="1223877" y="55883"/>
                  <a:pt x="1219498" y="55883"/>
                </a:cubicBezTo>
                <a:cubicBezTo>
                  <a:pt x="1210462" y="55883"/>
                  <a:pt x="1203494" y="59363"/>
                  <a:pt x="1198594" y="66322"/>
                </a:cubicBezTo>
                <a:cubicBezTo>
                  <a:pt x="1193694" y="73281"/>
                  <a:pt x="1191244" y="83338"/>
                  <a:pt x="1191244" y="96492"/>
                </a:cubicBezTo>
                <a:cubicBezTo>
                  <a:pt x="1191244" y="103104"/>
                  <a:pt x="1191904" y="108898"/>
                  <a:pt x="1193225" y="113874"/>
                </a:cubicBezTo>
                <a:cubicBezTo>
                  <a:pt x="1194545" y="118850"/>
                  <a:pt x="1196440" y="122991"/>
                  <a:pt x="1198907" y="126297"/>
                </a:cubicBezTo>
                <a:cubicBezTo>
                  <a:pt x="1201374" y="129603"/>
                  <a:pt x="1204381" y="132073"/>
                  <a:pt x="1207925" y="133709"/>
                </a:cubicBezTo>
                <a:cubicBezTo>
                  <a:pt x="1211470" y="135345"/>
                  <a:pt x="1215467" y="136162"/>
                  <a:pt x="1219915" y="136162"/>
                </a:cubicBezTo>
                <a:cubicBezTo>
                  <a:pt x="1224086" y="136162"/>
                  <a:pt x="1227769" y="135502"/>
                  <a:pt x="1230967" y="134181"/>
                </a:cubicBezTo>
                <a:cubicBezTo>
                  <a:pt x="1234164" y="132861"/>
                  <a:pt x="1236944" y="131401"/>
                  <a:pt x="1239307" y="129803"/>
                </a:cubicBezTo>
                <a:cubicBezTo>
                  <a:pt x="1241671" y="128204"/>
                  <a:pt x="1243634" y="126744"/>
                  <a:pt x="1245198" y="125424"/>
                </a:cubicBezTo>
                <a:cubicBezTo>
                  <a:pt x="1246762" y="124103"/>
                  <a:pt x="1247926" y="123443"/>
                  <a:pt x="1248691" y="123443"/>
                </a:cubicBezTo>
                <a:cubicBezTo>
                  <a:pt x="1249108" y="123443"/>
                  <a:pt x="1249473" y="123564"/>
                  <a:pt x="1249785" y="123808"/>
                </a:cubicBezTo>
                <a:cubicBezTo>
                  <a:pt x="1250098" y="124051"/>
                  <a:pt x="1250359" y="124433"/>
                  <a:pt x="1250567" y="124955"/>
                </a:cubicBezTo>
                <a:cubicBezTo>
                  <a:pt x="1250776" y="125476"/>
                  <a:pt x="1250932" y="126101"/>
                  <a:pt x="1251037" y="126831"/>
                </a:cubicBezTo>
                <a:cubicBezTo>
                  <a:pt x="1251141" y="127561"/>
                  <a:pt x="1251193" y="128412"/>
                  <a:pt x="1251193" y="129386"/>
                </a:cubicBezTo>
                <a:close/>
                <a:moveTo>
                  <a:pt x="1353365" y="143252"/>
                </a:moveTo>
                <a:cubicBezTo>
                  <a:pt x="1353365" y="143669"/>
                  <a:pt x="1353261" y="144051"/>
                  <a:pt x="1353052" y="144399"/>
                </a:cubicBezTo>
                <a:cubicBezTo>
                  <a:pt x="1352844" y="144746"/>
                  <a:pt x="1352513" y="145024"/>
                  <a:pt x="1352062" y="145233"/>
                </a:cubicBezTo>
                <a:cubicBezTo>
                  <a:pt x="1351610" y="145441"/>
                  <a:pt x="1350984" y="145615"/>
                  <a:pt x="1350185" y="145754"/>
                </a:cubicBezTo>
                <a:cubicBezTo>
                  <a:pt x="1349386" y="145893"/>
                  <a:pt x="1348395" y="145963"/>
                  <a:pt x="1347214" y="145963"/>
                </a:cubicBezTo>
                <a:cubicBezTo>
                  <a:pt x="1345962" y="145963"/>
                  <a:pt x="1344937" y="145893"/>
                  <a:pt x="1344138" y="145754"/>
                </a:cubicBezTo>
                <a:cubicBezTo>
                  <a:pt x="1343339" y="145615"/>
                  <a:pt x="1342713" y="145441"/>
                  <a:pt x="1342261" y="145233"/>
                </a:cubicBezTo>
                <a:cubicBezTo>
                  <a:pt x="1341809" y="145024"/>
                  <a:pt x="1341479" y="144746"/>
                  <a:pt x="1341271" y="144399"/>
                </a:cubicBezTo>
                <a:cubicBezTo>
                  <a:pt x="1341062" y="144051"/>
                  <a:pt x="1340958" y="143669"/>
                  <a:pt x="1340958" y="143252"/>
                </a:cubicBezTo>
                <a:lnTo>
                  <a:pt x="1340958" y="87265"/>
                </a:lnTo>
                <a:cubicBezTo>
                  <a:pt x="1340958" y="81426"/>
                  <a:pt x="1340506" y="76683"/>
                  <a:pt x="1339603" y="73034"/>
                </a:cubicBezTo>
                <a:cubicBezTo>
                  <a:pt x="1338699" y="69384"/>
                  <a:pt x="1337344" y="66257"/>
                  <a:pt x="1335537" y="63650"/>
                </a:cubicBezTo>
                <a:cubicBezTo>
                  <a:pt x="1333729" y="61044"/>
                  <a:pt x="1331418" y="59028"/>
                  <a:pt x="1328603" y="57603"/>
                </a:cubicBezTo>
                <a:cubicBezTo>
                  <a:pt x="1325788" y="56178"/>
                  <a:pt x="1322504" y="55466"/>
                  <a:pt x="1318751" y="55466"/>
                </a:cubicBezTo>
                <a:cubicBezTo>
                  <a:pt x="1313955" y="55466"/>
                  <a:pt x="1309159" y="57169"/>
                  <a:pt x="1304363" y="60575"/>
                </a:cubicBezTo>
                <a:cubicBezTo>
                  <a:pt x="1299567" y="63980"/>
                  <a:pt x="1294528" y="68985"/>
                  <a:pt x="1289245" y="75588"/>
                </a:cubicBezTo>
                <a:lnTo>
                  <a:pt x="1289245" y="143252"/>
                </a:lnTo>
                <a:cubicBezTo>
                  <a:pt x="1289245" y="143669"/>
                  <a:pt x="1289141" y="144051"/>
                  <a:pt x="1288933" y="144399"/>
                </a:cubicBezTo>
                <a:cubicBezTo>
                  <a:pt x="1288724" y="144746"/>
                  <a:pt x="1288394" y="145024"/>
                  <a:pt x="1287942" y="145233"/>
                </a:cubicBezTo>
                <a:cubicBezTo>
                  <a:pt x="1287490" y="145441"/>
                  <a:pt x="1286865" y="145615"/>
                  <a:pt x="1286066" y="145754"/>
                </a:cubicBezTo>
                <a:cubicBezTo>
                  <a:pt x="1285266" y="145893"/>
                  <a:pt x="1284241" y="145963"/>
                  <a:pt x="1282990" y="145963"/>
                </a:cubicBezTo>
                <a:cubicBezTo>
                  <a:pt x="1281808" y="145963"/>
                  <a:pt x="1280818" y="145893"/>
                  <a:pt x="1280019" y="145754"/>
                </a:cubicBezTo>
                <a:cubicBezTo>
                  <a:pt x="1279219" y="145615"/>
                  <a:pt x="1278576" y="145441"/>
                  <a:pt x="1278090" y="145233"/>
                </a:cubicBezTo>
                <a:cubicBezTo>
                  <a:pt x="1277603" y="145024"/>
                  <a:pt x="1277273" y="144746"/>
                  <a:pt x="1277099" y="144399"/>
                </a:cubicBezTo>
                <a:cubicBezTo>
                  <a:pt x="1276926" y="144051"/>
                  <a:pt x="1276839" y="143669"/>
                  <a:pt x="1276839" y="143252"/>
                </a:cubicBezTo>
                <a:lnTo>
                  <a:pt x="1276839" y="2711"/>
                </a:lnTo>
                <a:cubicBezTo>
                  <a:pt x="1276839" y="2294"/>
                  <a:pt x="1276926" y="1911"/>
                  <a:pt x="1277099" y="1564"/>
                </a:cubicBezTo>
                <a:cubicBezTo>
                  <a:pt x="1277273" y="1216"/>
                  <a:pt x="1277603" y="921"/>
                  <a:pt x="1278090" y="678"/>
                </a:cubicBezTo>
                <a:cubicBezTo>
                  <a:pt x="1278576" y="434"/>
                  <a:pt x="1279219" y="261"/>
                  <a:pt x="1280019" y="156"/>
                </a:cubicBezTo>
                <a:cubicBezTo>
                  <a:pt x="1280818" y="52"/>
                  <a:pt x="1281808" y="0"/>
                  <a:pt x="1282990" y="0"/>
                </a:cubicBezTo>
                <a:cubicBezTo>
                  <a:pt x="1284241" y="0"/>
                  <a:pt x="1285266" y="52"/>
                  <a:pt x="1286066" y="156"/>
                </a:cubicBezTo>
                <a:cubicBezTo>
                  <a:pt x="1286865" y="261"/>
                  <a:pt x="1287490" y="434"/>
                  <a:pt x="1287942" y="678"/>
                </a:cubicBezTo>
                <a:cubicBezTo>
                  <a:pt x="1288394" y="921"/>
                  <a:pt x="1288724" y="1216"/>
                  <a:pt x="1288933" y="1564"/>
                </a:cubicBezTo>
                <a:cubicBezTo>
                  <a:pt x="1289141" y="1911"/>
                  <a:pt x="1289245" y="2294"/>
                  <a:pt x="1289245" y="2711"/>
                </a:cubicBezTo>
                <a:lnTo>
                  <a:pt x="1289245" y="61617"/>
                </a:lnTo>
                <a:cubicBezTo>
                  <a:pt x="1294389" y="55918"/>
                  <a:pt x="1299532" y="51730"/>
                  <a:pt x="1304676" y="49054"/>
                </a:cubicBezTo>
                <a:cubicBezTo>
                  <a:pt x="1309819" y="46378"/>
                  <a:pt x="1314963" y="45040"/>
                  <a:pt x="1320106" y="45040"/>
                </a:cubicBezTo>
                <a:cubicBezTo>
                  <a:pt x="1326292" y="45040"/>
                  <a:pt x="1331505" y="46083"/>
                  <a:pt x="1335745" y="48168"/>
                </a:cubicBezTo>
                <a:cubicBezTo>
                  <a:pt x="1339985" y="50253"/>
                  <a:pt x="1343408" y="53068"/>
                  <a:pt x="1346015" y="56613"/>
                </a:cubicBezTo>
                <a:cubicBezTo>
                  <a:pt x="1348621" y="60158"/>
                  <a:pt x="1350498" y="64293"/>
                  <a:pt x="1351645" y="69020"/>
                </a:cubicBezTo>
                <a:cubicBezTo>
                  <a:pt x="1352791" y="73746"/>
                  <a:pt x="1353365" y="79445"/>
                  <a:pt x="1353365" y="86118"/>
                </a:cubicBezTo>
                <a:lnTo>
                  <a:pt x="1353365" y="143252"/>
                </a:lnTo>
                <a:close/>
                <a:moveTo>
                  <a:pt x="1399786" y="143249"/>
                </a:moveTo>
                <a:cubicBezTo>
                  <a:pt x="1399786" y="143666"/>
                  <a:pt x="1399682" y="144049"/>
                  <a:pt x="1399473" y="144399"/>
                </a:cubicBezTo>
                <a:cubicBezTo>
                  <a:pt x="1399265" y="144746"/>
                  <a:pt x="1398934" y="145024"/>
                  <a:pt x="1398483" y="145233"/>
                </a:cubicBezTo>
                <a:cubicBezTo>
                  <a:pt x="1398031" y="145441"/>
                  <a:pt x="1397405" y="145615"/>
                  <a:pt x="1396606" y="145754"/>
                </a:cubicBezTo>
                <a:cubicBezTo>
                  <a:pt x="1395807" y="145893"/>
                  <a:pt x="1394781" y="145963"/>
                  <a:pt x="1393530" y="145963"/>
                </a:cubicBezTo>
                <a:cubicBezTo>
                  <a:pt x="1392349" y="145963"/>
                  <a:pt x="1391358" y="145893"/>
                  <a:pt x="1390559" y="145754"/>
                </a:cubicBezTo>
                <a:cubicBezTo>
                  <a:pt x="1389760" y="145615"/>
                  <a:pt x="1389117" y="145441"/>
                  <a:pt x="1388630" y="145233"/>
                </a:cubicBezTo>
                <a:cubicBezTo>
                  <a:pt x="1388144" y="145024"/>
                  <a:pt x="1387813" y="144746"/>
                  <a:pt x="1387640" y="144399"/>
                </a:cubicBezTo>
                <a:cubicBezTo>
                  <a:pt x="1387466" y="144049"/>
                  <a:pt x="1387379" y="143666"/>
                  <a:pt x="1387379" y="143249"/>
                </a:cubicBezTo>
                <a:lnTo>
                  <a:pt x="1387379" y="48797"/>
                </a:lnTo>
                <a:cubicBezTo>
                  <a:pt x="1387379" y="48379"/>
                  <a:pt x="1387466" y="47997"/>
                  <a:pt x="1387640" y="47650"/>
                </a:cubicBezTo>
                <a:cubicBezTo>
                  <a:pt x="1387813" y="47300"/>
                  <a:pt x="1388144" y="47003"/>
                  <a:pt x="1388630" y="46760"/>
                </a:cubicBezTo>
                <a:cubicBezTo>
                  <a:pt x="1389117" y="46517"/>
                  <a:pt x="1389760" y="46343"/>
                  <a:pt x="1390559" y="46239"/>
                </a:cubicBezTo>
                <a:cubicBezTo>
                  <a:pt x="1391358" y="46135"/>
                  <a:pt x="1392349" y="46083"/>
                  <a:pt x="1393530" y="46083"/>
                </a:cubicBezTo>
                <a:cubicBezTo>
                  <a:pt x="1394781" y="46083"/>
                  <a:pt x="1395807" y="46135"/>
                  <a:pt x="1396606" y="46239"/>
                </a:cubicBezTo>
                <a:cubicBezTo>
                  <a:pt x="1397405" y="46343"/>
                  <a:pt x="1398031" y="46517"/>
                  <a:pt x="1398483" y="46760"/>
                </a:cubicBezTo>
                <a:cubicBezTo>
                  <a:pt x="1398934" y="47003"/>
                  <a:pt x="1399265" y="47300"/>
                  <a:pt x="1399473" y="47650"/>
                </a:cubicBezTo>
                <a:cubicBezTo>
                  <a:pt x="1399682" y="47997"/>
                  <a:pt x="1399786" y="48379"/>
                  <a:pt x="1399786" y="48797"/>
                </a:cubicBezTo>
                <a:lnTo>
                  <a:pt x="1399786" y="143249"/>
                </a:lnTo>
                <a:moveTo>
                  <a:pt x="1401663" y="16838"/>
                </a:moveTo>
                <a:cubicBezTo>
                  <a:pt x="1401663" y="20194"/>
                  <a:pt x="1401072" y="22467"/>
                  <a:pt x="1399890" y="23657"/>
                </a:cubicBezTo>
                <a:cubicBezTo>
                  <a:pt x="1398709" y="24845"/>
                  <a:pt x="1396554" y="25439"/>
                  <a:pt x="1393426" y="25439"/>
                </a:cubicBezTo>
                <a:cubicBezTo>
                  <a:pt x="1390368" y="25439"/>
                  <a:pt x="1388265" y="24863"/>
                  <a:pt x="1387118" y="23709"/>
                </a:cubicBezTo>
                <a:cubicBezTo>
                  <a:pt x="1385972" y="22556"/>
                  <a:pt x="1385398" y="20300"/>
                  <a:pt x="1385398" y="16942"/>
                </a:cubicBezTo>
                <a:cubicBezTo>
                  <a:pt x="1385398" y="13586"/>
                  <a:pt x="1385989" y="11314"/>
                  <a:pt x="1387170" y="10126"/>
                </a:cubicBezTo>
                <a:cubicBezTo>
                  <a:pt x="1388352" y="8936"/>
                  <a:pt x="1390507" y="8341"/>
                  <a:pt x="1393635" y="8341"/>
                </a:cubicBezTo>
                <a:cubicBezTo>
                  <a:pt x="1396693" y="8341"/>
                  <a:pt x="1398795" y="8917"/>
                  <a:pt x="1399942" y="10071"/>
                </a:cubicBezTo>
                <a:cubicBezTo>
                  <a:pt x="1401089" y="11224"/>
                  <a:pt x="1401663" y="13480"/>
                  <a:pt x="1401663" y="16838"/>
                </a:cubicBezTo>
                <a:close/>
                <a:moveTo>
                  <a:pt x="1512088" y="91227"/>
                </a:moveTo>
                <a:cubicBezTo>
                  <a:pt x="1512088" y="93729"/>
                  <a:pt x="1511427" y="95449"/>
                  <a:pt x="1510107" y="96388"/>
                </a:cubicBezTo>
                <a:cubicBezTo>
                  <a:pt x="1508786" y="97326"/>
                  <a:pt x="1507500" y="97795"/>
                  <a:pt x="1506249" y="97795"/>
                </a:cubicBezTo>
                <a:lnTo>
                  <a:pt x="1441921" y="97795"/>
                </a:lnTo>
                <a:cubicBezTo>
                  <a:pt x="1441921" y="103649"/>
                  <a:pt x="1442495" y="108945"/>
                  <a:pt x="1443642" y="113685"/>
                </a:cubicBezTo>
                <a:cubicBezTo>
                  <a:pt x="1444788" y="118424"/>
                  <a:pt x="1446682" y="122484"/>
                  <a:pt x="1449324" y="125864"/>
                </a:cubicBezTo>
                <a:cubicBezTo>
                  <a:pt x="1451965" y="129243"/>
                  <a:pt x="1455405" y="131840"/>
                  <a:pt x="1459645" y="133654"/>
                </a:cubicBezTo>
                <a:cubicBezTo>
                  <a:pt x="1463885" y="135465"/>
                  <a:pt x="1469098" y="136371"/>
                  <a:pt x="1475284" y="136371"/>
                </a:cubicBezTo>
                <a:cubicBezTo>
                  <a:pt x="1479663" y="136371"/>
                  <a:pt x="1483590" y="135983"/>
                  <a:pt x="1487065" y="135208"/>
                </a:cubicBezTo>
                <a:cubicBezTo>
                  <a:pt x="1490541" y="134432"/>
                  <a:pt x="1493547" y="133569"/>
                  <a:pt x="1496084" y="132618"/>
                </a:cubicBezTo>
                <a:cubicBezTo>
                  <a:pt x="1498621" y="131666"/>
                  <a:pt x="1500706" y="130803"/>
                  <a:pt x="1502339" y="130027"/>
                </a:cubicBezTo>
                <a:cubicBezTo>
                  <a:pt x="1503973" y="129252"/>
                  <a:pt x="1505137" y="128864"/>
                  <a:pt x="1505832" y="128864"/>
                </a:cubicBezTo>
                <a:cubicBezTo>
                  <a:pt x="1506249" y="128864"/>
                  <a:pt x="1506631" y="128970"/>
                  <a:pt x="1506979" y="129180"/>
                </a:cubicBezTo>
                <a:cubicBezTo>
                  <a:pt x="1507326" y="129391"/>
                  <a:pt x="1507604" y="129724"/>
                  <a:pt x="1507813" y="130181"/>
                </a:cubicBezTo>
                <a:cubicBezTo>
                  <a:pt x="1508022" y="130637"/>
                  <a:pt x="1508178" y="131216"/>
                  <a:pt x="1508282" y="131917"/>
                </a:cubicBezTo>
                <a:cubicBezTo>
                  <a:pt x="1508386" y="132619"/>
                  <a:pt x="1508439" y="133495"/>
                  <a:pt x="1508439" y="134546"/>
                </a:cubicBezTo>
                <a:cubicBezTo>
                  <a:pt x="1508439" y="135039"/>
                  <a:pt x="1508404" y="135514"/>
                  <a:pt x="1508334" y="135970"/>
                </a:cubicBezTo>
                <a:cubicBezTo>
                  <a:pt x="1508265" y="136426"/>
                  <a:pt x="1508178" y="136848"/>
                  <a:pt x="1508074" y="137234"/>
                </a:cubicBezTo>
                <a:cubicBezTo>
                  <a:pt x="1507969" y="137619"/>
                  <a:pt x="1507813" y="137987"/>
                  <a:pt x="1507604" y="138339"/>
                </a:cubicBezTo>
                <a:cubicBezTo>
                  <a:pt x="1507396" y="138689"/>
                  <a:pt x="1507118" y="139039"/>
                  <a:pt x="1506770" y="139391"/>
                </a:cubicBezTo>
                <a:cubicBezTo>
                  <a:pt x="1506423" y="139741"/>
                  <a:pt x="1505346" y="140350"/>
                  <a:pt x="1503538" y="141219"/>
                </a:cubicBezTo>
                <a:cubicBezTo>
                  <a:pt x="1501731" y="142088"/>
                  <a:pt x="1499368" y="142957"/>
                  <a:pt x="1496449" y="143825"/>
                </a:cubicBezTo>
                <a:cubicBezTo>
                  <a:pt x="1493530" y="144694"/>
                  <a:pt x="1490141" y="145476"/>
                  <a:pt x="1486284" y="146171"/>
                </a:cubicBezTo>
                <a:cubicBezTo>
                  <a:pt x="1482426" y="146866"/>
                  <a:pt x="1478273" y="147214"/>
                  <a:pt x="1473825" y="147214"/>
                </a:cubicBezTo>
                <a:cubicBezTo>
                  <a:pt x="1466526" y="147214"/>
                  <a:pt x="1460062" y="146118"/>
                  <a:pt x="1454432" y="143926"/>
                </a:cubicBezTo>
                <a:cubicBezTo>
                  <a:pt x="1448802" y="141735"/>
                  <a:pt x="1444076" y="138500"/>
                  <a:pt x="1440253" y="134221"/>
                </a:cubicBezTo>
                <a:cubicBezTo>
                  <a:pt x="1436430" y="129942"/>
                  <a:pt x="1433528" y="124636"/>
                  <a:pt x="1431547" y="118305"/>
                </a:cubicBezTo>
                <a:cubicBezTo>
                  <a:pt x="1429567" y="111973"/>
                  <a:pt x="1428576" y="104633"/>
                  <a:pt x="1428576" y="96283"/>
                </a:cubicBezTo>
                <a:cubicBezTo>
                  <a:pt x="1428576" y="88281"/>
                  <a:pt x="1429601" y="81115"/>
                  <a:pt x="1431652" y="74783"/>
                </a:cubicBezTo>
                <a:cubicBezTo>
                  <a:pt x="1433702" y="68452"/>
                  <a:pt x="1436639" y="63077"/>
                  <a:pt x="1440462" y="58659"/>
                </a:cubicBezTo>
                <a:cubicBezTo>
                  <a:pt x="1444284" y="54241"/>
                  <a:pt x="1448889" y="50867"/>
                  <a:pt x="1454276" y="48536"/>
                </a:cubicBezTo>
                <a:cubicBezTo>
                  <a:pt x="1459663" y="46205"/>
                  <a:pt x="1465658" y="45040"/>
                  <a:pt x="1472261" y="45040"/>
                </a:cubicBezTo>
                <a:cubicBezTo>
                  <a:pt x="1479350" y="45040"/>
                  <a:pt x="1485397" y="46222"/>
                  <a:pt x="1490402" y="48585"/>
                </a:cubicBezTo>
                <a:cubicBezTo>
                  <a:pt x="1495406" y="50948"/>
                  <a:pt x="1499524" y="54128"/>
                  <a:pt x="1502756" y="58124"/>
                </a:cubicBezTo>
                <a:cubicBezTo>
                  <a:pt x="1505988" y="62121"/>
                  <a:pt x="1508352" y="66761"/>
                  <a:pt x="1509846" y="72043"/>
                </a:cubicBezTo>
                <a:cubicBezTo>
                  <a:pt x="1511340" y="77326"/>
                  <a:pt x="1512088" y="82886"/>
                  <a:pt x="1512088" y="88725"/>
                </a:cubicBezTo>
                <a:lnTo>
                  <a:pt x="1512088" y="91227"/>
                </a:lnTo>
                <a:moveTo>
                  <a:pt x="1499264" y="87578"/>
                </a:moveTo>
                <a:cubicBezTo>
                  <a:pt x="1499472" y="77569"/>
                  <a:pt x="1497179" y="69749"/>
                  <a:pt x="1492383" y="64119"/>
                </a:cubicBezTo>
                <a:cubicBezTo>
                  <a:pt x="1487587" y="58489"/>
                  <a:pt x="1480601" y="55674"/>
                  <a:pt x="1471427" y="55674"/>
                </a:cubicBezTo>
                <a:cubicBezTo>
                  <a:pt x="1466700" y="55674"/>
                  <a:pt x="1462547" y="56561"/>
                  <a:pt x="1458968" y="58333"/>
                </a:cubicBezTo>
                <a:cubicBezTo>
                  <a:pt x="1455388" y="60105"/>
                  <a:pt x="1452365" y="62451"/>
                  <a:pt x="1449897" y="65370"/>
                </a:cubicBezTo>
                <a:cubicBezTo>
                  <a:pt x="1447430" y="68290"/>
                  <a:pt x="1445536" y="71678"/>
                  <a:pt x="1444215" y="75536"/>
                </a:cubicBezTo>
                <a:cubicBezTo>
                  <a:pt x="1442894" y="79393"/>
                  <a:pt x="1442130" y="83407"/>
                  <a:pt x="1441921" y="87578"/>
                </a:cubicBezTo>
                <a:lnTo>
                  <a:pt x="1499264" y="87578"/>
                </a:lnTo>
                <a:close/>
                <a:moveTo>
                  <a:pt x="1611104" y="48588"/>
                </a:moveTo>
                <a:cubicBezTo>
                  <a:pt x="1611104" y="48797"/>
                  <a:pt x="1611086" y="49022"/>
                  <a:pt x="1611052" y="49266"/>
                </a:cubicBezTo>
                <a:cubicBezTo>
                  <a:pt x="1611017" y="49509"/>
                  <a:pt x="1610982" y="49735"/>
                  <a:pt x="1610947" y="49943"/>
                </a:cubicBezTo>
                <a:cubicBezTo>
                  <a:pt x="1610913" y="50152"/>
                  <a:pt x="1610861" y="50379"/>
                  <a:pt x="1610791" y="50624"/>
                </a:cubicBezTo>
                <a:cubicBezTo>
                  <a:pt x="1610722" y="50868"/>
                  <a:pt x="1610652" y="51093"/>
                  <a:pt x="1610582" y="51302"/>
                </a:cubicBezTo>
                <a:lnTo>
                  <a:pt x="1576386" y="143249"/>
                </a:lnTo>
                <a:cubicBezTo>
                  <a:pt x="1576177" y="143805"/>
                  <a:pt x="1575864" y="144258"/>
                  <a:pt x="1575447" y="144607"/>
                </a:cubicBezTo>
                <a:cubicBezTo>
                  <a:pt x="1575030" y="144955"/>
                  <a:pt x="1574509" y="145233"/>
                  <a:pt x="1573883" y="145441"/>
                </a:cubicBezTo>
                <a:cubicBezTo>
                  <a:pt x="1573258" y="145650"/>
                  <a:pt x="1572511" y="145789"/>
                  <a:pt x="1571642" y="145859"/>
                </a:cubicBezTo>
                <a:cubicBezTo>
                  <a:pt x="1570773" y="145928"/>
                  <a:pt x="1569748" y="145963"/>
                  <a:pt x="1568566" y="145963"/>
                </a:cubicBezTo>
                <a:cubicBezTo>
                  <a:pt x="1567384" y="145963"/>
                  <a:pt x="1566342" y="145911"/>
                  <a:pt x="1565438" y="145806"/>
                </a:cubicBezTo>
                <a:cubicBezTo>
                  <a:pt x="1564535" y="145702"/>
                  <a:pt x="1563770" y="145546"/>
                  <a:pt x="1563145" y="145337"/>
                </a:cubicBezTo>
                <a:cubicBezTo>
                  <a:pt x="1562519" y="145129"/>
                  <a:pt x="1561998" y="144851"/>
                  <a:pt x="1561581" y="144503"/>
                </a:cubicBezTo>
                <a:cubicBezTo>
                  <a:pt x="1561164" y="144153"/>
                  <a:pt x="1560851" y="143735"/>
                  <a:pt x="1560642" y="143249"/>
                </a:cubicBezTo>
                <a:lnTo>
                  <a:pt x="1526445" y="51302"/>
                </a:lnTo>
                <a:cubicBezTo>
                  <a:pt x="1526237" y="50744"/>
                  <a:pt x="1526080" y="50291"/>
                  <a:pt x="1525976" y="49943"/>
                </a:cubicBezTo>
                <a:cubicBezTo>
                  <a:pt x="1525872" y="49596"/>
                  <a:pt x="1525802" y="49318"/>
                  <a:pt x="1525768" y="49109"/>
                </a:cubicBezTo>
                <a:cubicBezTo>
                  <a:pt x="1525733" y="48901"/>
                  <a:pt x="1525716" y="48727"/>
                  <a:pt x="1525716" y="48588"/>
                </a:cubicBezTo>
                <a:cubicBezTo>
                  <a:pt x="1525716" y="48101"/>
                  <a:pt x="1525820" y="47684"/>
                  <a:pt x="1526028" y="47337"/>
                </a:cubicBezTo>
                <a:cubicBezTo>
                  <a:pt x="1526237" y="46987"/>
                  <a:pt x="1526567" y="46725"/>
                  <a:pt x="1527019" y="46552"/>
                </a:cubicBezTo>
                <a:cubicBezTo>
                  <a:pt x="1527471" y="46378"/>
                  <a:pt x="1528079" y="46256"/>
                  <a:pt x="1528843" y="46187"/>
                </a:cubicBezTo>
                <a:cubicBezTo>
                  <a:pt x="1529608" y="46117"/>
                  <a:pt x="1530546" y="46083"/>
                  <a:pt x="1531658" y="46083"/>
                </a:cubicBezTo>
                <a:cubicBezTo>
                  <a:pt x="1533187" y="46083"/>
                  <a:pt x="1534404" y="46135"/>
                  <a:pt x="1535307" y="46239"/>
                </a:cubicBezTo>
                <a:cubicBezTo>
                  <a:pt x="1536211" y="46343"/>
                  <a:pt x="1536923" y="46500"/>
                  <a:pt x="1537445" y="46708"/>
                </a:cubicBezTo>
                <a:cubicBezTo>
                  <a:pt x="1537966" y="46917"/>
                  <a:pt x="1538348" y="47196"/>
                  <a:pt x="1538592" y="47545"/>
                </a:cubicBezTo>
                <a:cubicBezTo>
                  <a:pt x="1538835" y="47893"/>
                  <a:pt x="1539061" y="48310"/>
                  <a:pt x="1539269" y="48797"/>
                </a:cubicBezTo>
                <a:lnTo>
                  <a:pt x="1568775" y="131246"/>
                </a:lnTo>
                <a:lnTo>
                  <a:pt x="1568983" y="131767"/>
                </a:lnTo>
                <a:lnTo>
                  <a:pt x="1569192" y="131246"/>
                </a:lnTo>
                <a:lnTo>
                  <a:pt x="1598176" y="48797"/>
                </a:lnTo>
                <a:cubicBezTo>
                  <a:pt x="1598315" y="48310"/>
                  <a:pt x="1598523" y="47893"/>
                  <a:pt x="1598801" y="47545"/>
                </a:cubicBezTo>
                <a:cubicBezTo>
                  <a:pt x="1599079" y="47196"/>
                  <a:pt x="1599479" y="46917"/>
                  <a:pt x="1600000" y="46708"/>
                </a:cubicBezTo>
                <a:cubicBezTo>
                  <a:pt x="1600521" y="46500"/>
                  <a:pt x="1601217" y="46343"/>
                  <a:pt x="1602085" y="46239"/>
                </a:cubicBezTo>
                <a:cubicBezTo>
                  <a:pt x="1602954" y="46135"/>
                  <a:pt x="1604084" y="46083"/>
                  <a:pt x="1605474" y="46083"/>
                </a:cubicBezTo>
                <a:cubicBezTo>
                  <a:pt x="1606586" y="46083"/>
                  <a:pt x="1607507" y="46117"/>
                  <a:pt x="1608237" y="46187"/>
                </a:cubicBezTo>
                <a:cubicBezTo>
                  <a:pt x="1608966" y="46256"/>
                  <a:pt x="1609540" y="46395"/>
                  <a:pt x="1609957" y="46604"/>
                </a:cubicBezTo>
                <a:cubicBezTo>
                  <a:pt x="1610374" y="46812"/>
                  <a:pt x="1610669" y="47074"/>
                  <a:pt x="1610843" y="47389"/>
                </a:cubicBezTo>
                <a:cubicBezTo>
                  <a:pt x="1611017" y="47702"/>
                  <a:pt x="1611104" y="48101"/>
                  <a:pt x="1611104" y="48588"/>
                </a:cubicBezTo>
                <a:close/>
                <a:moveTo>
                  <a:pt x="1707119" y="91227"/>
                </a:moveTo>
                <a:cubicBezTo>
                  <a:pt x="1707119" y="93729"/>
                  <a:pt x="1706459" y="95449"/>
                  <a:pt x="1705138" y="96388"/>
                </a:cubicBezTo>
                <a:cubicBezTo>
                  <a:pt x="1703818" y="97326"/>
                  <a:pt x="1702532" y="97795"/>
                  <a:pt x="1701281" y="97795"/>
                </a:cubicBezTo>
                <a:lnTo>
                  <a:pt x="1636953" y="97795"/>
                </a:lnTo>
                <a:cubicBezTo>
                  <a:pt x="1636953" y="103649"/>
                  <a:pt x="1637526" y="108945"/>
                  <a:pt x="1638673" y="113685"/>
                </a:cubicBezTo>
                <a:cubicBezTo>
                  <a:pt x="1639820" y="118424"/>
                  <a:pt x="1641714" y="122484"/>
                  <a:pt x="1644355" y="125864"/>
                </a:cubicBezTo>
                <a:cubicBezTo>
                  <a:pt x="1646996" y="129243"/>
                  <a:pt x="1650437" y="131840"/>
                  <a:pt x="1654677" y="133654"/>
                </a:cubicBezTo>
                <a:cubicBezTo>
                  <a:pt x="1658917" y="135465"/>
                  <a:pt x="1664130" y="136371"/>
                  <a:pt x="1670316" y="136371"/>
                </a:cubicBezTo>
                <a:cubicBezTo>
                  <a:pt x="1674695" y="136371"/>
                  <a:pt x="1678622" y="135983"/>
                  <a:pt x="1682097" y="135208"/>
                </a:cubicBezTo>
                <a:cubicBezTo>
                  <a:pt x="1685572" y="134432"/>
                  <a:pt x="1688578" y="133569"/>
                  <a:pt x="1691115" y="132618"/>
                </a:cubicBezTo>
                <a:cubicBezTo>
                  <a:pt x="1693652" y="131666"/>
                  <a:pt x="1695738" y="130803"/>
                  <a:pt x="1697371" y="130027"/>
                </a:cubicBezTo>
                <a:cubicBezTo>
                  <a:pt x="1699004" y="129252"/>
                  <a:pt x="1700169" y="128864"/>
                  <a:pt x="1700864" y="128864"/>
                </a:cubicBezTo>
                <a:cubicBezTo>
                  <a:pt x="1701281" y="128864"/>
                  <a:pt x="1701663" y="128970"/>
                  <a:pt x="1702010" y="129180"/>
                </a:cubicBezTo>
                <a:cubicBezTo>
                  <a:pt x="1702358" y="129391"/>
                  <a:pt x="1702636" y="129724"/>
                  <a:pt x="1702845" y="130181"/>
                </a:cubicBezTo>
                <a:cubicBezTo>
                  <a:pt x="1703053" y="130637"/>
                  <a:pt x="1703209" y="131216"/>
                  <a:pt x="1703314" y="131917"/>
                </a:cubicBezTo>
                <a:cubicBezTo>
                  <a:pt x="1703418" y="132619"/>
                  <a:pt x="1703470" y="133495"/>
                  <a:pt x="1703470" y="134546"/>
                </a:cubicBezTo>
                <a:cubicBezTo>
                  <a:pt x="1703470" y="135039"/>
                  <a:pt x="1703435" y="135514"/>
                  <a:pt x="1703366" y="135970"/>
                </a:cubicBezTo>
                <a:cubicBezTo>
                  <a:pt x="1703296" y="136426"/>
                  <a:pt x="1703209" y="136848"/>
                  <a:pt x="1703105" y="137234"/>
                </a:cubicBezTo>
                <a:cubicBezTo>
                  <a:pt x="1703001" y="137619"/>
                  <a:pt x="1702845" y="137987"/>
                  <a:pt x="1702636" y="138339"/>
                </a:cubicBezTo>
                <a:cubicBezTo>
                  <a:pt x="1702427" y="138689"/>
                  <a:pt x="1702149" y="139039"/>
                  <a:pt x="1701802" y="139391"/>
                </a:cubicBezTo>
                <a:cubicBezTo>
                  <a:pt x="1701454" y="139741"/>
                  <a:pt x="1700377" y="140350"/>
                  <a:pt x="1698570" y="141219"/>
                </a:cubicBezTo>
                <a:cubicBezTo>
                  <a:pt x="1696763" y="142088"/>
                  <a:pt x="1694400" y="142957"/>
                  <a:pt x="1691480" y="143825"/>
                </a:cubicBezTo>
                <a:cubicBezTo>
                  <a:pt x="1688561" y="144694"/>
                  <a:pt x="1685173" y="145476"/>
                  <a:pt x="1681315" y="146171"/>
                </a:cubicBezTo>
                <a:cubicBezTo>
                  <a:pt x="1677457" y="146866"/>
                  <a:pt x="1673304" y="147214"/>
                  <a:pt x="1668856" y="147214"/>
                </a:cubicBezTo>
                <a:cubicBezTo>
                  <a:pt x="1661558" y="147214"/>
                  <a:pt x="1655094" y="146118"/>
                  <a:pt x="1649464" y="143926"/>
                </a:cubicBezTo>
                <a:cubicBezTo>
                  <a:pt x="1643834" y="141735"/>
                  <a:pt x="1639107" y="138500"/>
                  <a:pt x="1635285" y="134221"/>
                </a:cubicBezTo>
                <a:cubicBezTo>
                  <a:pt x="1631462" y="129942"/>
                  <a:pt x="1628560" y="124636"/>
                  <a:pt x="1626579" y="118305"/>
                </a:cubicBezTo>
                <a:cubicBezTo>
                  <a:pt x="1624598" y="111973"/>
                  <a:pt x="1623608" y="104633"/>
                  <a:pt x="1623608" y="96283"/>
                </a:cubicBezTo>
                <a:cubicBezTo>
                  <a:pt x="1623608" y="88281"/>
                  <a:pt x="1624633" y="81115"/>
                  <a:pt x="1626683" y="74783"/>
                </a:cubicBezTo>
                <a:cubicBezTo>
                  <a:pt x="1628734" y="68452"/>
                  <a:pt x="1631670" y="63077"/>
                  <a:pt x="1635493" y="58659"/>
                </a:cubicBezTo>
                <a:cubicBezTo>
                  <a:pt x="1639316" y="54241"/>
                  <a:pt x="1643921" y="50867"/>
                  <a:pt x="1649307" y="48536"/>
                </a:cubicBezTo>
                <a:cubicBezTo>
                  <a:pt x="1654694" y="46205"/>
                  <a:pt x="1660689" y="45040"/>
                  <a:pt x="1667292" y="45040"/>
                </a:cubicBezTo>
                <a:cubicBezTo>
                  <a:pt x="1674382" y="45040"/>
                  <a:pt x="1680429" y="46222"/>
                  <a:pt x="1685433" y="48585"/>
                </a:cubicBezTo>
                <a:cubicBezTo>
                  <a:pt x="1690438" y="50948"/>
                  <a:pt x="1694556" y="54128"/>
                  <a:pt x="1697788" y="58124"/>
                </a:cubicBezTo>
                <a:cubicBezTo>
                  <a:pt x="1701020" y="62121"/>
                  <a:pt x="1703383" y="66761"/>
                  <a:pt x="1704878" y="72043"/>
                </a:cubicBezTo>
                <a:cubicBezTo>
                  <a:pt x="1706372" y="77326"/>
                  <a:pt x="1707119" y="82886"/>
                  <a:pt x="1707119" y="88725"/>
                </a:cubicBezTo>
                <a:lnTo>
                  <a:pt x="1707119" y="91227"/>
                </a:lnTo>
                <a:moveTo>
                  <a:pt x="1694295" y="87578"/>
                </a:moveTo>
                <a:cubicBezTo>
                  <a:pt x="1694504" y="77569"/>
                  <a:pt x="1692210" y="69749"/>
                  <a:pt x="1687414" y="64119"/>
                </a:cubicBezTo>
                <a:cubicBezTo>
                  <a:pt x="1682618" y="58489"/>
                  <a:pt x="1675633" y="55674"/>
                  <a:pt x="1666458" y="55674"/>
                </a:cubicBezTo>
                <a:cubicBezTo>
                  <a:pt x="1661732" y="55674"/>
                  <a:pt x="1657579" y="56561"/>
                  <a:pt x="1653999" y="58333"/>
                </a:cubicBezTo>
                <a:cubicBezTo>
                  <a:pt x="1650420" y="60105"/>
                  <a:pt x="1647396" y="62451"/>
                  <a:pt x="1644929" y="65370"/>
                </a:cubicBezTo>
                <a:cubicBezTo>
                  <a:pt x="1642461" y="68290"/>
                  <a:pt x="1640567" y="71678"/>
                  <a:pt x="1639246" y="75536"/>
                </a:cubicBezTo>
                <a:cubicBezTo>
                  <a:pt x="1637926" y="79393"/>
                  <a:pt x="1637161" y="83407"/>
                  <a:pt x="1636953" y="87578"/>
                </a:cubicBezTo>
                <a:lnTo>
                  <a:pt x="1694295" y="87578"/>
                </a:lnTo>
                <a:close/>
                <a:moveTo>
                  <a:pt x="1756428" y="61200"/>
                </a:moveTo>
                <a:cubicBezTo>
                  <a:pt x="1756428" y="63077"/>
                  <a:pt x="1756307" y="64658"/>
                  <a:pt x="1756063" y="65944"/>
                </a:cubicBezTo>
                <a:cubicBezTo>
                  <a:pt x="1755820" y="67230"/>
                  <a:pt x="1755351" y="68255"/>
                  <a:pt x="1754656" y="69020"/>
                </a:cubicBezTo>
                <a:cubicBezTo>
                  <a:pt x="1753961" y="69784"/>
                  <a:pt x="1753040" y="70323"/>
                  <a:pt x="1751893" y="70636"/>
                </a:cubicBezTo>
                <a:cubicBezTo>
                  <a:pt x="1750746" y="70948"/>
                  <a:pt x="1749269" y="71105"/>
                  <a:pt x="1747462" y="71105"/>
                </a:cubicBezTo>
                <a:cubicBezTo>
                  <a:pt x="1745655" y="71105"/>
                  <a:pt x="1744195" y="70948"/>
                  <a:pt x="1743083" y="70636"/>
                </a:cubicBezTo>
                <a:cubicBezTo>
                  <a:pt x="1741971" y="70323"/>
                  <a:pt x="1741068" y="69784"/>
                  <a:pt x="1740372" y="69020"/>
                </a:cubicBezTo>
                <a:cubicBezTo>
                  <a:pt x="1739677" y="68255"/>
                  <a:pt x="1739208" y="67230"/>
                  <a:pt x="1738965" y="65944"/>
                </a:cubicBezTo>
                <a:cubicBezTo>
                  <a:pt x="1738722" y="64658"/>
                  <a:pt x="1738600" y="63077"/>
                  <a:pt x="1738600" y="61200"/>
                </a:cubicBezTo>
                <a:cubicBezTo>
                  <a:pt x="1738600" y="59184"/>
                  <a:pt x="1738722" y="57534"/>
                  <a:pt x="1738965" y="56248"/>
                </a:cubicBezTo>
                <a:cubicBezTo>
                  <a:pt x="1739208" y="54962"/>
                  <a:pt x="1739677" y="53937"/>
                  <a:pt x="1740372" y="53172"/>
                </a:cubicBezTo>
                <a:cubicBezTo>
                  <a:pt x="1741068" y="52408"/>
                  <a:pt x="1741971" y="51869"/>
                  <a:pt x="1743083" y="51556"/>
                </a:cubicBezTo>
                <a:cubicBezTo>
                  <a:pt x="1744195" y="51243"/>
                  <a:pt x="1745655" y="51087"/>
                  <a:pt x="1747462" y="51087"/>
                </a:cubicBezTo>
                <a:cubicBezTo>
                  <a:pt x="1749269" y="51087"/>
                  <a:pt x="1750746" y="51243"/>
                  <a:pt x="1751893" y="51556"/>
                </a:cubicBezTo>
                <a:cubicBezTo>
                  <a:pt x="1753040" y="51869"/>
                  <a:pt x="1753961" y="52408"/>
                  <a:pt x="1754656" y="53172"/>
                </a:cubicBezTo>
                <a:cubicBezTo>
                  <a:pt x="1755351" y="53937"/>
                  <a:pt x="1755820" y="54962"/>
                  <a:pt x="1756063" y="56248"/>
                </a:cubicBezTo>
                <a:cubicBezTo>
                  <a:pt x="1756307" y="57534"/>
                  <a:pt x="1756428" y="59184"/>
                  <a:pt x="1756428" y="61200"/>
                </a:cubicBezTo>
                <a:moveTo>
                  <a:pt x="1756428" y="136162"/>
                </a:moveTo>
                <a:cubicBezTo>
                  <a:pt x="1756428" y="138109"/>
                  <a:pt x="1756307" y="139725"/>
                  <a:pt x="1756063" y="141010"/>
                </a:cubicBezTo>
                <a:cubicBezTo>
                  <a:pt x="1755820" y="142296"/>
                  <a:pt x="1755351" y="143322"/>
                  <a:pt x="1754656" y="144086"/>
                </a:cubicBezTo>
                <a:cubicBezTo>
                  <a:pt x="1753961" y="144851"/>
                  <a:pt x="1753040" y="145389"/>
                  <a:pt x="1751893" y="145702"/>
                </a:cubicBezTo>
                <a:cubicBezTo>
                  <a:pt x="1750746" y="146015"/>
                  <a:pt x="1749269" y="146171"/>
                  <a:pt x="1747462" y="146171"/>
                </a:cubicBezTo>
                <a:cubicBezTo>
                  <a:pt x="1745655" y="146171"/>
                  <a:pt x="1744195" y="146015"/>
                  <a:pt x="1743083" y="145702"/>
                </a:cubicBezTo>
                <a:cubicBezTo>
                  <a:pt x="1741971" y="145389"/>
                  <a:pt x="1741068" y="144851"/>
                  <a:pt x="1740372" y="144086"/>
                </a:cubicBezTo>
                <a:cubicBezTo>
                  <a:pt x="1739677" y="143322"/>
                  <a:pt x="1739208" y="142296"/>
                  <a:pt x="1738965" y="141010"/>
                </a:cubicBezTo>
                <a:cubicBezTo>
                  <a:pt x="1738722" y="139725"/>
                  <a:pt x="1738600" y="138109"/>
                  <a:pt x="1738600" y="136162"/>
                </a:cubicBezTo>
                <a:cubicBezTo>
                  <a:pt x="1738600" y="134216"/>
                  <a:pt x="1738722" y="132583"/>
                  <a:pt x="1738965" y="131262"/>
                </a:cubicBezTo>
                <a:cubicBezTo>
                  <a:pt x="1739208" y="129942"/>
                  <a:pt x="1739677" y="128916"/>
                  <a:pt x="1740372" y="128187"/>
                </a:cubicBezTo>
                <a:cubicBezTo>
                  <a:pt x="1741068" y="127457"/>
                  <a:pt x="1741971" y="126935"/>
                  <a:pt x="1743083" y="126623"/>
                </a:cubicBezTo>
                <a:cubicBezTo>
                  <a:pt x="1744195" y="126310"/>
                  <a:pt x="1745655" y="126154"/>
                  <a:pt x="1747462" y="126154"/>
                </a:cubicBezTo>
                <a:cubicBezTo>
                  <a:pt x="1749269" y="126154"/>
                  <a:pt x="1750746" y="126310"/>
                  <a:pt x="1751893" y="126623"/>
                </a:cubicBezTo>
                <a:cubicBezTo>
                  <a:pt x="1753040" y="126935"/>
                  <a:pt x="1753961" y="127457"/>
                  <a:pt x="1754656" y="128187"/>
                </a:cubicBezTo>
                <a:cubicBezTo>
                  <a:pt x="1755351" y="128916"/>
                  <a:pt x="1755820" y="129942"/>
                  <a:pt x="1756063" y="131262"/>
                </a:cubicBezTo>
                <a:cubicBezTo>
                  <a:pt x="1756307" y="132583"/>
                  <a:pt x="1756428" y="134216"/>
                  <a:pt x="1756428" y="13616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0(%">
            <a:extLst xmlns:a="http://schemas.openxmlformats.org/drawingml/2006/main">
              <a:ext uri="{FF2B5EF4-FFF2-40B4-BE49-F238E27FC236}">
                <a16:creationId xmlns:a16="http://schemas.microsoft.com/office/drawing/2014/main" id="{EB43699E-5F7B-4B4E-B90F-6C3158CF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0273" y="3091160"/>
            <a:ext cx="311523" cy="197780"/>
          </a:xfrm>
          <a:custGeom xmlns:a="http://schemas.openxmlformats.org/drawingml/2006/main">
            <a:pathLst>
              <a:path w="311523" h="197780">
                <a:moveTo>
                  <a:pt x="22416" y="159621"/>
                </a:moveTo>
                <a:cubicBezTo>
                  <a:pt x="21095" y="161219"/>
                  <a:pt x="19983" y="162801"/>
                  <a:pt x="19079" y="164364"/>
                </a:cubicBezTo>
                <a:cubicBezTo>
                  <a:pt x="18176" y="165928"/>
                  <a:pt x="17533" y="167440"/>
                  <a:pt x="17151" y="168900"/>
                </a:cubicBezTo>
                <a:cubicBezTo>
                  <a:pt x="16768" y="170359"/>
                  <a:pt x="16577" y="172097"/>
                  <a:pt x="16577" y="174113"/>
                </a:cubicBezTo>
                <a:cubicBezTo>
                  <a:pt x="16577" y="179326"/>
                  <a:pt x="18454" y="183131"/>
                  <a:pt x="22207" y="185529"/>
                </a:cubicBezTo>
                <a:cubicBezTo>
                  <a:pt x="25961" y="187927"/>
                  <a:pt x="31625" y="189126"/>
                  <a:pt x="39201" y="189126"/>
                </a:cubicBezTo>
                <a:cubicBezTo>
                  <a:pt x="47751" y="189126"/>
                  <a:pt x="54614" y="187197"/>
                  <a:pt x="59793" y="183340"/>
                </a:cubicBezTo>
                <a:cubicBezTo>
                  <a:pt x="64971" y="179482"/>
                  <a:pt x="69402" y="173279"/>
                  <a:pt x="73086" y="164729"/>
                </a:cubicBezTo>
                <a:cubicBezTo>
                  <a:pt x="76769" y="156180"/>
                  <a:pt x="80349" y="143252"/>
                  <a:pt x="83824" y="125945"/>
                </a:cubicBezTo>
                <a:lnTo>
                  <a:pt x="82365" y="125632"/>
                </a:lnTo>
                <a:cubicBezTo>
                  <a:pt x="75623" y="134877"/>
                  <a:pt x="69367" y="141619"/>
                  <a:pt x="63598" y="145858"/>
                </a:cubicBezTo>
                <a:cubicBezTo>
                  <a:pt x="57829" y="150098"/>
                  <a:pt x="51608" y="152218"/>
                  <a:pt x="44936" y="152218"/>
                </a:cubicBezTo>
                <a:cubicBezTo>
                  <a:pt x="37360" y="152218"/>
                  <a:pt x="31469" y="149369"/>
                  <a:pt x="27264" y="143669"/>
                </a:cubicBezTo>
                <a:cubicBezTo>
                  <a:pt x="23059" y="137970"/>
                  <a:pt x="20956" y="129837"/>
                  <a:pt x="20956" y="119272"/>
                </a:cubicBezTo>
                <a:cubicBezTo>
                  <a:pt x="20956" y="107387"/>
                  <a:pt x="23285" y="95971"/>
                  <a:pt x="27941" y="85023"/>
                </a:cubicBezTo>
                <a:cubicBezTo>
                  <a:pt x="32598" y="74076"/>
                  <a:pt x="39062" y="65370"/>
                  <a:pt x="47334" y="58906"/>
                </a:cubicBezTo>
                <a:cubicBezTo>
                  <a:pt x="55605" y="52442"/>
                  <a:pt x="64814" y="49210"/>
                  <a:pt x="74962" y="49210"/>
                </a:cubicBezTo>
                <a:cubicBezTo>
                  <a:pt x="79341" y="49210"/>
                  <a:pt x="83477" y="49732"/>
                  <a:pt x="87369" y="50774"/>
                </a:cubicBezTo>
                <a:cubicBezTo>
                  <a:pt x="91261" y="51817"/>
                  <a:pt x="95189" y="53589"/>
                  <a:pt x="99150" y="56091"/>
                </a:cubicBezTo>
                <a:lnTo>
                  <a:pt x="108742" y="49210"/>
                </a:lnTo>
                <a:lnTo>
                  <a:pt x="115415" y="50878"/>
                </a:lnTo>
                <a:lnTo>
                  <a:pt x="104676" y="99463"/>
                </a:lnTo>
                <a:cubicBezTo>
                  <a:pt x="103912" y="102869"/>
                  <a:pt x="102174" y="111453"/>
                  <a:pt x="99463" y="125215"/>
                </a:cubicBezTo>
                <a:cubicBezTo>
                  <a:pt x="96613" y="139811"/>
                  <a:pt x="94302" y="150133"/>
                  <a:pt x="92530" y="156180"/>
                </a:cubicBezTo>
                <a:cubicBezTo>
                  <a:pt x="90758" y="162227"/>
                  <a:pt x="88551" y="167736"/>
                  <a:pt x="85910" y="172705"/>
                </a:cubicBezTo>
                <a:cubicBezTo>
                  <a:pt x="83268" y="177675"/>
                  <a:pt x="79862" y="182002"/>
                  <a:pt x="75692" y="185685"/>
                </a:cubicBezTo>
                <a:cubicBezTo>
                  <a:pt x="71522" y="189369"/>
                  <a:pt x="66465" y="192219"/>
                  <a:pt x="60522" y="194235"/>
                </a:cubicBezTo>
                <a:cubicBezTo>
                  <a:pt x="54580" y="196250"/>
                  <a:pt x="47542" y="197258"/>
                  <a:pt x="39410" y="197258"/>
                </a:cubicBezTo>
                <a:cubicBezTo>
                  <a:pt x="13137" y="197258"/>
                  <a:pt x="0" y="189613"/>
                  <a:pt x="0" y="174321"/>
                </a:cubicBezTo>
                <a:cubicBezTo>
                  <a:pt x="0" y="170429"/>
                  <a:pt x="1182" y="166884"/>
                  <a:pt x="3545" y="163687"/>
                </a:cubicBezTo>
                <a:cubicBezTo>
                  <a:pt x="5908" y="160490"/>
                  <a:pt x="9696" y="157118"/>
                  <a:pt x="14909" y="153574"/>
                </a:cubicBezTo>
                <a:lnTo>
                  <a:pt x="22416" y="159621"/>
                </a:lnTo>
                <a:moveTo>
                  <a:pt x="52338" y="139916"/>
                </a:moveTo>
                <a:cubicBezTo>
                  <a:pt x="55883" y="139916"/>
                  <a:pt x="59410" y="138699"/>
                  <a:pt x="62920" y="136267"/>
                </a:cubicBezTo>
                <a:cubicBezTo>
                  <a:pt x="66430" y="133834"/>
                  <a:pt x="70184" y="129976"/>
                  <a:pt x="74180" y="124694"/>
                </a:cubicBezTo>
                <a:cubicBezTo>
                  <a:pt x="78177" y="119411"/>
                  <a:pt x="81287" y="114372"/>
                  <a:pt x="83512" y="109576"/>
                </a:cubicBezTo>
                <a:cubicBezTo>
                  <a:pt x="85736" y="104780"/>
                  <a:pt x="87630" y="98803"/>
                  <a:pt x="89194" y="91644"/>
                </a:cubicBezTo>
                <a:cubicBezTo>
                  <a:pt x="90758" y="84485"/>
                  <a:pt x="91540" y="78264"/>
                  <a:pt x="91540" y="72981"/>
                </a:cubicBezTo>
                <a:cubicBezTo>
                  <a:pt x="91540" y="67560"/>
                  <a:pt x="90393" y="63615"/>
                  <a:pt x="88099" y="61148"/>
                </a:cubicBezTo>
                <a:cubicBezTo>
                  <a:pt x="85805" y="58680"/>
                  <a:pt x="81982" y="57447"/>
                  <a:pt x="76630" y="57447"/>
                </a:cubicBezTo>
                <a:cubicBezTo>
                  <a:pt x="69541" y="57447"/>
                  <a:pt x="63181" y="60314"/>
                  <a:pt x="57551" y="66048"/>
                </a:cubicBezTo>
                <a:cubicBezTo>
                  <a:pt x="51921" y="71782"/>
                  <a:pt x="47490" y="79515"/>
                  <a:pt x="44258" y="89246"/>
                </a:cubicBezTo>
                <a:cubicBezTo>
                  <a:pt x="41026" y="98977"/>
                  <a:pt x="39410" y="108673"/>
                  <a:pt x="39410" y="118334"/>
                </a:cubicBezTo>
                <a:cubicBezTo>
                  <a:pt x="39410" y="125563"/>
                  <a:pt x="40453" y="130967"/>
                  <a:pt x="42538" y="134546"/>
                </a:cubicBezTo>
                <a:cubicBezTo>
                  <a:pt x="44623" y="138126"/>
                  <a:pt x="47890" y="139916"/>
                  <a:pt x="52338" y="139916"/>
                </a:cubicBezTo>
                <a:close/>
                <a:moveTo>
                  <a:pt x="168882" y="97899"/>
                </a:moveTo>
                <a:cubicBezTo>
                  <a:pt x="168882" y="122226"/>
                  <a:pt x="172792" y="142279"/>
                  <a:pt x="180611" y="158057"/>
                </a:cubicBezTo>
                <a:cubicBezTo>
                  <a:pt x="188431" y="173835"/>
                  <a:pt x="200368" y="184400"/>
                  <a:pt x="216424" y="189752"/>
                </a:cubicBezTo>
                <a:lnTo>
                  <a:pt x="213922" y="197780"/>
                </a:lnTo>
                <a:cubicBezTo>
                  <a:pt x="193557" y="192428"/>
                  <a:pt x="177953" y="180907"/>
                  <a:pt x="167110" y="163218"/>
                </a:cubicBezTo>
                <a:cubicBezTo>
                  <a:pt x="156267" y="145528"/>
                  <a:pt x="150845" y="124103"/>
                  <a:pt x="150845" y="98942"/>
                </a:cubicBezTo>
                <a:cubicBezTo>
                  <a:pt x="150845" y="73850"/>
                  <a:pt x="156284" y="52425"/>
                  <a:pt x="167162" y="34666"/>
                </a:cubicBezTo>
                <a:cubicBezTo>
                  <a:pt x="178039" y="16907"/>
                  <a:pt x="193626" y="5352"/>
                  <a:pt x="213922" y="0"/>
                </a:cubicBezTo>
                <a:lnTo>
                  <a:pt x="216737" y="8028"/>
                </a:lnTo>
                <a:cubicBezTo>
                  <a:pt x="200473" y="13380"/>
                  <a:pt x="188431" y="23823"/>
                  <a:pt x="180611" y="39358"/>
                </a:cubicBezTo>
                <a:cubicBezTo>
                  <a:pt x="172792" y="54892"/>
                  <a:pt x="168882" y="74406"/>
                  <a:pt x="168882" y="97899"/>
                </a:cubicBezTo>
                <a:close/>
                <a:moveTo>
                  <a:pt x="298387" y="76318"/>
                </a:moveTo>
                <a:cubicBezTo>
                  <a:pt x="297622" y="70132"/>
                  <a:pt x="295589" y="65440"/>
                  <a:pt x="292287" y="62243"/>
                </a:cubicBezTo>
                <a:cubicBezTo>
                  <a:pt x="288986" y="59045"/>
                  <a:pt x="283790" y="57447"/>
                  <a:pt x="276701" y="57447"/>
                </a:cubicBezTo>
                <a:cubicBezTo>
                  <a:pt x="271210" y="57447"/>
                  <a:pt x="266761" y="58854"/>
                  <a:pt x="263356" y="61669"/>
                </a:cubicBezTo>
                <a:cubicBezTo>
                  <a:pt x="259950" y="64484"/>
                  <a:pt x="258247" y="68185"/>
                  <a:pt x="258247" y="72773"/>
                </a:cubicBezTo>
                <a:cubicBezTo>
                  <a:pt x="258247" y="75275"/>
                  <a:pt x="258681" y="77482"/>
                  <a:pt x="259550" y="79393"/>
                </a:cubicBezTo>
                <a:cubicBezTo>
                  <a:pt x="260419" y="81305"/>
                  <a:pt x="262174" y="83407"/>
                  <a:pt x="264815" y="85701"/>
                </a:cubicBezTo>
                <a:cubicBezTo>
                  <a:pt x="267456" y="87995"/>
                  <a:pt x="271557" y="90810"/>
                  <a:pt x="277118" y="94146"/>
                </a:cubicBezTo>
                <a:cubicBezTo>
                  <a:pt x="281497" y="96787"/>
                  <a:pt x="285007" y="99203"/>
                  <a:pt x="287648" y="101392"/>
                </a:cubicBezTo>
                <a:cubicBezTo>
                  <a:pt x="290289" y="103581"/>
                  <a:pt x="292374" y="105753"/>
                  <a:pt x="293903" y="107908"/>
                </a:cubicBezTo>
                <a:cubicBezTo>
                  <a:pt x="295433" y="110063"/>
                  <a:pt x="296545" y="112339"/>
                  <a:pt x="297240" y="114737"/>
                </a:cubicBezTo>
                <a:cubicBezTo>
                  <a:pt x="297935" y="117135"/>
                  <a:pt x="298282" y="120037"/>
                  <a:pt x="298282" y="123443"/>
                </a:cubicBezTo>
                <a:cubicBezTo>
                  <a:pt x="298282" y="129629"/>
                  <a:pt x="296632" y="134929"/>
                  <a:pt x="293330" y="139342"/>
                </a:cubicBezTo>
                <a:cubicBezTo>
                  <a:pt x="290028" y="143756"/>
                  <a:pt x="285545" y="147040"/>
                  <a:pt x="279881" y="149195"/>
                </a:cubicBezTo>
                <a:cubicBezTo>
                  <a:pt x="274216" y="151349"/>
                  <a:pt x="267769" y="152427"/>
                  <a:pt x="260541" y="152427"/>
                </a:cubicBezTo>
                <a:cubicBezTo>
                  <a:pt x="254772" y="152427"/>
                  <a:pt x="249107" y="151992"/>
                  <a:pt x="243546" y="151124"/>
                </a:cubicBezTo>
                <a:cubicBezTo>
                  <a:pt x="237986" y="150255"/>
                  <a:pt x="231800" y="148778"/>
                  <a:pt x="224988" y="146693"/>
                </a:cubicBezTo>
                <a:lnTo>
                  <a:pt x="229993" y="123964"/>
                </a:lnTo>
                <a:lnTo>
                  <a:pt x="238125" y="123964"/>
                </a:lnTo>
                <a:cubicBezTo>
                  <a:pt x="238403" y="130637"/>
                  <a:pt x="240280" y="135676"/>
                  <a:pt x="243755" y="139082"/>
                </a:cubicBezTo>
                <a:cubicBezTo>
                  <a:pt x="247230" y="142487"/>
                  <a:pt x="252756" y="144190"/>
                  <a:pt x="260332" y="144190"/>
                </a:cubicBezTo>
                <a:cubicBezTo>
                  <a:pt x="266935" y="144190"/>
                  <a:pt x="272096" y="142713"/>
                  <a:pt x="275815" y="139759"/>
                </a:cubicBezTo>
                <a:cubicBezTo>
                  <a:pt x="279533" y="136805"/>
                  <a:pt x="281392" y="132618"/>
                  <a:pt x="281392" y="127196"/>
                </a:cubicBezTo>
                <a:cubicBezTo>
                  <a:pt x="281392" y="124068"/>
                  <a:pt x="280871" y="121375"/>
                  <a:pt x="279828" y="119116"/>
                </a:cubicBezTo>
                <a:cubicBezTo>
                  <a:pt x="278786" y="116857"/>
                  <a:pt x="277083" y="114685"/>
                  <a:pt x="274720" y="112600"/>
                </a:cubicBezTo>
                <a:cubicBezTo>
                  <a:pt x="272357" y="110515"/>
                  <a:pt x="268603" y="107908"/>
                  <a:pt x="263460" y="104780"/>
                </a:cubicBezTo>
                <a:cubicBezTo>
                  <a:pt x="258038" y="101514"/>
                  <a:pt x="253816" y="98560"/>
                  <a:pt x="250792" y="95918"/>
                </a:cubicBezTo>
                <a:cubicBezTo>
                  <a:pt x="247769" y="93277"/>
                  <a:pt x="245492" y="90410"/>
                  <a:pt x="243963" y="87317"/>
                </a:cubicBezTo>
                <a:cubicBezTo>
                  <a:pt x="242434" y="84224"/>
                  <a:pt x="241670" y="80662"/>
                  <a:pt x="241670" y="76630"/>
                </a:cubicBezTo>
                <a:cubicBezTo>
                  <a:pt x="241670" y="71139"/>
                  <a:pt x="243147" y="66326"/>
                  <a:pt x="246101" y="62191"/>
                </a:cubicBezTo>
                <a:cubicBezTo>
                  <a:pt x="249055" y="58055"/>
                  <a:pt x="253277" y="54875"/>
                  <a:pt x="258768" y="52651"/>
                </a:cubicBezTo>
                <a:cubicBezTo>
                  <a:pt x="264259" y="50427"/>
                  <a:pt x="270654" y="49315"/>
                  <a:pt x="277952" y="49315"/>
                </a:cubicBezTo>
                <a:cubicBezTo>
                  <a:pt x="284416" y="49315"/>
                  <a:pt x="290307" y="49697"/>
                  <a:pt x="295624" y="50461"/>
                </a:cubicBezTo>
                <a:cubicBezTo>
                  <a:pt x="300941" y="51226"/>
                  <a:pt x="306241" y="52547"/>
                  <a:pt x="311523" y="54423"/>
                </a:cubicBezTo>
                <a:lnTo>
                  <a:pt x="306832" y="76318"/>
                </a:lnTo>
                <a:lnTo>
                  <a:pt x="298387" y="763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Text +">
            <a:extLst xmlns:a="http://schemas.openxmlformats.org/drawingml/2006/main">
              <a:ext uri="{FF2B5EF4-FFF2-40B4-BE49-F238E27FC236}">
                <a16:creationId xmlns:a16="http://schemas.microsoft.com/office/drawing/2014/main" id="{0CAE3D76-6B39-44D7-A219-DD116F122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531" y="3180427"/>
            <a:ext cx="82886" cy="102993"/>
          </a:xfrm>
          <a:custGeom xmlns:a="http://schemas.openxmlformats.org/drawingml/2006/main">
            <a:pathLst>
              <a:path w="82886" h="102993">
                <a:moveTo>
                  <a:pt x="62258" y="75960"/>
                </a:moveTo>
                <a:cubicBezTo>
                  <a:pt x="61563" y="78889"/>
                  <a:pt x="61103" y="81223"/>
                  <a:pt x="60880" y="82960"/>
                </a:cubicBezTo>
                <a:cubicBezTo>
                  <a:pt x="60656" y="84698"/>
                  <a:pt x="60545" y="86262"/>
                  <a:pt x="60545" y="87652"/>
                </a:cubicBezTo>
                <a:cubicBezTo>
                  <a:pt x="60545" y="89539"/>
                  <a:pt x="60930" y="90904"/>
                  <a:pt x="61699" y="91748"/>
                </a:cubicBezTo>
                <a:cubicBezTo>
                  <a:pt x="62469" y="92592"/>
                  <a:pt x="63573" y="93014"/>
                  <a:pt x="65013" y="93014"/>
                </a:cubicBezTo>
                <a:cubicBezTo>
                  <a:pt x="65907" y="93014"/>
                  <a:pt x="66788" y="92840"/>
                  <a:pt x="67657" y="92493"/>
                </a:cubicBezTo>
                <a:cubicBezTo>
                  <a:pt x="68526" y="92145"/>
                  <a:pt x="69469" y="91599"/>
                  <a:pt x="70487" y="90854"/>
                </a:cubicBezTo>
                <a:cubicBezTo>
                  <a:pt x="71504" y="90110"/>
                  <a:pt x="72621" y="89154"/>
                  <a:pt x="73838" y="87987"/>
                </a:cubicBezTo>
                <a:cubicBezTo>
                  <a:pt x="75054" y="86821"/>
                  <a:pt x="76432" y="85418"/>
                  <a:pt x="77971" y="83780"/>
                </a:cubicBezTo>
                <a:cubicBezTo>
                  <a:pt x="78765" y="84624"/>
                  <a:pt x="79584" y="85455"/>
                  <a:pt x="80428" y="86274"/>
                </a:cubicBezTo>
                <a:cubicBezTo>
                  <a:pt x="81272" y="87094"/>
                  <a:pt x="82092" y="87900"/>
                  <a:pt x="82886" y="88695"/>
                </a:cubicBezTo>
                <a:cubicBezTo>
                  <a:pt x="80404" y="91227"/>
                  <a:pt x="78145" y="93399"/>
                  <a:pt x="76109" y="95211"/>
                </a:cubicBezTo>
                <a:cubicBezTo>
                  <a:pt x="74074" y="97023"/>
                  <a:pt x="72100" y="98512"/>
                  <a:pt x="70189" y="99679"/>
                </a:cubicBezTo>
                <a:cubicBezTo>
                  <a:pt x="68277" y="100846"/>
                  <a:pt x="66403" y="101690"/>
                  <a:pt x="64566" y="102211"/>
                </a:cubicBezTo>
                <a:cubicBezTo>
                  <a:pt x="62729" y="102732"/>
                  <a:pt x="60818" y="102993"/>
                  <a:pt x="58832" y="102993"/>
                </a:cubicBezTo>
                <a:cubicBezTo>
                  <a:pt x="55257" y="102993"/>
                  <a:pt x="52477" y="101839"/>
                  <a:pt x="50491" y="99530"/>
                </a:cubicBezTo>
                <a:cubicBezTo>
                  <a:pt x="48505" y="97222"/>
                  <a:pt x="47512" y="94057"/>
                  <a:pt x="47512" y="90035"/>
                </a:cubicBezTo>
                <a:cubicBezTo>
                  <a:pt x="47512" y="87801"/>
                  <a:pt x="47860" y="85666"/>
                  <a:pt x="48555" y="83631"/>
                </a:cubicBezTo>
                <a:lnTo>
                  <a:pt x="47512" y="83184"/>
                </a:lnTo>
                <a:cubicBezTo>
                  <a:pt x="44980" y="86709"/>
                  <a:pt x="42523" y="89712"/>
                  <a:pt x="40140" y="92195"/>
                </a:cubicBezTo>
                <a:cubicBezTo>
                  <a:pt x="37757" y="94677"/>
                  <a:pt x="35398" y="96725"/>
                  <a:pt x="33065" y="98339"/>
                </a:cubicBezTo>
                <a:cubicBezTo>
                  <a:pt x="30732" y="99952"/>
                  <a:pt x="28373" y="101131"/>
                  <a:pt x="25990" y="101876"/>
                </a:cubicBezTo>
                <a:cubicBezTo>
                  <a:pt x="23607" y="102621"/>
                  <a:pt x="21125" y="102993"/>
                  <a:pt x="18543" y="102993"/>
                </a:cubicBezTo>
                <a:cubicBezTo>
                  <a:pt x="12635" y="102993"/>
                  <a:pt x="8068" y="100871"/>
                  <a:pt x="4841" y="96626"/>
                </a:cubicBezTo>
                <a:cubicBezTo>
                  <a:pt x="1614" y="92381"/>
                  <a:pt x="0" y="86212"/>
                  <a:pt x="0" y="78120"/>
                </a:cubicBezTo>
                <a:cubicBezTo>
                  <a:pt x="0" y="73304"/>
                  <a:pt x="509" y="68674"/>
                  <a:pt x="1527" y="64231"/>
                </a:cubicBezTo>
                <a:cubicBezTo>
                  <a:pt x="2544" y="59788"/>
                  <a:pt x="3984" y="55617"/>
                  <a:pt x="5846" y="51720"/>
                </a:cubicBezTo>
                <a:cubicBezTo>
                  <a:pt x="7708" y="47823"/>
                  <a:pt x="9929" y="44273"/>
                  <a:pt x="12511" y="41071"/>
                </a:cubicBezTo>
                <a:cubicBezTo>
                  <a:pt x="15093" y="37868"/>
                  <a:pt x="17923" y="35125"/>
                  <a:pt x="21001" y="32842"/>
                </a:cubicBezTo>
                <a:cubicBezTo>
                  <a:pt x="24079" y="30558"/>
                  <a:pt x="27356" y="28783"/>
                  <a:pt x="30831" y="27517"/>
                </a:cubicBezTo>
                <a:cubicBezTo>
                  <a:pt x="34306" y="26251"/>
                  <a:pt x="37906" y="25618"/>
                  <a:pt x="41629" y="25618"/>
                </a:cubicBezTo>
                <a:cubicBezTo>
                  <a:pt x="44906" y="25618"/>
                  <a:pt x="47910" y="25941"/>
                  <a:pt x="50640" y="26586"/>
                </a:cubicBezTo>
                <a:cubicBezTo>
                  <a:pt x="53371" y="27231"/>
                  <a:pt x="55977" y="28522"/>
                  <a:pt x="58460" y="30459"/>
                </a:cubicBezTo>
                <a:cubicBezTo>
                  <a:pt x="59304" y="27331"/>
                  <a:pt x="59974" y="24662"/>
                  <a:pt x="60470" y="22453"/>
                </a:cubicBezTo>
                <a:cubicBezTo>
                  <a:pt x="60967" y="20244"/>
                  <a:pt x="61376" y="18208"/>
                  <a:pt x="61699" y="16346"/>
                </a:cubicBezTo>
                <a:cubicBezTo>
                  <a:pt x="62022" y="14485"/>
                  <a:pt x="62183" y="12933"/>
                  <a:pt x="62183" y="11692"/>
                </a:cubicBezTo>
                <a:cubicBezTo>
                  <a:pt x="62183" y="10649"/>
                  <a:pt x="62047" y="9780"/>
                  <a:pt x="61774" y="9085"/>
                </a:cubicBezTo>
                <a:cubicBezTo>
                  <a:pt x="61500" y="8390"/>
                  <a:pt x="61016" y="7819"/>
                  <a:pt x="60321" y="7373"/>
                </a:cubicBezTo>
                <a:cubicBezTo>
                  <a:pt x="59626" y="6926"/>
                  <a:pt x="58646" y="6603"/>
                  <a:pt x="57380" y="6404"/>
                </a:cubicBezTo>
                <a:cubicBezTo>
                  <a:pt x="56114" y="6206"/>
                  <a:pt x="54513" y="6057"/>
                  <a:pt x="52576" y="5958"/>
                </a:cubicBezTo>
                <a:lnTo>
                  <a:pt x="53544" y="894"/>
                </a:lnTo>
                <a:lnTo>
                  <a:pt x="75737" y="0"/>
                </a:lnTo>
                <a:lnTo>
                  <a:pt x="79535" y="0"/>
                </a:lnTo>
                <a:lnTo>
                  <a:pt x="62258" y="75960"/>
                </a:lnTo>
                <a:moveTo>
                  <a:pt x="52204" y="59502"/>
                </a:moveTo>
                <a:cubicBezTo>
                  <a:pt x="52750" y="56821"/>
                  <a:pt x="53247" y="54140"/>
                  <a:pt x="53693" y="51459"/>
                </a:cubicBezTo>
                <a:cubicBezTo>
                  <a:pt x="54140" y="48778"/>
                  <a:pt x="54364" y="46321"/>
                  <a:pt x="54364" y="44087"/>
                </a:cubicBezTo>
                <a:cubicBezTo>
                  <a:pt x="54364" y="40065"/>
                  <a:pt x="53458" y="37211"/>
                  <a:pt x="51645" y="35523"/>
                </a:cubicBezTo>
                <a:cubicBezTo>
                  <a:pt x="49833" y="33835"/>
                  <a:pt x="46941" y="32991"/>
                  <a:pt x="42970" y="32991"/>
                </a:cubicBezTo>
                <a:cubicBezTo>
                  <a:pt x="40040" y="32991"/>
                  <a:pt x="37322" y="33624"/>
                  <a:pt x="34815" y="34890"/>
                </a:cubicBezTo>
                <a:cubicBezTo>
                  <a:pt x="32308" y="36156"/>
                  <a:pt x="30012" y="37893"/>
                  <a:pt x="27927" y="40103"/>
                </a:cubicBezTo>
                <a:cubicBezTo>
                  <a:pt x="25841" y="42312"/>
                  <a:pt x="23980" y="44869"/>
                  <a:pt x="22341" y="47773"/>
                </a:cubicBezTo>
                <a:cubicBezTo>
                  <a:pt x="20703" y="50677"/>
                  <a:pt x="19325" y="53780"/>
                  <a:pt x="18208" y="57082"/>
                </a:cubicBezTo>
                <a:cubicBezTo>
                  <a:pt x="17091" y="60383"/>
                  <a:pt x="16247" y="63759"/>
                  <a:pt x="15676" y="67210"/>
                </a:cubicBezTo>
                <a:cubicBezTo>
                  <a:pt x="15105" y="70660"/>
                  <a:pt x="14820" y="74024"/>
                  <a:pt x="14820" y="77301"/>
                </a:cubicBezTo>
                <a:cubicBezTo>
                  <a:pt x="14820" y="82663"/>
                  <a:pt x="15577" y="86647"/>
                  <a:pt x="17091" y="89253"/>
                </a:cubicBezTo>
                <a:cubicBezTo>
                  <a:pt x="18605" y="91860"/>
                  <a:pt x="21050" y="93163"/>
                  <a:pt x="24426" y="93163"/>
                </a:cubicBezTo>
                <a:cubicBezTo>
                  <a:pt x="26710" y="93163"/>
                  <a:pt x="29242" y="92393"/>
                  <a:pt x="32022" y="90854"/>
                </a:cubicBezTo>
                <a:cubicBezTo>
                  <a:pt x="34803" y="89315"/>
                  <a:pt x="37496" y="87094"/>
                  <a:pt x="40103" y="84189"/>
                </a:cubicBezTo>
                <a:cubicBezTo>
                  <a:pt x="42709" y="81285"/>
                  <a:pt x="45104" y="77748"/>
                  <a:pt x="47289" y="73577"/>
                </a:cubicBezTo>
                <a:cubicBezTo>
                  <a:pt x="49473" y="69407"/>
                  <a:pt x="51112" y="64715"/>
                  <a:pt x="52204" y="595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||'">
            <a:extLst xmlns:a="http://schemas.openxmlformats.org/drawingml/2006/main">
              <a:ext uri="{FF2B5EF4-FFF2-40B4-BE49-F238E27FC236}">
                <a16:creationId xmlns:a16="http://schemas.microsoft.com/office/drawing/2014/main" id="{6669AFBB-2682-4FE0-8C7A-70B02EA0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2686" y="3092620"/>
            <a:ext cx="218216" cy="194026"/>
          </a:xfrm>
          <a:custGeom xmlns:a="http://schemas.openxmlformats.org/drawingml/2006/main">
            <a:pathLst>
              <a:path w="218216" h="194026">
                <a:moveTo>
                  <a:pt x="16056" y="194026"/>
                </a:moveTo>
                <a:lnTo>
                  <a:pt x="0" y="194026"/>
                </a:lnTo>
                <a:lnTo>
                  <a:pt x="0" y="0"/>
                </a:lnTo>
                <a:lnTo>
                  <a:pt x="16056" y="0"/>
                </a:lnTo>
                <a:lnTo>
                  <a:pt x="16056" y="194026"/>
                </a:lnTo>
                <a:close/>
                <a:moveTo>
                  <a:pt x="82782" y="194026"/>
                </a:moveTo>
                <a:lnTo>
                  <a:pt x="66726" y="194026"/>
                </a:lnTo>
                <a:lnTo>
                  <a:pt x="66726" y="0"/>
                </a:lnTo>
                <a:lnTo>
                  <a:pt x="82782" y="0"/>
                </a:lnTo>
                <a:lnTo>
                  <a:pt x="82782" y="194026"/>
                </a:lnTo>
                <a:close/>
                <a:moveTo>
                  <a:pt x="157433" y="102070"/>
                </a:moveTo>
                <a:cubicBezTo>
                  <a:pt x="156391" y="96579"/>
                  <a:pt x="155313" y="91296"/>
                  <a:pt x="154201" y="86222"/>
                </a:cubicBezTo>
                <a:cubicBezTo>
                  <a:pt x="153089" y="81148"/>
                  <a:pt x="151942" y="76422"/>
                  <a:pt x="150761" y="72043"/>
                </a:cubicBezTo>
                <a:cubicBezTo>
                  <a:pt x="149579" y="67664"/>
                  <a:pt x="148606" y="64797"/>
                  <a:pt x="147841" y="63442"/>
                </a:cubicBezTo>
                <a:cubicBezTo>
                  <a:pt x="147077" y="62086"/>
                  <a:pt x="146260" y="61148"/>
                  <a:pt x="145391" y="60627"/>
                </a:cubicBezTo>
                <a:cubicBezTo>
                  <a:pt x="144522" y="60105"/>
                  <a:pt x="143428" y="59845"/>
                  <a:pt x="142107" y="59845"/>
                </a:cubicBezTo>
                <a:cubicBezTo>
                  <a:pt x="140647" y="59845"/>
                  <a:pt x="139327" y="60175"/>
                  <a:pt x="138145" y="60835"/>
                </a:cubicBezTo>
                <a:cubicBezTo>
                  <a:pt x="136964" y="61495"/>
                  <a:pt x="135678" y="62642"/>
                  <a:pt x="134288" y="64276"/>
                </a:cubicBezTo>
                <a:cubicBezTo>
                  <a:pt x="132897" y="65909"/>
                  <a:pt x="131056" y="68463"/>
                  <a:pt x="128762" y="71939"/>
                </a:cubicBezTo>
                <a:lnTo>
                  <a:pt x="121985" y="67456"/>
                </a:lnTo>
                <a:cubicBezTo>
                  <a:pt x="126364" y="60853"/>
                  <a:pt x="130569" y="55918"/>
                  <a:pt x="134600" y="52651"/>
                </a:cubicBezTo>
                <a:cubicBezTo>
                  <a:pt x="138632" y="49384"/>
                  <a:pt x="143393" y="47751"/>
                  <a:pt x="148884" y="47751"/>
                </a:cubicBezTo>
                <a:cubicBezTo>
                  <a:pt x="151039" y="47751"/>
                  <a:pt x="152933" y="47994"/>
                  <a:pt x="154566" y="48480"/>
                </a:cubicBezTo>
                <a:cubicBezTo>
                  <a:pt x="156199" y="48967"/>
                  <a:pt x="157642" y="49714"/>
                  <a:pt x="158893" y="50722"/>
                </a:cubicBezTo>
                <a:cubicBezTo>
                  <a:pt x="160144" y="51730"/>
                  <a:pt x="161256" y="53033"/>
                  <a:pt x="162229" y="54632"/>
                </a:cubicBezTo>
                <a:cubicBezTo>
                  <a:pt x="163202" y="56230"/>
                  <a:pt x="164140" y="58402"/>
                  <a:pt x="165044" y="61148"/>
                </a:cubicBezTo>
                <a:cubicBezTo>
                  <a:pt x="165948" y="63893"/>
                  <a:pt x="166799" y="67299"/>
                  <a:pt x="167598" y="71365"/>
                </a:cubicBezTo>
                <a:cubicBezTo>
                  <a:pt x="168398" y="75431"/>
                  <a:pt x="169110" y="79654"/>
                  <a:pt x="169736" y="84033"/>
                </a:cubicBezTo>
                <a:lnTo>
                  <a:pt x="170778" y="84033"/>
                </a:lnTo>
                <a:cubicBezTo>
                  <a:pt x="177451" y="74650"/>
                  <a:pt x="182507" y="67786"/>
                  <a:pt x="185948" y="63442"/>
                </a:cubicBezTo>
                <a:cubicBezTo>
                  <a:pt x="189389" y="59098"/>
                  <a:pt x="192290" y="55866"/>
                  <a:pt x="194654" y="53746"/>
                </a:cubicBezTo>
                <a:cubicBezTo>
                  <a:pt x="197017" y="51626"/>
                  <a:pt x="199293" y="50131"/>
                  <a:pt x="201483" y="49262"/>
                </a:cubicBezTo>
                <a:cubicBezTo>
                  <a:pt x="203672" y="48394"/>
                  <a:pt x="206574" y="47959"/>
                  <a:pt x="210188" y="47959"/>
                </a:cubicBezTo>
                <a:cubicBezTo>
                  <a:pt x="213455" y="47959"/>
                  <a:pt x="216131" y="48376"/>
                  <a:pt x="218216" y="49210"/>
                </a:cubicBezTo>
                <a:lnTo>
                  <a:pt x="214046" y="68081"/>
                </a:lnTo>
                <a:lnTo>
                  <a:pt x="206748" y="68081"/>
                </a:lnTo>
                <a:cubicBezTo>
                  <a:pt x="206331" y="65162"/>
                  <a:pt x="205114" y="63702"/>
                  <a:pt x="203099" y="63702"/>
                </a:cubicBezTo>
                <a:cubicBezTo>
                  <a:pt x="202473" y="63702"/>
                  <a:pt x="201813" y="63807"/>
                  <a:pt x="201118" y="64015"/>
                </a:cubicBezTo>
                <a:cubicBezTo>
                  <a:pt x="200423" y="64224"/>
                  <a:pt x="199571" y="64675"/>
                  <a:pt x="198563" y="65370"/>
                </a:cubicBezTo>
                <a:cubicBezTo>
                  <a:pt x="197556" y="66066"/>
                  <a:pt x="196079" y="67421"/>
                  <a:pt x="194132" y="69437"/>
                </a:cubicBezTo>
                <a:cubicBezTo>
                  <a:pt x="192186" y="71452"/>
                  <a:pt x="189997" y="73920"/>
                  <a:pt x="187564" y="76839"/>
                </a:cubicBezTo>
                <a:cubicBezTo>
                  <a:pt x="185131" y="79758"/>
                  <a:pt x="182629" y="82816"/>
                  <a:pt x="180057" y="86014"/>
                </a:cubicBezTo>
                <a:lnTo>
                  <a:pt x="172968" y="94876"/>
                </a:lnTo>
                <a:cubicBezTo>
                  <a:pt x="174219" y="101548"/>
                  <a:pt x="175400" y="107317"/>
                  <a:pt x="176513" y="112183"/>
                </a:cubicBezTo>
                <a:cubicBezTo>
                  <a:pt x="177625" y="117048"/>
                  <a:pt x="178615" y="121097"/>
                  <a:pt x="179484" y="124329"/>
                </a:cubicBezTo>
                <a:cubicBezTo>
                  <a:pt x="180353" y="127561"/>
                  <a:pt x="181117" y="130115"/>
                  <a:pt x="181778" y="131992"/>
                </a:cubicBezTo>
                <a:cubicBezTo>
                  <a:pt x="182438" y="133869"/>
                  <a:pt x="183150" y="135276"/>
                  <a:pt x="183915" y="136215"/>
                </a:cubicBezTo>
                <a:cubicBezTo>
                  <a:pt x="184680" y="137153"/>
                  <a:pt x="185461" y="137813"/>
                  <a:pt x="186261" y="138195"/>
                </a:cubicBezTo>
                <a:cubicBezTo>
                  <a:pt x="187060" y="138578"/>
                  <a:pt x="187981" y="138769"/>
                  <a:pt x="189024" y="138769"/>
                </a:cubicBezTo>
                <a:cubicBezTo>
                  <a:pt x="190900" y="138769"/>
                  <a:pt x="192725" y="138039"/>
                  <a:pt x="194497" y="136579"/>
                </a:cubicBezTo>
                <a:cubicBezTo>
                  <a:pt x="196270" y="135120"/>
                  <a:pt x="198824" y="131818"/>
                  <a:pt x="202160" y="126675"/>
                </a:cubicBezTo>
                <a:lnTo>
                  <a:pt x="208937" y="131158"/>
                </a:lnTo>
                <a:cubicBezTo>
                  <a:pt x="204072" y="138387"/>
                  <a:pt x="199675" y="143478"/>
                  <a:pt x="195748" y="146432"/>
                </a:cubicBezTo>
                <a:cubicBezTo>
                  <a:pt x="191821" y="149386"/>
                  <a:pt x="187147" y="150863"/>
                  <a:pt x="181726" y="150863"/>
                </a:cubicBezTo>
                <a:cubicBezTo>
                  <a:pt x="178737" y="150863"/>
                  <a:pt x="176200" y="150324"/>
                  <a:pt x="174115" y="149247"/>
                </a:cubicBezTo>
                <a:cubicBezTo>
                  <a:pt x="172029" y="148170"/>
                  <a:pt x="170222" y="146449"/>
                  <a:pt x="168693" y="144086"/>
                </a:cubicBezTo>
                <a:cubicBezTo>
                  <a:pt x="167164" y="141723"/>
                  <a:pt x="165809" y="138039"/>
                  <a:pt x="164627" y="133035"/>
                </a:cubicBezTo>
                <a:cubicBezTo>
                  <a:pt x="162472" y="124138"/>
                  <a:pt x="161152" y="117326"/>
                  <a:pt x="160665" y="112600"/>
                </a:cubicBezTo>
                <a:lnTo>
                  <a:pt x="159623" y="112600"/>
                </a:lnTo>
                <a:cubicBezTo>
                  <a:pt x="152255" y="122956"/>
                  <a:pt x="146781" y="130393"/>
                  <a:pt x="143202" y="134911"/>
                </a:cubicBezTo>
                <a:cubicBezTo>
                  <a:pt x="139622" y="139429"/>
                  <a:pt x="136668" y="142765"/>
                  <a:pt x="134340" y="144920"/>
                </a:cubicBezTo>
                <a:cubicBezTo>
                  <a:pt x="132011" y="147075"/>
                  <a:pt x="129752" y="148587"/>
                  <a:pt x="127563" y="149455"/>
                </a:cubicBezTo>
                <a:cubicBezTo>
                  <a:pt x="125373" y="150324"/>
                  <a:pt x="122472" y="150759"/>
                  <a:pt x="118857" y="150759"/>
                </a:cubicBezTo>
                <a:cubicBezTo>
                  <a:pt x="115590" y="150759"/>
                  <a:pt x="112914" y="150342"/>
                  <a:pt x="110829" y="149508"/>
                </a:cubicBezTo>
                <a:lnTo>
                  <a:pt x="115000" y="130637"/>
                </a:lnTo>
                <a:lnTo>
                  <a:pt x="122298" y="130637"/>
                </a:lnTo>
                <a:cubicBezTo>
                  <a:pt x="122715" y="133556"/>
                  <a:pt x="123931" y="135016"/>
                  <a:pt x="125947" y="135016"/>
                </a:cubicBezTo>
                <a:cubicBezTo>
                  <a:pt x="126920" y="135016"/>
                  <a:pt x="127945" y="134755"/>
                  <a:pt x="129023" y="134234"/>
                </a:cubicBezTo>
                <a:cubicBezTo>
                  <a:pt x="130100" y="133712"/>
                  <a:pt x="131646" y="132461"/>
                  <a:pt x="133662" y="130480"/>
                </a:cubicBezTo>
                <a:cubicBezTo>
                  <a:pt x="135678" y="128499"/>
                  <a:pt x="138458" y="125389"/>
                  <a:pt x="142003" y="121149"/>
                </a:cubicBezTo>
                <a:cubicBezTo>
                  <a:pt x="145548" y="116909"/>
                  <a:pt x="150691" y="110549"/>
                  <a:pt x="157433" y="1020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4">
            <a:extLst xmlns:a="http://schemas.openxmlformats.org/drawingml/2006/main">
              <a:ext uri="{FF2B5EF4-FFF2-40B4-BE49-F238E27FC236}">
                <a16:creationId xmlns:a16="http://schemas.microsoft.com/office/drawing/2014/main" id="{21A575D5-1972-4E82-BD43-42A4DB4F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2249" y="3206045"/>
            <a:ext cx="65311" cy="77375"/>
          </a:xfrm>
          <a:custGeom xmlns:a="http://schemas.openxmlformats.org/drawingml/2006/main">
            <a:pathLst>
              <a:path w="65311" h="77375">
                <a:moveTo>
                  <a:pt x="52353" y="20703"/>
                </a:moveTo>
                <a:cubicBezTo>
                  <a:pt x="52303" y="18121"/>
                  <a:pt x="52117" y="15974"/>
                  <a:pt x="51794" y="14261"/>
                </a:cubicBezTo>
                <a:cubicBezTo>
                  <a:pt x="51472" y="12548"/>
                  <a:pt x="50950" y="11195"/>
                  <a:pt x="50231" y="10202"/>
                </a:cubicBezTo>
                <a:cubicBezTo>
                  <a:pt x="49511" y="9210"/>
                  <a:pt x="48567" y="8502"/>
                  <a:pt x="47401" y="8080"/>
                </a:cubicBezTo>
                <a:cubicBezTo>
                  <a:pt x="46234" y="7658"/>
                  <a:pt x="44807" y="7422"/>
                  <a:pt x="43119" y="7373"/>
                </a:cubicBezTo>
                <a:cubicBezTo>
                  <a:pt x="40438" y="7373"/>
                  <a:pt x="37868" y="7968"/>
                  <a:pt x="35411" y="9160"/>
                </a:cubicBezTo>
                <a:cubicBezTo>
                  <a:pt x="32953" y="10351"/>
                  <a:pt x="30670" y="12002"/>
                  <a:pt x="28560" y="14112"/>
                </a:cubicBezTo>
                <a:cubicBezTo>
                  <a:pt x="26450" y="16222"/>
                  <a:pt x="24526" y="18692"/>
                  <a:pt x="22788" y="21522"/>
                </a:cubicBezTo>
                <a:cubicBezTo>
                  <a:pt x="21050" y="24352"/>
                  <a:pt x="19561" y="27405"/>
                  <a:pt x="18320" y="30682"/>
                </a:cubicBezTo>
                <a:cubicBezTo>
                  <a:pt x="17079" y="33959"/>
                  <a:pt x="16123" y="37372"/>
                  <a:pt x="15453" y="40922"/>
                </a:cubicBezTo>
                <a:cubicBezTo>
                  <a:pt x="14782" y="44471"/>
                  <a:pt x="14447" y="48009"/>
                  <a:pt x="14447" y="51534"/>
                </a:cubicBezTo>
                <a:cubicBezTo>
                  <a:pt x="14447" y="56796"/>
                  <a:pt x="15490" y="60805"/>
                  <a:pt x="17575" y="63561"/>
                </a:cubicBezTo>
                <a:cubicBezTo>
                  <a:pt x="19660" y="66316"/>
                  <a:pt x="22788" y="67694"/>
                  <a:pt x="26958" y="67694"/>
                </a:cubicBezTo>
                <a:cubicBezTo>
                  <a:pt x="29292" y="67694"/>
                  <a:pt x="31451" y="67483"/>
                  <a:pt x="33437" y="67061"/>
                </a:cubicBezTo>
                <a:cubicBezTo>
                  <a:pt x="35423" y="66639"/>
                  <a:pt x="37360" y="65931"/>
                  <a:pt x="39246" y="64939"/>
                </a:cubicBezTo>
                <a:cubicBezTo>
                  <a:pt x="41133" y="63946"/>
                  <a:pt x="43081" y="62642"/>
                  <a:pt x="45092" y="61029"/>
                </a:cubicBezTo>
                <a:cubicBezTo>
                  <a:pt x="47103" y="59415"/>
                  <a:pt x="49324" y="57417"/>
                  <a:pt x="51757" y="55034"/>
                </a:cubicBezTo>
                <a:cubicBezTo>
                  <a:pt x="52700" y="56027"/>
                  <a:pt x="53607" y="57007"/>
                  <a:pt x="54475" y="57976"/>
                </a:cubicBezTo>
                <a:cubicBezTo>
                  <a:pt x="55344" y="58944"/>
                  <a:pt x="56250" y="59924"/>
                  <a:pt x="57194" y="60917"/>
                </a:cubicBezTo>
                <a:cubicBezTo>
                  <a:pt x="51832" y="66478"/>
                  <a:pt x="46470" y="70611"/>
                  <a:pt x="41108" y="73316"/>
                </a:cubicBezTo>
                <a:cubicBezTo>
                  <a:pt x="35746" y="76022"/>
                  <a:pt x="29987" y="77375"/>
                  <a:pt x="23831" y="77375"/>
                </a:cubicBezTo>
                <a:cubicBezTo>
                  <a:pt x="16135" y="77375"/>
                  <a:pt x="10240" y="75129"/>
                  <a:pt x="6144" y="70636"/>
                </a:cubicBezTo>
                <a:cubicBezTo>
                  <a:pt x="2048" y="66142"/>
                  <a:pt x="0" y="59726"/>
                  <a:pt x="0" y="51385"/>
                </a:cubicBezTo>
                <a:cubicBezTo>
                  <a:pt x="0" y="46718"/>
                  <a:pt x="521" y="42213"/>
                  <a:pt x="1564" y="37868"/>
                </a:cubicBezTo>
                <a:cubicBezTo>
                  <a:pt x="2606" y="33524"/>
                  <a:pt x="4108" y="29441"/>
                  <a:pt x="6069" y="25618"/>
                </a:cubicBezTo>
                <a:cubicBezTo>
                  <a:pt x="8030" y="21795"/>
                  <a:pt x="10376" y="18320"/>
                  <a:pt x="13107" y="15192"/>
                </a:cubicBezTo>
                <a:cubicBezTo>
                  <a:pt x="15837" y="12064"/>
                  <a:pt x="18891" y="9371"/>
                  <a:pt x="22267" y="7112"/>
                </a:cubicBezTo>
                <a:cubicBezTo>
                  <a:pt x="25643" y="4853"/>
                  <a:pt x="29292" y="3103"/>
                  <a:pt x="33214" y="1862"/>
                </a:cubicBezTo>
                <a:cubicBezTo>
                  <a:pt x="37136" y="621"/>
                  <a:pt x="41257" y="0"/>
                  <a:pt x="45576" y="0"/>
                </a:cubicBezTo>
                <a:cubicBezTo>
                  <a:pt x="49200" y="0"/>
                  <a:pt x="52564" y="199"/>
                  <a:pt x="55667" y="596"/>
                </a:cubicBezTo>
                <a:cubicBezTo>
                  <a:pt x="58770" y="993"/>
                  <a:pt x="61985" y="1614"/>
                  <a:pt x="65311" y="2458"/>
                </a:cubicBezTo>
                <a:lnTo>
                  <a:pt x="61141" y="20703"/>
                </a:lnTo>
                <a:lnTo>
                  <a:pt x="52353" y="20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)≠2">
            <a:extLst xmlns:a="http://schemas.openxmlformats.org/drawingml/2006/main">
              <a:ext uri="{FF2B5EF4-FFF2-40B4-BE49-F238E27FC236}">
                <a16:creationId xmlns:a16="http://schemas.microsoft.com/office/drawing/2014/main" id="{D9CC284A-5FF9-4AF9-AF9C-C18AB94D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8646" y="3091160"/>
            <a:ext cx="474612" cy="197780"/>
          </a:xfrm>
          <a:custGeom xmlns:a="http://schemas.openxmlformats.org/drawingml/2006/main">
            <a:pathLst>
              <a:path w="474612" h="197780">
                <a:moveTo>
                  <a:pt x="47855" y="97899"/>
                </a:moveTo>
                <a:cubicBezTo>
                  <a:pt x="47855" y="74406"/>
                  <a:pt x="43963" y="54892"/>
                  <a:pt x="36178" y="39358"/>
                </a:cubicBezTo>
                <a:cubicBezTo>
                  <a:pt x="28393" y="23823"/>
                  <a:pt x="16334" y="13380"/>
                  <a:pt x="0" y="8028"/>
                </a:cubicBezTo>
                <a:lnTo>
                  <a:pt x="2815" y="0"/>
                </a:lnTo>
                <a:cubicBezTo>
                  <a:pt x="23111" y="5352"/>
                  <a:pt x="38698" y="16907"/>
                  <a:pt x="49575" y="34666"/>
                </a:cubicBezTo>
                <a:cubicBezTo>
                  <a:pt x="60453" y="52425"/>
                  <a:pt x="65892" y="73850"/>
                  <a:pt x="65892" y="98942"/>
                </a:cubicBezTo>
                <a:cubicBezTo>
                  <a:pt x="65892" y="124103"/>
                  <a:pt x="60470" y="145528"/>
                  <a:pt x="49627" y="163218"/>
                </a:cubicBezTo>
                <a:cubicBezTo>
                  <a:pt x="38784" y="180907"/>
                  <a:pt x="23180" y="192428"/>
                  <a:pt x="2815" y="197780"/>
                </a:cubicBezTo>
                <a:lnTo>
                  <a:pt x="313" y="189752"/>
                </a:lnTo>
                <a:cubicBezTo>
                  <a:pt x="16369" y="184400"/>
                  <a:pt x="28306" y="173835"/>
                  <a:pt x="36126" y="158057"/>
                </a:cubicBezTo>
                <a:cubicBezTo>
                  <a:pt x="43945" y="142279"/>
                  <a:pt x="47855" y="122226"/>
                  <a:pt x="47855" y="97899"/>
                </a:cubicBezTo>
                <a:close/>
                <a:moveTo>
                  <a:pt x="158596" y="118230"/>
                </a:moveTo>
                <a:lnTo>
                  <a:pt x="158596" y="104363"/>
                </a:lnTo>
                <a:lnTo>
                  <a:pt x="211351" y="104363"/>
                </a:lnTo>
                <a:lnTo>
                  <a:pt x="223862" y="74962"/>
                </a:lnTo>
                <a:lnTo>
                  <a:pt x="158596" y="74962"/>
                </a:lnTo>
                <a:lnTo>
                  <a:pt x="158596" y="61096"/>
                </a:lnTo>
                <a:lnTo>
                  <a:pt x="229805" y="61096"/>
                </a:lnTo>
                <a:lnTo>
                  <a:pt x="244088" y="27629"/>
                </a:lnTo>
                <a:lnTo>
                  <a:pt x="256704" y="27629"/>
                </a:lnTo>
                <a:lnTo>
                  <a:pt x="242420" y="61096"/>
                </a:lnTo>
                <a:lnTo>
                  <a:pt x="287043" y="61096"/>
                </a:lnTo>
                <a:lnTo>
                  <a:pt x="287043" y="74962"/>
                </a:lnTo>
                <a:lnTo>
                  <a:pt x="236478" y="74962"/>
                </a:lnTo>
                <a:lnTo>
                  <a:pt x="223966" y="104363"/>
                </a:lnTo>
                <a:lnTo>
                  <a:pt x="287043" y="104363"/>
                </a:lnTo>
                <a:lnTo>
                  <a:pt x="287043" y="118230"/>
                </a:lnTo>
                <a:lnTo>
                  <a:pt x="218024" y="118230"/>
                </a:lnTo>
                <a:lnTo>
                  <a:pt x="202385" y="154929"/>
                </a:lnTo>
                <a:lnTo>
                  <a:pt x="189769" y="154929"/>
                </a:lnTo>
                <a:lnTo>
                  <a:pt x="205408" y="118230"/>
                </a:lnTo>
                <a:lnTo>
                  <a:pt x="158596" y="118230"/>
                </a:lnTo>
                <a:close/>
                <a:moveTo>
                  <a:pt x="417478" y="107804"/>
                </a:moveTo>
                <a:cubicBezTo>
                  <a:pt x="416783" y="105093"/>
                  <a:pt x="416088" y="103217"/>
                  <a:pt x="415392" y="102174"/>
                </a:cubicBezTo>
                <a:cubicBezTo>
                  <a:pt x="414697" y="101131"/>
                  <a:pt x="413898" y="100436"/>
                  <a:pt x="412995" y="100089"/>
                </a:cubicBezTo>
                <a:cubicBezTo>
                  <a:pt x="412091" y="99741"/>
                  <a:pt x="410492" y="99567"/>
                  <a:pt x="408199" y="99567"/>
                </a:cubicBezTo>
                <a:lnTo>
                  <a:pt x="401005" y="99567"/>
                </a:lnTo>
                <a:lnTo>
                  <a:pt x="390162" y="150654"/>
                </a:lnTo>
                <a:lnTo>
                  <a:pt x="372125" y="150654"/>
                </a:lnTo>
                <a:lnTo>
                  <a:pt x="398920" y="31486"/>
                </a:lnTo>
                <a:cubicBezTo>
                  <a:pt x="399823" y="27455"/>
                  <a:pt x="400466" y="24310"/>
                  <a:pt x="400848" y="22051"/>
                </a:cubicBezTo>
                <a:cubicBezTo>
                  <a:pt x="401231" y="19792"/>
                  <a:pt x="401422" y="17794"/>
                  <a:pt x="401422" y="16056"/>
                </a:cubicBezTo>
                <a:cubicBezTo>
                  <a:pt x="401422" y="13137"/>
                  <a:pt x="400536" y="11086"/>
                  <a:pt x="398763" y="9905"/>
                </a:cubicBezTo>
                <a:cubicBezTo>
                  <a:pt x="396991" y="8723"/>
                  <a:pt x="393811" y="8063"/>
                  <a:pt x="389223" y="7924"/>
                </a:cubicBezTo>
                <a:lnTo>
                  <a:pt x="390475" y="2502"/>
                </a:lnTo>
                <a:lnTo>
                  <a:pt x="416852" y="1564"/>
                </a:lnTo>
                <a:lnTo>
                  <a:pt x="422899" y="1564"/>
                </a:lnTo>
                <a:lnTo>
                  <a:pt x="402464" y="92582"/>
                </a:lnTo>
                <a:lnTo>
                  <a:pt x="405801" y="92582"/>
                </a:lnTo>
                <a:cubicBezTo>
                  <a:pt x="411014" y="92582"/>
                  <a:pt x="416869" y="90306"/>
                  <a:pt x="423368" y="85753"/>
                </a:cubicBezTo>
                <a:cubicBezTo>
                  <a:pt x="429867" y="81200"/>
                  <a:pt x="435063" y="76978"/>
                  <a:pt x="438955" y="73086"/>
                </a:cubicBezTo>
                <a:cubicBezTo>
                  <a:pt x="442847" y="69193"/>
                  <a:pt x="444794" y="65440"/>
                  <a:pt x="444794" y="61826"/>
                </a:cubicBezTo>
                <a:cubicBezTo>
                  <a:pt x="444794" y="58420"/>
                  <a:pt x="442430" y="56508"/>
                  <a:pt x="437704" y="56091"/>
                </a:cubicBezTo>
                <a:lnTo>
                  <a:pt x="438851" y="50983"/>
                </a:lnTo>
                <a:lnTo>
                  <a:pt x="472631" y="50983"/>
                </a:lnTo>
                <a:lnTo>
                  <a:pt x="474612" y="56091"/>
                </a:lnTo>
                <a:cubicBezTo>
                  <a:pt x="468843" y="61304"/>
                  <a:pt x="462726" y="66413"/>
                  <a:pt x="456262" y="71417"/>
                </a:cubicBezTo>
                <a:lnTo>
                  <a:pt x="430406" y="91435"/>
                </a:lnTo>
                <a:lnTo>
                  <a:pt x="440623" y="129073"/>
                </a:lnTo>
                <a:cubicBezTo>
                  <a:pt x="441457" y="132270"/>
                  <a:pt x="442204" y="134581"/>
                  <a:pt x="442865" y="136006"/>
                </a:cubicBezTo>
                <a:cubicBezTo>
                  <a:pt x="443525" y="137431"/>
                  <a:pt x="444290" y="138491"/>
                  <a:pt x="445158" y="139186"/>
                </a:cubicBezTo>
                <a:cubicBezTo>
                  <a:pt x="446027" y="139881"/>
                  <a:pt x="447192" y="140229"/>
                  <a:pt x="448651" y="140229"/>
                </a:cubicBezTo>
                <a:cubicBezTo>
                  <a:pt x="450458" y="140229"/>
                  <a:pt x="452613" y="139255"/>
                  <a:pt x="455115" y="137309"/>
                </a:cubicBezTo>
                <a:cubicBezTo>
                  <a:pt x="457617" y="135363"/>
                  <a:pt x="460467" y="132548"/>
                  <a:pt x="463664" y="128864"/>
                </a:cubicBezTo>
                <a:lnTo>
                  <a:pt x="469607" y="134703"/>
                </a:lnTo>
                <a:cubicBezTo>
                  <a:pt x="463352" y="141306"/>
                  <a:pt x="458173" y="145893"/>
                  <a:pt x="454073" y="148465"/>
                </a:cubicBezTo>
                <a:cubicBezTo>
                  <a:pt x="449972" y="151037"/>
                  <a:pt x="446010" y="152323"/>
                  <a:pt x="442187" y="152323"/>
                </a:cubicBezTo>
                <a:cubicBezTo>
                  <a:pt x="437461" y="152323"/>
                  <a:pt x="433707" y="150985"/>
                  <a:pt x="430927" y="148309"/>
                </a:cubicBezTo>
                <a:cubicBezTo>
                  <a:pt x="428147" y="145633"/>
                  <a:pt x="425957" y="141167"/>
                  <a:pt x="424359" y="134911"/>
                </a:cubicBezTo>
                <a:lnTo>
                  <a:pt x="417478" y="1078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0">
            <a:extLst xmlns:a="http://schemas.openxmlformats.org/drawingml/2006/main">
              <a:ext uri="{FF2B5EF4-FFF2-40B4-BE49-F238E27FC236}">
                <a16:creationId xmlns:a16="http://schemas.microsoft.com/office/drawing/2014/main" id="{56E71CA4-BE9B-45A2-B360-7D06C193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0273" y="3396598"/>
            <a:ext cx="115415" cy="148048"/>
          </a:xfrm>
          <a:custGeom xmlns:a="http://schemas.openxmlformats.org/drawingml/2006/main">
            <a:pathLst>
              <a:path w="115415" h="148048">
                <a:moveTo>
                  <a:pt x="22416" y="110410"/>
                </a:moveTo>
                <a:cubicBezTo>
                  <a:pt x="21095" y="112009"/>
                  <a:pt x="19983" y="113590"/>
                  <a:pt x="19079" y="115154"/>
                </a:cubicBezTo>
                <a:cubicBezTo>
                  <a:pt x="18176" y="116718"/>
                  <a:pt x="17533" y="118230"/>
                  <a:pt x="17151" y="119689"/>
                </a:cubicBezTo>
                <a:cubicBezTo>
                  <a:pt x="16768" y="121149"/>
                  <a:pt x="16577" y="122887"/>
                  <a:pt x="16577" y="124902"/>
                </a:cubicBezTo>
                <a:cubicBezTo>
                  <a:pt x="16577" y="130115"/>
                  <a:pt x="18454" y="133921"/>
                  <a:pt x="22207" y="136319"/>
                </a:cubicBezTo>
                <a:cubicBezTo>
                  <a:pt x="25961" y="138717"/>
                  <a:pt x="31625" y="139916"/>
                  <a:pt x="39201" y="139916"/>
                </a:cubicBezTo>
                <a:cubicBezTo>
                  <a:pt x="47751" y="139916"/>
                  <a:pt x="54614" y="137987"/>
                  <a:pt x="59793" y="134129"/>
                </a:cubicBezTo>
                <a:cubicBezTo>
                  <a:pt x="64971" y="130272"/>
                  <a:pt x="69402" y="124068"/>
                  <a:pt x="73086" y="115519"/>
                </a:cubicBezTo>
                <a:cubicBezTo>
                  <a:pt x="76769" y="106970"/>
                  <a:pt x="80349" y="94042"/>
                  <a:pt x="83824" y="76735"/>
                </a:cubicBezTo>
                <a:lnTo>
                  <a:pt x="82365" y="76422"/>
                </a:lnTo>
                <a:cubicBezTo>
                  <a:pt x="75623" y="85666"/>
                  <a:pt x="69367" y="92408"/>
                  <a:pt x="63598" y="96648"/>
                </a:cubicBezTo>
                <a:cubicBezTo>
                  <a:pt x="57829" y="100888"/>
                  <a:pt x="51608" y="103008"/>
                  <a:pt x="44936" y="103008"/>
                </a:cubicBezTo>
                <a:cubicBezTo>
                  <a:pt x="37360" y="103008"/>
                  <a:pt x="31469" y="100158"/>
                  <a:pt x="27264" y="94459"/>
                </a:cubicBezTo>
                <a:cubicBezTo>
                  <a:pt x="23059" y="88759"/>
                  <a:pt x="20956" y="80627"/>
                  <a:pt x="20956" y="70062"/>
                </a:cubicBezTo>
                <a:cubicBezTo>
                  <a:pt x="20956" y="58177"/>
                  <a:pt x="23285" y="46760"/>
                  <a:pt x="27941" y="35813"/>
                </a:cubicBezTo>
                <a:cubicBezTo>
                  <a:pt x="32598" y="24866"/>
                  <a:pt x="39062" y="16160"/>
                  <a:pt x="47334" y="9696"/>
                </a:cubicBezTo>
                <a:cubicBezTo>
                  <a:pt x="55605" y="3232"/>
                  <a:pt x="64814" y="0"/>
                  <a:pt x="74962" y="0"/>
                </a:cubicBezTo>
                <a:cubicBezTo>
                  <a:pt x="79341" y="0"/>
                  <a:pt x="83477" y="521"/>
                  <a:pt x="87369" y="1564"/>
                </a:cubicBezTo>
                <a:cubicBezTo>
                  <a:pt x="91261" y="2606"/>
                  <a:pt x="95189" y="4379"/>
                  <a:pt x="99150" y="6881"/>
                </a:cubicBezTo>
                <a:lnTo>
                  <a:pt x="108742" y="0"/>
                </a:lnTo>
                <a:lnTo>
                  <a:pt x="115415" y="1668"/>
                </a:lnTo>
                <a:lnTo>
                  <a:pt x="104676" y="50253"/>
                </a:lnTo>
                <a:cubicBezTo>
                  <a:pt x="103912" y="53659"/>
                  <a:pt x="102174" y="62243"/>
                  <a:pt x="99463" y="76005"/>
                </a:cubicBezTo>
                <a:cubicBezTo>
                  <a:pt x="96613" y="90601"/>
                  <a:pt x="94302" y="100923"/>
                  <a:pt x="92530" y="106970"/>
                </a:cubicBezTo>
                <a:cubicBezTo>
                  <a:pt x="90758" y="113017"/>
                  <a:pt x="88551" y="118525"/>
                  <a:pt x="85910" y="123495"/>
                </a:cubicBezTo>
                <a:cubicBezTo>
                  <a:pt x="83268" y="128465"/>
                  <a:pt x="79862" y="132791"/>
                  <a:pt x="75692" y="136475"/>
                </a:cubicBezTo>
                <a:cubicBezTo>
                  <a:pt x="71522" y="140159"/>
                  <a:pt x="66465" y="143009"/>
                  <a:pt x="60522" y="145024"/>
                </a:cubicBezTo>
                <a:cubicBezTo>
                  <a:pt x="54580" y="147040"/>
                  <a:pt x="47542" y="148048"/>
                  <a:pt x="39410" y="148048"/>
                </a:cubicBezTo>
                <a:cubicBezTo>
                  <a:pt x="13137" y="148048"/>
                  <a:pt x="0" y="140402"/>
                  <a:pt x="0" y="125111"/>
                </a:cubicBezTo>
                <a:cubicBezTo>
                  <a:pt x="0" y="121219"/>
                  <a:pt x="1182" y="117674"/>
                  <a:pt x="3545" y="114477"/>
                </a:cubicBezTo>
                <a:cubicBezTo>
                  <a:pt x="5908" y="111279"/>
                  <a:pt x="9696" y="107908"/>
                  <a:pt x="14909" y="104363"/>
                </a:cubicBezTo>
                <a:lnTo>
                  <a:pt x="22416" y="110410"/>
                </a:lnTo>
                <a:moveTo>
                  <a:pt x="52338" y="90705"/>
                </a:moveTo>
                <a:cubicBezTo>
                  <a:pt x="55883" y="90705"/>
                  <a:pt x="59410" y="89489"/>
                  <a:pt x="62920" y="87056"/>
                </a:cubicBezTo>
                <a:cubicBezTo>
                  <a:pt x="66430" y="84624"/>
                  <a:pt x="70184" y="80766"/>
                  <a:pt x="74180" y="75484"/>
                </a:cubicBezTo>
                <a:cubicBezTo>
                  <a:pt x="78177" y="70201"/>
                  <a:pt x="81287" y="65162"/>
                  <a:pt x="83512" y="60366"/>
                </a:cubicBezTo>
                <a:cubicBezTo>
                  <a:pt x="85736" y="55570"/>
                  <a:pt x="87630" y="49593"/>
                  <a:pt x="89194" y="42433"/>
                </a:cubicBezTo>
                <a:cubicBezTo>
                  <a:pt x="90758" y="35274"/>
                  <a:pt x="91540" y="29054"/>
                  <a:pt x="91540" y="23771"/>
                </a:cubicBezTo>
                <a:cubicBezTo>
                  <a:pt x="91540" y="18350"/>
                  <a:pt x="90393" y="14405"/>
                  <a:pt x="88099" y="11938"/>
                </a:cubicBezTo>
                <a:cubicBezTo>
                  <a:pt x="85805" y="9470"/>
                  <a:pt x="81982" y="8236"/>
                  <a:pt x="76630" y="8236"/>
                </a:cubicBezTo>
                <a:cubicBezTo>
                  <a:pt x="69541" y="8236"/>
                  <a:pt x="63181" y="11104"/>
                  <a:pt x="57551" y="16838"/>
                </a:cubicBezTo>
                <a:cubicBezTo>
                  <a:pt x="51921" y="22572"/>
                  <a:pt x="47490" y="30305"/>
                  <a:pt x="44258" y="40035"/>
                </a:cubicBezTo>
                <a:cubicBezTo>
                  <a:pt x="41026" y="49766"/>
                  <a:pt x="39410" y="59462"/>
                  <a:pt x="39410" y="69124"/>
                </a:cubicBezTo>
                <a:cubicBezTo>
                  <a:pt x="39410" y="76352"/>
                  <a:pt x="40453" y="81757"/>
                  <a:pt x="42538" y="85336"/>
                </a:cubicBezTo>
                <a:cubicBezTo>
                  <a:pt x="44623" y="88916"/>
                  <a:pt x="47890" y="90705"/>
                  <a:pt x="52338" y="907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FE0A0-2384-4C0B-9B6A-AB4E754DB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1117" y="3339617"/>
            <a:ext cx="674039" cy="197780"/>
          </a:xfrm>
          <a:custGeom xmlns:a="http://schemas.openxmlformats.org/drawingml/2006/main">
            <a:pathLst>
              <a:path w="674039" h="197780">
                <a:moveTo>
                  <a:pt x="610963" y="0"/>
                </a:moveTo>
                <a:cubicBezTo>
                  <a:pt x="631258" y="5353"/>
                  <a:pt x="646846" y="16908"/>
                  <a:pt x="657723" y="34667"/>
                </a:cubicBezTo>
                <a:cubicBezTo>
                  <a:pt x="668601" y="52426"/>
                  <a:pt x="674039" y="73851"/>
                  <a:pt x="674039" y="98942"/>
                </a:cubicBezTo>
                <a:cubicBezTo>
                  <a:pt x="674039" y="124104"/>
                  <a:pt x="668619" y="145529"/>
                  <a:pt x="657775" y="163218"/>
                </a:cubicBezTo>
                <a:cubicBezTo>
                  <a:pt x="646933" y="180907"/>
                  <a:pt x="631329" y="192428"/>
                  <a:pt x="610963" y="197780"/>
                </a:cubicBezTo>
                <a:lnTo>
                  <a:pt x="608460" y="189752"/>
                </a:lnTo>
                <a:cubicBezTo>
                  <a:pt x="624517" y="184400"/>
                  <a:pt x="636455" y="173835"/>
                  <a:pt x="644274" y="158057"/>
                </a:cubicBezTo>
                <a:cubicBezTo>
                  <a:pt x="652094" y="142279"/>
                  <a:pt x="656003" y="122226"/>
                  <a:pt x="656003" y="97900"/>
                </a:cubicBezTo>
                <a:cubicBezTo>
                  <a:pt x="656003" y="74407"/>
                  <a:pt x="652110" y="54894"/>
                  <a:pt x="644326" y="39358"/>
                </a:cubicBezTo>
                <a:cubicBezTo>
                  <a:pt x="636542" y="23825"/>
                  <a:pt x="624482" y="13380"/>
                  <a:pt x="608148" y="8028"/>
                </a:cubicBezTo>
                <a:lnTo>
                  <a:pt x="610963" y="0"/>
                </a:lnTo>
                <a:close/>
                <a:moveTo>
                  <a:pt x="63078" y="0"/>
                </a:moveTo>
                <a:lnTo>
                  <a:pt x="65892" y="8028"/>
                </a:lnTo>
                <a:cubicBezTo>
                  <a:pt x="49627" y="13380"/>
                  <a:pt x="37586" y="23825"/>
                  <a:pt x="29767" y="39358"/>
                </a:cubicBezTo>
                <a:cubicBezTo>
                  <a:pt x="21947" y="54894"/>
                  <a:pt x="18037" y="74407"/>
                  <a:pt x="18037" y="97900"/>
                </a:cubicBezTo>
                <a:cubicBezTo>
                  <a:pt x="18037" y="122226"/>
                  <a:pt x="21947" y="142279"/>
                  <a:pt x="29767" y="158057"/>
                </a:cubicBezTo>
                <a:cubicBezTo>
                  <a:pt x="37586" y="173835"/>
                  <a:pt x="49524" y="184400"/>
                  <a:pt x="65579" y="189752"/>
                </a:cubicBezTo>
                <a:lnTo>
                  <a:pt x="63078" y="197780"/>
                </a:lnTo>
                <a:cubicBezTo>
                  <a:pt x="42712" y="192428"/>
                  <a:pt x="27108" y="180907"/>
                  <a:pt x="16264" y="163218"/>
                </a:cubicBezTo>
                <a:cubicBezTo>
                  <a:pt x="5422" y="145529"/>
                  <a:pt x="0" y="124104"/>
                  <a:pt x="0" y="98942"/>
                </a:cubicBezTo>
                <a:cubicBezTo>
                  <a:pt x="0" y="73851"/>
                  <a:pt x="5439" y="52426"/>
                  <a:pt x="16316" y="34667"/>
                </a:cubicBezTo>
                <a:cubicBezTo>
                  <a:pt x="27195" y="16908"/>
                  <a:pt x="42781" y="5353"/>
                  <a:pt x="6307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Text %">
            <a:extLst xmlns:a="http://schemas.openxmlformats.org/drawingml/2006/main">
              <a:ext uri="{FF2B5EF4-FFF2-40B4-BE49-F238E27FC236}">
                <a16:creationId xmlns:a16="http://schemas.microsoft.com/office/drawing/2014/main" id="{68941397-50A5-42F6-BDC8-5625C7CE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6177" y="3396702"/>
            <a:ext cx="86535" cy="103112"/>
          </a:xfrm>
          <a:custGeom xmlns:a="http://schemas.openxmlformats.org/drawingml/2006/main">
            <a:pathLst>
              <a:path w="86535" h="103112">
                <a:moveTo>
                  <a:pt x="73398" y="27003"/>
                </a:moveTo>
                <a:cubicBezTo>
                  <a:pt x="72634" y="20817"/>
                  <a:pt x="70601" y="16125"/>
                  <a:pt x="67299" y="12928"/>
                </a:cubicBezTo>
                <a:cubicBezTo>
                  <a:pt x="63998" y="9731"/>
                  <a:pt x="58802" y="8132"/>
                  <a:pt x="51713" y="8132"/>
                </a:cubicBezTo>
                <a:cubicBezTo>
                  <a:pt x="46222" y="8132"/>
                  <a:pt x="41773" y="9540"/>
                  <a:pt x="38367" y="12355"/>
                </a:cubicBezTo>
                <a:cubicBezTo>
                  <a:pt x="34962" y="15170"/>
                  <a:pt x="33259" y="18871"/>
                  <a:pt x="33259" y="23458"/>
                </a:cubicBezTo>
                <a:cubicBezTo>
                  <a:pt x="33259" y="25961"/>
                  <a:pt x="33693" y="28167"/>
                  <a:pt x="34562" y="30079"/>
                </a:cubicBezTo>
                <a:cubicBezTo>
                  <a:pt x="35431" y="31990"/>
                  <a:pt x="37186" y="34093"/>
                  <a:pt x="39827" y="36386"/>
                </a:cubicBezTo>
                <a:cubicBezTo>
                  <a:pt x="42468" y="38680"/>
                  <a:pt x="46569" y="41495"/>
                  <a:pt x="52130" y="44831"/>
                </a:cubicBezTo>
                <a:cubicBezTo>
                  <a:pt x="56508" y="47473"/>
                  <a:pt x="60018" y="49888"/>
                  <a:pt x="62660" y="52077"/>
                </a:cubicBezTo>
                <a:cubicBezTo>
                  <a:pt x="65301" y="54267"/>
                  <a:pt x="67386" y="56439"/>
                  <a:pt x="68915" y="58594"/>
                </a:cubicBezTo>
                <a:cubicBezTo>
                  <a:pt x="70444" y="60748"/>
                  <a:pt x="71557" y="63025"/>
                  <a:pt x="72252" y="65423"/>
                </a:cubicBezTo>
                <a:cubicBezTo>
                  <a:pt x="72947" y="67821"/>
                  <a:pt x="73294" y="70722"/>
                  <a:pt x="73294" y="74128"/>
                </a:cubicBezTo>
                <a:cubicBezTo>
                  <a:pt x="73294" y="80314"/>
                  <a:pt x="71643" y="85614"/>
                  <a:pt x="68342" y="90028"/>
                </a:cubicBezTo>
                <a:cubicBezTo>
                  <a:pt x="65040" y="94441"/>
                  <a:pt x="60557" y="97726"/>
                  <a:pt x="54892" y="99880"/>
                </a:cubicBezTo>
                <a:cubicBezTo>
                  <a:pt x="49228" y="102035"/>
                  <a:pt x="42781" y="103112"/>
                  <a:pt x="35552" y="103112"/>
                </a:cubicBezTo>
                <a:cubicBezTo>
                  <a:pt x="29783" y="103112"/>
                  <a:pt x="24119" y="102678"/>
                  <a:pt x="18558" y="101809"/>
                </a:cubicBezTo>
                <a:cubicBezTo>
                  <a:pt x="12998" y="100940"/>
                  <a:pt x="6812" y="99463"/>
                  <a:pt x="0" y="97378"/>
                </a:cubicBezTo>
                <a:lnTo>
                  <a:pt x="5004" y="74650"/>
                </a:lnTo>
                <a:lnTo>
                  <a:pt x="13137" y="74650"/>
                </a:lnTo>
                <a:cubicBezTo>
                  <a:pt x="13415" y="81322"/>
                  <a:pt x="15291" y="86361"/>
                  <a:pt x="18767" y="89767"/>
                </a:cubicBezTo>
                <a:cubicBezTo>
                  <a:pt x="22242" y="93173"/>
                  <a:pt x="27768" y="94876"/>
                  <a:pt x="35344" y="94876"/>
                </a:cubicBezTo>
                <a:cubicBezTo>
                  <a:pt x="41947" y="94876"/>
                  <a:pt x="47108" y="93399"/>
                  <a:pt x="50826" y="90445"/>
                </a:cubicBezTo>
                <a:cubicBezTo>
                  <a:pt x="54545" y="87491"/>
                  <a:pt x="56404" y="83303"/>
                  <a:pt x="56404" y="77882"/>
                </a:cubicBezTo>
                <a:cubicBezTo>
                  <a:pt x="56404" y="74754"/>
                  <a:pt x="55883" y="72060"/>
                  <a:pt x="54840" y="69801"/>
                </a:cubicBezTo>
                <a:cubicBezTo>
                  <a:pt x="53798" y="67543"/>
                  <a:pt x="52095" y="65370"/>
                  <a:pt x="49732" y="63285"/>
                </a:cubicBezTo>
                <a:cubicBezTo>
                  <a:pt x="47368" y="61200"/>
                  <a:pt x="43615" y="58594"/>
                  <a:pt x="38472" y="55466"/>
                </a:cubicBezTo>
                <a:cubicBezTo>
                  <a:pt x="33050" y="52199"/>
                  <a:pt x="28828" y="49245"/>
                  <a:pt x="25804" y="46604"/>
                </a:cubicBezTo>
                <a:cubicBezTo>
                  <a:pt x="22781" y="43963"/>
                  <a:pt x="20504" y="41095"/>
                  <a:pt x="18975" y="38002"/>
                </a:cubicBezTo>
                <a:cubicBezTo>
                  <a:pt x="17446" y="34909"/>
                  <a:pt x="16681" y="31347"/>
                  <a:pt x="16681" y="27316"/>
                </a:cubicBezTo>
                <a:cubicBezTo>
                  <a:pt x="16681" y="21825"/>
                  <a:pt x="18158" y="17012"/>
                  <a:pt x="21112" y="12876"/>
                </a:cubicBezTo>
                <a:cubicBezTo>
                  <a:pt x="24066" y="8740"/>
                  <a:pt x="28289" y="5560"/>
                  <a:pt x="33780" y="3336"/>
                </a:cubicBezTo>
                <a:cubicBezTo>
                  <a:pt x="39271" y="1112"/>
                  <a:pt x="45665" y="0"/>
                  <a:pt x="52964" y="0"/>
                </a:cubicBezTo>
                <a:cubicBezTo>
                  <a:pt x="59428" y="0"/>
                  <a:pt x="65318" y="382"/>
                  <a:pt x="70636" y="1147"/>
                </a:cubicBezTo>
                <a:cubicBezTo>
                  <a:pt x="75953" y="1911"/>
                  <a:pt x="81253" y="3232"/>
                  <a:pt x="86535" y="5109"/>
                </a:cubicBezTo>
                <a:lnTo>
                  <a:pt x="81843" y="27003"/>
                </a:lnTo>
                <a:lnTo>
                  <a:pt x="73398" y="27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+">
            <a:extLst xmlns:a="http://schemas.openxmlformats.org/drawingml/2006/main">
              <a:ext uri="{FF2B5EF4-FFF2-40B4-BE49-F238E27FC236}">
                <a16:creationId xmlns:a16="http://schemas.microsoft.com/office/drawing/2014/main" id="{2E70A8E3-0FD1-4904-A424-D8BC083A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4446" y="3440314"/>
            <a:ext cx="82886" cy="102993"/>
          </a:xfrm>
          <a:custGeom xmlns:a="http://schemas.openxmlformats.org/drawingml/2006/main">
            <a:pathLst>
              <a:path w="82886" h="102993">
                <a:moveTo>
                  <a:pt x="62258" y="75960"/>
                </a:moveTo>
                <a:cubicBezTo>
                  <a:pt x="61563" y="78889"/>
                  <a:pt x="61103" y="81223"/>
                  <a:pt x="60880" y="82960"/>
                </a:cubicBezTo>
                <a:cubicBezTo>
                  <a:pt x="60656" y="84698"/>
                  <a:pt x="60545" y="86262"/>
                  <a:pt x="60545" y="87652"/>
                </a:cubicBezTo>
                <a:cubicBezTo>
                  <a:pt x="60545" y="89539"/>
                  <a:pt x="60930" y="90904"/>
                  <a:pt x="61699" y="91748"/>
                </a:cubicBezTo>
                <a:cubicBezTo>
                  <a:pt x="62469" y="92592"/>
                  <a:pt x="63573" y="93014"/>
                  <a:pt x="65013" y="93014"/>
                </a:cubicBezTo>
                <a:cubicBezTo>
                  <a:pt x="65907" y="93014"/>
                  <a:pt x="66788" y="92840"/>
                  <a:pt x="67657" y="92493"/>
                </a:cubicBezTo>
                <a:cubicBezTo>
                  <a:pt x="68526" y="92145"/>
                  <a:pt x="69469" y="91599"/>
                  <a:pt x="70487" y="90854"/>
                </a:cubicBezTo>
                <a:cubicBezTo>
                  <a:pt x="71504" y="90110"/>
                  <a:pt x="72621" y="89154"/>
                  <a:pt x="73838" y="87987"/>
                </a:cubicBezTo>
                <a:cubicBezTo>
                  <a:pt x="75054" y="86821"/>
                  <a:pt x="76432" y="85418"/>
                  <a:pt x="77971" y="83780"/>
                </a:cubicBezTo>
                <a:cubicBezTo>
                  <a:pt x="78765" y="84624"/>
                  <a:pt x="79584" y="85455"/>
                  <a:pt x="80428" y="86274"/>
                </a:cubicBezTo>
                <a:cubicBezTo>
                  <a:pt x="81272" y="87094"/>
                  <a:pt x="82092" y="87900"/>
                  <a:pt x="82886" y="88695"/>
                </a:cubicBezTo>
                <a:cubicBezTo>
                  <a:pt x="80404" y="91227"/>
                  <a:pt x="78145" y="93399"/>
                  <a:pt x="76109" y="95211"/>
                </a:cubicBezTo>
                <a:cubicBezTo>
                  <a:pt x="74074" y="97023"/>
                  <a:pt x="72100" y="98512"/>
                  <a:pt x="70189" y="99679"/>
                </a:cubicBezTo>
                <a:cubicBezTo>
                  <a:pt x="68277" y="100846"/>
                  <a:pt x="66403" y="101690"/>
                  <a:pt x="64566" y="102211"/>
                </a:cubicBezTo>
                <a:cubicBezTo>
                  <a:pt x="62729" y="102732"/>
                  <a:pt x="60818" y="102993"/>
                  <a:pt x="58832" y="102993"/>
                </a:cubicBezTo>
                <a:cubicBezTo>
                  <a:pt x="55257" y="102993"/>
                  <a:pt x="52477" y="101839"/>
                  <a:pt x="50491" y="99530"/>
                </a:cubicBezTo>
                <a:cubicBezTo>
                  <a:pt x="48505" y="97222"/>
                  <a:pt x="47512" y="94057"/>
                  <a:pt x="47512" y="90035"/>
                </a:cubicBezTo>
                <a:cubicBezTo>
                  <a:pt x="47512" y="87801"/>
                  <a:pt x="47860" y="85666"/>
                  <a:pt x="48555" y="83631"/>
                </a:cubicBezTo>
                <a:lnTo>
                  <a:pt x="47512" y="83184"/>
                </a:lnTo>
                <a:cubicBezTo>
                  <a:pt x="44980" y="86709"/>
                  <a:pt x="42523" y="89712"/>
                  <a:pt x="40140" y="92195"/>
                </a:cubicBezTo>
                <a:cubicBezTo>
                  <a:pt x="37757" y="94677"/>
                  <a:pt x="35398" y="96725"/>
                  <a:pt x="33065" y="98339"/>
                </a:cubicBezTo>
                <a:cubicBezTo>
                  <a:pt x="30732" y="99952"/>
                  <a:pt x="28373" y="101131"/>
                  <a:pt x="25990" y="101876"/>
                </a:cubicBezTo>
                <a:cubicBezTo>
                  <a:pt x="23607" y="102621"/>
                  <a:pt x="21125" y="102993"/>
                  <a:pt x="18543" y="102993"/>
                </a:cubicBezTo>
                <a:cubicBezTo>
                  <a:pt x="12635" y="102993"/>
                  <a:pt x="8068" y="100871"/>
                  <a:pt x="4841" y="96626"/>
                </a:cubicBezTo>
                <a:cubicBezTo>
                  <a:pt x="1614" y="92381"/>
                  <a:pt x="0" y="86212"/>
                  <a:pt x="0" y="78120"/>
                </a:cubicBezTo>
                <a:cubicBezTo>
                  <a:pt x="0" y="73304"/>
                  <a:pt x="509" y="68674"/>
                  <a:pt x="1527" y="64231"/>
                </a:cubicBezTo>
                <a:cubicBezTo>
                  <a:pt x="2544" y="59788"/>
                  <a:pt x="3984" y="55617"/>
                  <a:pt x="5846" y="51720"/>
                </a:cubicBezTo>
                <a:cubicBezTo>
                  <a:pt x="7708" y="47823"/>
                  <a:pt x="9929" y="44273"/>
                  <a:pt x="12511" y="41071"/>
                </a:cubicBezTo>
                <a:cubicBezTo>
                  <a:pt x="15093" y="37868"/>
                  <a:pt x="17923" y="35125"/>
                  <a:pt x="21001" y="32842"/>
                </a:cubicBezTo>
                <a:cubicBezTo>
                  <a:pt x="24079" y="30558"/>
                  <a:pt x="27356" y="28783"/>
                  <a:pt x="30831" y="27517"/>
                </a:cubicBezTo>
                <a:cubicBezTo>
                  <a:pt x="34306" y="26251"/>
                  <a:pt x="37906" y="25618"/>
                  <a:pt x="41629" y="25618"/>
                </a:cubicBezTo>
                <a:cubicBezTo>
                  <a:pt x="44906" y="25618"/>
                  <a:pt x="47910" y="25941"/>
                  <a:pt x="50640" y="26586"/>
                </a:cubicBezTo>
                <a:cubicBezTo>
                  <a:pt x="53371" y="27231"/>
                  <a:pt x="55977" y="28522"/>
                  <a:pt x="58460" y="30459"/>
                </a:cubicBezTo>
                <a:cubicBezTo>
                  <a:pt x="59304" y="27331"/>
                  <a:pt x="59974" y="24662"/>
                  <a:pt x="60470" y="22453"/>
                </a:cubicBezTo>
                <a:cubicBezTo>
                  <a:pt x="60967" y="20244"/>
                  <a:pt x="61376" y="18208"/>
                  <a:pt x="61699" y="16346"/>
                </a:cubicBezTo>
                <a:cubicBezTo>
                  <a:pt x="62022" y="14485"/>
                  <a:pt x="62183" y="12933"/>
                  <a:pt x="62183" y="11692"/>
                </a:cubicBezTo>
                <a:cubicBezTo>
                  <a:pt x="62183" y="10649"/>
                  <a:pt x="62047" y="9780"/>
                  <a:pt x="61774" y="9085"/>
                </a:cubicBezTo>
                <a:cubicBezTo>
                  <a:pt x="61500" y="8390"/>
                  <a:pt x="61016" y="7819"/>
                  <a:pt x="60321" y="7373"/>
                </a:cubicBezTo>
                <a:cubicBezTo>
                  <a:pt x="59626" y="6926"/>
                  <a:pt x="58646" y="6603"/>
                  <a:pt x="57380" y="6404"/>
                </a:cubicBezTo>
                <a:cubicBezTo>
                  <a:pt x="56114" y="6206"/>
                  <a:pt x="54513" y="6057"/>
                  <a:pt x="52576" y="5958"/>
                </a:cubicBezTo>
                <a:lnTo>
                  <a:pt x="53544" y="894"/>
                </a:lnTo>
                <a:lnTo>
                  <a:pt x="75737" y="0"/>
                </a:lnTo>
                <a:lnTo>
                  <a:pt x="79535" y="0"/>
                </a:lnTo>
                <a:lnTo>
                  <a:pt x="62258" y="75960"/>
                </a:lnTo>
                <a:moveTo>
                  <a:pt x="52204" y="59502"/>
                </a:moveTo>
                <a:cubicBezTo>
                  <a:pt x="52750" y="56821"/>
                  <a:pt x="53247" y="54140"/>
                  <a:pt x="53693" y="51459"/>
                </a:cubicBezTo>
                <a:cubicBezTo>
                  <a:pt x="54140" y="48778"/>
                  <a:pt x="54364" y="46321"/>
                  <a:pt x="54364" y="44087"/>
                </a:cubicBezTo>
                <a:cubicBezTo>
                  <a:pt x="54364" y="40065"/>
                  <a:pt x="53458" y="37211"/>
                  <a:pt x="51645" y="35523"/>
                </a:cubicBezTo>
                <a:cubicBezTo>
                  <a:pt x="49833" y="33835"/>
                  <a:pt x="46941" y="32991"/>
                  <a:pt x="42970" y="32991"/>
                </a:cubicBezTo>
                <a:cubicBezTo>
                  <a:pt x="40040" y="32991"/>
                  <a:pt x="37322" y="33624"/>
                  <a:pt x="34815" y="34890"/>
                </a:cubicBezTo>
                <a:cubicBezTo>
                  <a:pt x="32308" y="36156"/>
                  <a:pt x="30012" y="37893"/>
                  <a:pt x="27927" y="40103"/>
                </a:cubicBezTo>
                <a:cubicBezTo>
                  <a:pt x="25841" y="42312"/>
                  <a:pt x="23980" y="44869"/>
                  <a:pt x="22341" y="47773"/>
                </a:cubicBezTo>
                <a:cubicBezTo>
                  <a:pt x="20703" y="50677"/>
                  <a:pt x="19325" y="53780"/>
                  <a:pt x="18208" y="57082"/>
                </a:cubicBezTo>
                <a:cubicBezTo>
                  <a:pt x="17091" y="60383"/>
                  <a:pt x="16247" y="63759"/>
                  <a:pt x="15676" y="67210"/>
                </a:cubicBezTo>
                <a:cubicBezTo>
                  <a:pt x="15105" y="70660"/>
                  <a:pt x="14820" y="74024"/>
                  <a:pt x="14820" y="77301"/>
                </a:cubicBezTo>
                <a:cubicBezTo>
                  <a:pt x="14820" y="82663"/>
                  <a:pt x="15577" y="86647"/>
                  <a:pt x="17091" y="89253"/>
                </a:cubicBezTo>
                <a:cubicBezTo>
                  <a:pt x="18605" y="91860"/>
                  <a:pt x="21050" y="93163"/>
                  <a:pt x="24426" y="93163"/>
                </a:cubicBezTo>
                <a:cubicBezTo>
                  <a:pt x="26710" y="93163"/>
                  <a:pt x="29242" y="92393"/>
                  <a:pt x="32022" y="90854"/>
                </a:cubicBezTo>
                <a:cubicBezTo>
                  <a:pt x="34803" y="89315"/>
                  <a:pt x="37496" y="87094"/>
                  <a:pt x="40103" y="84189"/>
                </a:cubicBezTo>
                <a:cubicBezTo>
                  <a:pt x="42709" y="81285"/>
                  <a:pt x="45104" y="77748"/>
                  <a:pt x="47289" y="73577"/>
                </a:cubicBezTo>
                <a:cubicBezTo>
                  <a:pt x="49473" y="69407"/>
                  <a:pt x="51112" y="64715"/>
                  <a:pt x="52204" y="595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||'">
            <a:extLst xmlns:a="http://schemas.openxmlformats.org/drawingml/2006/main">
              <a:ext uri="{FF2B5EF4-FFF2-40B4-BE49-F238E27FC236}">
                <a16:creationId xmlns:a16="http://schemas.microsoft.com/office/drawing/2014/main" id="{19ED674D-C574-4435-87F9-32FB808F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3602" y="3348847"/>
            <a:ext cx="218216" cy="194026"/>
          </a:xfrm>
          <a:custGeom xmlns:a="http://schemas.openxmlformats.org/drawingml/2006/main">
            <a:pathLst>
              <a:path w="218216" h="194026">
                <a:moveTo>
                  <a:pt x="16056" y="194026"/>
                </a:moveTo>
                <a:lnTo>
                  <a:pt x="0" y="194026"/>
                </a:lnTo>
                <a:lnTo>
                  <a:pt x="0" y="0"/>
                </a:lnTo>
                <a:lnTo>
                  <a:pt x="16056" y="0"/>
                </a:lnTo>
                <a:lnTo>
                  <a:pt x="16056" y="194026"/>
                </a:lnTo>
                <a:close/>
                <a:moveTo>
                  <a:pt x="82782" y="194026"/>
                </a:moveTo>
                <a:lnTo>
                  <a:pt x="66726" y="194026"/>
                </a:lnTo>
                <a:lnTo>
                  <a:pt x="66726" y="0"/>
                </a:lnTo>
                <a:lnTo>
                  <a:pt x="82782" y="0"/>
                </a:lnTo>
                <a:lnTo>
                  <a:pt x="82782" y="194026"/>
                </a:lnTo>
                <a:close/>
                <a:moveTo>
                  <a:pt x="157433" y="102070"/>
                </a:moveTo>
                <a:cubicBezTo>
                  <a:pt x="156391" y="96579"/>
                  <a:pt x="155313" y="91296"/>
                  <a:pt x="154201" y="86222"/>
                </a:cubicBezTo>
                <a:cubicBezTo>
                  <a:pt x="153089" y="81148"/>
                  <a:pt x="151942" y="76422"/>
                  <a:pt x="150761" y="72043"/>
                </a:cubicBezTo>
                <a:cubicBezTo>
                  <a:pt x="149579" y="67664"/>
                  <a:pt x="148606" y="64797"/>
                  <a:pt x="147841" y="63442"/>
                </a:cubicBezTo>
                <a:cubicBezTo>
                  <a:pt x="147077" y="62086"/>
                  <a:pt x="146260" y="61148"/>
                  <a:pt x="145391" y="60627"/>
                </a:cubicBezTo>
                <a:cubicBezTo>
                  <a:pt x="144522" y="60105"/>
                  <a:pt x="143428" y="59845"/>
                  <a:pt x="142107" y="59845"/>
                </a:cubicBezTo>
                <a:cubicBezTo>
                  <a:pt x="140647" y="59845"/>
                  <a:pt x="139327" y="60175"/>
                  <a:pt x="138145" y="60835"/>
                </a:cubicBezTo>
                <a:cubicBezTo>
                  <a:pt x="136964" y="61495"/>
                  <a:pt x="135678" y="62642"/>
                  <a:pt x="134288" y="64276"/>
                </a:cubicBezTo>
                <a:cubicBezTo>
                  <a:pt x="132897" y="65909"/>
                  <a:pt x="131056" y="68463"/>
                  <a:pt x="128762" y="71939"/>
                </a:cubicBezTo>
                <a:lnTo>
                  <a:pt x="121985" y="67456"/>
                </a:lnTo>
                <a:cubicBezTo>
                  <a:pt x="126364" y="60853"/>
                  <a:pt x="130569" y="55918"/>
                  <a:pt x="134600" y="52651"/>
                </a:cubicBezTo>
                <a:cubicBezTo>
                  <a:pt x="138632" y="49384"/>
                  <a:pt x="143393" y="47751"/>
                  <a:pt x="148884" y="47751"/>
                </a:cubicBezTo>
                <a:cubicBezTo>
                  <a:pt x="151039" y="47751"/>
                  <a:pt x="152933" y="47994"/>
                  <a:pt x="154566" y="48480"/>
                </a:cubicBezTo>
                <a:cubicBezTo>
                  <a:pt x="156199" y="48967"/>
                  <a:pt x="157642" y="49714"/>
                  <a:pt x="158893" y="50722"/>
                </a:cubicBezTo>
                <a:cubicBezTo>
                  <a:pt x="160144" y="51730"/>
                  <a:pt x="161256" y="53033"/>
                  <a:pt x="162229" y="54632"/>
                </a:cubicBezTo>
                <a:cubicBezTo>
                  <a:pt x="163202" y="56230"/>
                  <a:pt x="164140" y="58402"/>
                  <a:pt x="165044" y="61148"/>
                </a:cubicBezTo>
                <a:cubicBezTo>
                  <a:pt x="165948" y="63893"/>
                  <a:pt x="166799" y="67299"/>
                  <a:pt x="167598" y="71365"/>
                </a:cubicBezTo>
                <a:cubicBezTo>
                  <a:pt x="168398" y="75431"/>
                  <a:pt x="169110" y="79654"/>
                  <a:pt x="169736" y="84033"/>
                </a:cubicBezTo>
                <a:lnTo>
                  <a:pt x="170778" y="84033"/>
                </a:lnTo>
                <a:cubicBezTo>
                  <a:pt x="177451" y="74650"/>
                  <a:pt x="182507" y="67786"/>
                  <a:pt x="185948" y="63442"/>
                </a:cubicBezTo>
                <a:cubicBezTo>
                  <a:pt x="189389" y="59098"/>
                  <a:pt x="192290" y="55866"/>
                  <a:pt x="194654" y="53746"/>
                </a:cubicBezTo>
                <a:cubicBezTo>
                  <a:pt x="197017" y="51626"/>
                  <a:pt x="199293" y="50131"/>
                  <a:pt x="201483" y="49262"/>
                </a:cubicBezTo>
                <a:cubicBezTo>
                  <a:pt x="203672" y="48394"/>
                  <a:pt x="206574" y="47959"/>
                  <a:pt x="210188" y="47959"/>
                </a:cubicBezTo>
                <a:cubicBezTo>
                  <a:pt x="213455" y="47959"/>
                  <a:pt x="216131" y="48376"/>
                  <a:pt x="218216" y="49210"/>
                </a:cubicBezTo>
                <a:lnTo>
                  <a:pt x="214046" y="68081"/>
                </a:lnTo>
                <a:lnTo>
                  <a:pt x="206748" y="68081"/>
                </a:lnTo>
                <a:cubicBezTo>
                  <a:pt x="206331" y="65162"/>
                  <a:pt x="205114" y="63702"/>
                  <a:pt x="203099" y="63702"/>
                </a:cubicBezTo>
                <a:cubicBezTo>
                  <a:pt x="202473" y="63702"/>
                  <a:pt x="201813" y="63807"/>
                  <a:pt x="201118" y="64015"/>
                </a:cubicBezTo>
                <a:cubicBezTo>
                  <a:pt x="200423" y="64224"/>
                  <a:pt x="199571" y="64675"/>
                  <a:pt x="198563" y="65370"/>
                </a:cubicBezTo>
                <a:cubicBezTo>
                  <a:pt x="197556" y="66066"/>
                  <a:pt x="196079" y="67421"/>
                  <a:pt x="194132" y="69437"/>
                </a:cubicBezTo>
                <a:cubicBezTo>
                  <a:pt x="192186" y="71452"/>
                  <a:pt x="189997" y="73920"/>
                  <a:pt x="187564" y="76839"/>
                </a:cubicBezTo>
                <a:cubicBezTo>
                  <a:pt x="185131" y="79758"/>
                  <a:pt x="182629" y="82816"/>
                  <a:pt x="180057" y="86014"/>
                </a:cubicBezTo>
                <a:lnTo>
                  <a:pt x="172968" y="94876"/>
                </a:lnTo>
                <a:cubicBezTo>
                  <a:pt x="174219" y="101548"/>
                  <a:pt x="175400" y="107317"/>
                  <a:pt x="176513" y="112183"/>
                </a:cubicBezTo>
                <a:cubicBezTo>
                  <a:pt x="177625" y="117048"/>
                  <a:pt x="178615" y="121097"/>
                  <a:pt x="179484" y="124329"/>
                </a:cubicBezTo>
                <a:cubicBezTo>
                  <a:pt x="180353" y="127561"/>
                  <a:pt x="181117" y="130115"/>
                  <a:pt x="181778" y="131992"/>
                </a:cubicBezTo>
                <a:cubicBezTo>
                  <a:pt x="182438" y="133869"/>
                  <a:pt x="183150" y="135276"/>
                  <a:pt x="183915" y="136215"/>
                </a:cubicBezTo>
                <a:cubicBezTo>
                  <a:pt x="184680" y="137153"/>
                  <a:pt x="185461" y="137813"/>
                  <a:pt x="186261" y="138195"/>
                </a:cubicBezTo>
                <a:cubicBezTo>
                  <a:pt x="187060" y="138578"/>
                  <a:pt x="187981" y="138769"/>
                  <a:pt x="189024" y="138769"/>
                </a:cubicBezTo>
                <a:cubicBezTo>
                  <a:pt x="190900" y="138769"/>
                  <a:pt x="192725" y="138039"/>
                  <a:pt x="194497" y="136579"/>
                </a:cubicBezTo>
                <a:cubicBezTo>
                  <a:pt x="196270" y="135120"/>
                  <a:pt x="198824" y="131818"/>
                  <a:pt x="202160" y="126675"/>
                </a:cubicBezTo>
                <a:lnTo>
                  <a:pt x="208937" y="131158"/>
                </a:lnTo>
                <a:cubicBezTo>
                  <a:pt x="204072" y="138387"/>
                  <a:pt x="199675" y="143478"/>
                  <a:pt x="195748" y="146432"/>
                </a:cubicBezTo>
                <a:cubicBezTo>
                  <a:pt x="191821" y="149386"/>
                  <a:pt x="187147" y="150863"/>
                  <a:pt x="181726" y="150863"/>
                </a:cubicBezTo>
                <a:cubicBezTo>
                  <a:pt x="178737" y="150863"/>
                  <a:pt x="176200" y="150324"/>
                  <a:pt x="174115" y="149247"/>
                </a:cubicBezTo>
                <a:cubicBezTo>
                  <a:pt x="172029" y="148170"/>
                  <a:pt x="170222" y="146449"/>
                  <a:pt x="168693" y="144086"/>
                </a:cubicBezTo>
                <a:cubicBezTo>
                  <a:pt x="167164" y="141723"/>
                  <a:pt x="165809" y="138039"/>
                  <a:pt x="164627" y="133035"/>
                </a:cubicBezTo>
                <a:cubicBezTo>
                  <a:pt x="162472" y="124138"/>
                  <a:pt x="161152" y="117326"/>
                  <a:pt x="160665" y="112600"/>
                </a:cubicBezTo>
                <a:lnTo>
                  <a:pt x="159623" y="112600"/>
                </a:lnTo>
                <a:cubicBezTo>
                  <a:pt x="152255" y="122956"/>
                  <a:pt x="146781" y="130393"/>
                  <a:pt x="143202" y="134911"/>
                </a:cubicBezTo>
                <a:cubicBezTo>
                  <a:pt x="139622" y="139429"/>
                  <a:pt x="136668" y="142765"/>
                  <a:pt x="134340" y="144920"/>
                </a:cubicBezTo>
                <a:cubicBezTo>
                  <a:pt x="132011" y="147075"/>
                  <a:pt x="129752" y="148587"/>
                  <a:pt x="127563" y="149455"/>
                </a:cubicBezTo>
                <a:cubicBezTo>
                  <a:pt x="125373" y="150324"/>
                  <a:pt x="122472" y="150759"/>
                  <a:pt x="118857" y="150759"/>
                </a:cubicBezTo>
                <a:cubicBezTo>
                  <a:pt x="115590" y="150759"/>
                  <a:pt x="112914" y="150342"/>
                  <a:pt x="110829" y="149508"/>
                </a:cubicBezTo>
                <a:lnTo>
                  <a:pt x="115000" y="130637"/>
                </a:lnTo>
                <a:lnTo>
                  <a:pt x="122298" y="130637"/>
                </a:lnTo>
                <a:cubicBezTo>
                  <a:pt x="122715" y="133556"/>
                  <a:pt x="123931" y="135016"/>
                  <a:pt x="125947" y="135016"/>
                </a:cubicBezTo>
                <a:cubicBezTo>
                  <a:pt x="126920" y="135016"/>
                  <a:pt x="127945" y="134755"/>
                  <a:pt x="129023" y="134234"/>
                </a:cubicBezTo>
                <a:cubicBezTo>
                  <a:pt x="130100" y="133712"/>
                  <a:pt x="131646" y="132461"/>
                  <a:pt x="133662" y="130480"/>
                </a:cubicBezTo>
                <a:cubicBezTo>
                  <a:pt x="135678" y="128499"/>
                  <a:pt x="138458" y="125389"/>
                  <a:pt x="142003" y="121149"/>
                </a:cubicBezTo>
                <a:cubicBezTo>
                  <a:pt x="145548" y="116909"/>
                  <a:pt x="150691" y="110549"/>
                  <a:pt x="157433" y="1020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-">
            <a:extLst xmlns:a="http://schemas.openxmlformats.org/drawingml/2006/main">
              <a:ext uri="{FF2B5EF4-FFF2-40B4-BE49-F238E27FC236}">
                <a16:creationId xmlns:a16="http://schemas.microsoft.com/office/drawing/2014/main" id="{699B5443-4004-4141-9DA5-B3629825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4207" y="3448580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=2">
            <a:extLst xmlns:a="http://schemas.openxmlformats.org/drawingml/2006/main">
              <a:ext uri="{FF2B5EF4-FFF2-40B4-BE49-F238E27FC236}">
                <a16:creationId xmlns:a16="http://schemas.microsoft.com/office/drawing/2014/main" id="{6E5BBCD7-19B7-42F7-AE67-4DF6547A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778" y="3348952"/>
            <a:ext cx="316015" cy="150759"/>
          </a:xfrm>
          <a:custGeom xmlns:a="http://schemas.openxmlformats.org/drawingml/2006/main">
            <a:pathLst>
              <a:path w="316015" h="150759">
                <a:moveTo>
                  <a:pt x="0" y="73398"/>
                </a:moveTo>
                <a:lnTo>
                  <a:pt x="0" y="59532"/>
                </a:lnTo>
                <a:lnTo>
                  <a:pt x="128447" y="59532"/>
                </a:lnTo>
                <a:lnTo>
                  <a:pt x="128447" y="73398"/>
                </a:lnTo>
                <a:lnTo>
                  <a:pt x="0" y="73398"/>
                </a:lnTo>
                <a:moveTo>
                  <a:pt x="0" y="116666"/>
                </a:moveTo>
                <a:lnTo>
                  <a:pt x="0" y="102799"/>
                </a:lnTo>
                <a:lnTo>
                  <a:pt x="128447" y="102799"/>
                </a:lnTo>
                <a:lnTo>
                  <a:pt x="128447" y="116666"/>
                </a:lnTo>
                <a:lnTo>
                  <a:pt x="0" y="116666"/>
                </a:lnTo>
                <a:moveTo>
                  <a:pt x="132826" y="88099"/>
                </a:moveTo>
                <a:lnTo>
                  <a:pt x="132826" y="88099"/>
                </a:lnTo>
                <a:close/>
                <a:moveTo>
                  <a:pt x="258881" y="106240"/>
                </a:moveTo>
                <a:cubicBezTo>
                  <a:pt x="258185" y="103529"/>
                  <a:pt x="257490" y="101653"/>
                  <a:pt x="256795" y="100610"/>
                </a:cubicBezTo>
                <a:cubicBezTo>
                  <a:pt x="256100" y="99567"/>
                  <a:pt x="255301" y="98872"/>
                  <a:pt x="254397" y="98525"/>
                </a:cubicBezTo>
                <a:cubicBezTo>
                  <a:pt x="253494" y="98177"/>
                  <a:pt x="251895" y="98004"/>
                  <a:pt x="249601" y="98004"/>
                </a:cubicBezTo>
                <a:lnTo>
                  <a:pt x="242408" y="98004"/>
                </a:lnTo>
                <a:lnTo>
                  <a:pt x="231565" y="149091"/>
                </a:lnTo>
                <a:lnTo>
                  <a:pt x="213528" y="149091"/>
                </a:lnTo>
                <a:lnTo>
                  <a:pt x="240322" y="29922"/>
                </a:lnTo>
                <a:cubicBezTo>
                  <a:pt x="241226" y="25891"/>
                  <a:pt x="241869" y="22746"/>
                  <a:pt x="242251" y="20487"/>
                </a:cubicBezTo>
                <a:cubicBezTo>
                  <a:pt x="242633" y="18228"/>
                  <a:pt x="242825" y="16230"/>
                  <a:pt x="242825" y="14492"/>
                </a:cubicBezTo>
                <a:cubicBezTo>
                  <a:pt x="242825" y="11573"/>
                  <a:pt x="241938" y="9522"/>
                  <a:pt x="240166" y="8341"/>
                </a:cubicBezTo>
                <a:cubicBezTo>
                  <a:pt x="238394" y="7159"/>
                  <a:pt x="235214" y="6499"/>
                  <a:pt x="230626" y="6360"/>
                </a:cubicBezTo>
                <a:lnTo>
                  <a:pt x="231877" y="938"/>
                </a:lnTo>
                <a:lnTo>
                  <a:pt x="258255" y="0"/>
                </a:lnTo>
                <a:lnTo>
                  <a:pt x="264302" y="0"/>
                </a:lnTo>
                <a:lnTo>
                  <a:pt x="243867" y="91018"/>
                </a:lnTo>
                <a:lnTo>
                  <a:pt x="247203" y="91018"/>
                </a:lnTo>
                <a:cubicBezTo>
                  <a:pt x="252416" y="91018"/>
                  <a:pt x="258272" y="88742"/>
                  <a:pt x="264771" y="84189"/>
                </a:cubicBezTo>
                <a:cubicBezTo>
                  <a:pt x="271270" y="79637"/>
                  <a:pt x="276466" y="75414"/>
                  <a:pt x="280358" y="71522"/>
                </a:cubicBezTo>
                <a:cubicBezTo>
                  <a:pt x="284250" y="67629"/>
                  <a:pt x="286196" y="63876"/>
                  <a:pt x="286196" y="60262"/>
                </a:cubicBezTo>
                <a:cubicBezTo>
                  <a:pt x="286196" y="56856"/>
                  <a:pt x="283833" y="54945"/>
                  <a:pt x="279107" y="54528"/>
                </a:cubicBezTo>
                <a:lnTo>
                  <a:pt x="280254" y="49419"/>
                </a:lnTo>
                <a:lnTo>
                  <a:pt x="314034" y="49419"/>
                </a:lnTo>
                <a:lnTo>
                  <a:pt x="316015" y="54528"/>
                </a:lnTo>
                <a:cubicBezTo>
                  <a:pt x="310246" y="59740"/>
                  <a:pt x="304129" y="64849"/>
                  <a:pt x="297665" y="69854"/>
                </a:cubicBezTo>
                <a:lnTo>
                  <a:pt x="271809" y="89871"/>
                </a:lnTo>
                <a:lnTo>
                  <a:pt x="282026" y="127509"/>
                </a:lnTo>
                <a:cubicBezTo>
                  <a:pt x="282860" y="130706"/>
                  <a:pt x="283607" y="133017"/>
                  <a:pt x="284268" y="134442"/>
                </a:cubicBezTo>
                <a:cubicBezTo>
                  <a:pt x="284928" y="135867"/>
                  <a:pt x="285692" y="136927"/>
                  <a:pt x="286561" y="137622"/>
                </a:cubicBezTo>
                <a:cubicBezTo>
                  <a:pt x="287430" y="138317"/>
                  <a:pt x="288594" y="138665"/>
                  <a:pt x="290054" y="138665"/>
                </a:cubicBezTo>
                <a:cubicBezTo>
                  <a:pt x="291861" y="138665"/>
                  <a:pt x="294016" y="137692"/>
                  <a:pt x="296518" y="135745"/>
                </a:cubicBezTo>
                <a:cubicBezTo>
                  <a:pt x="299020" y="133799"/>
                  <a:pt x="301870" y="130984"/>
                  <a:pt x="305067" y="127300"/>
                </a:cubicBezTo>
                <a:lnTo>
                  <a:pt x="311010" y="133139"/>
                </a:lnTo>
                <a:cubicBezTo>
                  <a:pt x="304755" y="139742"/>
                  <a:pt x="299576" y="144329"/>
                  <a:pt x="295475" y="146901"/>
                </a:cubicBezTo>
                <a:cubicBezTo>
                  <a:pt x="291375" y="149473"/>
                  <a:pt x="287413" y="150759"/>
                  <a:pt x="283590" y="150759"/>
                </a:cubicBezTo>
                <a:cubicBezTo>
                  <a:pt x="278864" y="150759"/>
                  <a:pt x="275110" y="149421"/>
                  <a:pt x="272330" y="146745"/>
                </a:cubicBezTo>
                <a:cubicBezTo>
                  <a:pt x="269550" y="144069"/>
                  <a:pt x="267360" y="139603"/>
                  <a:pt x="265762" y="133347"/>
                </a:cubicBezTo>
                <a:lnTo>
                  <a:pt x="258881" y="1062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Contaminatedtargetdata6">
            <a:extLst xmlns:a="http://schemas.openxmlformats.org/drawingml/2006/main">
              <a:ext uri="{FF2B5EF4-FFF2-40B4-BE49-F238E27FC236}">
                <a16:creationId xmlns:a16="http://schemas.microsoft.com/office/drawing/2014/main" id="{E14AC44E-E9AB-49D4-8966-D9F23237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6686" y="2028061"/>
            <a:ext cx="2372181" cy="183079"/>
          </a:xfrm>
          <a:custGeom xmlns:a="http://schemas.openxmlformats.org/drawingml/2006/main">
            <a:pathLst>
              <a:path w="2372181" h="183079">
                <a:moveTo>
                  <a:pt x="96857" y="126623"/>
                </a:moveTo>
                <a:cubicBezTo>
                  <a:pt x="96857" y="127394"/>
                  <a:pt x="96822" y="128095"/>
                  <a:pt x="96752" y="128727"/>
                </a:cubicBezTo>
                <a:cubicBezTo>
                  <a:pt x="96683" y="129359"/>
                  <a:pt x="96579" y="129921"/>
                  <a:pt x="96440" y="130412"/>
                </a:cubicBezTo>
                <a:cubicBezTo>
                  <a:pt x="96301" y="130903"/>
                  <a:pt x="96110" y="131359"/>
                  <a:pt x="95866" y="131780"/>
                </a:cubicBezTo>
                <a:cubicBezTo>
                  <a:pt x="95623" y="132199"/>
                  <a:pt x="95171" y="132739"/>
                  <a:pt x="94511" y="133400"/>
                </a:cubicBezTo>
                <a:cubicBezTo>
                  <a:pt x="93851" y="134060"/>
                  <a:pt x="92408" y="135137"/>
                  <a:pt x="90184" y="136632"/>
                </a:cubicBezTo>
                <a:cubicBezTo>
                  <a:pt x="87960" y="138126"/>
                  <a:pt x="85162" y="139603"/>
                  <a:pt x="81791" y="141063"/>
                </a:cubicBezTo>
                <a:cubicBezTo>
                  <a:pt x="78420" y="142522"/>
                  <a:pt x="74545" y="143773"/>
                  <a:pt x="70166" y="144816"/>
                </a:cubicBezTo>
                <a:cubicBezTo>
                  <a:pt x="65788" y="145859"/>
                  <a:pt x="60957" y="146380"/>
                  <a:pt x="55674" y="146380"/>
                </a:cubicBezTo>
                <a:cubicBezTo>
                  <a:pt x="47195" y="146380"/>
                  <a:pt x="39514" y="144901"/>
                  <a:pt x="32633" y="141942"/>
                </a:cubicBezTo>
                <a:cubicBezTo>
                  <a:pt x="25752" y="138984"/>
                  <a:pt x="19896" y="134651"/>
                  <a:pt x="15065" y="128942"/>
                </a:cubicBezTo>
                <a:cubicBezTo>
                  <a:pt x="10235" y="123234"/>
                  <a:pt x="6516" y="116203"/>
                  <a:pt x="3910" y="107850"/>
                </a:cubicBezTo>
                <a:cubicBezTo>
                  <a:pt x="1303" y="99496"/>
                  <a:pt x="0" y="89959"/>
                  <a:pt x="0" y="79240"/>
                </a:cubicBezTo>
                <a:cubicBezTo>
                  <a:pt x="0" y="68241"/>
                  <a:pt x="1390" y="58373"/>
                  <a:pt x="4170" y="49637"/>
                </a:cubicBezTo>
                <a:cubicBezTo>
                  <a:pt x="6951" y="40901"/>
                  <a:pt x="10860" y="33488"/>
                  <a:pt x="15900" y="27397"/>
                </a:cubicBezTo>
                <a:cubicBezTo>
                  <a:pt x="20939" y="21305"/>
                  <a:pt x="26986" y="16640"/>
                  <a:pt x="34041" y="13404"/>
                </a:cubicBezTo>
                <a:cubicBezTo>
                  <a:pt x="41095" y="10167"/>
                  <a:pt x="48898" y="8549"/>
                  <a:pt x="57447" y="8549"/>
                </a:cubicBezTo>
                <a:cubicBezTo>
                  <a:pt x="61478" y="8549"/>
                  <a:pt x="65388" y="8935"/>
                  <a:pt x="69176" y="9706"/>
                </a:cubicBezTo>
                <a:cubicBezTo>
                  <a:pt x="72964" y="10477"/>
                  <a:pt x="76457" y="11458"/>
                  <a:pt x="79654" y="12648"/>
                </a:cubicBezTo>
                <a:cubicBezTo>
                  <a:pt x="82851" y="13838"/>
                  <a:pt x="85718" y="15204"/>
                  <a:pt x="88255" y="16747"/>
                </a:cubicBezTo>
                <a:cubicBezTo>
                  <a:pt x="90792" y="18287"/>
                  <a:pt x="92530" y="19530"/>
                  <a:pt x="93468" y="20477"/>
                </a:cubicBezTo>
                <a:cubicBezTo>
                  <a:pt x="94407" y="21422"/>
                  <a:pt x="94997" y="22103"/>
                  <a:pt x="95241" y="22520"/>
                </a:cubicBezTo>
                <a:cubicBezTo>
                  <a:pt x="95484" y="22937"/>
                  <a:pt x="95675" y="23406"/>
                  <a:pt x="95814" y="23927"/>
                </a:cubicBezTo>
                <a:cubicBezTo>
                  <a:pt x="95953" y="24449"/>
                  <a:pt x="96057" y="25040"/>
                  <a:pt x="96127" y="25700"/>
                </a:cubicBezTo>
                <a:cubicBezTo>
                  <a:pt x="96196" y="26360"/>
                  <a:pt x="96231" y="27107"/>
                  <a:pt x="96231" y="27941"/>
                </a:cubicBezTo>
                <a:cubicBezTo>
                  <a:pt x="96231" y="28915"/>
                  <a:pt x="96179" y="29766"/>
                  <a:pt x="96075" y="30496"/>
                </a:cubicBezTo>
                <a:cubicBezTo>
                  <a:pt x="95971" y="31226"/>
                  <a:pt x="95797" y="31851"/>
                  <a:pt x="95553" y="32372"/>
                </a:cubicBezTo>
                <a:cubicBezTo>
                  <a:pt x="95310" y="32894"/>
                  <a:pt x="95015" y="33293"/>
                  <a:pt x="94667" y="33571"/>
                </a:cubicBezTo>
                <a:cubicBezTo>
                  <a:pt x="94320" y="33849"/>
                  <a:pt x="93903" y="33988"/>
                  <a:pt x="93416" y="33988"/>
                </a:cubicBezTo>
                <a:cubicBezTo>
                  <a:pt x="92443" y="33988"/>
                  <a:pt x="91070" y="33276"/>
                  <a:pt x="89298" y="31851"/>
                </a:cubicBezTo>
                <a:cubicBezTo>
                  <a:pt x="87526" y="30426"/>
                  <a:pt x="85197" y="28845"/>
                  <a:pt x="82313" y="27107"/>
                </a:cubicBezTo>
                <a:cubicBezTo>
                  <a:pt x="79428" y="25370"/>
                  <a:pt x="75901" y="23788"/>
                  <a:pt x="71730" y="22364"/>
                </a:cubicBezTo>
                <a:cubicBezTo>
                  <a:pt x="67560" y="20939"/>
                  <a:pt x="62590" y="20226"/>
                  <a:pt x="56821" y="20226"/>
                </a:cubicBezTo>
                <a:cubicBezTo>
                  <a:pt x="50496" y="20226"/>
                  <a:pt x="44692" y="21495"/>
                  <a:pt x="39410" y="24032"/>
                </a:cubicBezTo>
                <a:cubicBezTo>
                  <a:pt x="34127" y="26569"/>
                  <a:pt x="29592" y="30305"/>
                  <a:pt x="25804" y="35240"/>
                </a:cubicBezTo>
                <a:cubicBezTo>
                  <a:pt x="22016" y="40175"/>
                  <a:pt x="19062" y="46256"/>
                  <a:pt x="16942" y="53485"/>
                </a:cubicBezTo>
                <a:cubicBezTo>
                  <a:pt x="14822" y="60714"/>
                  <a:pt x="13762" y="69020"/>
                  <a:pt x="13762" y="78403"/>
                </a:cubicBezTo>
                <a:cubicBezTo>
                  <a:pt x="13762" y="87369"/>
                  <a:pt x="14735" y="95328"/>
                  <a:pt x="16681" y="102278"/>
                </a:cubicBezTo>
                <a:cubicBezTo>
                  <a:pt x="18628" y="109229"/>
                  <a:pt x="21443" y="115085"/>
                  <a:pt x="25126" y="119846"/>
                </a:cubicBezTo>
                <a:cubicBezTo>
                  <a:pt x="28810" y="124607"/>
                  <a:pt x="33363" y="128239"/>
                  <a:pt x="38784" y="130741"/>
                </a:cubicBezTo>
                <a:cubicBezTo>
                  <a:pt x="44206" y="133243"/>
                  <a:pt x="50357" y="134494"/>
                  <a:pt x="57238" y="134494"/>
                </a:cubicBezTo>
                <a:cubicBezTo>
                  <a:pt x="62868" y="134494"/>
                  <a:pt x="67786" y="133782"/>
                  <a:pt x="71991" y="132357"/>
                </a:cubicBezTo>
                <a:cubicBezTo>
                  <a:pt x="76196" y="130932"/>
                  <a:pt x="79793" y="129351"/>
                  <a:pt x="82782" y="127613"/>
                </a:cubicBezTo>
                <a:cubicBezTo>
                  <a:pt x="85770" y="125876"/>
                  <a:pt x="88221" y="124294"/>
                  <a:pt x="90132" y="122869"/>
                </a:cubicBezTo>
                <a:cubicBezTo>
                  <a:pt x="92043" y="121444"/>
                  <a:pt x="93520" y="120732"/>
                  <a:pt x="94563" y="120732"/>
                </a:cubicBezTo>
                <a:cubicBezTo>
                  <a:pt x="94980" y="120732"/>
                  <a:pt x="95328" y="120820"/>
                  <a:pt x="95606" y="120996"/>
                </a:cubicBezTo>
                <a:cubicBezTo>
                  <a:pt x="95884" y="121170"/>
                  <a:pt x="96110" y="121485"/>
                  <a:pt x="96283" y="121941"/>
                </a:cubicBezTo>
                <a:cubicBezTo>
                  <a:pt x="96457" y="122397"/>
                  <a:pt x="96596" y="123012"/>
                  <a:pt x="96700" y="123785"/>
                </a:cubicBezTo>
                <a:cubicBezTo>
                  <a:pt x="96805" y="124556"/>
                  <a:pt x="96857" y="125502"/>
                  <a:pt x="96857" y="126623"/>
                </a:cubicBezTo>
                <a:close/>
                <a:moveTo>
                  <a:pt x="204154" y="94719"/>
                </a:moveTo>
                <a:cubicBezTo>
                  <a:pt x="204154" y="102233"/>
                  <a:pt x="203181" y="109155"/>
                  <a:pt x="201235" y="115487"/>
                </a:cubicBezTo>
                <a:cubicBezTo>
                  <a:pt x="199289" y="121818"/>
                  <a:pt x="196387" y="127316"/>
                  <a:pt x="192529" y="131979"/>
                </a:cubicBezTo>
                <a:cubicBezTo>
                  <a:pt x="188672" y="136640"/>
                  <a:pt x="183858" y="140275"/>
                  <a:pt x="178089" y="142884"/>
                </a:cubicBezTo>
                <a:cubicBezTo>
                  <a:pt x="172320" y="145493"/>
                  <a:pt x="165613" y="146797"/>
                  <a:pt x="157967" y="146797"/>
                </a:cubicBezTo>
                <a:cubicBezTo>
                  <a:pt x="150600" y="146797"/>
                  <a:pt x="144153" y="145632"/>
                  <a:pt x="138627" y="143301"/>
                </a:cubicBezTo>
                <a:cubicBezTo>
                  <a:pt x="133102" y="140970"/>
                  <a:pt x="128480" y="137631"/>
                  <a:pt x="124761" y="133282"/>
                </a:cubicBezTo>
                <a:cubicBezTo>
                  <a:pt x="121042" y="128934"/>
                  <a:pt x="118262" y="123663"/>
                  <a:pt x="116420" y="117471"/>
                </a:cubicBezTo>
                <a:cubicBezTo>
                  <a:pt x="114578" y="111278"/>
                  <a:pt x="113657" y="104285"/>
                  <a:pt x="113657" y="96492"/>
                </a:cubicBezTo>
                <a:cubicBezTo>
                  <a:pt x="113657" y="88979"/>
                  <a:pt x="114613" y="82056"/>
                  <a:pt x="116524" y="75725"/>
                </a:cubicBezTo>
                <a:cubicBezTo>
                  <a:pt x="118436" y="69393"/>
                  <a:pt x="121320" y="63914"/>
                  <a:pt x="125178" y="59288"/>
                </a:cubicBezTo>
                <a:cubicBezTo>
                  <a:pt x="129036" y="54659"/>
                  <a:pt x="133849" y="51058"/>
                  <a:pt x="139618" y="48484"/>
                </a:cubicBezTo>
                <a:cubicBezTo>
                  <a:pt x="145387" y="45910"/>
                  <a:pt x="152129" y="44623"/>
                  <a:pt x="159844" y="44623"/>
                </a:cubicBezTo>
                <a:cubicBezTo>
                  <a:pt x="167212" y="44623"/>
                  <a:pt x="173658" y="45771"/>
                  <a:pt x="179184" y="48067"/>
                </a:cubicBezTo>
                <a:cubicBezTo>
                  <a:pt x="184710" y="50363"/>
                  <a:pt x="189315" y="53685"/>
                  <a:pt x="192999" y="58033"/>
                </a:cubicBezTo>
                <a:cubicBezTo>
                  <a:pt x="196682" y="62382"/>
                  <a:pt x="199463" y="67652"/>
                  <a:pt x="201339" y="73845"/>
                </a:cubicBezTo>
                <a:cubicBezTo>
                  <a:pt x="203216" y="80037"/>
                  <a:pt x="204154" y="86996"/>
                  <a:pt x="204154" y="94719"/>
                </a:cubicBezTo>
                <a:moveTo>
                  <a:pt x="191018" y="95866"/>
                </a:moveTo>
                <a:cubicBezTo>
                  <a:pt x="191018" y="90508"/>
                  <a:pt x="190496" y="85393"/>
                  <a:pt x="189454" y="80521"/>
                </a:cubicBezTo>
                <a:cubicBezTo>
                  <a:pt x="188411" y="75649"/>
                  <a:pt x="186673" y="71351"/>
                  <a:pt x="184241" y="67628"/>
                </a:cubicBezTo>
                <a:cubicBezTo>
                  <a:pt x="181808" y="63905"/>
                  <a:pt x="178541" y="60948"/>
                  <a:pt x="174440" y="58757"/>
                </a:cubicBezTo>
                <a:cubicBezTo>
                  <a:pt x="170340" y="56563"/>
                  <a:pt x="165231" y="55466"/>
                  <a:pt x="159114" y="55466"/>
                </a:cubicBezTo>
                <a:cubicBezTo>
                  <a:pt x="153484" y="55466"/>
                  <a:pt x="148619" y="56475"/>
                  <a:pt x="144518" y="58493"/>
                </a:cubicBezTo>
                <a:cubicBezTo>
                  <a:pt x="140417" y="60510"/>
                  <a:pt x="137064" y="63312"/>
                  <a:pt x="134457" y="66899"/>
                </a:cubicBezTo>
                <a:cubicBezTo>
                  <a:pt x="131851" y="70482"/>
                  <a:pt x="129922" y="74710"/>
                  <a:pt x="128671" y="79582"/>
                </a:cubicBezTo>
                <a:cubicBezTo>
                  <a:pt x="127420" y="84454"/>
                  <a:pt x="126794" y="89708"/>
                  <a:pt x="126794" y="95345"/>
                </a:cubicBezTo>
                <a:cubicBezTo>
                  <a:pt x="126794" y="100773"/>
                  <a:pt x="127315" y="105940"/>
                  <a:pt x="128358" y="110847"/>
                </a:cubicBezTo>
                <a:cubicBezTo>
                  <a:pt x="129400" y="115754"/>
                  <a:pt x="131138" y="120051"/>
                  <a:pt x="133571" y="123739"/>
                </a:cubicBezTo>
                <a:cubicBezTo>
                  <a:pt x="136004" y="127427"/>
                  <a:pt x="139270" y="130351"/>
                  <a:pt x="143371" y="132510"/>
                </a:cubicBezTo>
                <a:cubicBezTo>
                  <a:pt x="147472" y="134667"/>
                  <a:pt x="152581" y="135745"/>
                  <a:pt x="158697" y="135745"/>
                </a:cubicBezTo>
                <a:cubicBezTo>
                  <a:pt x="164327" y="135745"/>
                  <a:pt x="169193" y="134736"/>
                  <a:pt x="173294" y="132719"/>
                </a:cubicBezTo>
                <a:cubicBezTo>
                  <a:pt x="177394" y="130701"/>
                  <a:pt x="180748" y="127917"/>
                  <a:pt x="183355" y="124368"/>
                </a:cubicBezTo>
                <a:cubicBezTo>
                  <a:pt x="185961" y="120817"/>
                  <a:pt x="187890" y="116606"/>
                  <a:pt x="189141" y="111736"/>
                </a:cubicBezTo>
                <a:cubicBezTo>
                  <a:pt x="190392" y="106865"/>
                  <a:pt x="191018" y="101574"/>
                  <a:pt x="191018" y="95866"/>
                </a:cubicBezTo>
                <a:close/>
                <a:moveTo>
                  <a:pt x="307752" y="142835"/>
                </a:moveTo>
                <a:cubicBezTo>
                  <a:pt x="307752" y="143252"/>
                  <a:pt x="307648" y="143634"/>
                  <a:pt x="307440" y="143982"/>
                </a:cubicBezTo>
                <a:cubicBezTo>
                  <a:pt x="307231" y="144329"/>
                  <a:pt x="306901" y="144607"/>
                  <a:pt x="306449" y="144816"/>
                </a:cubicBezTo>
                <a:cubicBezTo>
                  <a:pt x="305997" y="145024"/>
                  <a:pt x="305372" y="145198"/>
                  <a:pt x="304573" y="145337"/>
                </a:cubicBezTo>
                <a:cubicBezTo>
                  <a:pt x="303773" y="145476"/>
                  <a:pt x="302783" y="145546"/>
                  <a:pt x="301601" y="145546"/>
                </a:cubicBezTo>
                <a:cubicBezTo>
                  <a:pt x="300350" y="145546"/>
                  <a:pt x="299325" y="145476"/>
                  <a:pt x="298525" y="145337"/>
                </a:cubicBezTo>
                <a:cubicBezTo>
                  <a:pt x="297726" y="145198"/>
                  <a:pt x="297101" y="145024"/>
                  <a:pt x="296649" y="144816"/>
                </a:cubicBezTo>
                <a:cubicBezTo>
                  <a:pt x="296197" y="144607"/>
                  <a:pt x="295867" y="144329"/>
                  <a:pt x="295658" y="143982"/>
                </a:cubicBezTo>
                <a:cubicBezTo>
                  <a:pt x="295450" y="143634"/>
                  <a:pt x="295346" y="143252"/>
                  <a:pt x="295346" y="142835"/>
                </a:cubicBezTo>
                <a:lnTo>
                  <a:pt x="295346" y="86848"/>
                </a:lnTo>
                <a:cubicBezTo>
                  <a:pt x="295346" y="81009"/>
                  <a:pt x="294894" y="76266"/>
                  <a:pt x="293990" y="72616"/>
                </a:cubicBezTo>
                <a:cubicBezTo>
                  <a:pt x="293087" y="68967"/>
                  <a:pt x="291731" y="65840"/>
                  <a:pt x="289924" y="63233"/>
                </a:cubicBezTo>
                <a:cubicBezTo>
                  <a:pt x="288117" y="60627"/>
                  <a:pt x="285806" y="58611"/>
                  <a:pt x="282991" y="57186"/>
                </a:cubicBezTo>
                <a:cubicBezTo>
                  <a:pt x="280176" y="55761"/>
                  <a:pt x="276892" y="55049"/>
                  <a:pt x="273138" y="55049"/>
                </a:cubicBezTo>
                <a:cubicBezTo>
                  <a:pt x="268342" y="55049"/>
                  <a:pt x="263547" y="56752"/>
                  <a:pt x="258751" y="60158"/>
                </a:cubicBezTo>
                <a:cubicBezTo>
                  <a:pt x="253955" y="63563"/>
                  <a:pt x="248916" y="68568"/>
                  <a:pt x="243633" y="75171"/>
                </a:cubicBezTo>
                <a:lnTo>
                  <a:pt x="243633" y="142835"/>
                </a:lnTo>
                <a:cubicBezTo>
                  <a:pt x="243633" y="143252"/>
                  <a:pt x="243529" y="143634"/>
                  <a:pt x="243320" y="143982"/>
                </a:cubicBezTo>
                <a:cubicBezTo>
                  <a:pt x="243112" y="144329"/>
                  <a:pt x="242782" y="144607"/>
                  <a:pt x="242330" y="144816"/>
                </a:cubicBezTo>
                <a:cubicBezTo>
                  <a:pt x="241878" y="145024"/>
                  <a:pt x="241252" y="145198"/>
                  <a:pt x="240453" y="145337"/>
                </a:cubicBezTo>
                <a:cubicBezTo>
                  <a:pt x="239654" y="145476"/>
                  <a:pt x="238629" y="145546"/>
                  <a:pt x="237378" y="145546"/>
                </a:cubicBezTo>
                <a:cubicBezTo>
                  <a:pt x="236196" y="145546"/>
                  <a:pt x="235205" y="145476"/>
                  <a:pt x="234406" y="145337"/>
                </a:cubicBezTo>
                <a:cubicBezTo>
                  <a:pt x="233607" y="145198"/>
                  <a:pt x="232964" y="145024"/>
                  <a:pt x="232477" y="144816"/>
                </a:cubicBezTo>
                <a:cubicBezTo>
                  <a:pt x="231991" y="144607"/>
                  <a:pt x="231661" y="144329"/>
                  <a:pt x="231487" y="143982"/>
                </a:cubicBezTo>
                <a:cubicBezTo>
                  <a:pt x="231313" y="143632"/>
                  <a:pt x="231226" y="143249"/>
                  <a:pt x="231226" y="142832"/>
                </a:cubicBezTo>
                <a:lnTo>
                  <a:pt x="231226" y="48379"/>
                </a:lnTo>
                <a:cubicBezTo>
                  <a:pt x="231226" y="47962"/>
                  <a:pt x="231313" y="47580"/>
                  <a:pt x="231487" y="47233"/>
                </a:cubicBezTo>
                <a:cubicBezTo>
                  <a:pt x="231661" y="46883"/>
                  <a:pt x="231991" y="46586"/>
                  <a:pt x="232477" y="46343"/>
                </a:cubicBezTo>
                <a:cubicBezTo>
                  <a:pt x="232964" y="46100"/>
                  <a:pt x="233572" y="45926"/>
                  <a:pt x="234302" y="45822"/>
                </a:cubicBezTo>
                <a:cubicBezTo>
                  <a:pt x="235032" y="45718"/>
                  <a:pt x="235987" y="45665"/>
                  <a:pt x="237169" y="45665"/>
                </a:cubicBezTo>
                <a:cubicBezTo>
                  <a:pt x="238351" y="45665"/>
                  <a:pt x="239324" y="45718"/>
                  <a:pt x="240088" y="45822"/>
                </a:cubicBezTo>
                <a:cubicBezTo>
                  <a:pt x="240853" y="45926"/>
                  <a:pt x="241444" y="46100"/>
                  <a:pt x="241861" y="46343"/>
                </a:cubicBezTo>
                <a:cubicBezTo>
                  <a:pt x="242278" y="46586"/>
                  <a:pt x="242573" y="46883"/>
                  <a:pt x="242747" y="47233"/>
                </a:cubicBezTo>
                <a:cubicBezTo>
                  <a:pt x="242921" y="47580"/>
                  <a:pt x="243008" y="47962"/>
                  <a:pt x="243008" y="48379"/>
                </a:cubicBezTo>
                <a:lnTo>
                  <a:pt x="243008" y="61738"/>
                </a:lnTo>
                <a:cubicBezTo>
                  <a:pt x="248429" y="55721"/>
                  <a:pt x="253746" y="51365"/>
                  <a:pt x="258959" y="48669"/>
                </a:cubicBezTo>
                <a:cubicBezTo>
                  <a:pt x="264172" y="45972"/>
                  <a:pt x="269350" y="44623"/>
                  <a:pt x="274494" y="44623"/>
                </a:cubicBezTo>
                <a:cubicBezTo>
                  <a:pt x="280680" y="44623"/>
                  <a:pt x="285893" y="45665"/>
                  <a:pt x="290133" y="47751"/>
                </a:cubicBezTo>
                <a:cubicBezTo>
                  <a:pt x="294373" y="49836"/>
                  <a:pt x="297796" y="52651"/>
                  <a:pt x="300402" y="56196"/>
                </a:cubicBezTo>
                <a:cubicBezTo>
                  <a:pt x="303009" y="59740"/>
                  <a:pt x="304885" y="63876"/>
                  <a:pt x="306032" y="68602"/>
                </a:cubicBezTo>
                <a:cubicBezTo>
                  <a:pt x="307179" y="73329"/>
                  <a:pt x="307752" y="79028"/>
                  <a:pt x="307752" y="85701"/>
                </a:cubicBezTo>
                <a:lnTo>
                  <a:pt x="307752" y="142835"/>
                </a:lnTo>
                <a:close/>
                <a:moveTo>
                  <a:pt x="385131" y="137309"/>
                </a:moveTo>
                <a:cubicBezTo>
                  <a:pt x="385131" y="138769"/>
                  <a:pt x="385010" y="139950"/>
                  <a:pt x="384766" y="140854"/>
                </a:cubicBezTo>
                <a:cubicBezTo>
                  <a:pt x="384523" y="141758"/>
                  <a:pt x="384141" y="142470"/>
                  <a:pt x="383620" y="142991"/>
                </a:cubicBezTo>
                <a:cubicBezTo>
                  <a:pt x="383098" y="143513"/>
                  <a:pt x="382334" y="143999"/>
                  <a:pt x="381326" y="144451"/>
                </a:cubicBezTo>
                <a:cubicBezTo>
                  <a:pt x="380318" y="144903"/>
                  <a:pt x="379154" y="145285"/>
                  <a:pt x="377833" y="145598"/>
                </a:cubicBezTo>
                <a:cubicBezTo>
                  <a:pt x="376513" y="145911"/>
                  <a:pt x="375122" y="146154"/>
                  <a:pt x="373663" y="146328"/>
                </a:cubicBezTo>
                <a:cubicBezTo>
                  <a:pt x="372203" y="146501"/>
                  <a:pt x="370778" y="146588"/>
                  <a:pt x="369388" y="146588"/>
                </a:cubicBezTo>
                <a:cubicBezTo>
                  <a:pt x="364731" y="146588"/>
                  <a:pt x="360769" y="145963"/>
                  <a:pt x="357503" y="144712"/>
                </a:cubicBezTo>
                <a:cubicBezTo>
                  <a:pt x="354236" y="143461"/>
                  <a:pt x="351560" y="141567"/>
                  <a:pt x="349475" y="139030"/>
                </a:cubicBezTo>
                <a:cubicBezTo>
                  <a:pt x="347390" y="136493"/>
                  <a:pt x="345878" y="133278"/>
                  <a:pt x="344939" y="129386"/>
                </a:cubicBezTo>
                <a:cubicBezTo>
                  <a:pt x="344001" y="125493"/>
                  <a:pt x="343532" y="120906"/>
                  <a:pt x="343532" y="115623"/>
                </a:cubicBezTo>
                <a:lnTo>
                  <a:pt x="343532" y="56925"/>
                </a:lnTo>
                <a:lnTo>
                  <a:pt x="329457" y="56925"/>
                </a:lnTo>
                <a:cubicBezTo>
                  <a:pt x="328484" y="56925"/>
                  <a:pt x="327719" y="56487"/>
                  <a:pt x="327163" y="55609"/>
                </a:cubicBezTo>
                <a:cubicBezTo>
                  <a:pt x="326607" y="54732"/>
                  <a:pt x="326329" y="53415"/>
                  <a:pt x="326329" y="51660"/>
                </a:cubicBezTo>
                <a:cubicBezTo>
                  <a:pt x="326329" y="50748"/>
                  <a:pt x="326399" y="49959"/>
                  <a:pt x="326538" y="49292"/>
                </a:cubicBezTo>
                <a:cubicBezTo>
                  <a:pt x="326677" y="48625"/>
                  <a:pt x="326885" y="48063"/>
                  <a:pt x="327163" y="47607"/>
                </a:cubicBezTo>
                <a:cubicBezTo>
                  <a:pt x="327441" y="47151"/>
                  <a:pt x="327771" y="46818"/>
                  <a:pt x="328154" y="46607"/>
                </a:cubicBezTo>
                <a:cubicBezTo>
                  <a:pt x="328536" y="46396"/>
                  <a:pt x="328970" y="46291"/>
                  <a:pt x="329457" y="46291"/>
                </a:cubicBezTo>
                <a:lnTo>
                  <a:pt x="343532" y="46291"/>
                </a:lnTo>
                <a:lnTo>
                  <a:pt x="343532" y="23146"/>
                </a:lnTo>
                <a:cubicBezTo>
                  <a:pt x="343532" y="22728"/>
                  <a:pt x="343619" y="22346"/>
                  <a:pt x="343793" y="21999"/>
                </a:cubicBezTo>
                <a:cubicBezTo>
                  <a:pt x="343966" y="21651"/>
                  <a:pt x="344297" y="21356"/>
                  <a:pt x="344783" y="21112"/>
                </a:cubicBezTo>
                <a:cubicBezTo>
                  <a:pt x="345270" y="20869"/>
                  <a:pt x="345913" y="20695"/>
                  <a:pt x="346712" y="20591"/>
                </a:cubicBezTo>
                <a:cubicBezTo>
                  <a:pt x="347511" y="20487"/>
                  <a:pt x="348502" y="20435"/>
                  <a:pt x="349683" y="20435"/>
                </a:cubicBezTo>
                <a:cubicBezTo>
                  <a:pt x="350934" y="20435"/>
                  <a:pt x="351960" y="20487"/>
                  <a:pt x="352759" y="20591"/>
                </a:cubicBezTo>
                <a:cubicBezTo>
                  <a:pt x="353558" y="20695"/>
                  <a:pt x="354184" y="20869"/>
                  <a:pt x="354636" y="21112"/>
                </a:cubicBezTo>
                <a:cubicBezTo>
                  <a:pt x="355087" y="21356"/>
                  <a:pt x="355417" y="21651"/>
                  <a:pt x="355626" y="21999"/>
                </a:cubicBezTo>
                <a:cubicBezTo>
                  <a:pt x="355835" y="22346"/>
                  <a:pt x="355939" y="22728"/>
                  <a:pt x="355939" y="23146"/>
                </a:cubicBezTo>
                <a:lnTo>
                  <a:pt x="355939" y="46291"/>
                </a:lnTo>
                <a:lnTo>
                  <a:pt x="382004" y="46291"/>
                </a:lnTo>
                <a:cubicBezTo>
                  <a:pt x="382490" y="46291"/>
                  <a:pt x="382925" y="46396"/>
                  <a:pt x="383307" y="46607"/>
                </a:cubicBezTo>
                <a:cubicBezTo>
                  <a:pt x="383689" y="46818"/>
                  <a:pt x="384019" y="47151"/>
                  <a:pt x="384297" y="47607"/>
                </a:cubicBezTo>
                <a:cubicBezTo>
                  <a:pt x="384575" y="48063"/>
                  <a:pt x="384784" y="48625"/>
                  <a:pt x="384923" y="49292"/>
                </a:cubicBezTo>
                <a:cubicBezTo>
                  <a:pt x="385062" y="49959"/>
                  <a:pt x="385131" y="50748"/>
                  <a:pt x="385131" y="51660"/>
                </a:cubicBezTo>
                <a:cubicBezTo>
                  <a:pt x="385131" y="53415"/>
                  <a:pt x="384836" y="54732"/>
                  <a:pt x="384245" y="55609"/>
                </a:cubicBezTo>
                <a:cubicBezTo>
                  <a:pt x="383654" y="56487"/>
                  <a:pt x="382907" y="56925"/>
                  <a:pt x="382004" y="56925"/>
                </a:cubicBezTo>
                <a:lnTo>
                  <a:pt x="355939" y="56925"/>
                </a:lnTo>
                <a:lnTo>
                  <a:pt x="355939" y="113955"/>
                </a:lnTo>
                <a:cubicBezTo>
                  <a:pt x="355939" y="121114"/>
                  <a:pt x="356964" y="126571"/>
                  <a:pt x="359014" y="130324"/>
                </a:cubicBezTo>
                <a:cubicBezTo>
                  <a:pt x="361065" y="134077"/>
                  <a:pt x="364801" y="135954"/>
                  <a:pt x="370222" y="135954"/>
                </a:cubicBezTo>
                <a:cubicBezTo>
                  <a:pt x="371890" y="135954"/>
                  <a:pt x="373402" y="135780"/>
                  <a:pt x="374758" y="135433"/>
                </a:cubicBezTo>
                <a:cubicBezTo>
                  <a:pt x="376113" y="135085"/>
                  <a:pt x="377312" y="134703"/>
                  <a:pt x="378354" y="134286"/>
                </a:cubicBezTo>
                <a:cubicBezTo>
                  <a:pt x="379397" y="133869"/>
                  <a:pt x="380283" y="133486"/>
                  <a:pt x="381013" y="133139"/>
                </a:cubicBezTo>
                <a:cubicBezTo>
                  <a:pt x="381743" y="132791"/>
                  <a:pt x="382386" y="132618"/>
                  <a:pt x="382942" y="132618"/>
                </a:cubicBezTo>
                <a:cubicBezTo>
                  <a:pt x="383289" y="132618"/>
                  <a:pt x="383602" y="132687"/>
                  <a:pt x="383880" y="132826"/>
                </a:cubicBezTo>
                <a:cubicBezTo>
                  <a:pt x="384158" y="132965"/>
                  <a:pt x="384384" y="133226"/>
                  <a:pt x="384558" y="133608"/>
                </a:cubicBezTo>
                <a:cubicBezTo>
                  <a:pt x="384732" y="133990"/>
                  <a:pt x="384871" y="134477"/>
                  <a:pt x="384975" y="135068"/>
                </a:cubicBezTo>
                <a:cubicBezTo>
                  <a:pt x="385079" y="135658"/>
                  <a:pt x="385131" y="136406"/>
                  <a:pt x="385131" y="137309"/>
                </a:cubicBezTo>
                <a:close/>
                <a:moveTo>
                  <a:pt x="473226" y="142835"/>
                </a:moveTo>
                <a:cubicBezTo>
                  <a:pt x="473226" y="143530"/>
                  <a:pt x="473001" y="144069"/>
                  <a:pt x="472549" y="144451"/>
                </a:cubicBezTo>
                <a:cubicBezTo>
                  <a:pt x="472097" y="144833"/>
                  <a:pt x="471506" y="145111"/>
                  <a:pt x="470776" y="145285"/>
                </a:cubicBezTo>
                <a:cubicBezTo>
                  <a:pt x="470047" y="145459"/>
                  <a:pt x="469056" y="145546"/>
                  <a:pt x="467805" y="145546"/>
                </a:cubicBezTo>
                <a:cubicBezTo>
                  <a:pt x="466623" y="145546"/>
                  <a:pt x="465616" y="145459"/>
                  <a:pt x="464782" y="145285"/>
                </a:cubicBezTo>
                <a:cubicBezTo>
                  <a:pt x="463947" y="145111"/>
                  <a:pt x="463305" y="144833"/>
                  <a:pt x="462853" y="144451"/>
                </a:cubicBezTo>
                <a:cubicBezTo>
                  <a:pt x="462401" y="144069"/>
                  <a:pt x="462175" y="143530"/>
                  <a:pt x="462175" y="142835"/>
                </a:cubicBezTo>
                <a:lnTo>
                  <a:pt x="462175" y="132305"/>
                </a:lnTo>
                <a:cubicBezTo>
                  <a:pt x="457935" y="136892"/>
                  <a:pt x="453261" y="140454"/>
                  <a:pt x="448152" y="142991"/>
                </a:cubicBezTo>
                <a:cubicBezTo>
                  <a:pt x="443043" y="145528"/>
                  <a:pt x="437744" y="146797"/>
                  <a:pt x="432253" y="146797"/>
                </a:cubicBezTo>
                <a:cubicBezTo>
                  <a:pt x="427318" y="146797"/>
                  <a:pt x="422887" y="146154"/>
                  <a:pt x="418960" y="144868"/>
                </a:cubicBezTo>
                <a:cubicBezTo>
                  <a:pt x="415033" y="143582"/>
                  <a:pt x="411714" y="141740"/>
                  <a:pt x="409003" y="139342"/>
                </a:cubicBezTo>
                <a:cubicBezTo>
                  <a:pt x="406292" y="136944"/>
                  <a:pt x="404207" y="134042"/>
                  <a:pt x="402747" y="130637"/>
                </a:cubicBezTo>
                <a:cubicBezTo>
                  <a:pt x="401288" y="127231"/>
                  <a:pt x="400558" y="123408"/>
                  <a:pt x="400558" y="119168"/>
                </a:cubicBezTo>
                <a:cubicBezTo>
                  <a:pt x="400558" y="113955"/>
                  <a:pt x="401635" y="109420"/>
                  <a:pt x="403790" y="105562"/>
                </a:cubicBezTo>
                <a:cubicBezTo>
                  <a:pt x="405945" y="101705"/>
                  <a:pt x="409003" y="98490"/>
                  <a:pt x="412965" y="95918"/>
                </a:cubicBezTo>
                <a:cubicBezTo>
                  <a:pt x="416927" y="93347"/>
                  <a:pt x="421688" y="91418"/>
                  <a:pt x="427248" y="90132"/>
                </a:cubicBezTo>
                <a:cubicBezTo>
                  <a:pt x="432809" y="88846"/>
                  <a:pt x="438995" y="88203"/>
                  <a:pt x="445806" y="88203"/>
                </a:cubicBezTo>
                <a:lnTo>
                  <a:pt x="460820" y="88203"/>
                </a:lnTo>
                <a:lnTo>
                  <a:pt x="460820" y="80045"/>
                </a:lnTo>
                <a:cubicBezTo>
                  <a:pt x="460820" y="76001"/>
                  <a:pt x="460403" y="72428"/>
                  <a:pt x="459569" y="69326"/>
                </a:cubicBezTo>
                <a:cubicBezTo>
                  <a:pt x="458734" y="66222"/>
                  <a:pt x="457379" y="63624"/>
                  <a:pt x="455502" y="61532"/>
                </a:cubicBezTo>
                <a:cubicBezTo>
                  <a:pt x="453626" y="59441"/>
                  <a:pt x="451193" y="57872"/>
                  <a:pt x="448204" y="56828"/>
                </a:cubicBezTo>
                <a:cubicBezTo>
                  <a:pt x="445216" y="55781"/>
                  <a:pt x="441566" y="55257"/>
                  <a:pt x="437257" y="55257"/>
                </a:cubicBezTo>
                <a:cubicBezTo>
                  <a:pt x="433087" y="55257"/>
                  <a:pt x="429333" y="55761"/>
                  <a:pt x="425997" y="56769"/>
                </a:cubicBezTo>
                <a:cubicBezTo>
                  <a:pt x="422661" y="57777"/>
                  <a:pt x="419742" y="58906"/>
                  <a:pt x="417239" y="60158"/>
                </a:cubicBezTo>
                <a:cubicBezTo>
                  <a:pt x="414737" y="61409"/>
                  <a:pt x="412669" y="62538"/>
                  <a:pt x="411036" y="63546"/>
                </a:cubicBezTo>
                <a:cubicBezTo>
                  <a:pt x="409403" y="64554"/>
                  <a:pt x="408238" y="65058"/>
                  <a:pt x="407543" y="65058"/>
                </a:cubicBezTo>
                <a:cubicBezTo>
                  <a:pt x="407126" y="65058"/>
                  <a:pt x="406744" y="64988"/>
                  <a:pt x="406396" y="64849"/>
                </a:cubicBezTo>
                <a:cubicBezTo>
                  <a:pt x="406049" y="64708"/>
                  <a:pt x="405753" y="64445"/>
                  <a:pt x="405510" y="64061"/>
                </a:cubicBezTo>
                <a:cubicBezTo>
                  <a:pt x="405267" y="63674"/>
                  <a:pt x="405093" y="63183"/>
                  <a:pt x="404989" y="62588"/>
                </a:cubicBezTo>
                <a:cubicBezTo>
                  <a:pt x="404885" y="61991"/>
                  <a:pt x="404833" y="61272"/>
                  <a:pt x="404833" y="60431"/>
                </a:cubicBezTo>
                <a:cubicBezTo>
                  <a:pt x="404833" y="58959"/>
                  <a:pt x="404937" y="57785"/>
                  <a:pt x="405145" y="56909"/>
                </a:cubicBezTo>
                <a:cubicBezTo>
                  <a:pt x="405354" y="56032"/>
                  <a:pt x="405892" y="55155"/>
                  <a:pt x="406761" y="54280"/>
                </a:cubicBezTo>
                <a:cubicBezTo>
                  <a:pt x="407630" y="53402"/>
                  <a:pt x="409177" y="52380"/>
                  <a:pt x="411401" y="51214"/>
                </a:cubicBezTo>
                <a:cubicBezTo>
                  <a:pt x="413625" y="50045"/>
                  <a:pt x="416179" y="48964"/>
                  <a:pt x="419064" y="47969"/>
                </a:cubicBezTo>
                <a:cubicBezTo>
                  <a:pt x="421948" y="46974"/>
                  <a:pt x="425059" y="46168"/>
                  <a:pt x="428395" y="45551"/>
                </a:cubicBezTo>
                <a:cubicBezTo>
                  <a:pt x="431731" y="44932"/>
                  <a:pt x="435068" y="44623"/>
                  <a:pt x="438404" y="44623"/>
                </a:cubicBezTo>
                <a:cubicBezTo>
                  <a:pt x="444868" y="44623"/>
                  <a:pt x="450324" y="45405"/>
                  <a:pt x="454773" y="46969"/>
                </a:cubicBezTo>
                <a:cubicBezTo>
                  <a:pt x="459221" y="48533"/>
                  <a:pt x="462818" y="50774"/>
                  <a:pt x="465563" y="53693"/>
                </a:cubicBezTo>
                <a:cubicBezTo>
                  <a:pt x="468309" y="56613"/>
                  <a:pt x="470272" y="60210"/>
                  <a:pt x="471454" y="64484"/>
                </a:cubicBezTo>
                <a:cubicBezTo>
                  <a:pt x="472636" y="68759"/>
                  <a:pt x="473226" y="73607"/>
                  <a:pt x="473226" y="79028"/>
                </a:cubicBezTo>
                <a:lnTo>
                  <a:pt x="473226" y="142835"/>
                </a:lnTo>
                <a:moveTo>
                  <a:pt x="460820" y="98421"/>
                </a:moveTo>
                <a:lnTo>
                  <a:pt x="443617" y="98421"/>
                </a:lnTo>
                <a:cubicBezTo>
                  <a:pt x="438612" y="98421"/>
                  <a:pt x="434234" y="98872"/>
                  <a:pt x="430480" y="99776"/>
                </a:cubicBezTo>
                <a:cubicBezTo>
                  <a:pt x="426727" y="100680"/>
                  <a:pt x="423599" y="102000"/>
                  <a:pt x="421097" y="103738"/>
                </a:cubicBezTo>
                <a:cubicBezTo>
                  <a:pt x="418595" y="105475"/>
                  <a:pt x="416735" y="107561"/>
                  <a:pt x="415519" y="109993"/>
                </a:cubicBezTo>
                <a:cubicBezTo>
                  <a:pt x="414303" y="112426"/>
                  <a:pt x="413695" y="115206"/>
                  <a:pt x="413695" y="118334"/>
                </a:cubicBezTo>
                <a:cubicBezTo>
                  <a:pt x="413695" y="123756"/>
                  <a:pt x="415415" y="128082"/>
                  <a:pt x="418855" y="131314"/>
                </a:cubicBezTo>
                <a:cubicBezTo>
                  <a:pt x="422296" y="134546"/>
                  <a:pt x="427144" y="136162"/>
                  <a:pt x="433400" y="136162"/>
                </a:cubicBezTo>
                <a:cubicBezTo>
                  <a:pt x="438334" y="136162"/>
                  <a:pt x="442939" y="134894"/>
                  <a:pt x="447214" y="132357"/>
                </a:cubicBezTo>
                <a:cubicBezTo>
                  <a:pt x="451488" y="129820"/>
                  <a:pt x="456024" y="125910"/>
                  <a:pt x="460820" y="120628"/>
                </a:cubicBezTo>
                <a:lnTo>
                  <a:pt x="460820" y="98421"/>
                </a:lnTo>
                <a:close/>
                <a:moveTo>
                  <a:pt x="642595" y="142835"/>
                </a:moveTo>
                <a:cubicBezTo>
                  <a:pt x="642595" y="143252"/>
                  <a:pt x="642491" y="143634"/>
                  <a:pt x="642283" y="143982"/>
                </a:cubicBezTo>
                <a:cubicBezTo>
                  <a:pt x="642074" y="144329"/>
                  <a:pt x="641744" y="144607"/>
                  <a:pt x="641292" y="144816"/>
                </a:cubicBezTo>
                <a:cubicBezTo>
                  <a:pt x="640840" y="145024"/>
                  <a:pt x="640215" y="145198"/>
                  <a:pt x="639415" y="145337"/>
                </a:cubicBezTo>
                <a:cubicBezTo>
                  <a:pt x="638616" y="145476"/>
                  <a:pt x="637626" y="145546"/>
                  <a:pt x="636444" y="145546"/>
                </a:cubicBezTo>
                <a:cubicBezTo>
                  <a:pt x="635193" y="145546"/>
                  <a:pt x="634168" y="145476"/>
                  <a:pt x="633368" y="145337"/>
                </a:cubicBezTo>
                <a:cubicBezTo>
                  <a:pt x="632569" y="145198"/>
                  <a:pt x="631926" y="145024"/>
                  <a:pt x="631440" y="144816"/>
                </a:cubicBezTo>
                <a:cubicBezTo>
                  <a:pt x="630953" y="144607"/>
                  <a:pt x="630623" y="144329"/>
                  <a:pt x="630449" y="143982"/>
                </a:cubicBezTo>
                <a:cubicBezTo>
                  <a:pt x="630275" y="143634"/>
                  <a:pt x="630189" y="143252"/>
                  <a:pt x="630189" y="142835"/>
                </a:cubicBezTo>
                <a:lnTo>
                  <a:pt x="630189" y="84763"/>
                </a:lnTo>
                <a:cubicBezTo>
                  <a:pt x="630189" y="80314"/>
                  <a:pt x="629789" y="76266"/>
                  <a:pt x="628990" y="72616"/>
                </a:cubicBezTo>
                <a:cubicBezTo>
                  <a:pt x="628190" y="68967"/>
                  <a:pt x="626939" y="65840"/>
                  <a:pt x="625236" y="63233"/>
                </a:cubicBezTo>
                <a:cubicBezTo>
                  <a:pt x="623533" y="60627"/>
                  <a:pt x="621379" y="58611"/>
                  <a:pt x="618772" y="57186"/>
                </a:cubicBezTo>
                <a:cubicBezTo>
                  <a:pt x="616166" y="55761"/>
                  <a:pt x="613090" y="55049"/>
                  <a:pt x="609545" y="55049"/>
                </a:cubicBezTo>
                <a:cubicBezTo>
                  <a:pt x="605166" y="55049"/>
                  <a:pt x="600735" y="56752"/>
                  <a:pt x="596252" y="60158"/>
                </a:cubicBezTo>
                <a:cubicBezTo>
                  <a:pt x="591769" y="63563"/>
                  <a:pt x="586852" y="68568"/>
                  <a:pt x="581500" y="75171"/>
                </a:cubicBezTo>
                <a:lnTo>
                  <a:pt x="581500" y="142835"/>
                </a:lnTo>
                <a:cubicBezTo>
                  <a:pt x="581500" y="143252"/>
                  <a:pt x="581395" y="143634"/>
                  <a:pt x="581187" y="143982"/>
                </a:cubicBezTo>
                <a:cubicBezTo>
                  <a:pt x="580978" y="144329"/>
                  <a:pt x="580648" y="144607"/>
                  <a:pt x="580196" y="144816"/>
                </a:cubicBezTo>
                <a:cubicBezTo>
                  <a:pt x="579745" y="145024"/>
                  <a:pt x="579119" y="145198"/>
                  <a:pt x="578320" y="145337"/>
                </a:cubicBezTo>
                <a:cubicBezTo>
                  <a:pt x="577520" y="145476"/>
                  <a:pt x="576530" y="145546"/>
                  <a:pt x="575348" y="145546"/>
                </a:cubicBezTo>
                <a:cubicBezTo>
                  <a:pt x="574167" y="145546"/>
                  <a:pt x="573176" y="145476"/>
                  <a:pt x="572377" y="145337"/>
                </a:cubicBezTo>
                <a:cubicBezTo>
                  <a:pt x="571578" y="145198"/>
                  <a:pt x="570935" y="145024"/>
                  <a:pt x="570448" y="144816"/>
                </a:cubicBezTo>
                <a:cubicBezTo>
                  <a:pt x="569962" y="144607"/>
                  <a:pt x="569631" y="144329"/>
                  <a:pt x="569458" y="143982"/>
                </a:cubicBezTo>
                <a:cubicBezTo>
                  <a:pt x="569284" y="143634"/>
                  <a:pt x="569197" y="143252"/>
                  <a:pt x="569197" y="142835"/>
                </a:cubicBezTo>
                <a:lnTo>
                  <a:pt x="569197" y="84763"/>
                </a:lnTo>
                <a:cubicBezTo>
                  <a:pt x="569197" y="80314"/>
                  <a:pt x="568780" y="76266"/>
                  <a:pt x="567946" y="72616"/>
                </a:cubicBezTo>
                <a:cubicBezTo>
                  <a:pt x="567112" y="68967"/>
                  <a:pt x="565843" y="65840"/>
                  <a:pt x="564140" y="63233"/>
                </a:cubicBezTo>
                <a:cubicBezTo>
                  <a:pt x="562438" y="60627"/>
                  <a:pt x="560283" y="58611"/>
                  <a:pt x="557676" y="57186"/>
                </a:cubicBezTo>
                <a:cubicBezTo>
                  <a:pt x="555070" y="55761"/>
                  <a:pt x="551994" y="55049"/>
                  <a:pt x="548449" y="55049"/>
                </a:cubicBezTo>
                <a:cubicBezTo>
                  <a:pt x="544071" y="55049"/>
                  <a:pt x="539640" y="56752"/>
                  <a:pt x="535156" y="60158"/>
                </a:cubicBezTo>
                <a:cubicBezTo>
                  <a:pt x="530673" y="63563"/>
                  <a:pt x="525790" y="68568"/>
                  <a:pt x="520508" y="75171"/>
                </a:cubicBezTo>
                <a:lnTo>
                  <a:pt x="520508" y="142835"/>
                </a:lnTo>
                <a:cubicBezTo>
                  <a:pt x="520508" y="143252"/>
                  <a:pt x="520404" y="143634"/>
                  <a:pt x="520195" y="143982"/>
                </a:cubicBezTo>
                <a:cubicBezTo>
                  <a:pt x="519987" y="144329"/>
                  <a:pt x="519657" y="144607"/>
                  <a:pt x="519205" y="144816"/>
                </a:cubicBezTo>
                <a:cubicBezTo>
                  <a:pt x="518753" y="145024"/>
                  <a:pt x="518127" y="145198"/>
                  <a:pt x="517328" y="145337"/>
                </a:cubicBezTo>
                <a:cubicBezTo>
                  <a:pt x="516529" y="145476"/>
                  <a:pt x="515504" y="145546"/>
                  <a:pt x="514252" y="145546"/>
                </a:cubicBezTo>
                <a:cubicBezTo>
                  <a:pt x="513071" y="145546"/>
                  <a:pt x="512080" y="145476"/>
                  <a:pt x="511281" y="145337"/>
                </a:cubicBezTo>
                <a:cubicBezTo>
                  <a:pt x="510482" y="145198"/>
                  <a:pt x="509839" y="145024"/>
                  <a:pt x="509352" y="144816"/>
                </a:cubicBezTo>
                <a:cubicBezTo>
                  <a:pt x="508866" y="144607"/>
                  <a:pt x="508536" y="144329"/>
                  <a:pt x="508362" y="143982"/>
                </a:cubicBezTo>
                <a:cubicBezTo>
                  <a:pt x="508188" y="143632"/>
                  <a:pt x="508101" y="143249"/>
                  <a:pt x="508101" y="142832"/>
                </a:cubicBezTo>
                <a:lnTo>
                  <a:pt x="508101" y="48379"/>
                </a:lnTo>
                <a:cubicBezTo>
                  <a:pt x="508101" y="47962"/>
                  <a:pt x="508188" y="47580"/>
                  <a:pt x="508362" y="47233"/>
                </a:cubicBezTo>
                <a:cubicBezTo>
                  <a:pt x="508536" y="46883"/>
                  <a:pt x="508866" y="46586"/>
                  <a:pt x="509352" y="46343"/>
                </a:cubicBezTo>
                <a:cubicBezTo>
                  <a:pt x="509839" y="46100"/>
                  <a:pt x="510447" y="45926"/>
                  <a:pt x="511177" y="45822"/>
                </a:cubicBezTo>
                <a:cubicBezTo>
                  <a:pt x="511907" y="45718"/>
                  <a:pt x="512862" y="45665"/>
                  <a:pt x="514044" y="45665"/>
                </a:cubicBezTo>
                <a:cubicBezTo>
                  <a:pt x="515225" y="45665"/>
                  <a:pt x="516199" y="45718"/>
                  <a:pt x="516963" y="45822"/>
                </a:cubicBezTo>
                <a:cubicBezTo>
                  <a:pt x="517728" y="45926"/>
                  <a:pt x="518319" y="46100"/>
                  <a:pt x="518736" y="46343"/>
                </a:cubicBezTo>
                <a:cubicBezTo>
                  <a:pt x="519153" y="46586"/>
                  <a:pt x="519448" y="46883"/>
                  <a:pt x="519622" y="47233"/>
                </a:cubicBezTo>
                <a:cubicBezTo>
                  <a:pt x="519796" y="47580"/>
                  <a:pt x="519882" y="47962"/>
                  <a:pt x="519882" y="48379"/>
                </a:cubicBezTo>
                <a:lnTo>
                  <a:pt x="519882" y="61738"/>
                </a:lnTo>
                <a:cubicBezTo>
                  <a:pt x="525304" y="55721"/>
                  <a:pt x="530447" y="51365"/>
                  <a:pt x="535313" y="48669"/>
                </a:cubicBezTo>
                <a:cubicBezTo>
                  <a:pt x="540178" y="45972"/>
                  <a:pt x="545009" y="44623"/>
                  <a:pt x="549805" y="44623"/>
                </a:cubicBezTo>
                <a:cubicBezTo>
                  <a:pt x="553767" y="44623"/>
                  <a:pt x="557294" y="45090"/>
                  <a:pt x="560387" y="46024"/>
                </a:cubicBezTo>
                <a:cubicBezTo>
                  <a:pt x="563480" y="46958"/>
                  <a:pt x="566208" y="48273"/>
                  <a:pt x="568571" y="49969"/>
                </a:cubicBezTo>
                <a:cubicBezTo>
                  <a:pt x="570935" y="51664"/>
                  <a:pt x="572950" y="53688"/>
                  <a:pt x="574618" y="56043"/>
                </a:cubicBezTo>
                <a:cubicBezTo>
                  <a:pt x="576287" y="58395"/>
                  <a:pt x="577642" y="60989"/>
                  <a:pt x="578685" y="63826"/>
                </a:cubicBezTo>
                <a:cubicBezTo>
                  <a:pt x="581951" y="60227"/>
                  <a:pt x="585027" y="57199"/>
                  <a:pt x="587911" y="54743"/>
                </a:cubicBezTo>
                <a:cubicBezTo>
                  <a:pt x="590796" y="52286"/>
                  <a:pt x="593541" y="50314"/>
                  <a:pt x="596148" y="48826"/>
                </a:cubicBezTo>
                <a:cubicBezTo>
                  <a:pt x="598754" y="47338"/>
                  <a:pt x="601274" y="46266"/>
                  <a:pt x="603707" y="45610"/>
                </a:cubicBezTo>
                <a:cubicBezTo>
                  <a:pt x="606139" y="44952"/>
                  <a:pt x="608537" y="44623"/>
                  <a:pt x="610901" y="44623"/>
                </a:cubicBezTo>
                <a:cubicBezTo>
                  <a:pt x="616809" y="44623"/>
                  <a:pt x="621796" y="45665"/>
                  <a:pt x="625862" y="47751"/>
                </a:cubicBezTo>
                <a:cubicBezTo>
                  <a:pt x="629928" y="49836"/>
                  <a:pt x="633195" y="52651"/>
                  <a:pt x="635662" y="56196"/>
                </a:cubicBezTo>
                <a:cubicBezTo>
                  <a:pt x="638130" y="59740"/>
                  <a:pt x="639902" y="63876"/>
                  <a:pt x="640979" y="68602"/>
                </a:cubicBezTo>
                <a:cubicBezTo>
                  <a:pt x="642057" y="73329"/>
                  <a:pt x="642595" y="78333"/>
                  <a:pt x="642595" y="83616"/>
                </a:cubicBezTo>
                <a:lnTo>
                  <a:pt x="642595" y="142835"/>
                </a:lnTo>
                <a:close/>
                <a:moveTo>
                  <a:pt x="690237" y="142832"/>
                </a:moveTo>
                <a:cubicBezTo>
                  <a:pt x="690237" y="143249"/>
                  <a:pt x="690133" y="143632"/>
                  <a:pt x="689924" y="143982"/>
                </a:cubicBezTo>
                <a:cubicBezTo>
                  <a:pt x="689716" y="144329"/>
                  <a:pt x="689385" y="144607"/>
                  <a:pt x="688934" y="144816"/>
                </a:cubicBezTo>
                <a:cubicBezTo>
                  <a:pt x="688482" y="145024"/>
                  <a:pt x="687856" y="145198"/>
                  <a:pt x="687057" y="145337"/>
                </a:cubicBezTo>
                <a:cubicBezTo>
                  <a:pt x="686258" y="145476"/>
                  <a:pt x="685232" y="145546"/>
                  <a:pt x="683981" y="145546"/>
                </a:cubicBezTo>
                <a:cubicBezTo>
                  <a:pt x="682800" y="145546"/>
                  <a:pt x="681809" y="145476"/>
                  <a:pt x="681010" y="145337"/>
                </a:cubicBezTo>
                <a:cubicBezTo>
                  <a:pt x="680211" y="145198"/>
                  <a:pt x="679568" y="145024"/>
                  <a:pt x="679081" y="144816"/>
                </a:cubicBezTo>
                <a:cubicBezTo>
                  <a:pt x="678595" y="144607"/>
                  <a:pt x="678264" y="144329"/>
                  <a:pt x="678091" y="143982"/>
                </a:cubicBezTo>
                <a:cubicBezTo>
                  <a:pt x="677917" y="143632"/>
                  <a:pt x="677830" y="143249"/>
                  <a:pt x="677830" y="142832"/>
                </a:cubicBezTo>
                <a:lnTo>
                  <a:pt x="677830" y="48379"/>
                </a:lnTo>
                <a:cubicBezTo>
                  <a:pt x="677830" y="47962"/>
                  <a:pt x="677917" y="47580"/>
                  <a:pt x="678091" y="47233"/>
                </a:cubicBezTo>
                <a:cubicBezTo>
                  <a:pt x="678264" y="46883"/>
                  <a:pt x="678595" y="46586"/>
                  <a:pt x="679081" y="46343"/>
                </a:cubicBezTo>
                <a:cubicBezTo>
                  <a:pt x="679568" y="46100"/>
                  <a:pt x="680211" y="45926"/>
                  <a:pt x="681010" y="45822"/>
                </a:cubicBezTo>
                <a:cubicBezTo>
                  <a:pt x="681809" y="45718"/>
                  <a:pt x="682800" y="45665"/>
                  <a:pt x="683981" y="45665"/>
                </a:cubicBezTo>
                <a:cubicBezTo>
                  <a:pt x="685232" y="45665"/>
                  <a:pt x="686258" y="45718"/>
                  <a:pt x="687057" y="45822"/>
                </a:cubicBezTo>
                <a:cubicBezTo>
                  <a:pt x="687856" y="45926"/>
                  <a:pt x="688482" y="46100"/>
                  <a:pt x="688934" y="46343"/>
                </a:cubicBezTo>
                <a:cubicBezTo>
                  <a:pt x="689385" y="46586"/>
                  <a:pt x="689716" y="46883"/>
                  <a:pt x="689924" y="47233"/>
                </a:cubicBezTo>
                <a:cubicBezTo>
                  <a:pt x="690133" y="47580"/>
                  <a:pt x="690237" y="47962"/>
                  <a:pt x="690237" y="48379"/>
                </a:cubicBezTo>
                <a:lnTo>
                  <a:pt x="690237" y="142832"/>
                </a:lnTo>
                <a:moveTo>
                  <a:pt x="692114" y="16421"/>
                </a:moveTo>
                <a:cubicBezTo>
                  <a:pt x="692114" y="19777"/>
                  <a:pt x="691523" y="22050"/>
                  <a:pt x="690341" y="23240"/>
                </a:cubicBezTo>
                <a:cubicBezTo>
                  <a:pt x="689160" y="24428"/>
                  <a:pt x="687005" y="25022"/>
                  <a:pt x="683877" y="25022"/>
                </a:cubicBezTo>
                <a:cubicBezTo>
                  <a:pt x="680819" y="25022"/>
                  <a:pt x="678716" y="24446"/>
                  <a:pt x="677569" y="23292"/>
                </a:cubicBezTo>
                <a:cubicBezTo>
                  <a:pt x="676423" y="22139"/>
                  <a:pt x="675849" y="19883"/>
                  <a:pt x="675849" y="16525"/>
                </a:cubicBezTo>
                <a:cubicBezTo>
                  <a:pt x="675849" y="13169"/>
                  <a:pt x="676440" y="10897"/>
                  <a:pt x="677622" y="9709"/>
                </a:cubicBezTo>
                <a:cubicBezTo>
                  <a:pt x="678803" y="8519"/>
                  <a:pt x="680958" y="7924"/>
                  <a:pt x="684086" y="7924"/>
                </a:cubicBezTo>
                <a:cubicBezTo>
                  <a:pt x="687144" y="7924"/>
                  <a:pt x="689246" y="8500"/>
                  <a:pt x="690393" y="9654"/>
                </a:cubicBezTo>
                <a:cubicBezTo>
                  <a:pt x="691540" y="10807"/>
                  <a:pt x="692114" y="13063"/>
                  <a:pt x="692114" y="16421"/>
                </a:cubicBezTo>
                <a:close/>
                <a:moveTo>
                  <a:pt x="801951" y="142835"/>
                </a:moveTo>
                <a:cubicBezTo>
                  <a:pt x="801951" y="143252"/>
                  <a:pt x="801847" y="143634"/>
                  <a:pt x="801638" y="143982"/>
                </a:cubicBezTo>
                <a:cubicBezTo>
                  <a:pt x="801429" y="144329"/>
                  <a:pt x="801099" y="144607"/>
                  <a:pt x="800648" y="144816"/>
                </a:cubicBezTo>
                <a:cubicBezTo>
                  <a:pt x="800196" y="145024"/>
                  <a:pt x="799570" y="145198"/>
                  <a:pt x="798771" y="145337"/>
                </a:cubicBezTo>
                <a:cubicBezTo>
                  <a:pt x="797972" y="145476"/>
                  <a:pt x="796981" y="145546"/>
                  <a:pt x="795799" y="145546"/>
                </a:cubicBezTo>
                <a:cubicBezTo>
                  <a:pt x="794548" y="145546"/>
                  <a:pt x="793523" y="145476"/>
                  <a:pt x="792724" y="145337"/>
                </a:cubicBezTo>
                <a:cubicBezTo>
                  <a:pt x="791925" y="145198"/>
                  <a:pt x="791299" y="145024"/>
                  <a:pt x="790847" y="144816"/>
                </a:cubicBezTo>
                <a:cubicBezTo>
                  <a:pt x="790395" y="144607"/>
                  <a:pt x="790065" y="144329"/>
                  <a:pt x="789857" y="143982"/>
                </a:cubicBezTo>
                <a:cubicBezTo>
                  <a:pt x="789648" y="143634"/>
                  <a:pt x="789544" y="143252"/>
                  <a:pt x="789544" y="142835"/>
                </a:cubicBezTo>
                <a:lnTo>
                  <a:pt x="789544" y="86848"/>
                </a:lnTo>
                <a:cubicBezTo>
                  <a:pt x="789544" y="81009"/>
                  <a:pt x="789092" y="76266"/>
                  <a:pt x="788189" y="72616"/>
                </a:cubicBezTo>
                <a:cubicBezTo>
                  <a:pt x="787285" y="68967"/>
                  <a:pt x="785930" y="65840"/>
                  <a:pt x="784122" y="63233"/>
                </a:cubicBezTo>
                <a:cubicBezTo>
                  <a:pt x="782315" y="60627"/>
                  <a:pt x="780004" y="58611"/>
                  <a:pt x="777189" y="57186"/>
                </a:cubicBezTo>
                <a:cubicBezTo>
                  <a:pt x="774374" y="55761"/>
                  <a:pt x="771090" y="55049"/>
                  <a:pt x="767337" y="55049"/>
                </a:cubicBezTo>
                <a:cubicBezTo>
                  <a:pt x="762541" y="55049"/>
                  <a:pt x="757745" y="56752"/>
                  <a:pt x="752949" y="60158"/>
                </a:cubicBezTo>
                <a:cubicBezTo>
                  <a:pt x="748153" y="63563"/>
                  <a:pt x="743114" y="68568"/>
                  <a:pt x="737831" y="75171"/>
                </a:cubicBezTo>
                <a:lnTo>
                  <a:pt x="737831" y="142835"/>
                </a:lnTo>
                <a:cubicBezTo>
                  <a:pt x="737831" y="143252"/>
                  <a:pt x="737727" y="143634"/>
                  <a:pt x="737519" y="143982"/>
                </a:cubicBezTo>
                <a:cubicBezTo>
                  <a:pt x="737310" y="144329"/>
                  <a:pt x="736980" y="144607"/>
                  <a:pt x="736528" y="144816"/>
                </a:cubicBezTo>
                <a:cubicBezTo>
                  <a:pt x="736076" y="145024"/>
                  <a:pt x="735451" y="145198"/>
                  <a:pt x="734652" y="145337"/>
                </a:cubicBezTo>
                <a:cubicBezTo>
                  <a:pt x="733852" y="145476"/>
                  <a:pt x="732827" y="145546"/>
                  <a:pt x="731576" y="145546"/>
                </a:cubicBezTo>
                <a:cubicBezTo>
                  <a:pt x="730394" y="145546"/>
                  <a:pt x="729404" y="145476"/>
                  <a:pt x="728604" y="145337"/>
                </a:cubicBezTo>
                <a:cubicBezTo>
                  <a:pt x="727805" y="145198"/>
                  <a:pt x="727162" y="145024"/>
                  <a:pt x="726676" y="144816"/>
                </a:cubicBezTo>
                <a:cubicBezTo>
                  <a:pt x="726189" y="144607"/>
                  <a:pt x="725859" y="144329"/>
                  <a:pt x="725685" y="143982"/>
                </a:cubicBezTo>
                <a:cubicBezTo>
                  <a:pt x="725511" y="143632"/>
                  <a:pt x="725425" y="143249"/>
                  <a:pt x="725425" y="142832"/>
                </a:cubicBezTo>
                <a:lnTo>
                  <a:pt x="725425" y="48379"/>
                </a:lnTo>
                <a:cubicBezTo>
                  <a:pt x="725425" y="47962"/>
                  <a:pt x="725511" y="47580"/>
                  <a:pt x="725685" y="47233"/>
                </a:cubicBezTo>
                <a:cubicBezTo>
                  <a:pt x="725859" y="46883"/>
                  <a:pt x="726189" y="46586"/>
                  <a:pt x="726676" y="46343"/>
                </a:cubicBezTo>
                <a:cubicBezTo>
                  <a:pt x="727162" y="46100"/>
                  <a:pt x="727770" y="45926"/>
                  <a:pt x="728500" y="45822"/>
                </a:cubicBezTo>
                <a:cubicBezTo>
                  <a:pt x="729230" y="45718"/>
                  <a:pt x="730186" y="45665"/>
                  <a:pt x="731367" y="45665"/>
                </a:cubicBezTo>
                <a:cubicBezTo>
                  <a:pt x="732549" y="45665"/>
                  <a:pt x="733522" y="45718"/>
                  <a:pt x="734287" y="45822"/>
                </a:cubicBezTo>
                <a:cubicBezTo>
                  <a:pt x="735051" y="45926"/>
                  <a:pt x="735642" y="46100"/>
                  <a:pt x="736059" y="46343"/>
                </a:cubicBezTo>
                <a:cubicBezTo>
                  <a:pt x="736476" y="46586"/>
                  <a:pt x="736771" y="46883"/>
                  <a:pt x="736945" y="47233"/>
                </a:cubicBezTo>
                <a:cubicBezTo>
                  <a:pt x="737119" y="47580"/>
                  <a:pt x="737206" y="47962"/>
                  <a:pt x="737206" y="48379"/>
                </a:cubicBezTo>
                <a:lnTo>
                  <a:pt x="737206" y="61738"/>
                </a:lnTo>
                <a:cubicBezTo>
                  <a:pt x="742627" y="55721"/>
                  <a:pt x="747945" y="51365"/>
                  <a:pt x="753157" y="48669"/>
                </a:cubicBezTo>
                <a:cubicBezTo>
                  <a:pt x="758370" y="45972"/>
                  <a:pt x="763549" y="44623"/>
                  <a:pt x="768692" y="44623"/>
                </a:cubicBezTo>
                <a:cubicBezTo>
                  <a:pt x="774878" y="44623"/>
                  <a:pt x="780091" y="45665"/>
                  <a:pt x="784331" y="47751"/>
                </a:cubicBezTo>
                <a:cubicBezTo>
                  <a:pt x="788571" y="49836"/>
                  <a:pt x="791994" y="52651"/>
                  <a:pt x="794600" y="56196"/>
                </a:cubicBezTo>
                <a:cubicBezTo>
                  <a:pt x="797207" y="59740"/>
                  <a:pt x="799084" y="63876"/>
                  <a:pt x="800230" y="68602"/>
                </a:cubicBezTo>
                <a:cubicBezTo>
                  <a:pt x="801377" y="73329"/>
                  <a:pt x="801951" y="79028"/>
                  <a:pt x="801951" y="85701"/>
                </a:cubicBezTo>
                <a:lnTo>
                  <a:pt x="801951" y="142835"/>
                </a:lnTo>
                <a:close/>
                <a:moveTo>
                  <a:pt x="902108" y="142835"/>
                </a:moveTo>
                <a:cubicBezTo>
                  <a:pt x="902108" y="143530"/>
                  <a:pt x="901882" y="144069"/>
                  <a:pt x="901431" y="144451"/>
                </a:cubicBezTo>
                <a:cubicBezTo>
                  <a:pt x="900979" y="144833"/>
                  <a:pt x="900388" y="145111"/>
                  <a:pt x="899658" y="145285"/>
                </a:cubicBezTo>
                <a:cubicBezTo>
                  <a:pt x="898928" y="145459"/>
                  <a:pt x="897938" y="145546"/>
                  <a:pt x="896687" y="145546"/>
                </a:cubicBezTo>
                <a:cubicBezTo>
                  <a:pt x="895505" y="145546"/>
                  <a:pt x="894497" y="145459"/>
                  <a:pt x="893663" y="145285"/>
                </a:cubicBezTo>
                <a:cubicBezTo>
                  <a:pt x="892829" y="145111"/>
                  <a:pt x="892186" y="144833"/>
                  <a:pt x="891735" y="144451"/>
                </a:cubicBezTo>
                <a:cubicBezTo>
                  <a:pt x="891283" y="144069"/>
                  <a:pt x="891057" y="143530"/>
                  <a:pt x="891057" y="142835"/>
                </a:cubicBezTo>
                <a:lnTo>
                  <a:pt x="891057" y="132305"/>
                </a:lnTo>
                <a:cubicBezTo>
                  <a:pt x="886817" y="136892"/>
                  <a:pt x="882143" y="140454"/>
                  <a:pt x="877034" y="142991"/>
                </a:cubicBezTo>
                <a:cubicBezTo>
                  <a:pt x="871925" y="145528"/>
                  <a:pt x="866626" y="146797"/>
                  <a:pt x="861135" y="146797"/>
                </a:cubicBezTo>
                <a:cubicBezTo>
                  <a:pt x="856200" y="146797"/>
                  <a:pt x="851769" y="146154"/>
                  <a:pt x="847842" y="144868"/>
                </a:cubicBezTo>
                <a:cubicBezTo>
                  <a:pt x="843914" y="143582"/>
                  <a:pt x="840596" y="141740"/>
                  <a:pt x="837885" y="139342"/>
                </a:cubicBezTo>
                <a:cubicBezTo>
                  <a:pt x="835174" y="136944"/>
                  <a:pt x="833089" y="134042"/>
                  <a:pt x="831629" y="130637"/>
                </a:cubicBezTo>
                <a:cubicBezTo>
                  <a:pt x="830170" y="127231"/>
                  <a:pt x="829440" y="123408"/>
                  <a:pt x="829440" y="119168"/>
                </a:cubicBezTo>
                <a:cubicBezTo>
                  <a:pt x="829440" y="113955"/>
                  <a:pt x="830517" y="109420"/>
                  <a:pt x="832672" y="105562"/>
                </a:cubicBezTo>
                <a:cubicBezTo>
                  <a:pt x="834827" y="101705"/>
                  <a:pt x="837885" y="98490"/>
                  <a:pt x="841847" y="95918"/>
                </a:cubicBezTo>
                <a:cubicBezTo>
                  <a:pt x="845808" y="93347"/>
                  <a:pt x="850570" y="91418"/>
                  <a:pt x="856130" y="90132"/>
                </a:cubicBezTo>
                <a:cubicBezTo>
                  <a:pt x="861691" y="88846"/>
                  <a:pt x="867877" y="88203"/>
                  <a:pt x="874688" y="88203"/>
                </a:cubicBezTo>
                <a:lnTo>
                  <a:pt x="889702" y="88203"/>
                </a:lnTo>
                <a:lnTo>
                  <a:pt x="889702" y="80045"/>
                </a:lnTo>
                <a:cubicBezTo>
                  <a:pt x="889702" y="76001"/>
                  <a:pt x="889285" y="72428"/>
                  <a:pt x="888450" y="69326"/>
                </a:cubicBezTo>
                <a:cubicBezTo>
                  <a:pt x="887616" y="66222"/>
                  <a:pt x="886261" y="63624"/>
                  <a:pt x="884384" y="61532"/>
                </a:cubicBezTo>
                <a:cubicBezTo>
                  <a:pt x="882508" y="59441"/>
                  <a:pt x="880075" y="57872"/>
                  <a:pt x="877086" y="56828"/>
                </a:cubicBezTo>
                <a:cubicBezTo>
                  <a:pt x="874097" y="55781"/>
                  <a:pt x="870448" y="55257"/>
                  <a:pt x="866139" y="55257"/>
                </a:cubicBezTo>
                <a:cubicBezTo>
                  <a:pt x="861969" y="55257"/>
                  <a:pt x="858215" y="55761"/>
                  <a:pt x="854879" y="56769"/>
                </a:cubicBezTo>
                <a:cubicBezTo>
                  <a:pt x="851543" y="57777"/>
                  <a:pt x="848623" y="58906"/>
                  <a:pt x="846121" y="60158"/>
                </a:cubicBezTo>
                <a:cubicBezTo>
                  <a:pt x="843619" y="61409"/>
                  <a:pt x="841551" y="62538"/>
                  <a:pt x="839918" y="63546"/>
                </a:cubicBezTo>
                <a:cubicBezTo>
                  <a:pt x="838284" y="64554"/>
                  <a:pt x="837120" y="65058"/>
                  <a:pt x="836425" y="65058"/>
                </a:cubicBezTo>
                <a:cubicBezTo>
                  <a:pt x="836008" y="65058"/>
                  <a:pt x="835626" y="64988"/>
                  <a:pt x="835278" y="64849"/>
                </a:cubicBezTo>
                <a:cubicBezTo>
                  <a:pt x="834931" y="64708"/>
                  <a:pt x="834635" y="64445"/>
                  <a:pt x="834392" y="64061"/>
                </a:cubicBezTo>
                <a:cubicBezTo>
                  <a:pt x="834149" y="63674"/>
                  <a:pt x="833975" y="63183"/>
                  <a:pt x="833871" y="62588"/>
                </a:cubicBezTo>
                <a:cubicBezTo>
                  <a:pt x="833767" y="61991"/>
                  <a:pt x="833714" y="61272"/>
                  <a:pt x="833714" y="60431"/>
                </a:cubicBezTo>
                <a:cubicBezTo>
                  <a:pt x="833714" y="58959"/>
                  <a:pt x="833819" y="57785"/>
                  <a:pt x="834027" y="56909"/>
                </a:cubicBezTo>
                <a:cubicBezTo>
                  <a:pt x="834236" y="56032"/>
                  <a:pt x="834774" y="55155"/>
                  <a:pt x="835643" y="54280"/>
                </a:cubicBezTo>
                <a:cubicBezTo>
                  <a:pt x="836512" y="53402"/>
                  <a:pt x="838059" y="52380"/>
                  <a:pt x="840283" y="51214"/>
                </a:cubicBezTo>
                <a:cubicBezTo>
                  <a:pt x="842507" y="50045"/>
                  <a:pt x="845061" y="48964"/>
                  <a:pt x="847946" y="47969"/>
                </a:cubicBezTo>
                <a:cubicBezTo>
                  <a:pt x="850830" y="46974"/>
                  <a:pt x="853941" y="46168"/>
                  <a:pt x="857277" y="45551"/>
                </a:cubicBezTo>
                <a:cubicBezTo>
                  <a:pt x="860613" y="44932"/>
                  <a:pt x="863950" y="44623"/>
                  <a:pt x="867286" y="44623"/>
                </a:cubicBezTo>
                <a:cubicBezTo>
                  <a:pt x="873750" y="44623"/>
                  <a:pt x="879206" y="45405"/>
                  <a:pt x="883655" y="46969"/>
                </a:cubicBezTo>
                <a:cubicBezTo>
                  <a:pt x="888103" y="48533"/>
                  <a:pt x="891700" y="50774"/>
                  <a:pt x="894445" y="53693"/>
                </a:cubicBezTo>
                <a:cubicBezTo>
                  <a:pt x="897191" y="56613"/>
                  <a:pt x="899154" y="60210"/>
                  <a:pt x="900336" y="64484"/>
                </a:cubicBezTo>
                <a:cubicBezTo>
                  <a:pt x="901518" y="68759"/>
                  <a:pt x="902108" y="73607"/>
                  <a:pt x="902108" y="79028"/>
                </a:cubicBezTo>
                <a:lnTo>
                  <a:pt x="902108" y="142835"/>
                </a:lnTo>
                <a:moveTo>
                  <a:pt x="889702" y="98421"/>
                </a:moveTo>
                <a:lnTo>
                  <a:pt x="872499" y="98421"/>
                </a:lnTo>
                <a:cubicBezTo>
                  <a:pt x="867494" y="98421"/>
                  <a:pt x="863115" y="98872"/>
                  <a:pt x="859362" y="99776"/>
                </a:cubicBezTo>
                <a:cubicBezTo>
                  <a:pt x="855609" y="100680"/>
                  <a:pt x="852481" y="102000"/>
                  <a:pt x="849979" y="103738"/>
                </a:cubicBezTo>
                <a:cubicBezTo>
                  <a:pt x="847477" y="105475"/>
                  <a:pt x="845617" y="107561"/>
                  <a:pt x="844401" y="109993"/>
                </a:cubicBezTo>
                <a:cubicBezTo>
                  <a:pt x="843185" y="112426"/>
                  <a:pt x="842576" y="115206"/>
                  <a:pt x="842576" y="118334"/>
                </a:cubicBezTo>
                <a:cubicBezTo>
                  <a:pt x="842576" y="123756"/>
                  <a:pt x="844297" y="128082"/>
                  <a:pt x="847737" y="131314"/>
                </a:cubicBezTo>
                <a:cubicBezTo>
                  <a:pt x="851178" y="134546"/>
                  <a:pt x="856026" y="136162"/>
                  <a:pt x="862281" y="136162"/>
                </a:cubicBezTo>
                <a:cubicBezTo>
                  <a:pt x="867216" y="136162"/>
                  <a:pt x="871821" y="134894"/>
                  <a:pt x="876096" y="132357"/>
                </a:cubicBezTo>
                <a:cubicBezTo>
                  <a:pt x="880370" y="129820"/>
                  <a:pt x="884906" y="125910"/>
                  <a:pt x="889702" y="120628"/>
                </a:cubicBezTo>
                <a:lnTo>
                  <a:pt x="889702" y="98421"/>
                </a:lnTo>
                <a:close/>
                <a:moveTo>
                  <a:pt x="980518" y="137309"/>
                </a:moveTo>
                <a:cubicBezTo>
                  <a:pt x="980518" y="138769"/>
                  <a:pt x="980396" y="139950"/>
                  <a:pt x="980153" y="140854"/>
                </a:cubicBezTo>
                <a:cubicBezTo>
                  <a:pt x="979910" y="141758"/>
                  <a:pt x="979527" y="142470"/>
                  <a:pt x="979006" y="142991"/>
                </a:cubicBezTo>
                <a:cubicBezTo>
                  <a:pt x="978485" y="143513"/>
                  <a:pt x="977720" y="143999"/>
                  <a:pt x="976712" y="144451"/>
                </a:cubicBezTo>
                <a:cubicBezTo>
                  <a:pt x="975704" y="144903"/>
                  <a:pt x="974540" y="145285"/>
                  <a:pt x="973220" y="145598"/>
                </a:cubicBezTo>
                <a:cubicBezTo>
                  <a:pt x="971899" y="145911"/>
                  <a:pt x="970509" y="146154"/>
                  <a:pt x="969049" y="146328"/>
                </a:cubicBezTo>
                <a:cubicBezTo>
                  <a:pt x="967590" y="146501"/>
                  <a:pt x="966165" y="146588"/>
                  <a:pt x="964775" y="146588"/>
                </a:cubicBezTo>
                <a:cubicBezTo>
                  <a:pt x="960118" y="146588"/>
                  <a:pt x="956156" y="145963"/>
                  <a:pt x="952889" y="144712"/>
                </a:cubicBezTo>
                <a:cubicBezTo>
                  <a:pt x="949622" y="143461"/>
                  <a:pt x="946946" y="141567"/>
                  <a:pt x="944861" y="139030"/>
                </a:cubicBezTo>
                <a:cubicBezTo>
                  <a:pt x="942776" y="136493"/>
                  <a:pt x="941264" y="133278"/>
                  <a:pt x="940326" y="129386"/>
                </a:cubicBezTo>
                <a:cubicBezTo>
                  <a:pt x="939388" y="125493"/>
                  <a:pt x="938918" y="120906"/>
                  <a:pt x="938918" y="115623"/>
                </a:cubicBezTo>
                <a:lnTo>
                  <a:pt x="938918" y="56925"/>
                </a:lnTo>
                <a:lnTo>
                  <a:pt x="924843" y="56925"/>
                </a:lnTo>
                <a:cubicBezTo>
                  <a:pt x="923870" y="56925"/>
                  <a:pt x="923106" y="56487"/>
                  <a:pt x="922550" y="55609"/>
                </a:cubicBezTo>
                <a:cubicBezTo>
                  <a:pt x="921994" y="54732"/>
                  <a:pt x="921716" y="53415"/>
                  <a:pt x="921716" y="51660"/>
                </a:cubicBezTo>
                <a:cubicBezTo>
                  <a:pt x="921716" y="50748"/>
                  <a:pt x="921785" y="49959"/>
                  <a:pt x="921924" y="49292"/>
                </a:cubicBezTo>
                <a:cubicBezTo>
                  <a:pt x="922063" y="48625"/>
                  <a:pt x="922272" y="48063"/>
                  <a:pt x="922550" y="47607"/>
                </a:cubicBezTo>
                <a:cubicBezTo>
                  <a:pt x="922828" y="47151"/>
                  <a:pt x="923158" y="46818"/>
                  <a:pt x="923540" y="46607"/>
                </a:cubicBezTo>
                <a:cubicBezTo>
                  <a:pt x="923922" y="46396"/>
                  <a:pt x="924357" y="46291"/>
                  <a:pt x="924843" y="46291"/>
                </a:cubicBezTo>
                <a:lnTo>
                  <a:pt x="938918" y="46291"/>
                </a:lnTo>
                <a:lnTo>
                  <a:pt x="938918" y="23146"/>
                </a:lnTo>
                <a:cubicBezTo>
                  <a:pt x="938918" y="22728"/>
                  <a:pt x="939005" y="22346"/>
                  <a:pt x="939179" y="21999"/>
                </a:cubicBezTo>
                <a:cubicBezTo>
                  <a:pt x="939353" y="21651"/>
                  <a:pt x="939683" y="21356"/>
                  <a:pt x="940169" y="21112"/>
                </a:cubicBezTo>
                <a:cubicBezTo>
                  <a:pt x="940656" y="20869"/>
                  <a:pt x="941299" y="20695"/>
                  <a:pt x="942098" y="20591"/>
                </a:cubicBezTo>
                <a:cubicBezTo>
                  <a:pt x="942898" y="20487"/>
                  <a:pt x="943888" y="20435"/>
                  <a:pt x="945070" y="20435"/>
                </a:cubicBezTo>
                <a:cubicBezTo>
                  <a:pt x="946321" y="20435"/>
                  <a:pt x="947346" y="20487"/>
                  <a:pt x="948145" y="20591"/>
                </a:cubicBezTo>
                <a:cubicBezTo>
                  <a:pt x="948945" y="20695"/>
                  <a:pt x="949570" y="20869"/>
                  <a:pt x="950022" y="21112"/>
                </a:cubicBezTo>
                <a:cubicBezTo>
                  <a:pt x="950474" y="21356"/>
                  <a:pt x="950804" y="21651"/>
                  <a:pt x="951012" y="21999"/>
                </a:cubicBezTo>
                <a:cubicBezTo>
                  <a:pt x="951221" y="22346"/>
                  <a:pt x="951325" y="22728"/>
                  <a:pt x="951325" y="23146"/>
                </a:cubicBezTo>
                <a:lnTo>
                  <a:pt x="951325" y="46291"/>
                </a:lnTo>
                <a:lnTo>
                  <a:pt x="977390" y="46291"/>
                </a:lnTo>
                <a:cubicBezTo>
                  <a:pt x="977877" y="46291"/>
                  <a:pt x="978311" y="46396"/>
                  <a:pt x="978693" y="46607"/>
                </a:cubicBezTo>
                <a:cubicBezTo>
                  <a:pt x="979076" y="46818"/>
                  <a:pt x="979406" y="47151"/>
                  <a:pt x="979684" y="47607"/>
                </a:cubicBezTo>
                <a:cubicBezTo>
                  <a:pt x="979962" y="48063"/>
                  <a:pt x="980170" y="48625"/>
                  <a:pt x="980309" y="49292"/>
                </a:cubicBezTo>
                <a:cubicBezTo>
                  <a:pt x="980448" y="49959"/>
                  <a:pt x="980518" y="50748"/>
                  <a:pt x="980518" y="51660"/>
                </a:cubicBezTo>
                <a:cubicBezTo>
                  <a:pt x="980518" y="53415"/>
                  <a:pt x="980222" y="54732"/>
                  <a:pt x="979632" y="55609"/>
                </a:cubicBezTo>
                <a:cubicBezTo>
                  <a:pt x="979041" y="56487"/>
                  <a:pt x="978294" y="56925"/>
                  <a:pt x="977390" y="56925"/>
                </a:cubicBezTo>
                <a:lnTo>
                  <a:pt x="951325" y="56925"/>
                </a:lnTo>
                <a:lnTo>
                  <a:pt x="951325" y="113955"/>
                </a:lnTo>
                <a:cubicBezTo>
                  <a:pt x="951325" y="121114"/>
                  <a:pt x="952350" y="126571"/>
                  <a:pt x="954401" y="130324"/>
                </a:cubicBezTo>
                <a:cubicBezTo>
                  <a:pt x="956451" y="134077"/>
                  <a:pt x="960187" y="135954"/>
                  <a:pt x="965609" y="135954"/>
                </a:cubicBezTo>
                <a:cubicBezTo>
                  <a:pt x="967277" y="135954"/>
                  <a:pt x="968789" y="135780"/>
                  <a:pt x="970144" y="135433"/>
                </a:cubicBezTo>
                <a:cubicBezTo>
                  <a:pt x="971499" y="135085"/>
                  <a:pt x="972698" y="134703"/>
                  <a:pt x="973741" y="134286"/>
                </a:cubicBezTo>
                <a:cubicBezTo>
                  <a:pt x="974783" y="133869"/>
                  <a:pt x="975670" y="133486"/>
                  <a:pt x="976400" y="133139"/>
                </a:cubicBezTo>
                <a:cubicBezTo>
                  <a:pt x="977129" y="132791"/>
                  <a:pt x="977772" y="132618"/>
                  <a:pt x="978328" y="132618"/>
                </a:cubicBezTo>
                <a:cubicBezTo>
                  <a:pt x="978676" y="132618"/>
                  <a:pt x="978989" y="132687"/>
                  <a:pt x="979267" y="132826"/>
                </a:cubicBezTo>
                <a:cubicBezTo>
                  <a:pt x="979545" y="132965"/>
                  <a:pt x="979771" y="133226"/>
                  <a:pt x="979944" y="133608"/>
                </a:cubicBezTo>
                <a:cubicBezTo>
                  <a:pt x="980118" y="133990"/>
                  <a:pt x="980257" y="134477"/>
                  <a:pt x="980361" y="135068"/>
                </a:cubicBezTo>
                <a:cubicBezTo>
                  <a:pt x="980466" y="135658"/>
                  <a:pt x="980518" y="136406"/>
                  <a:pt x="980518" y="137309"/>
                </a:cubicBezTo>
                <a:close/>
                <a:moveTo>
                  <a:pt x="1080524" y="90810"/>
                </a:moveTo>
                <a:cubicBezTo>
                  <a:pt x="1080524" y="93312"/>
                  <a:pt x="1079863" y="95032"/>
                  <a:pt x="1078543" y="95971"/>
                </a:cubicBezTo>
                <a:cubicBezTo>
                  <a:pt x="1077222" y="96909"/>
                  <a:pt x="1075936" y="97378"/>
                  <a:pt x="1074685" y="97378"/>
                </a:cubicBezTo>
                <a:lnTo>
                  <a:pt x="1010357" y="97378"/>
                </a:lnTo>
                <a:cubicBezTo>
                  <a:pt x="1010357" y="103232"/>
                  <a:pt x="1010931" y="108528"/>
                  <a:pt x="1012078" y="113268"/>
                </a:cubicBezTo>
                <a:cubicBezTo>
                  <a:pt x="1013224" y="118007"/>
                  <a:pt x="1015118" y="122067"/>
                  <a:pt x="1017760" y="125447"/>
                </a:cubicBezTo>
                <a:cubicBezTo>
                  <a:pt x="1020401" y="128826"/>
                  <a:pt x="1023842" y="131423"/>
                  <a:pt x="1028081" y="133237"/>
                </a:cubicBezTo>
                <a:cubicBezTo>
                  <a:pt x="1032321" y="135048"/>
                  <a:pt x="1037534" y="135954"/>
                  <a:pt x="1043720" y="135954"/>
                </a:cubicBezTo>
                <a:cubicBezTo>
                  <a:pt x="1048099" y="135954"/>
                  <a:pt x="1052026" y="135566"/>
                  <a:pt x="1055502" y="134791"/>
                </a:cubicBezTo>
                <a:cubicBezTo>
                  <a:pt x="1058977" y="134015"/>
                  <a:pt x="1061983" y="133152"/>
                  <a:pt x="1064520" y="132201"/>
                </a:cubicBezTo>
                <a:cubicBezTo>
                  <a:pt x="1067057" y="131249"/>
                  <a:pt x="1069142" y="130386"/>
                  <a:pt x="1070775" y="129610"/>
                </a:cubicBezTo>
                <a:cubicBezTo>
                  <a:pt x="1072409" y="128835"/>
                  <a:pt x="1073573" y="128447"/>
                  <a:pt x="1074268" y="128447"/>
                </a:cubicBezTo>
                <a:cubicBezTo>
                  <a:pt x="1074685" y="128447"/>
                  <a:pt x="1075067" y="128553"/>
                  <a:pt x="1075415" y="128763"/>
                </a:cubicBezTo>
                <a:cubicBezTo>
                  <a:pt x="1075763" y="128974"/>
                  <a:pt x="1076041" y="129307"/>
                  <a:pt x="1076249" y="129763"/>
                </a:cubicBezTo>
                <a:cubicBezTo>
                  <a:pt x="1076458" y="130220"/>
                  <a:pt x="1076614" y="130798"/>
                  <a:pt x="1076718" y="131500"/>
                </a:cubicBezTo>
                <a:cubicBezTo>
                  <a:pt x="1076823" y="132202"/>
                  <a:pt x="1076875" y="133078"/>
                  <a:pt x="1076875" y="134129"/>
                </a:cubicBezTo>
                <a:cubicBezTo>
                  <a:pt x="1076875" y="134622"/>
                  <a:pt x="1076840" y="135097"/>
                  <a:pt x="1076770" y="135553"/>
                </a:cubicBezTo>
                <a:cubicBezTo>
                  <a:pt x="1076701" y="136009"/>
                  <a:pt x="1076614" y="136431"/>
                  <a:pt x="1076510" y="136817"/>
                </a:cubicBezTo>
                <a:cubicBezTo>
                  <a:pt x="1076405" y="137202"/>
                  <a:pt x="1076249" y="137570"/>
                  <a:pt x="1076041" y="137922"/>
                </a:cubicBezTo>
                <a:cubicBezTo>
                  <a:pt x="1075832" y="138271"/>
                  <a:pt x="1075554" y="138622"/>
                  <a:pt x="1075206" y="138974"/>
                </a:cubicBezTo>
                <a:cubicBezTo>
                  <a:pt x="1074859" y="139324"/>
                  <a:pt x="1073782" y="139933"/>
                  <a:pt x="1071974" y="140802"/>
                </a:cubicBezTo>
                <a:cubicBezTo>
                  <a:pt x="1070167" y="141671"/>
                  <a:pt x="1067804" y="142540"/>
                  <a:pt x="1064885" y="143408"/>
                </a:cubicBezTo>
                <a:cubicBezTo>
                  <a:pt x="1061966" y="144277"/>
                  <a:pt x="1058577" y="145059"/>
                  <a:pt x="1054720" y="145754"/>
                </a:cubicBezTo>
                <a:cubicBezTo>
                  <a:pt x="1050862" y="146449"/>
                  <a:pt x="1046709" y="146797"/>
                  <a:pt x="1042261" y="146797"/>
                </a:cubicBezTo>
                <a:cubicBezTo>
                  <a:pt x="1034962" y="146797"/>
                  <a:pt x="1028498" y="145701"/>
                  <a:pt x="1022868" y="143509"/>
                </a:cubicBezTo>
                <a:cubicBezTo>
                  <a:pt x="1017238" y="141318"/>
                  <a:pt x="1012512" y="138083"/>
                  <a:pt x="1008689" y="133804"/>
                </a:cubicBezTo>
                <a:cubicBezTo>
                  <a:pt x="1004866" y="129525"/>
                  <a:pt x="1001964" y="124219"/>
                  <a:pt x="999984" y="117888"/>
                </a:cubicBezTo>
                <a:cubicBezTo>
                  <a:pt x="998003" y="111556"/>
                  <a:pt x="997012" y="104216"/>
                  <a:pt x="997012" y="95866"/>
                </a:cubicBezTo>
                <a:cubicBezTo>
                  <a:pt x="997012" y="87864"/>
                  <a:pt x="998037" y="80698"/>
                  <a:pt x="1000088" y="74366"/>
                </a:cubicBezTo>
                <a:cubicBezTo>
                  <a:pt x="1002138" y="68035"/>
                  <a:pt x="1005075" y="62660"/>
                  <a:pt x="1008898" y="58242"/>
                </a:cubicBezTo>
                <a:cubicBezTo>
                  <a:pt x="1012721" y="53824"/>
                  <a:pt x="1017325" y="50449"/>
                  <a:pt x="1022712" y="48119"/>
                </a:cubicBezTo>
                <a:cubicBezTo>
                  <a:pt x="1028099" y="45788"/>
                  <a:pt x="1034094" y="44623"/>
                  <a:pt x="1040697" y="44623"/>
                </a:cubicBezTo>
                <a:cubicBezTo>
                  <a:pt x="1047786" y="44623"/>
                  <a:pt x="1053833" y="45805"/>
                  <a:pt x="1058838" y="48168"/>
                </a:cubicBezTo>
                <a:cubicBezTo>
                  <a:pt x="1063842" y="50531"/>
                  <a:pt x="1067960" y="53711"/>
                  <a:pt x="1071193" y="57707"/>
                </a:cubicBezTo>
                <a:cubicBezTo>
                  <a:pt x="1074425" y="61704"/>
                  <a:pt x="1076788" y="66344"/>
                  <a:pt x="1078282" y="71626"/>
                </a:cubicBezTo>
                <a:cubicBezTo>
                  <a:pt x="1079777" y="76908"/>
                  <a:pt x="1080524" y="82469"/>
                  <a:pt x="1080524" y="88307"/>
                </a:cubicBezTo>
                <a:lnTo>
                  <a:pt x="1080524" y="90810"/>
                </a:lnTo>
                <a:moveTo>
                  <a:pt x="1067700" y="87161"/>
                </a:moveTo>
                <a:cubicBezTo>
                  <a:pt x="1067908" y="77152"/>
                  <a:pt x="1065615" y="69332"/>
                  <a:pt x="1060819" y="63702"/>
                </a:cubicBezTo>
                <a:cubicBezTo>
                  <a:pt x="1056023" y="58072"/>
                  <a:pt x="1049037" y="55257"/>
                  <a:pt x="1039863" y="55257"/>
                </a:cubicBezTo>
                <a:cubicBezTo>
                  <a:pt x="1035136" y="55257"/>
                  <a:pt x="1030983" y="56144"/>
                  <a:pt x="1027404" y="57916"/>
                </a:cubicBezTo>
                <a:cubicBezTo>
                  <a:pt x="1023824" y="59688"/>
                  <a:pt x="1020801" y="62034"/>
                  <a:pt x="1018333" y="64953"/>
                </a:cubicBezTo>
                <a:cubicBezTo>
                  <a:pt x="1015866" y="67873"/>
                  <a:pt x="1013972" y="71261"/>
                  <a:pt x="1012651" y="75119"/>
                </a:cubicBezTo>
                <a:cubicBezTo>
                  <a:pt x="1011330" y="78976"/>
                  <a:pt x="1010566" y="82990"/>
                  <a:pt x="1010357" y="87161"/>
                </a:cubicBezTo>
                <a:lnTo>
                  <a:pt x="1067700" y="87161"/>
                </a:lnTo>
                <a:close/>
                <a:moveTo>
                  <a:pt x="1184508" y="142832"/>
                </a:moveTo>
                <a:cubicBezTo>
                  <a:pt x="1184508" y="143320"/>
                  <a:pt x="1184421" y="143739"/>
                  <a:pt x="1184247" y="144086"/>
                </a:cubicBezTo>
                <a:cubicBezTo>
                  <a:pt x="1184073" y="144434"/>
                  <a:pt x="1183761" y="144712"/>
                  <a:pt x="1183309" y="144920"/>
                </a:cubicBezTo>
                <a:cubicBezTo>
                  <a:pt x="1182857" y="145129"/>
                  <a:pt x="1182284" y="145285"/>
                  <a:pt x="1181589" y="145389"/>
                </a:cubicBezTo>
                <a:cubicBezTo>
                  <a:pt x="1180894" y="145494"/>
                  <a:pt x="1180025" y="145546"/>
                  <a:pt x="1178982" y="145546"/>
                </a:cubicBezTo>
                <a:cubicBezTo>
                  <a:pt x="1177870" y="145546"/>
                  <a:pt x="1176949" y="145494"/>
                  <a:pt x="1176219" y="145389"/>
                </a:cubicBezTo>
                <a:cubicBezTo>
                  <a:pt x="1175489" y="145287"/>
                  <a:pt x="1174899" y="145132"/>
                  <a:pt x="1174447" y="144923"/>
                </a:cubicBezTo>
                <a:cubicBezTo>
                  <a:pt x="1173995" y="144717"/>
                  <a:pt x="1173648" y="144441"/>
                  <a:pt x="1173404" y="144096"/>
                </a:cubicBezTo>
                <a:cubicBezTo>
                  <a:pt x="1173161" y="143748"/>
                  <a:pt x="1173039" y="143333"/>
                  <a:pt x="1173039" y="142851"/>
                </a:cubicBezTo>
                <a:lnTo>
                  <a:pt x="1173039" y="129369"/>
                </a:lnTo>
                <a:cubicBezTo>
                  <a:pt x="1168035" y="134795"/>
                  <a:pt x="1162857" y="139057"/>
                  <a:pt x="1157505" y="142154"/>
                </a:cubicBezTo>
                <a:cubicBezTo>
                  <a:pt x="1152153" y="145249"/>
                  <a:pt x="1146314" y="146797"/>
                  <a:pt x="1139989" y="146797"/>
                </a:cubicBezTo>
                <a:cubicBezTo>
                  <a:pt x="1133178" y="146797"/>
                  <a:pt x="1127374" y="145475"/>
                  <a:pt x="1122578" y="142832"/>
                </a:cubicBezTo>
                <a:cubicBezTo>
                  <a:pt x="1117782" y="140188"/>
                  <a:pt x="1113872" y="136606"/>
                  <a:pt x="1110849" y="132083"/>
                </a:cubicBezTo>
                <a:cubicBezTo>
                  <a:pt x="1107825" y="127559"/>
                  <a:pt x="1105618" y="122254"/>
                  <a:pt x="1104228" y="116167"/>
                </a:cubicBezTo>
                <a:cubicBezTo>
                  <a:pt x="1102838" y="110079"/>
                  <a:pt x="1102143" y="103625"/>
                  <a:pt x="1102143" y="96805"/>
                </a:cubicBezTo>
                <a:cubicBezTo>
                  <a:pt x="1102143" y="88805"/>
                  <a:pt x="1103012" y="81587"/>
                  <a:pt x="1104750" y="75151"/>
                </a:cubicBezTo>
                <a:cubicBezTo>
                  <a:pt x="1106487" y="68715"/>
                  <a:pt x="1109059" y="63236"/>
                  <a:pt x="1112465" y="58714"/>
                </a:cubicBezTo>
                <a:cubicBezTo>
                  <a:pt x="1115871" y="54190"/>
                  <a:pt x="1120076" y="50710"/>
                  <a:pt x="1125080" y="48275"/>
                </a:cubicBezTo>
                <a:cubicBezTo>
                  <a:pt x="1130085" y="45840"/>
                  <a:pt x="1135888" y="44623"/>
                  <a:pt x="1142491" y="44623"/>
                </a:cubicBezTo>
                <a:cubicBezTo>
                  <a:pt x="1148191" y="44623"/>
                  <a:pt x="1153404" y="45894"/>
                  <a:pt x="1158130" y="48435"/>
                </a:cubicBezTo>
                <a:cubicBezTo>
                  <a:pt x="1162857" y="50974"/>
                  <a:pt x="1167514" y="54713"/>
                  <a:pt x="1172101" y="59653"/>
                </a:cubicBezTo>
                <a:lnTo>
                  <a:pt x="1172101" y="2717"/>
                </a:lnTo>
                <a:cubicBezTo>
                  <a:pt x="1172101" y="2298"/>
                  <a:pt x="1172188" y="1915"/>
                  <a:pt x="1172362" y="1567"/>
                </a:cubicBezTo>
                <a:cubicBezTo>
                  <a:pt x="1172535" y="1220"/>
                  <a:pt x="1172866" y="942"/>
                  <a:pt x="1173352" y="733"/>
                </a:cubicBezTo>
                <a:cubicBezTo>
                  <a:pt x="1173839" y="522"/>
                  <a:pt x="1174482" y="348"/>
                  <a:pt x="1175281" y="209"/>
                </a:cubicBezTo>
                <a:cubicBezTo>
                  <a:pt x="1176080" y="70"/>
                  <a:pt x="1177071" y="0"/>
                  <a:pt x="1178252" y="0"/>
                </a:cubicBezTo>
                <a:cubicBezTo>
                  <a:pt x="1179503" y="0"/>
                  <a:pt x="1180529" y="70"/>
                  <a:pt x="1181328" y="209"/>
                </a:cubicBezTo>
                <a:cubicBezTo>
                  <a:pt x="1182127" y="348"/>
                  <a:pt x="1182753" y="521"/>
                  <a:pt x="1183205" y="730"/>
                </a:cubicBezTo>
                <a:cubicBezTo>
                  <a:pt x="1183656" y="938"/>
                  <a:pt x="1183987" y="1216"/>
                  <a:pt x="1184195" y="1564"/>
                </a:cubicBezTo>
                <a:cubicBezTo>
                  <a:pt x="1184404" y="1911"/>
                  <a:pt x="1184508" y="2295"/>
                  <a:pt x="1184508" y="2714"/>
                </a:cubicBezTo>
                <a:lnTo>
                  <a:pt x="1184508" y="142832"/>
                </a:lnTo>
                <a:moveTo>
                  <a:pt x="1172101" y="74783"/>
                </a:moveTo>
                <a:cubicBezTo>
                  <a:pt x="1166888" y="68449"/>
                  <a:pt x="1161866" y="63612"/>
                  <a:pt x="1157036" y="60272"/>
                </a:cubicBezTo>
                <a:cubicBezTo>
                  <a:pt x="1152205" y="56929"/>
                  <a:pt x="1147148" y="55257"/>
                  <a:pt x="1141866" y="55257"/>
                </a:cubicBezTo>
                <a:cubicBezTo>
                  <a:pt x="1137070" y="55257"/>
                  <a:pt x="1132969" y="56406"/>
                  <a:pt x="1129563" y="58704"/>
                </a:cubicBezTo>
                <a:cubicBezTo>
                  <a:pt x="1126158" y="61000"/>
                  <a:pt x="1123377" y="64027"/>
                  <a:pt x="1121223" y="67785"/>
                </a:cubicBezTo>
                <a:cubicBezTo>
                  <a:pt x="1119068" y="71542"/>
                  <a:pt x="1117504" y="75788"/>
                  <a:pt x="1116531" y="80521"/>
                </a:cubicBezTo>
                <a:cubicBezTo>
                  <a:pt x="1115558" y="85254"/>
                  <a:pt x="1115071" y="90056"/>
                  <a:pt x="1115071" y="94928"/>
                </a:cubicBezTo>
                <a:cubicBezTo>
                  <a:pt x="1115071" y="100147"/>
                  <a:pt x="1115488" y="105228"/>
                  <a:pt x="1116322" y="110169"/>
                </a:cubicBezTo>
                <a:cubicBezTo>
                  <a:pt x="1117156" y="115111"/>
                  <a:pt x="1118581" y="119512"/>
                  <a:pt x="1120597" y="123374"/>
                </a:cubicBezTo>
                <a:cubicBezTo>
                  <a:pt x="1122613" y="127236"/>
                  <a:pt x="1125289" y="130334"/>
                  <a:pt x="1128625" y="132666"/>
                </a:cubicBezTo>
                <a:cubicBezTo>
                  <a:pt x="1131961" y="134997"/>
                  <a:pt x="1136132" y="136162"/>
                  <a:pt x="1141136" y="136162"/>
                </a:cubicBezTo>
                <a:cubicBezTo>
                  <a:pt x="1143638" y="136162"/>
                  <a:pt x="1146071" y="135815"/>
                  <a:pt x="1148434" y="135120"/>
                </a:cubicBezTo>
                <a:cubicBezTo>
                  <a:pt x="1150797" y="134423"/>
                  <a:pt x="1153230" y="133274"/>
                  <a:pt x="1155732" y="131673"/>
                </a:cubicBezTo>
                <a:cubicBezTo>
                  <a:pt x="1158235" y="130072"/>
                  <a:pt x="1160824" y="128001"/>
                  <a:pt x="1163500" y="125460"/>
                </a:cubicBezTo>
                <a:cubicBezTo>
                  <a:pt x="1166176" y="122918"/>
                  <a:pt x="1169043" y="119768"/>
                  <a:pt x="1172101" y="116008"/>
                </a:cubicBezTo>
                <a:lnTo>
                  <a:pt x="1172101" y="74783"/>
                </a:lnTo>
                <a:close/>
                <a:moveTo>
                  <a:pt x="1312033" y="137309"/>
                </a:moveTo>
                <a:cubicBezTo>
                  <a:pt x="1312033" y="138769"/>
                  <a:pt x="1311912" y="139950"/>
                  <a:pt x="1311669" y="140854"/>
                </a:cubicBezTo>
                <a:cubicBezTo>
                  <a:pt x="1311425" y="141758"/>
                  <a:pt x="1311043" y="142470"/>
                  <a:pt x="1310522" y="142991"/>
                </a:cubicBezTo>
                <a:cubicBezTo>
                  <a:pt x="1310000" y="143513"/>
                  <a:pt x="1309236" y="143999"/>
                  <a:pt x="1308228" y="144451"/>
                </a:cubicBezTo>
                <a:cubicBezTo>
                  <a:pt x="1307220" y="144903"/>
                  <a:pt x="1306056" y="145285"/>
                  <a:pt x="1304735" y="145598"/>
                </a:cubicBezTo>
                <a:cubicBezTo>
                  <a:pt x="1303415" y="145911"/>
                  <a:pt x="1302025" y="146154"/>
                  <a:pt x="1300565" y="146328"/>
                </a:cubicBezTo>
                <a:cubicBezTo>
                  <a:pt x="1299105" y="146501"/>
                  <a:pt x="1297680" y="146588"/>
                  <a:pt x="1296290" y="146588"/>
                </a:cubicBezTo>
                <a:cubicBezTo>
                  <a:pt x="1291633" y="146588"/>
                  <a:pt x="1287672" y="145963"/>
                  <a:pt x="1284405" y="144712"/>
                </a:cubicBezTo>
                <a:cubicBezTo>
                  <a:pt x="1281138" y="143461"/>
                  <a:pt x="1278462" y="141567"/>
                  <a:pt x="1276377" y="139030"/>
                </a:cubicBezTo>
                <a:cubicBezTo>
                  <a:pt x="1274292" y="136493"/>
                  <a:pt x="1272780" y="133278"/>
                  <a:pt x="1271842" y="129386"/>
                </a:cubicBezTo>
                <a:cubicBezTo>
                  <a:pt x="1270903" y="125493"/>
                  <a:pt x="1270434" y="120906"/>
                  <a:pt x="1270434" y="115623"/>
                </a:cubicBezTo>
                <a:lnTo>
                  <a:pt x="1270434" y="56925"/>
                </a:lnTo>
                <a:lnTo>
                  <a:pt x="1256359" y="56925"/>
                </a:lnTo>
                <a:cubicBezTo>
                  <a:pt x="1255386" y="56925"/>
                  <a:pt x="1254621" y="56487"/>
                  <a:pt x="1254065" y="55609"/>
                </a:cubicBezTo>
                <a:cubicBezTo>
                  <a:pt x="1253509" y="54732"/>
                  <a:pt x="1253231" y="53415"/>
                  <a:pt x="1253231" y="51660"/>
                </a:cubicBezTo>
                <a:cubicBezTo>
                  <a:pt x="1253231" y="50748"/>
                  <a:pt x="1253301" y="49959"/>
                  <a:pt x="1253440" y="49292"/>
                </a:cubicBezTo>
                <a:cubicBezTo>
                  <a:pt x="1253579" y="48625"/>
                  <a:pt x="1253787" y="48063"/>
                  <a:pt x="1254065" y="47607"/>
                </a:cubicBezTo>
                <a:cubicBezTo>
                  <a:pt x="1254343" y="47151"/>
                  <a:pt x="1254674" y="46818"/>
                  <a:pt x="1255056" y="46607"/>
                </a:cubicBezTo>
                <a:cubicBezTo>
                  <a:pt x="1255438" y="46396"/>
                  <a:pt x="1255873" y="46291"/>
                  <a:pt x="1256359" y="46291"/>
                </a:cubicBezTo>
                <a:lnTo>
                  <a:pt x="1270434" y="46291"/>
                </a:lnTo>
                <a:lnTo>
                  <a:pt x="1270434" y="23146"/>
                </a:lnTo>
                <a:cubicBezTo>
                  <a:pt x="1270434" y="22728"/>
                  <a:pt x="1270521" y="22346"/>
                  <a:pt x="1270695" y="21999"/>
                </a:cubicBezTo>
                <a:cubicBezTo>
                  <a:pt x="1270868" y="21651"/>
                  <a:pt x="1271199" y="21356"/>
                  <a:pt x="1271685" y="21112"/>
                </a:cubicBezTo>
                <a:cubicBezTo>
                  <a:pt x="1272172" y="20869"/>
                  <a:pt x="1272815" y="20695"/>
                  <a:pt x="1273614" y="20591"/>
                </a:cubicBezTo>
                <a:cubicBezTo>
                  <a:pt x="1274413" y="20487"/>
                  <a:pt x="1275404" y="20435"/>
                  <a:pt x="1276585" y="20435"/>
                </a:cubicBezTo>
                <a:cubicBezTo>
                  <a:pt x="1277836" y="20435"/>
                  <a:pt x="1278862" y="20487"/>
                  <a:pt x="1279661" y="20591"/>
                </a:cubicBezTo>
                <a:cubicBezTo>
                  <a:pt x="1280460" y="20695"/>
                  <a:pt x="1281086" y="20869"/>
                  <a:pt x="1281538" y="21112"/>
                </a:cubicBezTo>
                <a:cubicBezTo>
                  <a:pt x="1281989" y="21356"/>
                  <a:pt x="1282320" y="21651"/>
                  <a:pt x="1282528" y="21999"/>
                </a:cubicBezTo>
                <a:cubicBezTo>
                  <a:pt x="1282737" y="22346"/>
                  <a:pt x="1282841" y="22728"/>
                  <a:pt x="1282841" y="23146"/>
                </a:cubicBezTo>
                <a:lnTo>
                  <a:pt x="1282841" y="46291"/>
                </a:lnTo>
                <a:lnTo>
                  <a:pt x="1308906" y="46291"/>
                </a:lnTo>
                <a:cubicBezTo>
                  <a:pt x="1309392" y="46291"/>
                  <a:pt x="1309827" y="46396"/>
                  <a:pt x="1310209" y="46607"/>
                </a:cubicBezTo>
                <a:cubicBezTo>
                  <a:pt x="1310591" y="46818"/>
                  <a:pt x="1310921" y="47151"/>
                  <a:pt x="1311199" y="47607"/>
                </a:cubicBezTo>
                <a:cubicBezTo>
                  <a:pt x="1311477" y="48063"/>
                  <a:pt x="1311686" y="48625"/>
                  <a:pt x="1311825" y="49292"/>
                </a:cubicBezTo>
                <a:cubicBezTo>
                  <a:pt x="1311964" y="49959"/>
                  <a:pt x="1312033" y="50748"/>
                  <a:pt x="1312033" y="51660"/>
                </a:cubicBezTo>
                <a:cubicBezTo>
                  <a:pt x="1312033" y="53415"/>
                  <a:pt x="1311738" y="54732"/>
                  <a:pt x="1311147" y="55609"/>
                </a:cubicBezTo>
                <a:cubicBezTo>
                  <a:pt x="1310556" y="56487"/>
                  <a:pt x="1309809" y="56925"/>
                  <a:pt x="1308906" y="56925"/>
                </a:cubicBezTo>
                <a:lnTo>
                  <a:pt x="1282841" y="56925"/>
                </a:lnTo>
                <a:lnTo>
                  <a:pt x="1282841" y="113955"/>
                </a:lnTo>
                <a:cubicBezTo>
                  <a:pt x="1282841" y="121114"/>
                  <a:pt x="1283866" y="126571"/>
                  <a:pt x="1285917" y="130324"/>
                </a:cubicBezTo>
                <a:cubicBezTo>
                  <a:pt x="1287967" y="134077"/>
                  <a:pt x="1291703" y="135954"/>
                  <a:pt x="1297124" y="135954"/>
                </a:cubicBezTo>
                <a:cubicBezTo>
                  <a:pt x="1298793" y="135954"/>
                  <a:pt x="1300304" y="135780"/>
                  <a:pt x="1301660" y="135433"/>
                </a:cubicBezTo>
                <a:cubicBezTo>
                  <a:pt x="1303015" y="135085"/>
                  <a:pt x="1304214" y="134703"/>
                  <a:pt x="1305257" y="134286"/>
                </a:cubicBezTo>
                <a:cubicBezTo>
                  <a:pt x="1306299" y="133869"/>
                  <a:pt x="1307185" y="133486"/>
                  <a:pt x="1307915" y="133139"/>
                </a:cubicBezTo>
                <a:cubicBezTo>
                  <a:pt x="1308645" y="132791"/>
                  <a:pt x="1309288" y="132618"/>
                  <a:pt x="1309844" y="132618"/>
                </a:cubicBezTo>
                <a:cubicBezTo>
                  <a:pt x="1310192" y="132618"/>
                  <a:pt x="1310504" y="132687"/>
                  <a:pt x="1310782" y="132826"/>
                </a:cubicBezTo>
                <a:cubicBezTo>
                  <a:pt x="1311060" y="132965"/>
                  <a:pt x="1311286" y="133226"/>
                  <a:pt x="1311460" y="133608"/>
                </a:cubicBezTo>
                <a:cubicBezTo>
                  <a:pt x="1311634" y="133990"/>
                  <a:pt x="1311773" y="134477"/>
                  <a:pt x="1311877" y="135068"/>
                </a:cubicBezTo>
                <a:cubicBezTo>
                  <a:pt x="1311981" y="135658"/>
                  <a:pt x="1312033" y="136406"/>
                  <a:pt x="1312033" y="137309"/>
                </a:cubicBezTo>
                <a:close/>
                <a:moveTo>
                  <a:pt x="1400128" y="142835"/>
                </a:moveTo>
                <a:cubicBezTo>
                  <a:pt x="1400128" y="143530"/>
                  <a:pt x="1399902" y="144069"/>
                  <a:pt x="1399451" y="144451"/>
                </a:cubicBezTo>
                <a:cubicBezTo>
                  <a:pt x="1398999" y="144833"/>
                  <a:pt x="1398408" y="145111"/>
                  <a:pt x="1397678" y="145285"/>
                </a:cubicBezTo>
                <a:cubicBezTo>
                  <a:pt x="1396948" y="145459"/>
                  <a:pt x="1395958" y="145546"/>
                  <a:pt x="1394707" y="145546"/>
                </a:cubicBezTo>
                <a:cubicBezTo>
                  <a:pt x="1393525" y="145546"/>
                  <a:pt x="1392517" y="145459"/>
                  <a:pt x="1391683" y="145285"/>
                </a:cubicBezTo>
                <a:cubicBezTo>
                  <a:pt x="1390849" y="145111"/>
                  <a:pt x="1390206" y="144833"/>
                  <a:pt x="1389755" y="144451"/>
                </a:cubicBezTo>
                <a:cubicBezTo>
                  <a:pt x="1389303" y="144069"/>
                  <a:pt x="1389077" y="143530"/>
                  <a:pt x="1389077" y="142835"/>
                </a:cubicBezTo>
                <a:lnTo>
                  <a:pt x="1389077" y="132305"/>
                </a:lnTo>
                <a:cubicBezTo>
                  <a:pt x="1384837" y="136892"/>
                  <a:pt x="1380163" y="140454"/>
                  <a:pt x="1375054" y="142991"/>
                </a:cubicBezTo>
                <a:cubicBezTo>
                  <a:pt x="1369945" y="145528"/>
                  <a:pt x="1364645" y="146797"/>
                  <a:pt x="1359155" y="146797"/>
                </a:cubicBezTo>
                <a:cubicBezTo>
                  <a:pt x="1354220" y="146797"/>
                  <a:pt x="1349789" y="146154"/>
                  <a:pt x="1345861" y="144868"/>
                </a:cubicBezTo>
                <a:cubicBezTo>
                  <a:pt x="1341934" y="143582"/>
                  <a:pt x="1338615" y="141740"/>
                  <a:pt x="1335905" y="139342"/>
                </a:cubicBezTo>
                <a:cubicBezTo>
                  <a:pt x="1333194" y="136944"/>
                  <a:pt x="1331109" y="134042"/>
                  <a:pt x="1329649" y="130637"/>
                </a:cubicBezTo>
                <a:cubicBezTo>
                  <a:pt x="1328190" y="127231"/>
                  <a:pt x="1327460" y="123408"/>
                  <a:pt x="1327460" y="119168"/>
                </a:cubicBezTo>
                <a:cubicBezTo>
                  <a:pt x="1327460" y="113955"/>
                  <a:pt x="1328537" y="109420"/>
                  <a:pt x="1330692" y="105562"/>
                </a:cubicBezTo>
                <a:cubicBezTo>
                  <a:pt x="1332846" y="101705"/>
                  <a:pt x="1335905" y="98490"/>
                  <a:pt x="1339867" y="95918"/>
                </a:cubicBezTo>
                <a:cubicBezTo>
                  <a:pt x="1343828" y="93347"/>
                  <a:pt x="1348590" y="91418"/>
                  <a:pt x="1354150" y="90132"/>
                </a:cubicBezTo>
                <a:cubicBezTo>
                  <a:pt x="1359711" y="88846"/>
                  <a:pt x="1365897" y="88203"/>
                  <a:pt x="1372708" y="88203"/>
                </a:cubicBezTo>
                <a:lnTo>
                  <a:pt x="1387722" y="88203"/>
                </a:lnTo>
                <a:lnTo>
                  <a:pt x="1387722" y="80045"/>
                </a:lnTo>
                <a:cubicBezTo>
                  <a:pt x="1387722" y="76001"/>
                  <a:pt x="1387304" y="72428"/>
                  <a:pt x="1386470" y="69326"/>
                </a:cubicBezTo>
                <a:cubicBezTo>
                  <a:pt x="1385636" y="66222"/>
                  <a:pt x="1384281" y="63624"/>
                  <a:pt x="1382404" y="61532"/>
                </a:cubicBezTo>
                <a:cubicBezTo>
                  <a:pt x="1380528" y="59441"/>
                  <a:pt x="1378095" y="57872"/>
                  <a:pt x="1375106" y="56828"/>
                </a:cubicBezTo>
                <a:cubicBezTo>
                  <a:pt x="1372117" y="55781"/>
                  <a:pt x="1368468" y="55257"/>
                  <a:pt x="1364159" y="55257"/>
                </a:cubicBezTo>
                <a:cubicBezTo>
                  <a:pt x="1359989" y="55257"/>
                  <a:pt x="1356235" y="55761"/>
                  <a:pt x="1352899" y="56769"/>
                </a:cubicBezTo>
                <a:cubicBezTo>
                  <a:pt x="1349563" y="57777"/>
                  <a:pt x="1346643" y="58906"/>
                  <a:pt x="1344141" y="60158"/>
                </a:cubicBezTo>
                <a:cubicBezTo>
                  <a:pt x="1341639" y="61409"/>
                  <a:pt x="1339571" y="62538"/>
                  <a:pt x="1337938" y="63546"/>
                </a:cubicBezTo>
                <a:cubicBezTo>
                  <a:pt x="1336304" y="64554"/>
                  <a:pt x="1335140" y="65058"/>
                  <a:pt x="1334445" y="65058"/>
                </a:cubicBezTo>
                <a:cubicBezTo>
                  <a:pt x="1334028" y="65058"/>
                  <a:pt x="1333646" y="64988"/>
                  <a:pt x="1333298" y="64849"/>
                </a:cubicBezTo>
                <a:cubicBezTo>
                  <a:pt x="1332951" y="64708"/>
                  <a:pt x="1332655" y="64445"/>
                  <a:pt x="1332412" y="64061"/>
                </a:cubicBezTo>
                <a:cubicBezTo>
                  <a:pt x="1332169" y="63674"/>
                  <a:pt x="1331995" y="63183"/>
                  <a:pt x="1331891" y="62588"/>
                </a:cubicBezTo>
                <a:cubicBezTo>
                  <a:pt x="1331786" y="61991"/>
                  <a:pt x="1331734" y="61272"/>
                  <a:pt x="1331734" y="60431"/>
                </a:cubicBezTo>
                <a:cubicBezTo>
                  <a:pt x="1331734" y="58959"/>
                  <a:pt x="1331839" y="57785"/>
                  <a:pt x="1332047" y="56909"/>
                </a:cubicBezTo>
                <a:cubicBezTo>
                  <a:pt x="1332256" y="56032"/>
                  <a:pt x="1332794" y="55155"/>
                  <a:pt x="1333663" y="54280"/>
                </a:cubicBezTo>
                <a:cubicBezTo>
                  <a:pt x="1334532" y="53402"/>
                  <a:pt x="1336078" y="52380"/>
                  <a:pt x="1338303" y="51214"/>
                </a:cubicBezTo>
                <a:cubicBezTo>
                  <a:pt x="1340527" y="50045"/>
                  <a:pt x="1343081" y="48964"/>
                  <a:pt x="1345966" y="47969"/>
                </a:cubicBezTo>
                <a:cubicBezTo>
                  <a:pt x="1348850" y="46974"/>
                  <a:pt x="1351961" y="46168"/>
                  <a:pt x="1355297" y="45551"/>
                </a:cubicBezTo>
                <a:cubicBezTo>
                  <a:pt x="1358633" y="44932"/>
                  <a:pt x="1361970" y="44623"/>
                  <a:pt x="1365306" y="44623"/>
                </a:cubicBezTo>
                <a:cubicBezTo>
                  <a:pt x="1371770" y="44623"/>
                  <a:pt x="1377226" y="45405"/>
                  <a:pt x="1381674" y="46969"/>
                </a:cubicBezTo>
                <a:cubicBezTo>
                  <a:pt x="1386123" y="48533"/>
                  <a:pt x="1389720" y="50774"/>
                  <a:pt x="1392465" y="53693"/>
                </a:cubicBezTo>
                <a:cubicBezTo>
                  <a:pt x="1395211" y="56613"/>
                  <a:pt x="1397174" y="60210"/>
                  <a:pt x="1398356" y="64484"/>
                </a:cubicBezTo>
                <a:cubicBezTo>
                  <a:pt x="1399538" y="68759"/>
                  <a:pt x="1400128" y="73607"/>
                  <a:pt x="1400128" y="79028"/>
                </a:cubicBezTo>
                <a:lnTo>
                  <a:pt x="1400128" y="142835"/>
                </a:lnTo>
                <a:moveTo>
                  <a:pt x="1387722" y="98421"/>
                </a:moveTo>
                <a:lnTo>
                  <a:pt x="1370519" y="98421"/>
                </a:lnTo>
                <a:cubicBezTo>
                  <a:pt x="1365514" y="98421"/>
                  <a:pt x="1361135" y="98872"/>
                  <a:pt x="1357382" y="99776"/>
                </a:cubicBezTo>
                <a:cubicBezTo>
                  <a:pt x="1353629" y="100680"/>
                  <a:pt x="1350501" y="102000"/>
                  <a:pt x="1347999" y="103738"/>
                </a:cubicBezTo>
                <a:cubicBezTo>
                  <a:pt x="1345497" y="105475"/>
                  <a:pt x="1343637" y="107561"/>
                  <a:pt x="1342421" y="109993"/>
                </a:cubicBezTo>
                <a:cubicBezTo>
                  <a:pt x="1341205" y="112426"/>
                  <a:pt x="1340596" y="115206"/>
                  <a:pt x="1340596" y="118334"/>
                </a:cubicBezTo>
                <a:cubicBezTo>
                  <a:pt x="1340596" y="123756"/>
                  <a:pt x="1342317" y="128082"/>
                  <a:pt x="1345757" y="131314"/>
                </a:cubicBezTo>
                <a:cubicBezTo>
                  <a:pt x="1349198" y="134546"/>
                  <a:pt x="1354046" y="136162"/>
                  <a:pt x="1360301" y="136162"/>
                </a:cubicBezTo>
                <a:cubicBezTo>
                  <a:pt x="1365236" y="136162"/>
                  <a:pt x="1369841" y="134894"/>
                  <a:pt x="1374116" y="132357"/>
                </a:cubicBezTo>
                <a:cubicBezTo>
                  <a:pt x="1378390" y="129820"/>
                  <a:pt x="1382926" y="125910"/>
                  <a:pt x="1387722" y="120628"/>
                </a:cubicBezTo>
                <a:lnTo>
                  <a:pt x="1387722" y="98421"/>
                </a:lnTo>
                <a:close/>
                <a:moveTo>
                  <a:pt x="1487341" y="53355"/>
                </a:moveTo>
                <a:cubicBezTo>
                  <a:pt x="1487341" y="54406"/>
                  <a:pt x="1487307" y="55299"/>
                  <a:pt x="1487237" y="56033"/>
                </a:cubicBezTo>
                <a:cubicBezTo>
                  <a:pt x="1487168" y="56767"/>
                  <a:pt x="1487046" y="57360"/>
                  <a:pt x="1486872" y="57812"/>
                </a:cubicBezTo>
                <a:cubicBezTo>
                  <a:pt x="1486698" y="58263"/>
                  <a:pt x="1486490" y="58611"/>
                  <a:pt x="1486247" y="58854"/>
                </a:cubicBezTo>
                <a:cubicBezTo>
                  <a:pt x="1486003" y="59098"/>
                  <a:pt x="1485673" y="59219"/>
                  <a:pt x="1485256" y="59219"/>
                </a:cubicBezTo>
                <a:cubicBezTo>
                  <a:pt x="1484631" y="59219"/>
                  <a:pt x="1483901" y="59063"/>
                  <a:pt x="1483067" y="58750"/>
                </a:cubicBezTo>
                <a:cubicBezTo>
                  <a:pt x="1482233" y="58437"/>
                  <a:pt x="1481260" y="58107"/>
                  <a:pt x="1480147" y="57760"/>
                </a:cubicBezTo>
                <a:cubicBezTo>
                  <a:pt x="1479035" y="57412"/>
                  <a:pt x="1477819" y="57082"/>
                  <a:pt x="1476498" y="56769"/>
                </a:cubicBezTo>
                <a:cubicBezTo>
                  <a:pt x="1475178" y="56456"/>
                  <a:pt x="1473718" y="56300"/>
                  <a:pt x="1472120" y="56300"/>
                </a:cubicBezTo>
                <a:cubicBezTo>
                  <a:pt x="1470243" y="56300"/>
                  <a:pt x="1468401" y="56696"/>
                  <a:pt x="1466594" y="57489"/>
                </a:cubicBezTo>
                <a:cubicBezTo>
                  <a:pt x="1464787" y="58282"/>
                  <a:pt x="1462893" y="59558"/>
                  <a:pt x="1460912" y="61317"/>
                </a:cubicBezTo>
                <a:cubicBezTo>
                  <a:pt x="1458931" y="63077"/>
                  <a:pt x="1456846" y="65405"/>
                  <a:pt x="1454656" y="68303"/>
                </a:cubicBezTo>
                <a:cubicBezTo>
                  <a:pt x="1452467" y="71200"/>
                  <a:pt x="1450051" y="74753"/>
                  <a:pt x="1447410" y="78960"/>
                </a:cubicBezTo>
                <a:lnTo>
                  <a:pt x="1447410" y="142832"/>
                </a:lnTo>
                <a:cubicBezTo>
                  <a:pt x="1447410" y="143249"/>
                  <a:pt x="1447306" y="143632"/>
                  <a:pt x="1447097" y="143982"/>
                </a:cubicBezTo>
                <a:cubicBezTo>
                  <a:pt x="1446889" y="144329"/>
                  <a:pt x="1446559" y="144607"/>
                  <a:pt x="1446107" y="144816"/>
                </a:cubicBezTo>
                <a:cubicBezTo>
                  <a:pt x="1445655" y="145024"/>
                  <a:pt x="1445030" y="145198"/>
                  <a:pt x="1444230" y="145337"/>
                </a:cubicBezTo>
                <a:cubicBezTo>
                  <a:pt x="1443431" y="145476"/>
                  <a:pt x="1442406" y="145546"/>
                  <a:pt x="1441155" y="145546"/>
                </a:cubicBezTo>
                <a:cubicBezTo>
                  <a:pt x="1439973" y="145546"/>
                  <a:pt x="1438982" y="145476"/>
                  <a:pt x="1438183" y="145337"/>
                </a:cubicBezTo>
                <a:cubicBezTo>
                  <a:pt x="1437384" y="145198"/>
                  <a:pt x="1436741" y="145024"/>
                  <a:pt x="1436254" y="144816"/>
                </a:cubicBezTo>
                <a:cubicBezTo>
                  <a:pt x="1435768" y="144607"/>
                  <a:pt x="1435438" y="144329"/>
                  <a:pt x="1435264" y="143982"/>
                </a:cubicBezTo>
                <a:cubicBezTo>
                  <a:pt x="1435090" y="143632"/>
                  <a:pt x="1435003" y="143249"/>
                  <a:pt x="1435003" y="142832"/>
                </a:cubicBezTo>
                <a:lnTo>
                  <a:pt x="1435003" y="48379"/>
                </a:lnTo>
                <a:cubicBezTo>
                  <a:pt x="1435003" y="47962"/>
                  <a:pt x="1435090" y="47580"/>
                  <a:pt x="1435264" y="47233"/>
                </a:cubicBezTo>
                <a:cubicBezTo>
                  <a:pt x="1435438" y="46883"/>
                  <a:pt x="1435768" y="46586"/>
                  <a:pt x="1436254" y="46343"/>
                </a:cubicBezTo>
                <a:cubicBezTo>
                  <a:pt x="1436741" y="46100"/>
                  <a:pt x="1437349" y="45926"/>
                  <a:pt x="1438079" y="45822"/>
                </a:cubicBezTo>
                <a:cubicBezTo>
                  <a:pt x="1438809" y="45718"/>
                  <a:pt x="1439764" y="45665"/>
                  <a:pt x="1440946" y="45665"/>
                </a:cubicBezTo>
                <a:cubicBezTo>
                  <a:pt x="1442128" y="45665"/>
                  <a:pt x="1443101" y="45718"/>
                  <a:pt x="1443865" y="45822"/>
                </a:cubicBezTo>
                <a:cubicBezTo>
                  <a:pt x="1444630" y="45926"/>
                  <a:pt x="1445221" y="46100"/>
                  <a:pt x="1445638" y="46343"/>
                </a:cubicBezTo>
                <a:cubicBezTo>
                  <a:pt x="1446055" y="46586"/>
                  <a:pt x="1446350" y="46883"/>
                  <a:pt x="1446524" y="47233"/>
                </a:cubicBezTo>
                <a:cubicBezTo>
                  <a:pt x="1446698" y="47580"/>
                  <a:pt x="1446785" y="47962"/>
                  <a:pt x="1446785" y="48379"/>
                </a:cubicBezTo>
                <a:lnTo>
                  <a:pt x="1446785" y="63305"/>
                </a:lnTo>
                <a:cubicBezTo>
                  <a:pt x="1449495" y="59360"/>
                  <a:pt x="1451997" y="56177"/>
                  <a:pt x="1454291" y="53755"/>
                </a:cubicBezTo>
                <a:cubicBezTo>
                  <a:pt x="1456585" y="51333"/>
                  <a:pt x="1458774" y="49448"/>
                  <a:pt x="1460860" y="48099"/>
                </a:cubicBezTo>
                <a:cubicBezTo>
                  <a:pt x="1462945" y="46750"/>
                  <a:pt x="1464978" y="45834"/>
                  <a:pt x="1466959" y="45349"/>
                </a:cubicBezTo>
                <a:cubicBezTo>
                  <a:pt x="1468940" y="44865"/>
                  <a:pt x="1470973" y="44623"/>
                  <a:pt x="1473058" y="44623"/>
                </a:cubicBezTo>
                <a:cubicBezTo>
                  <a:pt x="1473961" y="44623"/>
                  <a:pt x="1475004" y="44676"/>
                  <a:pt x="1476186" y="44783"/>
                </a:cubicBezTo>
                <a:cubicBezTo>
                  <a:pt x="1477367" y="44887"/>
                  <a:pt x="1478636" y="45079"/>
                  <a:pt x="1479991" y="45359"/>
                </a:cubicBezTo>
                <a:cubicBezTo>
                  <a:pt x="1481346" y="45639"/>
                  <a:pt x="1482563" y="45973"/>
                  <a:pt x="1483640" y="46359"/>
                </a:cubicBezTo>
                <a:cubicBezTo>
                  <a:pt x="1484717" y="46744"/>
                  <a:pt x="1485465" y="47095"/>
                  <a:pt x="1485882" y="47412"/>
                </a:cubicBezTo>
                <a:cubicBezTo>
                  <a:pt x="1486299" y="47727"/>
                  <a:pt x="1486577" y="48007"/>
                  <a:pt x="1486716" y="48252"/>
                </a:cubicBezTo>
                <a:cubicBezTo>
                  <a:pt x="1486855" y="48498"/>
                  <a:pt x="1486976" y="48814"/>
                  <a:pt x="1487081" y="49201"/>
                </a:cubicBezTo>
                <a:cubicBezTo>
                  <a:pt x="1487185" y="49585"/>
                  <a:pt x="1487254" y="50111"/>
                  <a:pt x="1487289" y="50777"/>
                </a:cubicBezTo>
                <a:cubicBezTo>
                  <a:pt x="1487324" y="51444"/>
                  <a:pt x="1487341" y="52303"/>
                  <a:pt x="1487341" y="53355"/>
                </a:cubicBezTo>
                <a:close/>
                <a:moveTo>
                  <a:pt x="1581886" y="51660"/>
                </a:moveTo>
                <a:cubicBezTo>
                  <a:pt x="1581886" y="53626"/>
                  <a:pt x="1581574" y="54996"/>
                  <a:pt x="1580948" y="55769"/>
                </a:cubicBezTo>
                <a:cubicBezTo>
                  <a:pt x="1580322" y="56540"/>
                  <a:pt x="1579523" y="56925"/>
                  <a:pt x="1578550" y="56925"/>
                </a:cubicBezTo>
                <a:lnTo>
                  <a:pt x="1563641" y="56925"/>
                </a:lnTo>
                <a:cubicBezTo>
                  <a:pt x="1566560" y="59893"/>
                  <a:pt x="1568593" y="63118"/>
                  <a:pt x="1569740" y="66602"/>
                </a:cubicBezTo>
                <a:cubicBezTo>
                  <a:pt x="1570887" y="70084"/>
                  <a:pt x="1571460" y="73757"/>
                  <a:pt x="1571460" y="77621"/>
                </a:cubicBezTo>
                <a:cubicBezTo>
                  <a:pt x="1571460" y="82964"/>
                  <a:pt x="1570609" y="87718"/>
                  <a:pt x="1568906" y="91882"/>
                </a:cubicBezTo>
                <a:cubicBezTo>
                  <a:pt x="1567203" y="96045"/>
                  <a:pt x="1564788" y="99567"/>
                  <a:pt x="1561660" y="102448"/>
                </a:cubicBezTo>
                <a:cubicBezTo>
                  <a:pt x="1558532" y="105328"/>
                  <a:pt x="1554814" y="107531"/>
                  <a:pt x="1550504" y="109058"/>
                </a:cubicBezTo>
                <a:cubicBezTo>
                  <a:pt x="1546195" y="110585"/>
                  <a:pt x="1541434" y="111349"/>
                  <a:pt x="1536221" y="111349"/>
                </a:cubicBezTo>
                <a:cubicBezTo>
                  <a:pt x="1531981" y="111349"/>
                  <a:pt x="1527950" y="110759"/>
                  <a:pt x="1524127" y="109580"/>
                </a:cubicBezTo>
                <a:cubicBezTo>
                  <a:pt x="1520304" y="108400"/>
                  <a:pt x="1517315" y="106943"/>
                  <a:pt x="1515160" y="105207"/>
                </a:cubicBezTo>
                <a:cubicBezTo>
                  <a:pt x="1513770" y="106604"/>
                  <a:pt x="1512624" y="108210"/>
                  <a:pt x="1511720" y="110026"/>
                </a:cubicBezTo>
                <a:cubicBezTo>
                  <a:pt x="1510816" y="111842"/>
                  <a:pt x="1510365" y="113937"/>
                  <a:pt x="1510365" y="116311"/>
                </a:cubicBezTo>
                <a:cubicBezTo>
                  <a:pt x="1510365" y="118963"/>
                  <a:pt x="1511633" y="121197"/>
                  <a:pt x="1514170" y="123013"/>
                </a:cubicBezTo>
                <a:cubicBezTo>
                  <a:pt x="1516707" y="124829"/>
                  <a:pt x="1519991" y="125806"/>
                  <a:pt x="1524023" y="125945"/>
                </a:cubicBezTo>
                <a:lnTo>
                  <a:pt x="1549566" y="126991"/>
                </a:lnTo>
                <a:cubicBezTo>
                  <a:pt x="1553875" y="127130"/>
                  <a:pt x="1557924" y="127722"/>
                  <a:pt x="1561712" y="128767"/>
                </a:cubicBezTo>
                <a:cubicBezTo>
                  <a:pt x="1565500" y="129809"/>
                  <a:pt x="1568819" y="131358"/>
                  <a:pt x="1571669" y="133413"/>
                </a:cubicBezTo>
                <a:cubicBezTo>
                  <a:pt x="1574519" y="135467"/>
                  <a:pt x="1576778" y="137992"/>
                  <a:pt x="1578446" y="140988"/>
                </a:cubicBezTo>
                <a:cubicBezTo>
                  <a:pt x="1580114" y="143981"/>
                  <a:pt x="1580948" y="147496"/>
                  <a:pt x="1580948" y="151534"/>
                </a:cubicBezTo>
                <a:cubicBezTo>
                  <a:pt x="1580948" y="155713"/>
                  <a:pt x="1580097" y="159717"/>
                  <a:pt x="1578394" y="163547"/>
                </a:cubicBezTo>
                <a:cubicBezTo>
                  <a:pt x="1576691" y="167376"/>
                  <a:pt x="1574050" y="170735"/>
                  <a:pt x="1570470" y="173624"/>
                </a:cubicBezTo>
                <a:cubicBezTo>
                  <a:pt x="1566890" y="176515"/>
                  <a:pt x="1562320" y="178813"/>
                  <a:pt x="1556760" y="180518"/>
                </a:cubicBezTo>
                <a:cubicBezTo>
                  <a:pt x="1551199" y="182225"/>
                  <a:pt x="1544562" y="183079"/>
                  <a:pt x="1536846" y="183079"/>
                </a:cubicBezTo>
                <a:cubicBezTo>
                  <a:pt x="1529479" y="183079"/>
                  <a:pt x="1523206" y="182435"/>
                  <a:pt x="1518028" y="181147"/>
                </a:cubicBezTo>
                <a:cubicBezTo>
                  <a:pt x="1512849" y="179861"/>
                  <a:pt x="1508610" y="178088"/>
                  <a:pt x="1505308" y="175826"/>
                </a:cubicBezTo>
                <a:cubicBezTo>
                  <a:pt x="1502006" y="173568"/>
                  <a:pt x="1499608" y="170908"/>
                  <a:pt x="1498114" y="167847"/>
                </a:cubicBezTo>
                <a:cubicBezTo>
                  <a:pt x="1496620" y="164787"/>
                  <a:pt x="1495873" y="161482"/>
                  <a:pt x="1495873" y="157933"/>
                </a:cubicBezTo>
                <a:cubicBezTo>
                  <a:pt x="1495873" y="155500"/>
                  <a:pt x="1496151" y="153206"/>
                  <a:pt x="1496707" y="151049"/>
                </a:cubicBezTo>
                <a:cubicBezTo>
                  <a:pt x="1497263" y="148892"/>
                  <a:pt x="1498114" y="146840"/>
                  <a:pt x="1499261" y="144894"/>
                </a:cubicBezTo>
                <a:cubicBezTo>
                  <a:pt x="1500408" y="142946"/>
                  <a:pt x="1501833" y="141068"/>
                  <a:pt x="1503536" y="139261"/>
                </a:cubicBezTo>
                <a:cubicBezTo>
                  <a:pt x="1505238" y="137452"/>
                  <a:pt x="1507202" y="135607"/>
                  <a:pt x="1509426" y="133729"/>
                </a:cubicBezTo>
                <a:cubicBezTo>
                  <a:pt x="1505881" y="131913"/>
                  <a:pt x="1503275" y="129714"/>
                  <a:pt x="1501607" y="127131"/>
                </a:cubicBezTo>
                <a:cubicBezTo>
                  <a:pt x="1499939" y="124548"/>
                  <a:pt x="1499105" y="121791"/>
                  <a:pt x="1499105" y="118859"/>
                </a:cubicBezTo>
                <a:cubicBezTo>
                  <a:pt x="1499105" y="114532"/>
                  <a:pt x="1499939" y="110710"/>
                  <a:pt x="1501607" y="107393"/>
                </a:cubicBezTo>
                <a:cubicBezTo>
                  <a:pt x="1503275" y="104077"/>
                  <a:pt x="1505291" y="101092"/>
                  <a:pt x="1507654" y="98440"/>
                </a:cubicBezTo>
                <a:cubicBezTo>
                  <a:pt x="1505638" y="95803"/>
                  <a:pt x="1504074" y="92923"/>
                  <a:pt x="1502962" y="89800"/>
                </a:cubicBezTo>
                <a:cubicBezTo>
                  <a:pt x="1501850" y="86676"/>
                  <a:pt x="1501294" y="82929"/>
                  <a:pt x="1501294" y="78559"/>
                </a:cubicBezTo>
                <a:cubicBezTo>
                  <a:pt x="1501294" y="73283"/>
                  <a:pt x="1502163" y="68547"/>
                  <a:pt x="1503900" y="64351"/>
                </a:cubicBezTo>
                <a:cubicBezTo>
                  <a:pt x="1505638" y="60152"/>
                  <a:pt x="1508053" y="56595"/>
                  <a:pt x="1511147" y="53680"/>
                </a:cubicBezTo>
                <a:cubicBezTo>
                  <a:pt x="1514240" y="50766"/>
                  <a:pt x="1517941" y="48527"/>
                  <a:pt x="1522250" y="46965"/>
                </a:cubicBezTo>
                <a:cubicBezTo>
                  <a:pt x="1526559" y="45404"/>
                  <a:pt x="1531286" y="44623"/>
                  <a:pt x="1536429" y="44623"/>
                </a:cubicBezTo>
                <a:cubicBezTo>
                  <a:pt x="1539140" y="44623"/>
                  <a:pt x="1541694" y="44779"/>
                  <a:pt x="1544092" y="45092"/>
                </a:cubicBezTo>
                <a:cubicBezTo>
                  <a:pt x="1546490" y="45405"/>
                  <a:pt x="1548697" y="45805"/>
                  <a:pt x="1550713" y="46291"/>
                </a:cubicBezTo>
                <a:lnTo>
                  <a:pt x="1578550" y="46291"/>
                </a:lnTo>
                <a:cubicBezTo>
                  <a:pt x="1579732" y="46291"/>
                  <a:pt x="1580583" y="46747"/>
                  <a:pt x="1581104" y="47659"/>
                </a:cubicBezTo>
                <a:cubicBezTo>
                  <a:pt x="1581626" y="48572"/>
                  <a:pt x="1581886" y="49905"/>
                  <a:pt x="1581886" y="51660"/>
                </a:cubicBezTo>
                <a:moveTo>
                  <a:pt x="1558637" y="77829"/>
                </a:moveTo>
                <a:cubicBezTo>
                  <a:pt x="1558637" y="70688"/>
                  <a:pt x="1556673" y="65105"/>
                  <a:pt x="1552746" y="61083"/>
                </a:cubicBezTo>
                <a:cubicBezTo>
                  <a:pt x="1548819" y="57060"/>
                  <a:pt x="1543241" y="55049"/>
                  <a:pt x="1536012" y="55049"/>
                </a:cubicBezTo>
                <a:cubicBezTo>
                  <a:pt x="1532328" y="55049"/>
                  <a:pt x="1529096" y="55673"/>
                  <a:pt x="1526316" y="56922"/>
                </a:cubicBezTo>
                <a:cubicBezTo>
                  <a:pt x="1523536" y="58169"/>
                  <a:pt x="1521242" y="59868"/>
                  <a:pt x="1519435" y="62018"/>
                </a:cubicBezTo>
                <a:cubicBezTo>
                  <a:pt x="1517628" y="64168"/>
                  <a:pt x="1516273" y="66665"/>
                  <a:pt x="1515369" y="69508"/>
                </a:cubicBezTo>
                <a:cubicBezTo>
                  <a:pt x="1514465" y="72351"/>
                  <a:pt x="1514014" y="75368"/>
                  <a:pt x="1514014" y="78559"/>
                </a:cubicBezTo>
                <a:cubicBezTo>
                  <a:pt x="1514014" y="85492"/>
                  <a:pt x="1515977" y="90953"/>
                  <a:pt x="1519904" y="94941"/>
                </a:cubicBezTo>
                <a:cubicBezTo>
                  <a:pt x="1523831" y="98929"/>
                  <a:pt x="1529340" y="100923"/>
                  <a:pt x="1536429" y="100923"/>
                </a:cubicBezTo>
                <a:cubicBezTo>
                  <a:pt x="1540183" y="100923"/>
                  <a:pt x="1543467" y="100299"/>
                  <a:pt x="1546282" y="99053"/>
                </a:cubicBezTo>
                <a:cubicBezTo>
                  <a:pt x="1549097" y="97804"/>
                  <a:pt x="1551408" y="96121"/>
                  <a:pt x="1553215" y="94006"/>
                </a:cubicBezTo>
                <a:cubicBezTo>
                  <a:pt x="1555022" y="91890"/>
                  <a:pt x="1556378" y="89428"/>
                  <a:pt x="1557281" y="86620"/>
                </a:cubicBezTo>
                <a:cubicBezTo>
                  <a:pt x="1558185" y="83811"/>
                  <a:pt x="1558637" y="80881"/>
                  <a:pt x="1558637" y="77829"/>
                </a:cubicBezTo>
                <a:moveTo>
                  <a:pt x="1568541" y="152264"/>
                </a:moveTo>
                <a:cubicBezTo>
                  <a:pt x="1568541" y="147663"/>
                  <a:pt x="1566682" y="144144"/>
                  <a:pt x="1562963" y="141704"/>
                </a:cubicBezTo>
                <a:cubicBezTo>
                  <a:pt x="1559245" y="139263"/>
                  <a:pt x="1554258" y="137938"/>
                  <a:pt x="1548002" y="137730"/>
                </a:cubicBezTo>
                <a:lnTo>
                  <a:pt x="1520582" y="136788"/>
                </a:lnTo>
                <a:cubicBezTo>
                  <a:pt x="1518080" y="138741"/>
                  <a:pt x="1516029" y="140588"/>
                  <a:pt x="1514431" y="142330"/>
                </a:cubicBezTo>
                <a:cubicBezTo>
                  <a:pt x="1512832" y="144072"/>
                  <a:pt x="1511564" y="145762"/>
                  <a:pt x="1510625" y="147400"/>
                </a:cubicBezTo>
                <a:cubicBezTo>
                  <a:pt x="1509687" y="149039"/>
                  <a:pt x="1509044" y="150644"/>
                  <a:pt x="1508696" y="152212"/>
                </a:cubicBezTo>
                <a:cubicBezTo>
                  <a:pt x="1508349" y="153780"/>
                  <a:pt x="1508175" y="155366"/>
                  <a:pt x="1508175" y="156969"/>
                </a:cubicBezTo>
                <a:cubicBezTo>
                  <a:pt x="1508175" y="162127"/>
                  <a:pt x="1510764" y="166030"/>
                  <a:pt x="1515942" y="168678"/>
                </a:cubicBezTo>
                <a:cubicBezTo>
                  <a:pt x="1521121" y="171328"/>
                  <a:pt x="1528332" y="172653"/>
                  <a:pt x="1537576" y="172653"/>
                </a:cubicBezTo>
                <a:cubicBezTo>
                  <a:pt x="1543415" y="172653"/>
                  <a:pt x="1548298" y="172077"/>
                  <a:pt x="1552225" y="170926"/>
                </a:cubicBezTo>
                <a:cubicBezTo>
                  <a:pt x="1556152" y="169777"/>
                  <a:pt x="1559332" y="168261"/>
                  <a:pt x="1561764" y="166378"/>
                </a:cubicBezTo>
                <a:cubicBezTo>
                  <a:pt x="1564197" y="164497"/>
                  <a:pt x="1565935" y="162336"/>
                  <a:pt x="1566977" y="159894"/>
                </a:cubicBezTo>
                <a:cubicBezTo>
                  <a:pt x="1568020" y="157455"/>
                  <a:pt x="1568541" y="154912"/>
                  <a:pt x="1568541" y="152264"/>
                </a:cubicBezTo>
                <a:close/>
                <a:moveTo>
                  <a:pt x="1682722" y="90810"/>
                </a:moveTo>
                <a:cubicBezTo>
                  <a:pt x="1682722" y="93312"/>
                  <a:pt x="1682061" y="95032"/>
                  <a:pt x="1680741" y="95971"/>
                </a:cubicBezTo>
                <a:cubicBezTo>
                  <a:pt x="1679420" y="96909"/>
                  <a:pt x="1678134" y="97378"/>
                  <a:pt x="1676883" y="97378"/>
                </a:cubicBezTo>
                <a:lnTo>
                  <a:pt x="1612555" y="97378"/>
                </a:lnTo>
                <a:cubicBezTo>
                  <a:pt x="1612555" y="103232"/>
                  <a:pt x="1613129" y="108528"/>
                  <a:pt x="1614275" y="113268"/>
                </a:cubicBezTo>
                <a:cubicBezTo>
                  <a:pt x="1615422" y="118007"/>
                  <a:pt x="1617316" y="122067"/>
                  <a:pt x="1619958" y="125447"/>
                </a:cubicBezTo>
                <a:cubicBezTo>
                  <a:pt x="1622599" y="128826"/>
                  <a:pt x="1626039" y="131423"/>
                  <a:pt x="1630279" y="133237"/>
                </a:cubicBezTo>
                <a:cubicBezTo>
                  <a:pt x="1634519" y="135048"/>
                  <a:pt x="1639732" y="135954"/>
                  <a:pt x="1645918" y="135954"/>
                </a:cubicBezTo>
                <a:cubicBezTo>
                  <a:pt x="1650297" y="135954"/>
                  <a:pt x="1654224" y="135566"/>
                  <a:pt x="1657699" y="134791"/>
                </a:cubicBezTo>
                <a:cubicBezTo>
                  <a:pt x="1661175" y="134015"/>
                  <a:pt x="1664181" y="133152"/>
                  <a:pt x="1666718" y="132201"/>
                </a:cubicBezTo>
                <a:cubicBezTo>
                  <a:pt x="1669255" y="131249"/>
                  <a:pt x="1671340" y="130386"/>
                  <a:pt x="1672973" y="129610"/>
                </a:cubicBezTo>
                <a:cubicBezTo>
                  <a:pt x="1674607" y="128835"/>
                  <a:pt x="1675771" y="128447"/>
                  <a:pt x="1676466" y="128447"/>
                </a:cubicBezTo>
                <a:cubicBezTo>
                  <a:pt x="1676883" y="128447"/>
                  <a:pt x="1677265" y="128553"/>
                  <a:pt x="1677613" y="128763"/>
                </a:cubicBezTo>
                <a:cubicBezTo>
                  <a:pt x="1677960" y="128974"/>
                  <a:pt x="1678238" y="129307"/>
                  <a:pt x="1678447" y="129763"/>
                </a:cubicBezTo>
                <a:cubicBezTo>
                  <a:pt x="1678655" y="130220"/>
                  <a:pt x="1678812" y="130798"/>
                  <a:pt x="1678916" y="131500"/>
                </a:cubicBezTo>
                <a:cubicBezTo>
                  <a:pt x="1679020" y="132202"/>
                  <a:pt x="1679072" y="133078"/>
                  <a:pt x="1679072" y="134129"/>
                </a:cubicBezTo>
                <a:cubicBezTo>
                  <a:pt x="1679072" y="134622"/>
                  <a:pt x="1679038" y="135097"/>
                  <a:pt x="1678968" y="135553"/>
                </a:cubicBezTo>
                <a:cubicBezTo>
                  <a:pt x="1678899" y="136009"/>
                  <a:pt x="1678812" y="136431"/>
                  <a:pt x="1678708" y="136817"/>
                </a:cubicBezTo>
                <a:cubicBezTo>
                  <a:pt x="1678603" y="137202"/>
                  <a:pt x="1678447" y="137570"/>
                  <a:pt x="1678238" y="137922"/>
                </a:cubicBezTo>
                <a:cubicBezTo>
                  <a:pt x="1678030" y="138271"/>
                  <a:pt x="1677752" y="138622"/>
                  <a:pt x="1677404" y="138974"/>
                </a:cubicBezTo>
                <a:cubicBezTo>
                  <a:pt x="1677057" y="139324"/>
                  <a:pt x="1675979" y="139933"/>
                  <a:pt x="1674172" y="140802"/>
                </a:cubicBezTo>
                <a:cubicBezTo>
                  <a:pt x="1672365" y="141671"/>
                  <a:pt x="1670002" y="142540"/>
                  <a:pt x="1667083" y="143408"/>
                </a:cubicBezTo>
                <a:cubicBezTo>
                  <a:pt x="1664163" y="144277"/>
                  <a:pt x="1660775" y="145059"/>
                  <a:pt x="1656917" y="145754"/>
                </a:cubicBezTo>
                <a:cubicBezTo>
                  <a:pt x="1653060" y="146449"/>
                  <a:pt x="1648907" y="146797"/>
                  <a:pt x="1644458" y="146797"/>
                </a:cubicBezTo>
                <a:cubicBezTo>
                  <a:pt x="1637160" y="146797"/>
                  <a:pt x="1630696" y="145701"/>
                  <a:pt x="1625066" y="143509"/>
                </a:cubicBezTo>
                <a:cubicBezTo>
                  <a:pt x="1619436" y="141318"/>
                  <a:pt x="1614710" y="138083"/>
                  <a:pt x="1610887" y="133804"/>
                </a:cubicBezTo>
                <a:cubicBezTo>
                  <a:pt x="1607064" y="129525"/>
                  <a:pt x="1604162" y="124219"/>
                  <a:pt x="1602181" y="117888"/>
                </a:cubicBezTo>
                <a:cubicBezTo>
                  <a:pt x="1600200" y="111556"/>
                  <a:pt x="1599210" y="104216"/>
                  <a:pt x="1599210" y="95866"/>
                </a:cubicBezTo>
                <a:cubicBezTo>
                  <a:pt x="1599210" y="87864"/>
                  <a:pt x="1600235" y="80698"/>
                  <a:pt x="1602286" y="74366"/>
                </a:cubicBezTo>
                <a:cubicBezTo>
                  <a:pt x="1604336" y="68035"/>
                  <a:pt x="1607273" y="62660"/>
                  <a:pt x="1611096" y="58242"/>
                </a:cubicBezTo>
                <a:cubicBezTo>
                  <a:pt x="1614918" y="53824"/>
                  <a:pt x="1619523" y="50449"/>
                  <a:pt x="1624910" y="48119"/>
                </a:cubicBezTo>
                <a:cubicBezTo>
                  <a:pt x="1630297" y="45788"/>
                  <a:pt x="1636291" y="44623"/>
                  <a:pt x="1642895" y="44623"/>
                </a:cubicBezTo>
                <a:cubicBezTo>
                  <a:pt x="1649984" y="44623"/>
                  <a:pt x="1656031" y="45805"/>
                  <a:pt x="1661036" y="48168"/>
                </a:cubicBezTo>
                <a:cubicBezTo>
                  <a:pt x="1666040" y="50531"/>
                  <a:pt x="1670158" y="53711"/>
                  <a:pt x="1673390" y="57707"/>
                </a:cubicBezTo>
                <a:cubicBezTo>
                  <a:pt x="1676622" y="61704"/>
                  <a:pt x="1678986" y="66344"/>
                  <a:pt x="1680480" y="71626"/>
                </a:cubicBezTo>
                <a:cubicBezTo>
                  <a:pt x="1681974" y="76908"/>
                  <a:pt x="1682722" y="82469"/>
                  <a:pt x="1682722" y="88307"/>
                </a:cubicBezTo>
                <a:lnTo>
                  <a:pt x="1682722" y="90810"/>
                </a:lnTo>
                <a:moveTo>
                  <a:pt x="1669898" y="87161"/>
                </a:moveTo>
                <a:cubicBezTo>
                  <a:pt x="1670106" y="77152"/>
                  <a:pt x="1667812" y="69332"/>
                  <a:pt x="1663017" y="63702"/>
                </a:cubicBezTo>
                <a:cubicBezTo>
                  <a:pt x="1658221" y="58072"/>
                  <a:pt x="1651235" y="55257"/>
                  <a:pt x="1642060" y="55257"/>
                </a:cubicBezTo>
                <a:cubicBezTo>
                  <a:pt x="1637334" y="55257"/>
                  <a:pt x="1633181" y="56144"/>
                  <a:pt x="1629602" y="57916"/>
                </a:cubicBezTo>
                <a:cubicBezTo>
                  <a:pt x="1626022" y="59688"/>
                  <a:pt x="1622998" y="62034"/>
                  <a:pt x="1620531" y="64953"/>
                </a:cubicBezTo>
                <a:cubicBezTo>
                  <a:pt x="1618064" y="67873"/>
                  <a:pt x="1616169" y="71261"/>
                  <a:pt x="1614849" y="75119"/>
                </a:cubicBezTo>
                <a:cubicBezTo>
                  <a:pt x="1613528" y="78976"/>
                  <a:pt x="1612764" y="82990"/>
                  <a:pt x="1612555" y="87161"/>
                </a:cubicBezTo>
                <a:lnTo>
                  <a:pt x="1669898" y="87161"/>
                </a:lnTo>
                <a:close/>
                <a:moveTo>
                  <a:pt x="1754986" y="137309"/>
                </a:moveTo>
                <a:cubicBezTo>
                  <a:pt x="1754986" y="138769"/>
                  <a:pt x="1754865" y="139950"/>
                  <a:pt x="1754621" y="140854"/>
                </a:cubicBezTo>
                <a:cubicBezTo>
                  <a:pt x="1754378" y="141758"/>
                  <a:pt x="1753996" y="142470"/>
                  <a:pt x="1753475" y="142991"/>
                </a:cubicBezTo>
                <a:cubicBezTo>
                  <a:pt x="1752953" y="143513"/>
                  <a:pt x="1752189" y="143999"/>
                  <a:pt x="1751181" y="144451"/>
                </a:cubicBezTo>
                <a:cubicBezTo>
                  <a:pt x="1750173" y="144903"/>
                  <a:pt x="1749009" y="145285"/>
                  <a:pt x="1747688" y="145598"/>
                </a:cubicBezTo>
                <a:cubicBezTo>
                  <a:pt x="1746368" y="145911"/>
                  <a:pt x="1744977" y="146154"/>
                  <a:pt x="1743518" y="146328"/>
                </a:cubicBezTo>
                <a:cubicBezTo>
                  <a:pt x="1742058" y="146501"/>
                  <a:pt x="1740633" y="146588"/>
                  <a:pt x="1739243" y="146588"/>
                </a:cubicBezTo>
                <a:cubicBezTo>
                  <a:pt x="1734586" y="146588"/>
                  <a:pt x="1730624" y="145963"/>
                  <a:pt x="1727358" y="144712"/>
                </a:cubicBezTo>
                <a:cubicBezTo>
                  <a:pt x="1724091" y="143461"/>
                  <a:pt x="1721415" y="141567"/>
                  <a:pt x="1719330" y="139030"/>
                </a:cubicBezTo>
                <a:cubicBezTo>
                  <a:pt x="1717244" y="136493"/>
                  <a:pt x="1715733" y="133278"/>
                  <a:pt x="1714794" y="129386"/>
                </a:cubicBezTo>
                <a:cubicBezTo>
                  <a:pt x="1713856" y="125493"/>
                  <a:pt x="1713387" y="120906"/>
                  <a:pt x="1713387" y="115623"/>
                </a:cubicBezTo>
                <a:lnTo>
                  <a:pt x="1713387" y="56925"/>
                </a:lnTo>
                <a:lnTo>
                  <a:pt x="1699312" y="56925"/>
                </a:lnTo>
                <a:cubicBezTo>
                  <a:pt x="1698339" y="56925"/>
                  <a:pt x="1697574" y="56487"/>
                  <a:pt x="1697018" y="55609"/>
                </a:cubicBezTo>
                <a:cubicBezTo>
                  <a:pt x="1696462" y="54732"/>
                  <a:pt x="1696184" y="53415"/>
                  <a:pt x="1696184" y="51660"/>
                </a:cubicBezTo>
                <a:cubicBezTo>
                  <a:pt x="1696184" y="50748"/>
                  <a:pt x="1696254" y="49959"/>
                  <a:pt x="1696393" y="49292"/>
                </a:cubicBezTo>
                <a:cubicBezTo>
                  <a:pt x="1696532" y="48625"/>
                  <a:pt x="1696740" y="48063"/>
                  <a:pt x="1697018" y="47607"/>
                </a:cubicBezTo>
                <a:cubicBezTo>
                  <a:pt x="1697296" y="47151"/>
                  <a:pt x="1697626" y="46818"/>
                  <a:pt x="1698009" y="46607"/>
                </a:cubicBezTo>
                <a:cubicBezTo>
                  <a:pt x="1698391" y="46396"/>
                  <a:pt x="1698825" y="46291"/>
                  <a:pt x="1699312" y="46291"/>
                </a:cubicBezTo>
                <a:lnTo>
                  <a:pt x="1713387" y="46291"/>
                </a:lnTo>
                <a:lnTo>
                  <a:pt x="1713387" y="23146"/>
                </a:lnTo>
                <a:cubicBezTo>
                  <a:pt x="1713387" y="22728"/>
                  <a:pt x="1713474" y="22346"/>
                  <a:pt x="1713648" y="21999"/>
                </a:cubicBezTo>
                <a:cubicBezTo>
                  <a:pt x="1713821" y="21651"/>
                  <a:pt x="1714151" y="21356"/>
                  <a:pt x="1714638" y="21112"/>
                </a:cubicBezTo>
                <a:cubicBezTo>
                  <a:pt x="1715125" y="20869"/>
                  <a:pt x="1715767" y="20695"/>
                  <a:pt x="1716567" y="20591"/>
                </a:cubicBezTo>
                <a:cubicBezTo>
                  <a:pt x="1717366" y="20487"/>
                  <a:pt x="1718357" y="20435"/>
                  <a:pt x="1719538" y="20435"/>
                </a:cubicBezTo>
                <a:cubicBezTo>
                  <a:pt x="1720789" y="20435"/>
                  <a:pt x="1721814" y="20487"/>
                  <a:pt x="1722614" y="20591"/>
                </a:cubicBezTo>
                <a:cubicBezTo>
                  <a:pt x="1723413" y="20695"/>
                  <a:pt x="1724039" y="20869"/>
                  <a:pt x="1724490" y="21112"/>
                </a:cubicBezTo>
                <a:cubicBezTo>
                  <a:pt x="1724942" y="21356"/>
                  <a:pt x="1725272" y="21651"/>
                  <a:pt x="1725481" y="21999"/>
                </a:cubicBezTo>
                <a:cubicBezTo>
                  <a:pt x="1725689" y="22346"/>
                  <a:pt x="1725794" y="22728"/>
                  <a:pt x="1725794" y="23146"/>
                </a:cubicBezTo>
                <a:lnTo>
                  <a:pt x="1725794" y="46291"/>
                </a:lnTo>
                <a:lnTo>
                  <a:pt x="1751858" y="46291"/>
                </a:lnTo>
                <a:cubicBezTo>
                  <a:pt x="1752345" y="46291"/>
                  <a:pt x="1752779" y="46396"/>
                  <a:pt x="1753162" y="46607"/>
                </a:cubicBezTo>
                <a:cubicBezTo>
                  <a:pt x="1753544" y="46818"/>
                  <a:pt x="1753874" y="47151"/>
                  <a:pt x="1754152" y="47607"/>
                </a:cubicBezTo>
                <a:cubicBezTo>
                  <a:pt x="1754430" y="48063"/>
                  <a:pt x="1754639" y="48625"/>
                  <a:pt x="1754778" y="49292"/>
                </a:cubicBezTo>
                <a:cubicBezTo>
                  <a:pt x="1754917" y="49959"/>
                  <a:pt x="1754986" y="50748"/>
                  <a:pt x="1754986" y="51660"/>
                </a:cubicBezTo>
                <a:cubicBezTo>
                  <a:pt x="1754986" y="53415"/>
                  <a:pt x="1754691" y="54732"/>
                  <a:pt x="1754100" y="55609"/>
                </a:cubicBezTo>
                <a:cubicBezTo>
                  <a:pt x="1753509" y="56487"/>
                  <a:pt x="1752762" y="56925"/>
                  <a:pt x="1751858" y="56925"/>
                </a:cubicBezTo>
                <a:lnTo>
                  <a:pt x="1725794" y="56925"/>
                </a:lnTo>
                <a:lnTo>
                  <a:pt x="1725794" y="113955"/>
                </a:lnTo>
                <a:cubicBezTo>
                  <a:pt x="1725794" y="121114"/>
                  <a:pt x="1726819" y="126571"/>
                  <a:pt x="1728869" y="130324"/>
                </a:cubicBezTo>
                <a:cubicBezTo>
                  <a:pt x="1730920" y="134077"/>
                  <a:pt x="1734656" y="135954"/>
                  <a:pt x="1740077" y="135954"/>
                </a:cubicBezTo>
                <a:cubicBezTo>
                  <a:pt x="1741745" y="135954"/>
                  <a:pt x="1743257" y="135780"/>
                  <a:pt x="1744612" y="135433"/>
                </a:cubicBezTo>
                <a:cubicBezTo>
                  <a:pt x="1745968" y="135085"/>
                  <a:pt x="1747167" y="134703"/>
                  <a:pt x="1748209" y="134286"/>
                </a:cubicBezTo>
                <a:cubicBezTo>
                  <a:pt x="1749252" y="133869"/>
                  <a:pt x="1750138" y="133486"/>
                  <a:pt x="1750868" y="133139"/>
                </a:cubicBezTo>
                <a:cubicBezTo>
                  <a:pt x="1751598" y="132791"/>
                  <a:pt x="1752241" y="132618"/>
                  <a:pt x="1752797" y="132618"/>
                </a:cubicBezTo>
                <a:cubicBezTo>
                  <a:pt x="1753144" y="132618"/>
                  <a:pt x="1753457" y="132687"/>
                  <a:pt x="1753735" y="132826"/>
                </a:cubicBezTo>
                <a:cubicBezTo>
                  <a:pt x="1754013" y="132965"/>
                  <a:pt x="1754239" y="133226"/>
                  <a:pt x="1754413" y="133608"/>
                </a:cubicBezTo>
                <a:cubicBezTo>
                  <a:pt x="1754587" y="133990"/>
                  <a:pt x="1754726" y="134477"/>
                  <a:pt x="1754830" y="135068"/>
                </a:cubicBezTo>
                <a:cubicBezTo>
                  <a:pt x="1754934" y="135658"/>
                  <a:pt x="1754986" y="136406"/>
                  <a:pt x="1754986" y="137309"/>
                </a:cubicBezTo>
                <a:close/>
                <a:moveTo>
                  <a:pt x="1903887" y="142832"/>
                </a:moveTo>
                <a:cubicBezTo>
                  <a:pt x="1903887" y="143320"/>
                  <a:pt x="1903800" y="143739"/>
                  <a:pt x="1903626" y="144086"/>
                </a:cubicBezTo>
                <a:cubicBezTo>
                  <a:pt x="1903453" y="144434"/>
                  <a:pt x="1903140" y="144712"/>
                  <a:pt x="1902688" y="144920"/>
                </a:cubicBezTo>
                <a:cubicBezTo>
                  <a:pt x="1902236" y="145129"/>
                  <a:pt x="1901663" y="145285"/>
                  <a:pt x="1900968" y="145389"/>
                </a:cubicBezTo>
                <a:cubicBezTo>
                  <a:pt x="1900273" y="145494"/>
                  <a:pt x="1899404" y="145546"/>
                  <a:pt x="1898361" y="145546"/>
                </a:cubicBezTo>
                <a:cubicBezTo>
                  <a:pt x="1897249" y="145546"/>
                  <a:pt x="1896328" y="145494"/>
                  <a:pt x="1895598" y="145389"/>
                </a:cubicBezTo>
                <a:cubicBezTo>
                  <a:pt x="1894869" y="145287"/>
                  <a:pt x="1894278" y="145132"/>
                  <a:pt x="1893826" y="144923"/>
                </a:cubicBezTo>
                <a:cubicBezTo>
                  <a:pt x="1893374" y="144717"/>
                  <a:pt x="1893027" y="144441"/>
                  <a:pt x="1892783" y="144096"/>
                </a:cubicBezTo>
                <a:cubicBezTo>
                  <a:pt x="1892540" y="143748"/>
                  <a:pt x="1892418" y="143333"/>
                  <a:pt x="1892418" y="142851"/>
                </a:cubicBezTo>
                <a:lnTo>
                  <a:pt x="1892418" y="129369"/>
                </a:lnTo>
                <a:cubicBezTo>
                  <a:pt x="1887414" y="134795"/>
                  <a:pt x="1882236" y="139057"/>
                  <a:pt x="1876884" y="142154"/>
                </a:cubicBezTo>
                <a:cubicBezTo>
                  <a:pt x="1871532" y="145249"/>
                  <a:pt x="1865693" y="146797"/>
                  <a:pt x="1859368" y="146797"/>
                </a:cubicBezTo>
                <a:cubicBezTo>
                  <a:pt x="1852557" y="146797"/>
                  <a:pt x="1846753" y="145475"/>
                  <a:pt x="1841957" y="142832"/>
                </a:cubicBezTo>
                <a:cubicBezTo>
                  <a:pt x="1837161" y="140188"/>
                  <a:pt x="1833251" y="136606"/>
                  <a:pt x="1830228" y="132083"/>
                </a:cubicBezTo>
                <a:cubicBezTo>
                  <a:pt x="1827204" y="127559"/>
                  <a:pt x="1824998" y="122254"/>
                  <a:pt x="1823607" y="116167"/>
                </a:cubicBezTo>
                <a:cubicBezTo>
                  <a:pt x="1822217" y="110079"/>
                  <a:pt x="1821522" y="103625"/>
                  <a:pt x="1821522" y="96805"/>
                </a:cubicBezTo>
                <a:cubicBezTo>
                  <a:pt x="1821522" y="88805"/>
                  <a:pt x="1822391" y="81587"/>
                  <a:pt x="1824129" y="75151"/>
                </a:cubicBezTo>
                <a:cubicBezTo>
                  <a:pt x="1825866" y="68715"/>
                  <a:pt x="1828438" y="63236"/>
                  <a:pt x="1831844" y="58714"/>
                </a:cubicBezTo>
                <a:cubicBezTo>
                  <a:pt x="1835250" y="54190"/>
                  <a:pt x="1839455" y="50710"/>
                  <a:pt x="1844459" y="48275"/>
                </a:cubicBezTo>
                <a:cubicBezTo>
                  <a:pt x="1849464" y="45840"/>
                  <a:pt x="1855267" y="44623"/>
                  <a:pt x="1861871" y="44623"/>
                </a:cubicBezTo>
                <a:cubicBezTo>
                  <a:pt x="1867570" y="44623"/>
                  <a:pt x="1872783" y="45894"/>
                  <a:pt x="1877509" y="48435"/>
                </a:cubicBezTo>
                <a:cubicBezTo>
                  <a:pt x="1882236" y="50974"/>
                  <a:pt x="1886893" y="54713"/>
                  <a:pt x="1891480" y="59653"/>
                </a:cubicBezTo>
                <a:lnTo>
                  <a:pt x="1891480" y="2717"/>
                </a:lnTo>
                <a:cubicBezTo>
                  <a:pt x="1891480" y="2298"/>
                  <a:pt x="1891567" y="1915"/>
                  <a:pt x="1891741" y="1567"/>
                </a:cubicBezTo>
                <a:cubicBezTo>
                  <a:pt x="1891915" y="1220"/>
                  <a:pt x="1892245" y="942"/>
                  <a:pt x="1892731" y="733"/>
                </a:cubicBezTo>
                <a:cubicBezTo>
                  <a:pt x="1893218" y="522"/>
                  <a:pt x="1893861" y="348"/>
                  <a:pt x="1894660" y="209"/>
                </a:cubicBezTo>
                <a:cubicBezTo>
                  <a:pt x="1895459" y="70"/>
                  <a:pt x="1896450" y="0"/>
                  <a:pt x="1897631" y="0"/>
                </a:cubicBezTo>
                <a:cubicBezTo>
                  <a:pt x="1898882" y="0"/>
                  <a:pt x="1899908" y="70"/>
                  <a:pt x="1900707" y="209"/>
                </a:cubicBezTo>
                <a:cubicBezTo>
                  <a:pt x="1901506" y="348"/>
                  <a:pt x="1902132" y="521"/>
                  <a:pt x="1902584" y="730"/>
                </a:cubicBezTo>
                <a:cubicBezTo>
                  <a:pt x="1903035" y="938"/>
                  <a:pt x="1903366" y="1216"/>
                  <a:pt x="1903574" y="1564"/>
                </a:cubicBezTo>
                <a:cubicBezTo>
                  <a:pt x="1903783" y="1911"/>
                  <a:pt x="1903887" y="2295"/>
                  <a:pt x="1903887" y="2714"/>
                </a:cubicBezTo>
                <a:lnTo>
                  <a:pt x="1903887" y="142832"/>
                </a:lnTo>
                <a:moveTo>
                  <a:pt x="1891480" y="74783"/>
                </a:moveTo>
                <a:cubicBezTo>
                  <a:pt x="1886267" y="68449"/>
                  <a:pt x="1881245" y="63612"/>
                  <a:pt x="1876415" y="60272"/>
                </a:cubicBezTo>
                <a:cubicBezTo>
                  <a:pt x="1871584" y="56929"/>
                  <a:pt x="1866527" y="55257"/>
                  <a:pt x="1861245" y="55257"/>
                </a:cubicBezTo>
                <a:cubicBezTo>
                  <a:pt x="1856449" y="55257"/>
                  <a:pt x="1852348" y="56406"/>
                  <a:pt x="1848942" y="58704"/>
                </a:cubicBezTo>
                <a:cubicBezTo>
                  <a:pt x="1845537" y="61000"/>
                  <a:pt x="1842756" y="64027"/>
                  <a:pt x="1840602" y="67785"/>
                </a:cubicBezTo>
                <a:cubicBezTo>
                  <a:pt x="1838447" y="71542"/>
                  <a:pt x="1836883" y="75788"/>
                  <a:pt x="1835910" y="80521"/>
                </a:cubicBezTo>
                <a:cubicBezTo>
                  <a:pt x="1834937" y="85254"/>
                  <a:pt x="1834450" y="90056"/>
                  <a:pt x="1834450" y="94928"/>
                </a:cubicBezTo>
                <a:cubicBezTo>
                  <a:pt x="1834450" y="100147"/>
                  <a:pt x="1834867" y="105228"/>
                  <a:pt x="1835701" y="110169"/>
                </a:cubicBezTo>
                <a:cubicBezTo>
                  <a:pt x="1836536" y="115111"/>
                  <a:pt x="1837960" y="119512"/>
                  <a:pt x="1839976" y="123374"/>
                </a:cubicBezTo>
                <a:cubicBezTo>
                  <a:pt x="1841992" y="127236"/>
                  <a:pt x="1844668" y="130334"/>
                  <a:pt x="1848004" y="132666"/>
                </a:cubicBezTo>
                <a:cubicBezTo>
                  <a:pt x="1851340" y="134997"/>
                  <a:pt x="1855511" y="136162"/>
                  <a:pt x="1860515" y="136162"/>
                </a:cubicBezTo>
                <a:cubicBezTo>
                  <a:pt x="1863017" y="136162"/>
                  <a:pt x="1865450" y="135815"/>
                  <a:pt x="1867813" y="135120"/>
                </a:cubicBezTo>
                <a:cubicBezTo>
                  <a:pt x="1870176" y="134423"/>
                  <a:pt x="1872609" y="133274"/>
                  <a:pt x="1875111" y="131673"/>
                </a:cubicBezTo>
                <a:cubicBezTo>
                  <a:pt x="1877614" y="130072"/>
                  <a:pt x="1880203" y="128001"/>
                  <a:pt x="1882879" y="125460"/>
                </a:cubicBezTo>
                <a:cubicBezTo>
                  <a:pt x="1885555" y="122918"/>
                  <a:pt x="1888422" y="119768"/>
                  <a:pt x="1891480" y="116008"/>
                </a:cubicBezTo>
                <a:lnTo>
                  <a:pt x="1891480" y="74783"/>
                </a:lnTo>
                <a:close/>
                <a:moveTo>
                  <a:pt x="2004461" y="142835"/>
                </a:moveTo>
                <a:cubicBezTo>
                  <a:pt x="2004461" y="143530"/>
                  <a:pt x="2004235" y="144069"/>
                  <a:pt x="2003784" y="144451"/>
                </a:cubicBezTo>
                <a:cubicBezTo>
                  <a:pt x="2003332" y="144833"/>
                  <a:pt x="2002741" y="145111"/>
                  <a:pt x="2002011" y="145285"/>
                </a:cubicBezTo>
                <a:cubicBezTo>
                  <a:pt x="2001281" y="145459"/>
                  <a:pt x="2000291" y="145546"/>
                  <a:pt x="1999040" y="145546"/>
                </a:cubicBezTo>
                <a:cubicBezTo>
                  <a:pt x="1997858" y="145546"/>
                  <a:pt x="1996850" y="145459"/>
                  <a:pt x="1996016" y="145285"/>
                </a:cubicBezTo>
                <a:cubicBezTo>
                  <a:pt x="1995182" y="145111"/>
                  <a:pt x="1994539" y="144833"/>
                  <a:pt x="1994088" y="144451"/>
                </a:cubicBezTo>
                <a:cubicBezTo>
                  <a:pt x="1993636" y="144069"/>
                  <a:pt x="1993410" y="143530"/>
                  <a:pt x="1993410" y="142835"/>
                </a:cubicBezTo>
                <a:lnTo>
                  <a:pt x="1993410" y="132305"/>
                </a:lnTo>
                <a:cubicBezTo>
                  <a:pt x="1989170" y="136892"/>
                  <a:pt x="1984496" y="140454"/>
                  <a:pt x="1979387" y="142991"/>
                </a:cubicBezTo>
                <a:cubicBezTo>
                  <a:pt x="1974278" y="145528"/>
                  <a:pt x="1968978" y="146797"/>
                  <a:pt x="1963487" y="146797"/>
                </a:cubicBezTo>
                <a:cubicBezTo>
                  <a:pt x="1958553" y="146797"/>
                  <a:pt x="1954122" y="146154"/>
                  <a:pt x="1950194" y="144868"/>
                </a:cubicBezTo>
                <a:cubicBezTo>
                  <a:pt x="1946267" y="143582"/>
                  <a:pt x="1942948" y="141740"/>
                  <a:pt x="1940238" y="139342"/>
                </a:cubicBezTo>
                <a:cubicBezTo>
                  <a:pt x="1937527" y="136944"/>
                  <a:pt x="1935442" y="134042"/>
                  <a:pt x="1933982" y="130637"/>
                </a:cubicBezTo>
                <a:cubicBezTo>
                  <a:pt x="1932523" y="127231"/>
                  <a:pt x="1931793" y="123408"/>
                  <a:pt x="1931793" y="119168"/>
                </a:cubicBezTo>
                <a:cubicBezTo>
                  <a:pt x="1931793" y="113955"/>
                  <a:pt x="1932870" y="109420"/>
                  <a:pt x="1935025" y="105562"/>
                </a:cubicBezTo>
                <a:cubicBezTo>
                  <a:pt x="1937179" y="101705"/>
                  <a:pt x="1940238" y="98490"/>
                  <a:pt x="1944200" y="95918"/>
                </a:cubicBezTo>
                <a:cubicBezTo>
                  <a:pt x="1948161" y="93347"/>
                  <a:pt x="1952923" y="91418"/>
                  <a:pt x="1958483" y="90132"/>
                </a:cubicBezTo>
                <a:cubicBezTo>
                  <a:pt x="1964044" y="88846"/>
                  <a:pt x="1970230" y="88203"/>
                  <a:pt x="1977041" y="88203"/>
                </a:cubicBezTo>
                <a:lnTo>
                  <a:pt x="1992054" y="88203"/>
                </a:lnTo>
                <a:lnTo>
                  <a:pt x="1992054" y="80045"/>
                </a:lnTo>
                <a:cubicBezTo>
                  <a:pt x="1992054" y="76001"/>
                  <a:pt x="1991637" y="72428"/>
                  <a:pt x="1990803" y="69326"/>
                </a:cubicBezTo>
                <a:cubicBezTo>
                  <a:pt x="1989969" y="66222"/>
                  <a:pt x="1988614" y="63624"/>
                  <a:pt x="1986737" y="61532"/>
                </a:cubicBezTo>
                <a:cubicBezTo>
                  <a:pt x="1984861" y="59441"/>
                  <a:pt x="1982428" y="57872"/>
                  <a:pt x="1979439" y="56828"/>
                </a:cubicBezTo>
                <a:cubicBezTo>
                  <a:pt x="1976450" y="55781"/>
                  <a:pt x="1972801" y="55257"/>
                  <a:pt x="1968492" y="55257"/>
                </a:cubicBezTo>
                <a:cubicBezTo>
                  <a:pt x="1964322" y="55257"/>
                  <a:pt x="1960568" y="55761"/>
                  <a:pt x="1957232" y="56769"/>
                </a:cubicBezTo>
                <a:cubicBezTo>
                  <a:pt x="1953896" y="57777"/>
                  <a:pt x="1950976" y="58906"/>
                  <a:pt x="1948474" y="60158"/>
                </a:cubicBezTo>
                <a:cubicBezTo>
                  <a:pt x="1945972" y="61409"/>
                  <a:pt x="1943904" y="62538"/>
                  <a:pt x="1942271" y="63546"/>
                </a:cubicBezTo>
                <a:cubicBezTo>
                  <a:pt x="1940637" y="64554"/>
                  <a:pt x="1939473" y="65058"/>
                  <a:pt x="1938778" y="65058"/>
                </a:cubicBezTo>
                <a:cubicBezTo>
                  <a:pt x="1938361" y="65058"/>
                  <a:pt x="1937979" y="64988"/>
                  <a:pt x="1937631" y="64849"/>
                </a:cubicBezTo>
                <a:cubicBezTo>
                  <a:pt x="1937284" y="64708"/>
                  <a:pt x="1936988" y="64445"/>
                  <a:pt x="1936745" y="64061"/>
                </a:cubicBezTo>
                <a:cubicBezTo>
                  <a:pt x="1936502" y="63674"/>
                  <a:pt x="1936328" y="63183"/>
                  <a:pt x="1936224" y="62588"/>
                </a:cubicBezTo>
                <a:cubicBezTo>
                  <a:pt x="1936119" y="61991"/>
                  <a:pt x="1936067" y="61272"/>
                  <a:pt x="1936067" y="60431"/>
                </a:cubicBezTo>
                <a:cubicBezTo>
                  <a:pt x="1936067" y="58959"/>
                  <a:pt x="1936172" y="57785"/>
                  <a:pt x="1936380" y="56909"/>
                </a:cubicBezTo>
                <a:cubicBezTo>
                  <a:pt x="1936589" y="56032"/>
                  <a:pt x="1937127" y="55155"/>
                  <a:pt x="1937996" y="54280"/>
                </a:cubicBezTo>
                <a:cubicBezTo>
                  <a:pt x="1938865" y="53402"/>
                  <a:pt x="1940411" y="52380"/>
                  <a:pt x="1942636" y="51214"/>
                </a:cubicBezTo>
                <a:cubicBezTo>
                  <a:pt x="1944860" y="50045"/>
                  <a:pt x="1947414" y="48964"/>
                  <a:pt x="1950299" y="47969"/>
                </a:cubicBezTo>
                <a:cubicBezTo>
                  <a:pt x="1953183" y="46974"/>
                  <a:pt x="1956294" y="46168"/>
                  <a:pt x="1959630" y="45551"/>
                </a:cubicBezTo>
                <a:cubicBezTo>
                  <a:pt x="1962966" y="44932"/>
                  <a:pt x="1966302" y="44623"/>
                  <a:pt x="1969639" y="44623"/>
                </a:cubicBezTo>
                <a:cubicBezTo>
                  <a:pt x="1976103" y="44623"/>
                  <a:pt x="1981559" y="45405"/>
                  <a:pt x="1986007" y="46969"/>
                </a:cubicBezTo>
                <a:cubicBezTo>
                  <a:pt x="1990456" y="48533"/>
                  <a:pt x="1994053" y="50774"/>
                  <a:pt x="1996798" y="53693"/>
                </a:cubicBezTo>
                <a:cubicBezTo>
                  <a:pt x="1999544" y="56613"/>
                  <a:pt x="2001507" y="60210"/>
                  <a:pt x="2002689" y="64484"/>
                </a:cubicBezTo>
                <a:cubicBezTo>
                  <a:pt x="2003871" y="68759"/>
                  <a:pt x="2004461" y="73607"/>
                  <a:pt x="2004461" y="79028"/>
                </a:cubicBezTo>
                <a:lnTo>
                  <a:pt x="2004461" y="142835"/>
                </a:lnTo>
                <a:moveTo>
                  <a:pt x="1992054" y="98421"/>
                </a:moveTo>
                <a:lnTo>
                  <a:pt x="1974852" y="98421"/>
                </a:lnTo>
                <a:cubicBezTo>
                  <a:pt x="1969847" y="98421"/>
                  <a:pt x="1965468" y="98872"/>
                  <a:pt x="1961715" y="99776"/>
                </a:cubicBezTo>
                <a:cubicBezTo>
                  <a:pt x="1957962" y="100680"/>
                  <a:pt x="1954834" y="102000"/>
                  <a:pt x="1952332" y="103738"/>
                </a:cubicBezTo>
                <a:cubicBezTo>
                  <a:pt x="1949830" y="105475"/>
                  <a:pt x="1947970" y="107561"/>
                  <a:pt x="1946754" y="109993"/>
                </a:cubicBezTo>
                <a:cubicBezTo>
                  <a:pt x="1945538" y="112426"/>
                  <a:pt x="1944929" y="115206"/>
                  <a:pt x="1944929" y="118334"/>
                </a:cubicBezTo>
                <a:cubicBezTo>
                  <a:pt x="1944929" y="123756"/>
                  <a:pt x="1946650" y="128082"/>
                  <a:pt x="1950090" y="131314"/>
                </a:cubicBezTo>
                <a:cubicBezTo>
                  <a:pt x="1953531" y="134546"/>
                  <a:pt x="1958379" y="136162"/>
                  <a:pt x="1964634" y="136162"/>
                </a:cubicBezTo>
                <a:cubicBezTo>
                  <a:pt x="1969569" y="136162"/>
                  <a:pt x="1974174" y="134894"/>
                  <a:pt x="1978449" y="132357"/>
                </a:cubicBezTo>
                <a:cubicBezTo>
                  <a:pt x="1982723" y="129820"/>
                  <a:pt x="1987259" y="125910"/>
                  <a:pt x="1992054" y="120628"/>
                </a:cubicBezTo>
                <a:lnTo>
                  <a:pt x="1992054" y="98421"/>
                </a:lnTo>
                <a:close/>
                <a:moveTo>
                  <a:pt x="2082872" y="137309"/>
                </a:moveTo>
                <a:cubicBezTo>
                  <a:pt x="2082872" y="138769"/>
                  <a:pt x="2082750" y="139950"/>
                  <a:pt x="2082507" y="140854"/>
                </a:cubicBezTo>
                <a:cubicBezTo>
                  <a:pt x="2082263" y="141758"/>
                  <a:pt x="2081881" y="142470"/>
                  <a:pt x="2081360" y="142991"/>
                </a:cubicBezTo>
                <a:cubicBezTo>
                  <a:pt x="2080838" y="143513"/>
                  <a:pt x="2080074" y="143999"/>
                  <a:pt x="2079066" y="144451"/>
                </a:cubicBezTo>
                <a:cubicBezTo>
                  <a:pt x="2078058" y="144903"/>
                  <a:pt x="2076894" y="145285"/>
                  <a:pt x="2075573" y="145598"/>
                </a:cubicBezTo>
                <a:cubicBezTo>
                  <a:pt x="2074253" y="145911"/>
                  <a:pt x="2072863" y="146154"/>
                  <a:pt x="2071403" y="146328"/>
                </a:cubicBezTo>
                <a:cubicBezTo>
                  <a:pt x="2069943" y="146501"/>
                  <a:pt x="2068519" y="146588"/>
                  <a:pt x="2067128" y="146588"/>
                </a:cubicBezTo>
                <a:cubicBezTo>
                  <a:pt x="2062471" y="146588"/>
                  <a:pt x="2058510" y="145963"/>
                  <a:pt x="2055243" y="144712"/>
                </a:cubicBezTo>
                <a:cubicBezTo>
                  <a:pt x="2051976" y="143461"/>
                  <a:pt x="2049300" y="141567"/>
                  <a:pt x="2047215" y="139030"/>
                </a:cubicBezTo>
                <a:cubicBezTo>
                  <a:pt x="2045130" y="136493"/>
                  <a:pt x="2043618" y="133278"/>
                  <a:pt x="2042680" y="129386"/>
                </a:cubicBezTo>
                <a:cubicBezTo>
                  <a:pt x="2041741" y="125493"/>
                  <a:pt x="2041272" y="120906"/>
                  <a:pt x="2041272" y="115623"/>
                </a:cubicBezTo>
                <a:lnTo>
                  <a:pt x="2041272" y="56925"/>
                </a:lnTo>
                <a:lnTo>
                  <a:pt x="2027197" y="56925"/>
                </a:lnTo>
                <a:cubicBezTo>
                  <a:pt x="2026224" y="56925"/>
                  <a:pt x="2025460" y="56487"/>
                  <a:pt x="2024903" y="55609"/>
                </a:cubicBezTo>
                <a:cubicBezTo>
                  <a:pt x="2024347" y="54732"/>
                  <a:pt x="2024069" y="53415"/>
                  <a:pt x="2024069" y="51660"/>
                </a:cubicBezTo>
                <a:cubicBezTo>
                  <a:pt x="2024069" y="50748"/>
                  <a:pt x="2024139" y="49959"/>
                  <a:pt x="2024278" y="49292"/>
                </a:cubicBezTo>
                <a:cubicBezTo>
                  <a:pt x="2024417" y="48625"/>
                  <a:pt x="2024625" y="48063"/>
                  <a:pt x="2024903" y="47607"/>
                </a:cubicBezTo>
                <a:cubicBezTo>
                  <a:pt x="2025181" y="47151"/>
                  <a:pt x="2025512" y="46818"/>
                  <a:pt x="2025894" y="46607"/>
                </a:cubicBezTo>
                <a:cubicBezTo>
                  <a:pt x="2026276" y="46396"/>
                  <a:pt x="2026711" y="46291"/>
                  <a:pt x="2027197" y="46291"/>
                </a:cubicBezTo>
                <a:lnTo>
                  <a:pt x="2041272" y="46291"/>
                </a:lnTo>
                <a:lnTo>
                  <a:pt x="2041272" y="23146"/>
                </a:lnTo>
                <a:cubicBezTo>
                  <a:pt x="2041272" y="22728"/>
                  <a:pt x="2041359" y="22346"/>
                  <a:pt x="2041533" y="21999"/>
                </a:cubicBezTo>
                <a:cubicBezTo>
                  <a:pt x="2041707" y="21651"/>
                  <a:pt x="2042037" y="21356"/>
                  <a:pt x="2042523" y="21112"/>
                </a:cubicBezTo>
                <a:cubicBezTo>
                  <a:pt x="2043010" y="20869"/>
                  <a:pt x="2043653" y="20695"/>
                  <a:pt x="2044452" y="20591"/>
                </a:cubicBezTo>
                <a:cubicBezTo>
                  <a:pt x="2045251" y="20487"/>
                  <a:pt x="2046242" y="20435"/>
                  <a:pt x="2047423" y="20435"/>
                </a:cubicBezTo>
                <a:cubicBezTo>
                  <a:pt x="2048675" y="20435"/>
                  <a:pt x="2049700" y="20487"/>
                  <a:pt x="2050499" y="20591"/>
                </a:cubicBezTo>
                <a:cubicBezTo>
                  <a:pt x="2051298" y="20695"/>
                  <a:pt x="2051924" y="20869"/>
                  <a:pt x="2052376" y="21112"/>
                </a:cubicBezTo>
                <a:cubicBezTo>
                  <a:pt x="2052828" y="21356"/>
                  <a:pt x="2053158" y="21651"/>
                  <a:pt x="2053366" y="21999"/>
                </a:cubicBezTo>
                <a:cubicBezTo>
                  <a:pt x="2053575" y="22346"/>
                  <a:pt x="2053679" y="22728"/>
                  <a:pt x="2053679" y="23146"/>
                </a:cubicBezTo>
                <a:lnTo>
                  <a:pt x="2053679" y="46291"/>
                </a:lnTo>
                <a:lnTo>
                  <a:pt x="2079744" y="46291"/>
                </a:lnTo>
                <a:cubicBezTo>
                  <a:pt x="2080230" y="46291"/>
                  <a:pt x="2080665" y="46396"/>
                  <a:pt x="2081047" y="46607"/>
                </a:cubicBezTo>
                <a:cubicBezTo>
                  <a:pt x="2081429" y="46818"/>
                  <a:pt x="2081759" y="47151"/>
                  <a:pt x="2082037" y="47607"/>
                </a:cubicBezTo>
                <a:cubicBezTo>
                  <a:pt x="2082315" y="48063"/>
                  <a:pt x="2082524" y="48625"/>
                  <a:pt x="2082663" y="49292"/>
                </a:cubicBezTo>
                <a:cubicBezTo>
                  <a:pt x="2082802" y="49959"/>
                  <a:pt x="2082872" y="50748"/>
                  <a:pt x="2082872" y="51660"/>
                </a:cubicBezTo>
                <a:cubicBezTo>
                  <a:pt x="2082872" y="53415"/>
                  <a:pt x="2082576" y="54732"/>
                  <a:pt x="2081985" y="55609"/>
                </a:cubicBezTo>
                <a:cubicBezTo>
                  <a:pt x="2081395" y="56487"/>
                  <a:pt x="2080647" y="56925"/>
                  <a:pt x="2079744" y="56925"/>
                </a:cubicBezTo>
                <a:lnTo>
                  <a:pt x="2053679" y="56925"/>
                </a:lnTo>
                <a:lnTo>
                  <a:pt x="2053679" y="113955"/>
                </a:lnTo>
                <a:cubicBezTo>
                  <a:pt x="2053679" y="121114"/>
                  <a:pt x="2054704" y="126571"/>
                  <a:pt x="2056755" y="130324"/>
                </a:cubicBezTo>
                <a:cubicBezTo>
                  <a:pt x="2058805" y="134077"/>
                  <a:pt x="2062541" y="135954"/>
                  <a:pt x="2067962" y="135954"/>
                </a:cubicBezTo>
                <a:cubicBezTo>
                  <a:pt x="2069631" y="135954"/>
                  <a:pt x="2071142" y="135780"/>
                  <a:pt x="2072498" y="135433"/>
                </a:cubicBezTo>
                <a:cubicBezTo>
                  <a:pt x="2073853" y="135085"/>
                  <a:pt x="2075052" y="134703"/>
                  <a:pt x="2076095" y="134286"/>
                </a:cubicBezTo>
                <a:cubicBezTo>
                  <a:pt x="2077137" y="133869"/>
                  <a:pt x="2078023" y="133486"/>
                  <a:pt x="2078753" y="133139"/>
                </a:cubicBezTo>
                <a:cubicBezTo>
                  <a:pt x="2079483" y="132791"/>
                  <a:pt x="2080126" y="132618"/>
                  <a:pt x="2080682" y="132618"/>
                </a:cubicBezTo>
                <a:cubicBezTo>
                  <a:pt x="2081030" y="132618"/>
                  <a:pt x="2081342" y="132687"/>
                  <a:pt x="2081620" y="132826"/>
                </a:cubicBezTo>
                <a:cubicBezTo>
                  <a:pt x="2081898" y="132965"/>
                  <a:pt x="2082124" y="133226"/>
                  <a:pt x="2082298" y="133608"/>
                </a:cubicBezTo>
                <a:cubicBezTo>
                  <a:pt x="2082472" y="133990"/>
                  <a:pt x="2082611" y="134477"/>
                  <a:pt x="2082715" y="135068"/>
                </a:cubicBezTo>
                <a:cubicBezTo>
                  <a:pt x="2082819" y="135658"/>
                  <a:pt x="2082872" y="136406"/>
                  <a:pt x="2082872" y="137309"/>
                </a:cubicBezTo>
                <a:close/>
                <a:moveTo>
                  <a:pt x="2170967" y="142835"/>
                </a:moveTo>
                <a:cubicBezTo>
                  <a:pt x="2170967" y="143530"/>
                  <a:pt x="2170741" y="144069"/>
                  <a:pt x="2170289" y="144451"/>
                </a:cubicBezTo>
                <a:cubicBezTo>
                  <a:pt x="2169838" y="144833"/>
                  <a:pt x="2169247" y="145111"/>
                  <a:pt x="2168517" y="145285"/>
                </a:cubicBezTo>
                <a:cubicBezTo>
                  <a:pt x="2167787" y="145459"/>
                  <a:pt x="2166797" y="145546"/>
                  <a:pt x="2165546" y="145546"/>
                </a:cubicBezTo>
                <a:cubicBezTo>
                  <a:pt x="2164364" y="145546"/>
                  <a:pt x="2163356" y="145459"/>
                  <a:pt x="2162522" y="145285"/>
                </a:cubicBezTo>
                <a:cubicBezTo>
                  <a:pt x="2161688" y="145111"/>
                  <a:pt x="2161045" y="144833"/>
                  <a:pt x="2160593" y="144451"/>
                </a:cubicBezTo>
                <a:cubicBezTo>
                  <a:pt x="2160141" y="144069"/>
                  <a:pt x="2159916" y="143530"/>
                  <a:pt x="2159916" y="142835"/>
                </a:cubicBezTo>
                <a:lnTo>
                  <a:pt x="2159916" y="132305"/>
                </a:lnTo>
                <a:cubicBezTo>
                  <a:pt x="2155676" y="136892"/>
                  <a:pt x="2151001" y="140454"/>
                  <a:pt x="2145893" y="142991"/>
                </a:cubicBezTo>
                <a:cubicBezTo>
                  <a:pt x="2140784" y="145528"/>
                  <a:pt x="2135484" y="146797"/>
                  <a:pt x="2129993" y="146797"/>
                </a:cubicBezTo>
                <a:cubicBezTo>
                  <a:pt x="2125058" y="146797"/>
                  <a:pt x="2120627" y="146154"/>
                  <a:pt x="2116700" y="144868"/>
                </a:cubicBezTo>
                <a:cubicBezTo>
                  <a:pt x="2112773" y="143582"/>
                  <a:pt x="2109454" y="141740"/>
                  <a:pt x="2106743" y="139342"/>
                </a:cubicBezTo>
                <a:cubicBezTo>
                  <a:pt x="2104033" y="136944"/>
                  <a:pt x="2101947" y="134042"/>
                  <a:pt x="2100488" y="130637"/>
                </a:cubicBezTo>
                <a:cubicBezTo>
                  <a:pt x="2099028" y="127231"/>
                  <a:pt x="2098298" y="123408"/>
                  <a:pt x="2098298" y="119168"/>
                </a:cubicBezTo>
                <a:cubicBezTo>
                  <a:pt x="2098298" y="113955"/>
                  <a:pt x="2099376" y="109420"/>
                  <a:pt x="2101530" y="105562"/>
                </a:cubicBezTo>
                <a:cubicBezTo>
                  <a:pt x="2103685" y="101705"/>
                  <a:pt x="2106743" y="98490"/>
                  <a:pt x="2110705" y="95918"/>
                </a:cubicBezTo>
                <a:cubicBezTo>
                  <a:pt x="2114667" y="93347"/>
                  <a:pt x="2119428" y="91418"/>
                  <a:pt x="2124989" y="90132"/>
                </a:cubicBezTo>
                <a:cubicBezTo>
                  <a:pt x="2130549" y="88846"/>
                  <a:pt x="2136735" y="88203"/>
                  <a:pt x="2143547" y="88203"/>
                </a:cubicBezTo>
                <a:lnTo>
                  <a:pt x="2158560" y="88203"/>
                </a:lnTo>
                <a:lnTo>
                  <a:pt x="2158560" y="80045"/>
                </a:lnTo>
                <a:cubicBezTo>
                  <a:pt x="2158560" y="76001"/>
                  <a:pt x="2158143" y="72428"/>
                  <a:pt x="2157309" y="69326"/>
                </a:cubicBezTo>
                <a:cubicBezTo>
                  <a:pt x="2156475" y="66222"/>
                  <a:pt x="2155120" y="63624"/>
                  <a:pt x="2153243" y="61532"/>
                </a:cubicBezTo>
                <a:cubicBezTo>
                  <a:pt x="2151366" y="59441"/>
                  <a:pt x="2148934" y="57872"/>
                  <a:pt x="2145945" y="56828"/>
                </a:cubicBezTo>
                <a:cubicBezTo>
                  <a:pt x="2142956" y="55781"/>
                  <a:pt x="2139307" y="55257"/>
                  <a:pt x="2134998" y="55257"/>
                </a:cubicBezTo>
                <a:cubicBezTo>
                  <a:pt x="2130827" y="55257"/>
                  <a:pt x="2127074" y="55761"/>
                  <a:pt x="2123738" y="56769"/>
                </a:cubicBezTo>
                <a:cubicBezTo>
                  <a:pt x="2120401" y="57777"/>
                  <a:pt x="2117482" y="58906"/>
                  <a:pt x="2114980" y="60158"/>
                </a:cubicBezTo>
                <a:cubicBezTo>
                  <a:pt x="2112478" y="61409"/>
                  <a:pt x="2110410" y="62538"/>
                  <a:pt x="2108776" y="63546"/>
                </a:cubicBezTo>
                <a:cubicBezTo>
                  <a:pt x="2107143" y="64554"/>
                  <a:pt x="2105979" y="65058"/>
                  <a:pt x="2105284" y="65058"/>
                </a:cubicBezTo>
                <a:cubicBezTo>
                  <a:pt x="2104867" y="65058"/>
                  <a:pt x="2104484" y="64988"/>
                  <a:pt x="2104137" y="64849"/>
                </a:cubicBezTo>
                <a:cubicBezTo>
                  <a:pt x="2103789" y="64708"/>
                  <a:pt x="2103494" y="64445"/>
                  <a:pt x="2103251" y="64061"/>
                </a:cubicBezTo>
                <a:cubicBezTo>
                  <a:pt x="2103007" y="63674"/>
                  <a:pt x="2102834" y="63183"/>
                  <a:pt x="2102729" y="62588"/>
                </a:cubicBezTo>
                <a:cubicBezTo>
                  <a:pt x="2102625" y="61991"/>
                  <a:pt x="2102573" y="61272"/>
                  <a:pt x="2102573" y="60431"/>
                </a:cubicBezTo>
                <a:cubicBezTo>
                  <a:pt x="2102573" y="58959"/>
                  <a:pt x="2102677" y="57785"/>
                  <a:pt x="2102886" y="56909"/>
                </a:cubicBezTo>
                <a:cubicBezTo>
                  <a:pt x="2103094" y="56032"/>
                  <a:pt x="2103633" y="55155"/>
                  <a:pt x="2104502" y="54280"/>
                </a:cubicBezTo>
                <a:cubicBezTo>
                  <a:pt x="2105371" y="53402"/>
                  <a:pt x="2106917" y="52380"/>
                  <a:pt x="2109141" y="51214"/>
                </a:cubicBezTo>
                <a:cubicBezTo>
                  <a:pt x="2111366" y="50045"/>
                  <a:pt x="2113920" y="48964"/>
                  <a:pt x="2116804" y="47969"/>
                </a:cubicBezTo>
                <a:cubicBezTo>
                  <a:pt x="2119689" y="46974"/>
                  <a:pt x="2122799" y="46168"/>
                  <a:pt x="2126136" y="45551"/>
                </a:cubicBezTo>
                <a:cubicBezTo>
                  <a:pt x="2129472" y="44932"/>
                  <a:pt x="2132808" y="44623"/>
                  <a:pt x="2136144" y="44623"/>
                </a:cubicBezTo>
                <a:cubicBezTo>
                  <a:pt x="2142608" y="44623"/>
                  <a:pt x="2148065" y="45405"/>
                  <a:pt x="2152513" y="46969"/>
                </a:cubicBezTo>
                <a:cubicBezTo>
                  <a:pt x="2156962" y="48533"/>
                  <a:pt x="2160558" y="50774"/>
                  <a:pt x="2163304" y="53693"/>
                </a:cubicBezTo>
                <a:cubicBezTo>
                  <a:pt x="2166049" y="56613"/>
                  <a:pt x="2168013" y="60210"/>
                  <a:pt x="2169195" y="64484"/>
                </a:cubicBezTo>
                <a:cubicBezTo>
                  <a:pt x="2170376" y="68759"/>
                  <a:pt x="2170967" y="73607"/>
                  <a:pt x="2170967" y="79028"/>
                </a:cubicBezTo>
                <a:lnTo>
                  <a:pt x="2170967" y="142835"/>
                </a:lnTo>
                <a:moveTo>
                  <a:pt x="2158560" y="98421"/>
                </a:moveTo>
                <a:lnTo>
                  <a:pt x="2141357" y="98421"/>
                </a:lnTo>
                <a:cubicBezTo>
                  <a:pt x="2136353" y="98421"/>
                  <a:pt x="2131974" y="98872"/>
                  <a:pt x="2128221" y="99776"/>
                </a:cubicBezTo>
                <a:cubicBezTo>
                  <a:pt x="2124467" y="100680"/>
                  <a:pt x="2121340" y="102000"/>
                  <a:pt x="2118837" y="103738"/>
                </a:cubicBezTo>
                <a:cubicBezTo>
                  <a:pt x="2116335" y="105475"/>
                  <a:pt x="2114476" y="107561"/>
                  <a:pt x="2113260" y="109993"/>
                </a:cubicBezTo>
                <a:cubicBezTo>
                  <a:pt x="2112043" y="112426"/>
                  <a:pt x="2111435" y="115206"/>
                  <a:pt x="2111435" y="118334"/>
                </a:cubicBezTo>
                <a:cubicBezTo>
                  <a:pt x="2111435" y="123756"/>
                  <a:pt x="2113155" y="128082"/>
                  <a:pt x="2116596" y="131314"/>
                </a:cubicBezTo>
                <a:cubicBezTo>
                  <a:pt x="2120036" y="134546"/>
                  <a:pt x="2124884" y="136162"/>
                  <a:pt x="2131140" y="136162"/>
                </a:cubicBezTo>
                <a:cubicBezTo>
                  <a:pt x="2136075" y="136162"/>
                  <a:pt x="2140680" y="134894"/>
                  <a:pt x="2144954" y="132357"/>
                </a:cubicBezTo>
                <a:cubicBezTo>
                  <a:pt x="2149229" y="129820"/>
                  <a:pt x="2153764" y="125910"/>
                  <a:pt x="2158560" y="120628"/>
                </a:cubicBezTo>
                <a:lnTo>
                  <a:pt x="2158560" y="98421"/>
                </a:lnTo>
                <a:close/>
                <a:moveTo>
                  <a:pt x="2307436" y="2606"/>
                </a:moveTo>
                <a:lnTo>
                  <a:pt x="2306289" y="7715"/>
                </a:lnTo>
                <a:cubicBezTo>
                  <a:pt x="2303301" y="8202"/>
                  <a:pt x="2300920" y="9227"/>
                  <a:pt x="2299148" y="10791"/>
                </a:cubicBezTo>
                <a:cubicBezTo>
                  <a:pt x="2297375" y="12355"/>
                  <a:pt x="2296489" y="14631"/>
                  <a:pt x="2296489" y="17620"/>
                </a:cubicBezTo>
                <a:cubicBezTo>
                  <a:pt x="2296489" y="22068"/>
                  <a:pt x="2297636" y="27663"/>
                  <a:pt x="2299930" y="34406"/>
                </a:cubicBezTo>
                <a:lnTo>
                  <a:pt x="2308583" y="59636"/>
                </a:lnTo>
                <a:lnTo>
                  <a:pt x="2327871" y="35240"/>
                </a:lnTo>
                <a:cubicBezTo>
                  <a:pt x="2330860" y="31486"/>
                  <a:pt x="2333188" y="28411"/>
                  <a:pt x="2334856" y="26013"/>
                </a:cubicBezTo>
                <a:cubicBezTo>
                  <a:pt x="2336525" y="23615"/>
                  <a:pt x="2337724" y="21495"/>
                  <a:pt x="2338453" y="19653"/>
                </a:cubicBezTo>
                <a:cubicBezTo>
                  <a:pt x="2339183" y="17811"/>
                  <a:pt x="2339548" y="16195"/>
                  <a:pt x="2339548" y="14805"/>
                </a:cubicBezTo>
                <a:cubicBezTo>
                  <a:pt x="2339548" y="12928"/>
                  <a:pt x="2338992" y="11329"/>
                  <a:pt x="2337880" y="10009"/>
                </a:cubicBezTo>
                <a:cubicBezTo>
                  <a:pt x="2336768" y="8688"/>
                  <a:pt x="2334856" y="7924"/>
                  <a:pt x="2332146" y="7715"/>
                </a:cubicBezTo>
                <a:lnTo>
                  <a:pt x="2333293" y="2606"/>
                </a:lnTo>
                <a:lnTo>
                  <a:pt x="2372181" y="2606"/>
                </a:lnTo>
                <a:lnTo>
                  <a:pt x="2371034" y="7715"/>
                </a:lnTo>
                <a:cubicBezTo>
                  <a:pt x="2368949" y="8341"/>
                  <a:pt x="2366986" y="9349"/>
                  <a:pt x="2365144" y="10739"/>
                </a:cubicBezTo>
                <a:cubicBezTo>
                  <a:pt x="2363302" y="12129"/>
                  <a:pt x="2361112" y="14214"/>
                  <a:pt x="2358575" y="16994"/>
                </a:cubicBezTo>
                <a:cubicBezTo>
                  <a:pt x="2356038" y="19774"/>
                  <a:pt x="2351329" y="25265"/>
                  <a:pt x="2344448" y="33467"/>
                </a:cubicBezTo>
                <a:lnTo>
                  <a:pt x="2313379" y="70583"/>
                </a:lnTo>
                <a:lnTo>
                  <a:pt x="2328601" y="112913"/>
                </a:lnTo>
                <a:cubicBezTo>
                  <a:pt x="2330895" y="119307"/>
                  <a:pt x="2332771" y="124190"/>
                  <a:pt x="2334231" y="127561"/>
                </a:cubicBezTo>
                <a:cubicBezTo>
                  <a:pt x="2335691" y="130932"/>
                  <a:pt x="2336976" y="133417"/>
                  <a:pt x="2338089" y="135016"/>
                </a:cubicBezTo>
                <a:cubicBezTo>
                  <a:pt x="2338992" y="136197"/>
                  <a:pt x="2339930" y="137118"/>
                  <a:pt x="2340904" y="137778"/>
                </a:cubicBezTo>
                <a:cubicBezTo>
                  <a:pt x="2341877" y="138439"/>
                  <a:pt x="2343510" y="139116"/>
                  <a:pt x="2345804" y="139811"/>
                </a:cubicBezTo>
                <a:lnTo>
                  <a:pt x="2344761" y="144920"/>
                </a:lnTo>
                <a:lnTo>
                  <a:pt x="2302640" y="144920"/>
                </a:lnTo>
                <a:lnTo>
                  <a:pt x="2303683" y="139811"/>
                </a:lnTo>
                <a:cubicBezTo>
                  <a:pt x="2306880" y="139325"/>
                  <a:pt x="2309330" y="138230"/>
                  <a:pt x="2311033" y="136527"/>
                </a:cubicBezTo>
                <a:cubicBezTo>
                  <a:pt x="2312736" y="134824"/>
                  <a:pt x="2313588" y="132618"/>
                  <a:pt x="2313588" y="129907"/>
                </a:cubicBezTo>
                <a:cubicBezTo>
                  <a:pt x="2313588" y="125806"/>
                  <a:pt x="2312754" y="121253"/>
                  <a:pt x="2311085" y="116249"/>
                </a:cubicBezTo>
                <a:lnTo>
                  <a:pt x="2300242" y="84450"/>
                </a:lnTo>
                <a:lnTo>
                  <a:pt x="2276471" y="114164"/>
                </a:lnTo>
                <a:cubicBezTo>
                  <a:pt x="2272927" y="118612"/>
                  <a:pt x="2270355" y="122244"/>
                  <a:pt x="2268756" y="125059"/>
                </a:cubicBezTo>
                <a:cubicBezTo>
                  <a:pt x="2267158" y="127874"/>
                  <a:pt x="2266358" y="130289"/>
                  <a:pt x="2266358" y="132305"/>
                </a:cubicBezTo>
                <a:cubicBezTo>
                  <a:pt x="2266358" y="135016"/>
                  <a:pt x="2267001" y="136875"/>
                  <a:pt x="2268287" y="137883"/>
                </a:cubicBezTo>
                <a:cubicBezTo>
                  <a:pt x="2269573" y="138891"/>
                  <a:pt x="2271397" y="139533"/>
                  <a:pt x="2273761" y="139811"/>
                </a:cubicBezTo>
                <a:lnTo>
                  <a:pt x="2272614" y="144920"/>
                </a:lnTo>
                <a:lnTo>
                  <a:pt x="2233829" y="144920"/>
                </a:lnTo>
                <a:lnTo>
                  <a:pt x="2234872" y="139811"/>
                </a:lnTo>
                <a:cubicBezTo>
                  <a:pt x="2237027" y="139116"/>
                  <a:pt x="2238990" y="138109"/>
                  <a:pt x="2240763" y="136788"/>
                </a:cubicBezTo>
                <a:cubicBezTo>
                  <a:pt x="2242535" y="135467"/>
                  <a:pt x="2244829" y="133226"/>
                  <a:pt x="2247644" y="130063"/>
                </a:cubicBezTo>
                <a:cubicBezTo>
                  <a:pt x="2250459" y="126901"/>
                  <a:pt x="2255376" y="121149"/>
                  <a:pt x="2262396" y="112808"/>
                </a:cubicBezTo>
                <a:lnTo>
                  <a:pt x="2295447" y="73503"/>
                </a:lnTo>
                <a:lnTo>
                  <a:pt x="2280016" y="30652"/>
                </a:lnTo>
                <a:cubicBezTo>
                  <a:pt x="2277444" y="23493"/>
                  <a:pt x="2275429" y="18541"/>
                  <a:pt x="2273969" y="15795"/>
                </a:cubicBezTo>
                <a:cubicBezTo>
                  <a:pt x="2272510" y="13050"/>
                  <a:pt x="2271067" y="11121"/>
                  <a:pt x="2269642" y="10009"/>
                </a:cubicBezTo>
                <a:cubicBezTo>
                  <a:pt x="2268218" y="8897"/>
                  <a:pt x="2266393" y="8132"/>
                  <a:pt x="2264169" y="7715"/>
                </a:cubicBezTo>
                <a:lnTo>
                  <a:pt x="2265316" y="2606"/>
                </a:lnTo>
                <a:lnTo>
                  <a:pt x="2307436" y="26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4">
            <a:extLst xmlns:a="http://schemas.openxmlformats.org/drawingml/2006/main">
              <a:ext uri="{FF2B5EF4-FFF2-40B4-BE49-F238E27FC236}">
                <a16:creationId xmlns:a16="http://schemas.microsoft.com/office/drawing/2014/main" id="{294D5CC9-56C1-4446-81EE-018FFFB4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122" y="2140871"/>
            <a:ext cx="65311" cy="77375"/>
          </a:xfrm>
          <a:custGeom xmlns:a="http://schemas.openxmlformats.org/drawingml/2006/main">
            <a:pathLst>
              <a:path w="65311" h="77375">
                <a:moveTo>
                  <a:pt x="52353" y="20703"/>
                </a:moveTo>
                <a:cubicBezTo>
                  <a:pt x="52303" y="18121"/>
                  <a:pt x="52117" y="15974"/>
                  <a:pt x="51794" y="14261"/>
                </a:cubicBezTo>
                <a:cubicBezTo>
                  <a:pt x="51472" y="12548"/>
                  <a:pt x="50950" y="11195"/>
                  <a:pt x="50231" y="10202"/>
                </a:cubicBezTo>
                <a:cubicBezTo>
                  <a:pt x="49511" y="9210"/>
                  <a:pt x="48567" y="8502"/>
                  <a:pt x="47401" y="8080"/>
                </a:cubicBezTo>
                <a:cubicBezTo>
                  <a:pt x="46234" y="7658"/>
                  <a:pt x="44807" y="7422"/>
                  <a:pt x="43119" y="7373"/>
                </a:cubicBezTo>
                <a:cubicBezTo>
                  <a:pt x="40438" y="7373"/>
                  <a:pt x="37868" y="7968"/>
                  <a:pt x="35411" y="9160"/>
                </a:cubicBezTo>
                <a:cubicBezTo>
                  <a:pt x="32953" y="10351"/>
                  <a:pt x="30670" y="12002"/>
                  <a:pt x="28560" y="14112"/>
                </a:cubicBezTo>
                <a:cubicBezTo>
                  <a:pt x="26450" y="16222"/>
                  <a:pt x="24526" y="18692"/>
                  <a:pt x="22788" y="21522"/>
                </a:cubicBezTo>
                <a:cubicBezTo>
                  <a:pt x="21050" y="24352"/>
                  <a:pt x="19561" y="27405"/>
                  <a:pt x="18320" y="30682"/>
                </a:cubicBezTo>
                <a:cubicBezTo>
                  <a:pt x="17079" y="33959"/>
                  <a:pt x="16123" y="37372"/>
                  <a:pt x="15453" y="40922"/>
                </a:cubicBezTo>
                <a:cubicBezTo>
                  <a:pt x="14782" y="44471"/>
                  <a:pt x="14447" y="48009"/>
                  <a:pt x="14447" y="51534"/>
                </a:cubicBezTo>
                <a:cubicBezTo>
                  <a:pt x="14447" y="56796"/>
                  <a:pt x="15490" y="60805"/>
                  <a:pt x="17575" y="63561"/>
                </a:cubicBezTo>
                <a:cubicBezTo>
                  <a:pt x="19660" y="66316"/>
                  <a:pt x="22788" y="67694"/>
                  <a:pt x="26958" y="67694"/>
                </a:cubicBezTo>
                <a:cubicBezTo>
                  <a:pt x="29292" y="67694"/>
                  <a:pt x="31451" y="67483"/>
                  <a:pt x="33437" y="67061"/>
                </a:cubicBezTo>
                <a:cubicBezTo>
                  <a:pt x="35423" y="66639"/>
                  <a:pt x="37360" y="65931"/>
                  <a:pt x="39246" y="64939"/>
                </a:cubicBezTo>
                <a:cubicBezTo>
                  <a:pt x="41133" y="63946"/>
                  <a:pt x="43081" y="62642"/>
                  <a:pt x="45092" y="61029"/>
                </a:cubicBezTo>
                <a:cubicBezTo>
                  <a:pt x="47103" y="59415"/>
                  <a:pt x="49324" y="57417"/>
                  <a:pt x="51757" y="55034"/>
                </a:cubicBezTo>
                <a:cubicBezTo>
                  <a:pt x="52700" y="56027"/>
                  <a:pt x="53607" y="57007"/>
                  <a:pt x="54475" y="57976"/>
                </a:cubicBezTo>
                <a:cubicBezTo>
                  <a:pt x="55344" y="58944"/>
                  <a:pt x="56250" y="59924"/>
                  <a:pt x="57194" y="60917"/>
                </a:cubicBezTo>
                <a:cubicBezTo>
                  <a:pt x="51832" y="66478"/>
                  <a:pt x="46470" y="70611"/>
                  <a:pt x="41108" y="73316"/>
                </a:cubicBezTo>
                <a:cubicBezTo>
                  <a:pt x="35746" y="76022"/>
                  <a:pt x="29987" y="77375"/>
                  <a:pt x="23831" y="77375"/>
                </a:cubicBezTo>
                <a:cubicBezTo>
                  <a:pt x="16135" y="77375"/>
                  <a:pt x="10240" y="75129"/>
                  <a:pt x="6144" y="70636"/>
                </a:cubicBezTo>
                <a:cubicBezTo>
                  <a:pt x="2048" y="66142"/>
                  <a:pt x="0" y="59726"/>
                  <a:pt x="0" y="51385"/>
                </a:cubicBezTo>
                <a:cubicBezTo>
                  <a:pt x="0" y="46718"/>
                  <a:pt x="521" y="42213"/>
                  <a:pt x="1564" y="37868"/>
                </a:cubicBezTo>
                <a:cubicBezTo>
                  <a:pt x="2606" y="33524"/>
                  <a:pt x="4108" y="29441"/>
                  <a:pt x="6069" y="25618"/>
                </a:cubicBezTo>
                <a:cubicBezTo>
                  <a:pt x="8030" y="21795"/>
                  <a:pt x="10376" y="18320"/>
                  <a:pt x="13107" y="15192"/>
                </a:cubicBezTo>
                <a:cubicBezTo>
                  <a:pt x="15837" y="12064"/>
                  <a:pt x="18891" y="9371"/>
                  <a:pt x="22267" y="7112"/>
                </a:cubicBezTo>
                <a:cubicBezTo>
                  <a:pt x="25643" y="4853"/>
                  <a:pt x="29292" y="3103"/>
                  <a:pt x="33214" y="1862"/>
                </a:cubicBezTo>
                <a:cubicBezTo>
                  <a:pt x="37136" y="621"/>
                  <a:pt x="41257" y="0"/>
                  <a:pt x="45576" y="0"/>
                </a:cubicBezTo>
                <a:cubicBezTo>
                  <a:pt x="49200" y="0"/>
                  <a:pt x="52564" y="199"/>
                  <a:pt x="55667" y="596"/>
                </a:cubicBezTo>
                <a:cubicBezTo>
                  <a:pt x="58770" y="993"/>
                  <a:pt x="61985" y="1614"/>
                  <a:pt x="65311" y="2458"/>
                </a:cubicBezTo>
                <a:lnTo>
                  <a:pt x="61141" y="20703"/>
                </a:lnTo>
                <a:lnTo>
                  <a:pt x="52353" y="20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DetectionLLM0">
            <a:extLst xmlns:a="http://schemas.openxmlformats.org/drawingml/2006/main">
              <a:ext uri="{FF2B5EF4-FFF2-40B4-BE49-F238E27FC236}">
                <a16:creationId xmlns:a16="http://schemas.microsoft.com/office/drawing/2014/main" id="{F38ECF10-F4E5-4B5E-990B-FFC656D4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073" y="2046965"/>
            <a:ext cx="1392099" cy="183600"/>
          </a:xfrm>
          <a:custGeom xmlns:a="http://schemas.openxmlformats.org/drawingml/2006/main">
            <a:pathLst>
              <a:path w="1392099" h="183600">
                <a:moveTo>
                  <a:pt x="99150" y="67560"/>
                </a:moveTo>
                <a:cubicBezTo>
                  <a:pt x="99150" y="78889"/>
                  <a:pt x="97726" y="88881"/>
                  <a:pt x="94876" y="97534"/>
                </a:cubicBezTo>
                <a:cubicBezTo>
                  <a:pt x="92026" y="106188"/>
                  <a:pt x="87821" y="113434"/>
                  <a:pt x="82260" y="119272"/>
                </a:cubicBezTo>
                <a:cubicBezTo>
                  <a:pt x="76700" y="125111"/>
                  <a:pt x="69836" y="129525"/>
                  <a:pt x="61669" y="132513"/>
                </a:cubicBezTo>
                <a:cubicBezTo>
                  <a:pt x="53502" y="135502"/>
                  <a:pt x="43754" y="136996"/>
                  <a:pt x="32425" y="136996"/>
                </a:cubicBezTo>
                <a:lnTo>
                  <a:pt x="5839" y="136996"/>
                </a:lnTo>
                <a:cubicBezTo>
                  <a:pt x="4587" y="136996"/>
                  <a:pt x="3302" y="136527"/>
                  <a:pt x="1981" y="135589"/>
                </a:cubicBezTo>
                <a:cubicBezTo>
                  <a:pt x="660" y="134651"/>
                  <a:pt x="0" y="132930"/>
                  <a:pt x="0" y="130428"/>
                </a:cubicBezTo>
                <a:lnTo>
                  <a:pt x="0" y="8654"/>
                </a:lnTo>
                <a:cubicBezTo>
                  <a:pt x="0" y="6151"/>
                  <a:pt x="660" y="4431"/>
                  <a:pt x="1981" y="3493"/>
                </a:cubicBezTo>
                <a:cubicBezTo>
                  <a:pt x="3302" y="2554"/>
                  <a:pt x="4587" y="2085"/>
                  <a:pt x="5839" y="2085"/>
                </a:cubicBezTo>
                <a:lnTo>
                  <a:pt x="34197" y="2085"/>
                </a:lnTo>
                <a:cubicBezTo>
                  <a:pt x="45665" y="2085"/>
                  <a:pt x="55344" y="3649"/>
                  <a:pt x="63233" y="6777"/>
                </a:cubicBezTo>
                <a:cubicBezTo>
                  <a:pt x="71122" y="9905"/>
                  <a:pt x="77725" y="14336"/>
                  <a:pt x="83042" y="20070"/>
                </a:cubicBezTo>
                <a:cubicBezTo>
                  <a:pt x="88360" y="25804"/>
                  <a:pt x="92374" y="32685"/>
                  <a:pt x="95084" y="40713"/>
                </a:cubicBezTo>
                <a:cubicBezTo>
                  <a:pt x="97795" y="48741"/>
                  <a:pt x="99150" y="57690"/>
                  <a:pt x="99150" y="67560"/>
                </a:cubicBezTo>
                <a:moveTo>
                  <a:pt x="85492" y="68189"/>
                </a:moveTo>
                <a:cubicBezTo>
                  <a:pt x="85492" y="60348"/>
                  <a:pt x="84502" y="53080"/>
                  <a:pt x="82521" y="46386"/>
                </a:cubicBezTo>
                <a:cubicBezTo>
                  <a:pt x="80540" y="39691"/>
                  <a:pt x="77482" y="33916"/>
                  <a:pt x="73346" y="29059"/>
                </a:cubicBezTo>
                <a:cubicBezTo>
                  <a:pt x="69211" y="24202"/>
                  <a:pt x="63980" y="20404"/>
                  <a:pt x="57655" y="17665"/>
                </a:cubicBezTo>
                <a:cubicBezTo>
                  <a:pt x="51330" y="14924"/>
                  <a:pt x="43268" y="13554"/>
                  <a:pt x="33467" y="13554"/>
                </a:cubicBezTo>
                <a:lnTo>
                  <a:pt x="12720" y="13554"/>
                </a:lnTo>
                <a:lnTo>
                  <a:pt x="12720" y="125528"/>
                </a:lnTo>
                <a:lnTo>
                  <a:pt x="33571" y="125528"/>
                </a:lnTo>
                <a:cubicBezTo>
                  <a:pt x="42746" y="125528"/>
                  <a:pt x="50514" y="124401"/>
                  <a:pt x="56873" y="122146"/>
                </a:cubicBezTo>
                <a:cubicBezTo>
                  <a:pt x="63233" y="119891"/>
                  <a:pt x="68533" y="116405"/>
                  <a:pt x="72773" y="111688"/>
                </a:cubicBezTo>
                <a:cubicBezTo>
                  <a:pt x="77013" y="106970"/>
                  <a:pt x="80193" y="101021"/>
                  <a:pt x="82313" y="93840"/>
                </a:cubicBezTo>
                <a:cubicBezTo>
                  <a:pt x="84433" y="86659"/>
                  <a:pt x="85492" y="78109"/>
                  <a:pt x="85492" y="68189"/>
                </a:cubicBezTo>
                <a:close/>
                <a:moveTo>
                  <a:pt x="204279" y="82886"/>
                </a:moveTo>
                <a:cubicBezTo>
                  <a:pt x="204279" y="85388"/>
                  <a:pt x="203619" y="87108"/>
                  <a:pt x="202298" y="88047"/>
                </a:cubicBezTo>
                <a:cubicBezTo>
                  <a:pt x="200978" y="88985"/>
                  <a:pt x="199692" y="89454"/>
                  <a:pt x="198441" y="89454"/>
                </a:cubicBezTo>
                <a:lnTo>
                  <a:pt x="134113" y="89454"/>
                </a:lnTo>
                <a:cubicBezTo>
                  <a:pt x="134113" y="95308"/>
                  <a:pt x="134686" y="100605"/>
                  <a:pt x="135833" y="105344"/>
                </a:cubicBezTo>
                <a:cubicBezTo>
                  <a:pt x="136980" y="110084"/>
                  <a:pt x="138874" y="114143"/>
                  <a:pt x="141515" y="117523"/>
                </a:cubicBezTo>
                <a:cubicBezTo>
                  <a:pt x="144156" y="120903"/>
                  <a:pt x="147597" y="123499"/>
                  <a:pt x="151837" y="125313"/>
                </a:cubicBezTo>
                <a:cubicBezTo>
                  <a:pt x="156077" y="127124"/>
                  <a:pt x="161290" y="128030"/>
                  <a:pt x="167476" y="128030"/>
                </a:cubicBezTo>
                <a:cubicBezTo>
                  <a:pt x="171855" y="128030"/>
                  <a:pt x="175782" y="127642"/>
                  <a:pt x="179257" y="126867"/>
                </a:cubicBezTo>
                <a:cubicBezTo>
                  <a:pt x="182732" y="126092"/>
                  <a:pt x="185738" y="125228"/>
                  <a:pt x="188275" y="124277"/>
                </a:cubicBezTo>
                <a:cubicBezTo>
                  <a:pt x="190812" y="123326"/>
                  <a:pt x="192898" y="122462"/>
                  <a:pt x="194531" y="121687"/>
                </a:cubicBezTo>
                <a:cubicBezTo>
                  <a:pt x="196164" y="120911"/>
                  <a:pt x="197329" y="120524"/>
                  <a:pt x="198024" y="120524"/>
                </a:cubicBezTo>
                <a:cubicBezTo>
                  <a:pt x="198441" y="120524"/>
                  <a:pt x="198823" y="120629"/>
                  <a:pt x="199170" y="120840"/>
                </a:cubicBezTo>
                <a:cubicBezTo>
                  <a:pt x="199518" y="121050"/>
                  <a:pt x="199796" y="121384"/>
                  <a:pt x="200005" y="121840"/>
                </a:cubicBezTo>
                <a:cubicBezTo>
                  <a:pt x="200213" y="122296"/>
                  <a:pt x="200369" y="122875"/>
                  <a:pt x="200474" y="123576"/>
                </a:cubicBezTo>
                <a:cubicBezTo>
                  <a:pt x="200578" y="124278"/>
                  <a:pt x="200630" y="125154"/>
                  <a:pt x="200630" y="126206"/>
                </a:cubicBezTo>
                <a:cubicBezTo>
                  <a:pt x="200630" y="126699"/>
                  <a:pt x="200595" y="127173"/>
                  <a:pt x="200526" y="127629"/>
                </a:cubicBezTo>
                <a:cubicBezTo>
                  <a:pt x="200456" y="128086"/>
                  <a:pt x="200369" y="128507"/>
                  <a:pt x="200265" y="128894"/>
                </a:cubicBezTo>
                <a:cubicBezTo>
                  <a:pt x="200161" y="129278"/>
                  <a:pt x="200005" y="129646"/>
                  <a:pt x="199796" y="129998"/>
                </a:cubicBezTo>
                <a:cubicBezTo>
                  <a:pt x="199587" y="130348"/>
                  <a:pt x="199309" y="130699"/>
                  <a:pt x="198962" y="131050"/>
                </a:cubicBezTo>
                <a:cubicBezTo>
                  <a:pt x="198614" y="131400"/>
                  <a:pt x="197537" y="132009"/>
                  <a:pt x="195730" y="132878"/>
                </a:cubicBezTo>
                <a:cubicBezTo>
                  <a:pt x="193923" y="133747"/>
                  <a:pt x="191560" y="134616"/>
                  <a:pt x="188640" y="135485"/>
                </a:cubicBezTo>
                <a:cubicBezTo>
                  <a:pt x="185721" y="136354"/>
                  <a:pt x="182333" y="137135"/>
                  <a:pt x="178475" y="137831"/>
                </a:cubicBezTo>
                <a:cubicBezTo>
                  <a:pt x="174617" y="138526"/>
                  <a:pt x="170464" y="138873"/>
                  <a:pt x="166016" y="138873"/>
                </a:cubicBezTo>
                <a:cubicBezTo>
                  <a:pt x="158718" y="138873"/>
                  <a:pt x="152254" y="137777"/>
                  <a:pt x="146624" y="135586"/>
                </a:cubicBezTo>
                <a:cubicBezTo>
                  <a:pt x="140994" y="133394"/>
                  <a:pt x="136267" y="130159"/>
                  <a:pt x="132445" y="125880"/>
                </a:cubicBezTo>
                <a:cubicBezTo>
                  <a:pt x="128622" y="121601"/>
                  <a:pt x="125720" y="116296"/>
                  <a:pt x="123739" y="109964"/>
                </a:cubicBezTo>
                <a:cubicBezTo>
                  <a:pt x="121758" y="103632"/>
                  <a:pt x="120768" y="96292"/>
                  <a:pt x="120768" y="87943"/>
                </a:cubicBezTo>
                <a:cubicBezTo>
                  <a:pt x="120768" y="79941"/>
                  <a:pt x="121793" y="72774"/>
                  <a:pt x="123843" y="66442"/>
                </a:cubicBezTo>
                <a:cubicBezTo>
                  <a:pt x="125894" y="60111"/>
                  <a:pt x="128830" y="54736"/>
                  <a:pt x="132653" y="50318"/>
                </a:cubicBezTo>
                <a:cubicBezTo>
                  <a:pt x="136476" y="45900"/>
                  <a:pt x="141081" y="42526"/>
                  <a:pt x="146467" y="40195"/>
                </a:cubicBezTo>
                <a:cubicBezTo>
                  <a:pt x="151854" y="37865"/>
                  <a:pt x="157849" y="36699"/>
                  <a:pt x="164452" y="36699"/>
                </a:cubicBezTo>
                <a:cubicBezTo>
                  <a:pt x="171542" y="36699"/>
                  <a:pt x="177589" y="37881"/>
                  <a:pt x="182593" y="40244"/>
                </a:cubicBezTo>
                <a:cubicBezTo>
                  <a:pt x="187598" y="42607"/>
                  <a:pt x="191716" y="45787"/>
                  <a:pt x="194948" y="49784"/>
                </a:cubicBezTo>
                <a:cubicBezTo>
                  <a:pt x="198180" y="53780"/>
                  <a:pt x="200543" y="58420"/>
                  <a:pt x="202038" y="63702"/>
                </a:cubicBezTo>
                <a:cubicBezTo>
                  <a:pt x="203532" y="68985"/>
                  <a:pt x="204279" y="74545"/>
                  <a:pt x="204279" y="80384"/>
                </a:cubicBezTo>
                <a:lnTo>
                  <a:pt x="204279" y="82886"/>
                </a:lnTo>
                <a:moveTo>
                  <a:pt x="191455" y="79237"/>
                </a:moveTo>
                <a:cubicBezTo>
                  <a:pt x="191664" y="69228"/>
                  <a:pt x="189370" y="61409"/>
                  <a:pt x="184574" y="55779"/>
                </a:cubicBezTo>
                <a:cubicBezTo>
                  <a:pt x="179778" y="50149"/>
                  <a:pt x="172793" y="47334"/>
                  <a:pt x="163618" y="47334"/>
                </a:cubicBezTo>
                <a:cubicBezTo>
                  <a:pt x="158892" y="47334"/>
                  <a:pt x="154739" y="48220"/>
                  <a:pt x="151159" y="49992"/>
                </a:cubicBezTo>
                <a:cubicBezTo>
                  <a:pt x="147580" y="51765"/>
                  <a:pt x="144556" y="54110"/>
                  <a:pt x="142089" y="57030"/>
                </a:cubicBezTo>
                <a:cubicBezTo>
                  <a:pt x="139621" y="59949"/>
                  <a:pt x="137727" y="63337"/>
                  <a:pt x="136406" y="67195"/>
                </a:cubicBezTo>
                <a:cubicBezTo>
                  <a:pt x="135086" y="71053"/>
                  <a:pt x="134321" y="75067"/>
                  <a:pt x="134113" y="79237"/>
                </a:cubicBezTo>
                <a:lnTo>
                  <a:pt x="191455" y="79237"/>
                </a:lnTo>
                <a:close/>
                <a:moveTo>
                  <a:pt x="276587" y="129386"/>
                </a:moveTo>
                <a:cubicBezTo>
                  <a:pt x="276587" y="130845"/>
                  <a:pt x="276465" y="132027"/>
                  <a:pt x="276222" y="132930"/>
                </a:cubicBezTo>
                <a:cubicBezTo>
                  <a:pt x="275979" y="133834"/>
                  <a:pt x="275596" y="134546"/>
                  <a:pt x="275075" y="135068"/>
                </a:cubicBezTo>
                <a:cubicBezTo>
                  <a:pt x="274554" y="135589"/>
                  <a:pt x="273789" y="136076"/>
                  <a:pt x="272781" y="136527"/>
                </a:cubicBezTo>
                <a:cubicBezTo>
                  <a:pt x="271773" y="136979"/>
                  <a:pt x="270609" y="137361"/>
                  <a:pt x="269289" y="137674"/>
                </a:cubicBezTo>
                <a:cubicBezTo>
                  <a:pt x="267968" y="137987"/>
                  <a:pt x="266578" y="138230"/>
                  <a:pt x="265118" y="138404"/>
                </a:cubicBezTo>
                <a:cubicBezTo>
                  <a:pt x="263659" y="138578"/>
                  <a:pt x="262234" y="138665"/>
                  <a:pt x="260844" y="138665"/>
                </a:cubicBezTo>
                <a:cubicBezTo>
                  <a:pt x="256187" y="138665"/>
                  <a:pt x="252225" y="138039"/>
                  <a:pt x="248958" y="136788"/>
                </a:cubicBezTo>
                <a:cubicBezTo>
                  <a:pt x="245691" y="135537"/>
                  <a:pt x="243015" y="133643"/>
                  <a:pt x="240930" y="131106"/>
                </a:cubicBezTo>
                <a:cubicBezTo>
                  <a:pt x="238845" y="128569"/>
                  <a:pt x="237333" y="125354"/>
                  <a:pt x="236395" y="121462"/>
                </a:cubicBezTo>
                <a:cubicBezTo>
                  <a:pt x="235457" y="117570"/>
                  <a:pt x="234987" y="112982"/>
                  <a:pt x="234987" y="107700"/>
                </a:cubicBezTo>
                <a:lnTo>
                  <a:pt x="234987" y="49002"/>
                </a:lnTo>
                <a:lnTo>
                  <a:pt x="220912" y="49002"/>
                </a:lnTo>
                <a:cubicBezTo>
                  <a:pt x="219939" y="49002"/>
                  <a:pt x="219175" y="48563"/>
                  <a:pt x="218619" y="47686"/>
                </a:cubicBezTo>
                <a:cubicBezTo>
                  <a:pt x="218063" y="46808"/>
                  <a:pt x="217785" y="45492"/>
                  <a:pt x="217785" y="43737"/>
                </a:cubicBezTo>
                <a:cubicBezTo>
                  <a:pt x="217785" y="42824"/>
                  <a:pt x="217854" y="42035"/>
                  <a:pt x="217993" y="41368"/>
                </a:cubicBezTo>
                <a:cubicBezTo>
                  <a:pt x="218132" y="40701"/>
                  <a:pt x="218341" y="40140"/>
                  <a:pt x="218619" y="39684"/>
                </a:cubicBezTo>
                <a:cubicBezTo>
                  <a:pt x="218897" y="39227"/>
                  <a:pt x="219227" y="38894"/>
                  <a:pt x="219609" y="38683"/>
                </a:cubicBezTo>
                <a:cubicBezTo>
                  <a:pt x="219991" y="38473"/>
                  <a:pt x="220426" y="38367"/>
                  <a:pt x="220912" y="38367"/>
                </a:cubicBezTo>
                <a:lnTo>
                  <a:pt x="234987" y="38367"/>
                </a:lnTo>
                <a:lnTo>
                  <a:pt x="234987" y="15222"/>
                </a:lnTo>
                <a:cubicBezTo>
                  <a:pt x="234987" y="14805"/>
                  <a:pt x="235074" y="14423"/>
                  <a:pt x="235248" y="14075"/>
                </a:cubicBezTo>
                <a:cubicBezTo>
                  <a:pt x="235422" y="13727"/>
                  <a:pt x="235752" y="13432"/>
                  <a:pt x="236238" y="13189"/>
                </a:cubicBezTo>
                <a:cubicBezTo>
                  <a:pt x="236725" y="12946"/>
                  <a:pt x="237368" y="12772"/>
                  <a:pt x="238167" y="12667"/>
                </a:cubicBezTo>
                <a:cubicBezTo>
                  <a:pt x="238967" y="12563"/>
                  <a:pt x="239957" y="12511"/>
                  <a:pt x="241139" y="12511"/>
                </a:cubicBezTo>
                <a:cubicBezTo>
                  <a:pt x="242390" y="12511"/>
                  <a:pt x="243415" y="12563"/>
                  <a:pt x="244214" y="12667"/>
                </a:cubicBezTo>
                <a:cubicBezTo>
                  <a:pt x="245014" y="12772"/>
                  <a:pt x="245639" y="12946"/>
                  <a:pt x="246091" y="13189"/>
                </a:cubicBezTo>
                <a:cubicBezTo>
                  <a:pt x="246543" y="13432"/>
                  <a:pt x="246873" y="13727"/>
                  <a:pt x="247081" y="14075"/>
                </a:cubicBezTo>
                <a:cubicBezTo>
                  <a:pt x="247290" y="14423"/>
                  <a:pt x="247394" y="14805"/>
                  <a:pt x="247394" y="15222"/>
                </a:cubicBezTo>
                <a:lnTo>
                  <a:pt x="247394" y="38367"/>
                </a:lnTo>
                <a:lnTo>
                  <a:pt x="273459" y="38367"/>
                </a:lnTo>
                <a:cubicBezTo>
                  <a:pt x="273945" y="38367"/>
                  <a:pt x="274380" y="38473"/>
                  <a:pt x="274762" y="38683"/>
                </a:cubicBezTo>
                <a:cubicBezTo>
                  <a:pt x="275144" y="38894"/>
                  <a:pt x="275475" y="39227"/>
                  <a:pt x="275753" y="39684"/>
                </a:cubicBezTo>
                <a:cubicBezTo>
                  <a:pt x="276031" y="40140"/>
                  <a:pt x="276239" y="40701"/>
                  <a:pt x="276378" y="41368"/>
                </a:cubicBezTo>
                <a:cubicBezTo>
                  <a:pt x="276517" y="42035"/>
                  <a:pt x="276587" y="42824"/>
                  <a:pt x="276587" y="43737"/>
                </a:cubicBezTo>
                <a:cubicBezTo>
                  <a:pt x="276587" y="45492"/>
                  <a:pt x="276291" y="46808"/>
                  <a:pt x="275701" y="47686"/>
                </a:cubicBezTo>
                <a:cubicBezTo>
                  <a:pt x="275110" y="48563"/>
                  <a:pt x="274363" y="49002"/>
                  <a:pt x="273459" y="49002"/>
                </a:cubicBezTo>
                <a:lnTo>
                  <a:pt x="247394" y="49002"/>
                </a:lnTo>
                <a:lnTo>
                  <a:pt x="247394" y="106032"/>
                </a:lnTo>
                <a:cubicBezTo>
                  <a:pt x="247394" y="113191"/>
                  <a:pt x="248419" y="118647"/>
                  <a:pt x="250470" y="122400"/>
                </a:cubicBezTo>
                <a:cubicBezTo>
                  <a:pt x="252520" y="126154"/>
                  <a:pt x="256256" y="128030"/>
                  <a:pt x="261678" y="128030"/>
                </a:cubicBezTo>
                <a:cubicBezTo>
                  <a:pt x="263346" y="128030"/>
                  <a:pt x="264858" y="127856"/>
                  <a:pt x="266213" y="127509"/>
                </a:cubicBezTo>
                <a:cubicBezTo>
                  <a:pt x="267568" y="127161"/>
                  <a:pt x="268767" y="126779"/>
                  <a:pt x="269810" y="126362"/>
                </a:cubicBezTo>
                <a:cubicBezTo>
                  <a:pt x="270852" y="125945"/>
                  <a:pt x="271739" y="125563"/>
                  <a:pt x="272468" y="125215"/>
                </a:cubicBezTo>
                <a:cubicBezTo>
                  <a:pt x="273198" y="124868"/>
                  <a:pt x="273841" y="124694"/>
                  <a:pt x="274397" y="124694"/>
                </a:cubicBezTo>
                <a:cubicBezTo>
                  <a:pt x="274745" y="124694"/>
                  <a:pt x="275058" y="124763"/>
                  <a:pt x="275336" y="124902"/>
                </a:cubicBezTo>
                <a:cubicBezTo>
                  <a:pt x="275614" y="125041"/>
                  <a:pt x="275840" y="125302"/>
                  <a:pt x="276013" y="125684"/>
                </a:cubicBezTo>
                <a:cubicBezTo>
                  <a:pt x="276187" y="126067"/>
                  <a:pt x="276326" y="126553"/>
                  <a:pt x="276430" y="127144"/>
                </a:cubicBezTo>
                <a:cubicBezTo>
                  <a:pt x="276535" y="127735"/>
                  <a:pt x="276587" y="128482"/>
                  <a:pt x="276587" y="129386"/>
                </a:cubicBezTo>
                <a:close/>
                <a:moveTo>
                  <a:pt x="376634" y="82886"/>
                </a:moveTo>
                <a:cubicBezTo>
                  <a:pt x="376634" y="85388"/>
                  <a:pt x="375974" y="87108"/>
                  <a:pt x="374653" y="88047"/>
                </a:cubicBezTo>
                <a:cubicBezTo>
                  <a:pt x="373333" y="88985"/>
                  <a:pt x="372047" y="89454"/>
                  <a:pt x="370796" y="89454"/>
                </a:cubicBezTo>
                <a:lnTo>
                  <a:pt x="306468" y="89454"/>
                </a:lnTo>
                <a:cubicBezTo>
                  <a:pt x="306468" y="95308"/>
                  <a:pt x="307041" y="100605"/>
                  <a:pt x="308188" y="105344"/>
                </a:cubicBezTo>
                <a:cubicBezTo>
                  <a:pt x="309335" y="110084"/>
                  <a:pt x="311229" y="114143"/>
                  <a:pt x="313870" y="117523"/>
                </a:cubicBezTo>
                <a:cubicBezTo>
                  <a:pt x="316512" y="120903"/>
                  <a:pt x="319952" y="123499"/>
                  <a:pt x="324192" y="125313"/>
                </a:cubicBezTo>
                <a:cubicBezTo>
                  <a:pt x="328432" y="127124"/>
                  <a:pt x="333645" y="128030"/>
                  <a:pt x="339831" y="128030"/>
                </a:cubicBezTo>
                <a:cubicBezTo>
                  <a:pt x="344210" y="128030"/>
                  <a:pt x="348137" y="127642"/>
                  <a:pt x="351612" y="126867"/>
                </a:cubicBezTo>
                <a:cubicBezTo>
                  <a:pt x="355088" y="126092"/>
                  <a:pt x="358094" y="125228"/>
                  <a:pt x="360631" y="124277"/>
                </a:cubicBezTo>
                <a:cubicBezTo>
                  <a:pt x="363168" y="123326"/>
                  <a:pt x="365253" y="122462"/>
                  <a:pt x="366886" y="121687"/>
                </a:cubicBezTo>
                <a:cubicBezTo>
                  <a:pt x="368520" y="120911"/>
                  <a:pt x="369684" y="120524"/>
                  <a:pt x="370379" y="120524"/>
                </a:cubicBezTo>
                <a:cubicBezTo>
                  <a:pt x="370796" y="120524"/>
                  <a:pt x="371178" y="120629"/>
                  <a:pt x="371526" y="120840"/>
                </a:cubicBezTo>
                <a:cubicBezTo>
                  <a:pt x="371873" y="121050"/>
                  <a:pt x="372151" y="121384"/>
                  <a:pt x="372360" y="121840"/>
                </a:cubicBezTo>
                <a:cubicBezTo>
                  <a:pt x="372568" y="122296"/>
                  <a:pt x="372725" y="122875"/>
                  <a:pt x="372829" y="123576"/>
                </a:cubicBezTo>
                <a:cubicBezTo>
                  <a:pt x="372933" y="124278"/>
                  <a:pt x="372985" y="125154"/>
                  <a:pt x="372985" y="126206"/>
                </a:cubicBezTo>
                <a:cubicBezTo>
                  <a:pt x="372985" y="126699"/>
                  <a:pt x="372951" y="127173"/>
                  <a:pt x="372881" y="127629"/>
                </a:cubicBezTo>
                <a:cubicBezTo>
                  <a:pt x="372812" y="128086"/>
                  <a:pt x="372725" y="128507"/>
                  <a:pt x="372620" y="128894"/>
                </a:cubicBezTo>
                <a:cubicBezTo>
                  <a:pt x="372516" y="129278"/>
                  <a:pt x="372360" y="129646"/>
                  <a:pt x="372151" y="129998"/>
                </a:cubicBezTo>
                <a:cubicBezTo>
                  <a:pt x="371943" y="130348"/>
                  <a:pt x="371665" y="130699"/>
                  <a:pt x="371317" y="131050"/>
                </a:cubicBezTo>
                <a:cubicBezTo>
                  <a:pt x="370970" y="131400"/>
                  <a:pt x="369892" y="132009"/>
                  <a:pt x="368085" y="132878"/>
                </a:cubicBezTo>
                <a:cubicBezTo>
                  <a:pt x="366278" y="133747"/>
                  <a:pt x="363915" y="134616"/>
                  <a:pt x="360996" y="135485"/>
                </a:cubicBezTo>
                <a:cubicBezTo>
                  <a:pt x="358076" y="136354"/>
                  <a:pt x="354688" y="137135"/>
                  <a:pt x="350830" y="137831"/>
                </a:cubicBezTo>
                <a:cubicBezTo>
                  <a:pt x="346973" y="138526"/>
                  <a:pt x="342820" y="138873"/>
                  <a:pt x="338371" y="138873"/>
                </a:cubicBezTo>
                <a:cubicBezTo>
                  <a:pt x="331073" y="138873"/>
                  <a:pt x="324609" y="137777"/>
                  <a:pt x="318979" y="135586"/>
                </a:cubicBezTo>
                <a:cubicBezTo>
                  <a:pt x="313349" y="133394"/>
                  <a:pt x="308623" y="130159"/>
                  <a:pt x="304800" y="125880"/>
                </a:cubicBezTo>
                <a:cubicBezTo>
                  <a:pt x="300977" y="121601"/>
                  <a:pt x="298075" y="116296"/>
                  <a:pt x="296094" y="109964"/>
                </a:cubicBezTo>
                <a:cubicBezTo>
                  <a:pt x="294113" y="103632"/>
                  <a:pt x="293123" y="96292"/>
                  <a:pt x="293123" y="87943"/>
                </a:cubicBezTo>
                <a:cubicBezTo>
                  <a:pt x="293123" y="79941"/>
                  <a:pt x="294148" y="72774"/>
                  <a:pt x="296199" y="66442"/>
                </a:cubicBezTo>
                <a:cubicBezTo>
                  <a:pt x="298249" y="60111"/>
                  <a:pt x="301186" y="54736"/>
                  <a:pt x="305008" y="50318"/>
                </a:cubicBezTo>
                <a:cubicBezTo>
                  <a:pt x="308831" y="45900"/>
                  <a:pt x="313436" y="42526"/>
                  <a:pt x="318823" y="40195"/>
                </a:cubicBezTo>
                <a:cubicBezTo>
                  <a:pt x="324209" y="37865"/>
                  <a:pt x="330204" y="36699"/>
                  <a:pt x="336807" y="36699"/>
                </a:cubicBezTo>
                <a:cubicBezTo>
                  <a:pt x="343897" y="36699"/>
                  <a:pt x="349944" y="37881"/>
                  <a:pt x="354949" y="40244"/>
                </a:cubicBezTo>
                <a:cubicBezTo>
                  <a:pt x="359953" y="42607"/>
                  <a:pt x="364071" y="45787"/>
                  <a:pt x="367303" y="49784"/>
                </a:cubicBezTo>
                <a:cubicBezTo>
                  <a:pt x="370535" y="53780"/>
                  <a:pt x="372898" y="58420"/>
                  <a:pt x="374393" y="63702"/>
                </a:cubicBezTo>
                <a:cubicBezTo>
                  <a:pt x="375887" y="68985"/>
                  <a:pt x="376634" y="74545"/>
                  <a:pt x="376634" y="80384"/>
                </a:cubicBezTo>
                <a:lnTo>
                  <a:pt x="376634" y="82886"/>
                </a:lnTo>
                <a:moveTo>
                  <a:pt x="363811" y="79237"/>
                </a:moveTo>
                <a:cubicBezTo>
                  <a:pt x="364019" y="69228"/>
                  <a:pt x="361725" y="61409"/>
                  <a:pt x="356929" y="55779"/>
                </a:cubicBezTo>
                <a:cubicBezTo>
                  <a:pt x="352134" y="50149"/>
                  <a:pt x="345148" y="47334"/>
                  <a:pt x="335973" y="47334"/>
                </a:cubicBezTo>
                <a:cubicBezTo>
                  <a:pt x="331247" y="47334"/>
                  <a:pt x="327094" y="48220"/>
                  <a:pt x="323514" y="49992"/>
                </a:cubicBezTo>
                <a:cubicBezTo>
                  <a:pt x="319935" y="51765"/>
                  <a:pt x="316911" y="54110"/>
                  <a:pt x="314444" y="57030"/>
                </a:cubicBezTo>
                <a:cubicBezTo>
                  <a:pt x="311976" y="59949"/>
                  <a:pt x="310082" y="63337"/>
                  <a:pt x="308762" y="67195"/>
                </a:cubicBezTo>
                <a:cubicBezTo>
                  <a:pt x="307441" y="71053"/>
                  <a:pt x="306677" y="75067"/>
                  <a:pt x="306468" y="79237"/>
                </a:cubicBezTo>
                <a:lnTo>
                  <a:pt x="363811" y="79237"/>
                </a:lnTo>
                <a:close/>
                <a:moveTo>
                  <a:pt x="470444" y="121045"/>
                </a:moveTo>
                <a:cubicBezTo>
                  <a:pt x="470444" y="121879"/>
                  <a:pt x="470409" y="122626"/>
                  <a:pt x="470340" y="123286"/>
                </a:cubicBezTo>
                <a:cubicBezTo>
                  <a:pt x="470270" y="123947"/>
                  <a:pt x="470166" y="124520"/>
                  <a:pt x="470027" y="125007"/>
                </a:cubicBezTo>
                <a:cubicBezTo>
                  <a:pt x="469888" y="125493"/>
                  <a:pt x="469697" y="125928"/>
                  <a:pt x="469454" y="126310"/>
                </a:cubicBezTo>
                <a:cubicBezTo>
                  <a:pt x="469210" y="126692"/>
                  <a:pt x="468637" y="127335"/>
                  <a:pt x="467733" y="128239"/>
                </a:cubicBezTo>
                <a:cubicBezTo>
                  <a:pt x="466830" y="129142"/>
                  <a:pt x="465318" y="130289"/>
                  <a:pt x="463198" y="131679"/>
                </a:cubicBezTo>
                <a:cubicBezTo>
                  <a:pt x="461078" y="133069"/>
                  <a:pt x="458698" y="134286"/>
                  <a:pt x="456056" y="135328"/>
                </a:cubicBezTo>
                <a:cubicBezTo>
                  <a:pt x="453415" y="136371"/>
                  <a:pt x="450565" y="137222"/>
                  <a:pt x="447507" y="137883"/>
                </a:cubicBezTo>
                <a:cubicBezTo>
                  <a:pt x="444449" y="138543"/>
                  <a:pt x="441286" y="138873"/>
                  <a:pt x="438019" y="138873"/>
                </a:cubicBezTo>
                <a:cubicBezTo>
                  <a:pt x="431486" y="138873"/>
                  <a:pt x="425700" y="137777"/>
                  <a:pt x="420660" y="135586"/>
                </a:cubicBezTo>
                <a:cubicBezTo>
                  <a:pt x="415621" y="133394"/>
                  <a:pt x="411399" y="130159"/>
                  <a:pt x="407993" y="125880"/>
                </a:cubicBezTo>
                <a:cubicBezTo>
                  <a:pt x="404587" y="121601"/>
                  <a:pt x="401998" y="116348"/>
                  <a:pt x="400226" y="110120"/>
                </a:cubicBezTo>
                <a:cubicBezTo>
                  <a:pt x="398453" y="103893"/>
                  <a:pt x="397567" y="96709"/>
                  <a:pt x="397567" y="88568"/>
                </a:cubicBezTo>
                <a:cubicBezTo>
                  <a:pt x="397567" y="79385"/>
                  <a:pt x="398662" y="71523"/>
                  <a:pt x="400851" y="64983"/>
                </a:cubicBezTo>
                <a:cubicBezTo>
                  <a:pt x="403041" y="58443"/>
                  <a:pt x="406047" y="53085"/>
                  <a:pt x="409870" y="48911"/>
                </a:cubicBezTo>
                <a:cubicBezTo>
                  <a:pt x="413692" y="44736"/>
                  <a:pt x="418158" y="41657"/>
                  <a:pt x="423267" y="39674"/>
                </a:cubicBezTo>
                <a:cubicBezTo>
                  <a:pt x="428375" y="37691"/>
                  <a:pt x="433849" y="36699"/>
                  <a:pt x="439688" y="36699"/>
                </a:cubicBezTo>
                <a:cubicBezTo>
                  <a:pt x="442815" y="36699"/>
                  <a:pt x="445804" y="36998"/>
                  <a:pt x="448654" y="37595"/>
                </a:cubicBezTo>
                <a:cubicBezTo>
                  <a:pt x="451504" y="38190"/>
                  <a:pt x="454127" y="38979"/>
                  <a:pt x="456525" y="39961"/>
                </a:cubicBezTo>
                <a:cubicBezTo>
                  <a:pt x="458923" y="40940"/>
                  <a:pt x="461061" y="42061"/>
                  <a:pt x="462937" y="43323"/>
                </a:cubicBezTo>
                <a:cubicBezTo>
                  <a:pt x="464814" y="44585"/>
                  <a:pt x="466187" y="45655"/>
                  <a:pt x="467056" y="46532"/>
                </a:cubicBezTo>
                <a:cubicBezTo>
                  <a:pt x="467924" y="47407"/>
                  <a:pt x="468515" y="48073"/>
                  <a:pt x="468828" y="48529"/>
                </a:cubicBezTo>
                <a:cubicBezTo>
                  <a:pt x="469141" y="48983"/>
                  <a:pt x="469384" y="49488"/>
                  <a:pt x="469558" y="50044"/>
                </a:cubicBezTo>
                <a:cubicBezTo>
                  <a:pt x="469732" y="50600"/>
                  <a:pt x="469853" y="51209"/>
                  <a:pt x="469923" y="51869"/>
                </a:cubicBezTo>
                <a:cubicBezTo>
                  <a:pt x="469992" y="52529"/>
                  <a:pt x="470027" y="53311"/>
                  <a:pt x="470027" y="54215"/>
                </a:cubicBezTo>
                <a:cubicBezTo>
                  <a:pt x="470027" y="56230"/>
                  <a:pt x="469732" y="57638"/>
                  <a:pt x="469141" y="58437"/>
                </a:cubicBezTo>
                <a:cubicBezTo>
                  <a:pt x="468550" y="59237"/>
                  <a:pt x="467907" y="59636"/>
                  <a:pt x="467212" y="59636"/>
                </a:cubicBezTo>
                <a:cubicBezTo>
                  <a:pt x="466239" y="59636"/>
                  <a:pt x="465040" y="59005"/>
                  <a:pt x="463615" y="57743"/>
                </a:cubicBezTo>
                <a:cubicBezTo>
                  <a:pt x="462190" y="56481"/>
                  <a:pt x="460366" y="55097"/>
                  <a:pt x="458141" y="53589"/>
                </a:cubicBezTo>
                <a:cubicBezTo>
                  <a:pt x="455917" y="52082"/>
                  <a:pt x="453224" y="50697"/>
                  <a:pt x="450061" y="49435"/>
                </a:cubicBezTo>
                <a:cubicBezTo>
                  <a:pt x="446899" y="48173"/>
                  <a:pt x="443128" y="47542"/>
                  <a:pt x="438749" y="47542"/>
                </a:cubicBezTo>
                <a:cubicBezTo>
                  <a:pt x="429713" y="47542"/>
                  <a:pt x="422746" y="51022"/>
                  <a:pt x="417845" y="57981"/>
                </a:cubicBezTo>
                <a:cubicBezTo>
                  <a:pt x="412945" y="64940"/>
                  <a:pt x="410495" y="74997"/>
                  <a:pt x="410495" y="88151"/>
                </a:cubicBezTo>
                <a:cubicBezTo>
                  <a:pt x="410495" y="94763"/>
                  <a:pt x="411155" y="100557"/>
                  <a:pt x="412476" y="105533"/>
                </a:cubicBezTo>
                <a:cubicBezTo>
                  <a:pt x="413797" y="110509"/>
                  <a:pt x="415691" y="114650"/>
                  <a:pt x="418158" y="117956"/>
                </a:cubicBezTo>
                <a:cubicBezTo>
                  <a:pt x="420626" y="121262"/>
                  <a:pt x="423632" y="123733"/>
                  <a:pt x="427177" y="125368"/>
                </a:cubicBezTo>
                <a:cubicBezTo>
                  <a:pt x="430721" y="127004"/>
                  <a:pt x="434718" y="127822"/>
                  <a:pt x="439166" y="127822"/>
                </a:cubicBezTo>
                <a:cubicBezTo>
                  <a:pt x="443337" y="127822"/>
                  <a:pt x="447021" y="127161"/>
                  <a:pt x="450218" y="125841"/>
                </a:cubicBezTo>
                <a:cubicBezTo>
                  <a:pt x="453415" y="124520"/>
                  <a:pt x="456195" y="123061"/>
                  <a:pt x="458559" y="121462"/>
                </a:cubicBezTo>
                <a:cubicBezTo>
                  <a:pt x="460922" y="119863"/>
                  <a:pt x="462885" y="118404"/>
                  <a:pt x="464449" y="117083"/>
                </a:cubicBezTo>
                <a:cubicBezTo>
                  <a:pt x="466013" y="115762"/>
                  <a:pt x="467177" y="115102"/>
                  <a:pt x="467942" y="115102"/>
                </a:cubicBezTo>
                <a:cubicBezTo>
                  <a:pt x="468359" y="115102"/>
                  <a:pt x="468724" y="115224"/>
                  <a:pt x="469037" y="115467"/>
                </a:cubicBezTo>
                <a:cubicBezTo>
                  <a:pt x="469349" y="115710"/>
                  <a:pt x="469610" y="116093"/>
                  <a:pt x="469818" y="116614"/>
                </a:cubicBezTo>
                <a:cubicBezTo>
                  <a:pt x="470027" y="117135"/>
                  <a:pt x="470183" y="117761"/>
                  <a:pt x="470288" y="118490"/>
                </a:cubicBezTo>
                <a:cubicBezTo>
                  <a:pt x="470392" y="119220"/>
                  <a:pt x="470444" y="120072"/>
                  <a:pt x="470444" y="121045"/>
                </a:cubicBezTo>
                <a:close/>
                <a:moveTo>
                  <a:pt x="541631" y="129386"/>
                </a:moveTo>
                <a:cubicBezTo>
                  <a:pt x="541631" y="130845"/>
                  <a:pt x="541510" y="132027"/>
                  <a:pt x="541266" y="132930"/>
                </a:cubicBezTo>
                <a:cubicBezTo>
                  <a:pt x="541023" y="133834"/>
                  <a:pt x="540641" y="134546"/>
                  <a:pt x="540120" y="135068"/>
                </a:cubicBezTo>
                <a:cubicBezTo>
                  <a:pt x="539598" y="135589"/>
                  <a:pt x="538834" y="136076"/>
                  <a:pt x="537826" y="136527"/>
                </a:cubicBezTo>
                <a:cubicBezTo>
                  <a:pt x="536818" y="136979"/>
                  <a:pt x="535654" y="137361"/>
                  <a:pt x="534333" y="137674"/>
                </a:cubicBezTo>
                <a:cubicBezTo>
                  <a:pt x="533013" y="137987"/>
                  <a:pt x="531622" y="138230"/>
                  <a:pt x="530163" y="138404"/>
                </a:cubicBezTo>
                <a:cubicBezTo>
                  <a:pt x="528703" y="138578"/>
                  <a:pt x="527278" y="138665"/>
                  <a:pt x="525888" y="138665"/>
                </a:cubicBezTo>
                <a:cubicBezTo>
                  <a:pt x="521231" y="138665"/>
                  <a:pt x="517269" y="138039"/>
                  <a:pt x="514003" y="136788"/>
                </a:cubicBezTo>
                <a:cubicBezTo>
                  <a:pt x="510736" y="135537"/>
                  <a:pt x="508060" y="133643"/>
                  <a:pt x="505975" y="131106"/>
                </a:cubicBezTo>
                <a:cubicBezTo>
                  <a:pt x="503889" y="128569"/>
                  <a:pt x="502378" y="125354"/>
                  <a:pt x="501439" y="121462"/>
                </a:cubicBezTo>
                <a:cubicBezTo>
                  <a:pt x="500501" y="117570"/>
                  <a:pt x="500032" y="112982"/>
                  <a:pt x="500032" y="107700"/>
                </a:cubicBezTo>
                <a:lnTo>
                  <a:pt x="500032" y="49002"/>
                </a:lnTo>
                <a:lnTo>
                  <a:pt x="485957" y="49002"/>
                </a:lnTo>
                <a:cubicBezTo>
                  <a:pt x="484984" y="49002"/>
                  <a:pt x="484219" y="48563"/>
                  <a:pt x="483663" y="47686"/>
                </a:cubicBezTo>
                <a:cubicBezTo>
                  <a:pt x="483107" y="46808"/>
                  <a:pt x="482829" y="45492"/>
                  <a:pt x="482829" y="43737"/>
                </a:cubicBezTo>
                <a:cubicBezTo>
                  <a:pt x="482829" y="42824"/>
                  <a:pt x="482899" y="42035"/>
                  <a:pt x="483038" y="41368"/>
                </a:cubicBezTo>
                <a:cubicBezTo>
                  <a:pt x="483177" y="40701"/>
                  <a:pt x="483385" y="40140"/>
                  <a:pt x="483663" y="39684"/>
                </a:cubicBezTo>
                <a:cubicBezTo>
                  <a:pt x="483941" y="39227"/>
                  <a:pt x="484271" y="38894"/>
                  <a:pt x="484654" y="38683"/>
                </a:cubicBezTo>
                <a:cubicBezTo>
                  <a:pt x="485036" y="38473"/>
                  <a:pt x="485470" y="38367"/>
                  <a:pt x="485957" y="38367"/>
                </a:cubicBezTo>
                <a:lnTo>
                  <a:pt x="500032" y="38367"/>
                </a:lnTo>
                <a:lnTo>
                  <a:pt x="500032" y="15222"/>
                </a:lnTo>
                <a:cubicBezTo>
                  <a:pt x="500032" y="14805"/>
                  <a:pt x="500119" y="14423"/>
                  <a:pt x="500293" y="14075"/>
                </a:cubicBezTo>
                <a:cubicBezTo>
                  <a:pt x="500466" y="13727"/>
                  <a:pt x="500796" y="13432"/>
                  <a:pt x="501283" y="13189"/>
                </a:cubicBezTo>
                <a:cubicBezTo>
                  <a:pt x="501770" y="12946"/>
                  <a:pt x="502412" y="12772"/>
                  <a:pt x="503212" y="12667"/>
                </a:cubicBezTo>
                <a:cubicBezTo>
                  <a:pt x="504011" y="12563"/>
                  <a:pt x="505002" y="12511"/>
                  <a:pt x="506183" y="12511"/>
                </a:cubicBezTo>
                <a:cubicBezTo>
                  <a:pt x="507434" y="12511"/>
                  <a:pt x="508460" y="12563"/>
                  <a:pt x="509259" y="12667"/>
                </a:cubicBezTo>
                <a:cubicBezTo>
                  <a:pt x="510058" y="12772"/>
                  <a:pt x="510684" y="12946"/>
                  <a:pt x="511135" y="13189"/>
                </a:cubicBezTo>
                <a:cubicBezTo>
                  <a:pt x="511587" y="13432"/>
                  <a:pt x="511917" y="13727"/>
                  <a:pt x="512126" y="14075"/>
                </a:cubicBezTo>
                <a:cubicBezTo>
                  <a:pt x="512334" y="14423"/>
                  <a:pt x="512439" y="14805"/>
                  <a:pt x="512439" y="15222"/>
                </a:cubicBezTo>
                <a:lnTo>
                  <a:pt x="512439" y="38367"/>
                </a:lnTo>
                <a:lnTo>
                  <a:pt x="538504" y="38367"/>
                </a:lnTo>
                <a:cubicBezTo>
                  <a:pt x="538990" y="38367"/>
                  <a:pt x="539424" y="38473"/>
                  <a:pt x="539807" y="38683"/>
                </a:cubicBezTo>
                <a:cubicBezTo>
                  <a:pt x="540189" y="38894"/>
                  <a:pt x="540519" y="39227"/>
                  <a:pt x="540797" y="39684"/>
                </a:cubicBezTo>
                <a:cubicBezTo>
                  <a:pt x="541075" y="40140"/>
                  <a:pt x="541284" y="40701"/>
                  <a:pt x="541423" y="41368"/>
                </a:cubicBezTo>
                <a:cubicBezTo>
                  <a:pt x="541562" y="42035"/>
                  <a:pt x="541631" y="42824"/>
                  <a:pt x="541631" y="43737"/>
                </a:cubicBezTo>
                <a:cubicBezTo>
                  <a:pt x="541631" y="45492"/>
                  <a:pt x="541336" y="46808"/>
                  <a:pt x="540745" y="47686"/>
                </a:cubicBezTo>
                <a:cubicBezTo>
                  <a:pt x="540154" y="48563"/>
                  <a:pt x="539407" y="49002"/>
                  <a:pt x="538504" y="49002"/>
                </a:cubicBezTo>
                <a:lnTo>
                  <a:pt x="512439" y="49002"/>
                </a:lnTo>
                <a:lnTo>
                  <a:pt x="512439" y="106032"/>
                </a:lnTo>
                <a:cubicBezTo>
                  <a:pt x="512439" y="113191"/>
                  <a:pt x="513464" y="118647"/>
                  <a:pt x="515514" y="122400"/>
                </a:cubicBezTo>
                <a:cubicBezTo>
                  <a:pt x="517565" y="126154"/>
                  <a:pt x="521301" y="128030"/>
                  <a:pt x="526722" y="128030"/>
                </a:cubicBezTo>
                <a:cubicBezTo>
                  <a:pt x="528390" y="128030"/>
                  <a:pt x="529902" y="127856"/>
                  <a:pt x="531258" y="127509"/>
                </a:cubicBezTo>
                <a:cubicBezTo>
                  <a:pt x="532613" y="127161"/>
                  <a:pt x="533812" y="126779"/>
                  <a:pt x="534854" y="126362"/>
                </a:cubicBezTo>
                <a:cubicBezTo>
                  <a:pt x="535897" y="125945"/>
                  <a:pt x="536783" y="125563"/>
                  <a:pt x="537513" y="125215"/>
                </a:cubicBezTo>
                <a:cubicBezTo>
                  <a:pt x="538243" y="124868"/>
                  <a:pt x="538886" y="124694"/>
                  <a:pt x="539442" y="124694"/>
                </a:cubicBezTo>
                <a:cubicBezTo>
                  <a:pt x="539789" y="124694"/>
                  <a:pt x="540102" y="124763"/>
                  <a:pt x="540380" y="124902"/>
                </a:cubicBezTo>
                <a:cubicBezTo>
                  <a:pt x="540658" y="125041"/>
                  <a:pt x="540884" y="125302"/>
                  <a:pt x="541058" y="125684"/>
                </a:cubicBezTo>
                <a:cubicBezTo>
                  <a:pt x="541232" y="126067"/>
                  <a:pt x="541371" y="126553"/>
                  <a:pt x="541475" y="127144"/>
                </a:cubicBezTo>
                <a:cubicBezTo>
                  <a:pt x="541579" y="127735"/>
                  <a:pt x="541631" y="128482"/>
                  <a:pt x="541631" y="129386"/>
                </a:cubicBezTo>
                <a:close/>
                <a:moveTo>
                  <a:pt x="579066" y="134908"/>
                </a:moveTo>
                <a:cubicBezTo>
                  <a:pt x="579066" y="135325"/>
                  <a:pt x="578962" y="135708"/>
                  <a:pt x="578753" y="136058"/>
                </a:cubicBezTo>
                <a:cubicBezTo>
                  <a:pt x="578545" y="136406"/>
                  <a:pt x="578215" y="136684"/>
                  <a:pt x="577763" y="136892"/>
                </a:cubicBezTo>
                <a:cubicBezTo>
                  <a:pt x="577311" y="137101"/>
                  <a:pt x="576685" y="137275"/>
                  <a:pt x="575886" y="137414"/>
                </a:cubicBezTo>
                <a:cubicBezTo>
                  <a:pt x="575087" y="137553"/>
                  <a:pt x="574062" y="137622"/>
                  <a:pt x="572810" y="137622"/>
                </a:cubicBezTo>
                <a:cubicBezTo>
                  <a:pt x="571629" y="137622"/>
                  <a:pt x="570638" y="137553"/>
                  <a:pt x="569839" y="137414"/>
                </a:cubicBezTo>
                <a:cubicBezTo>
                  <a:pt x="569040" y="137275"/>
                  <a:pt x="568397" y="137101"/>
                  <a:pt x="567910" y="136892"/>
                </a:cubicBezTo>
                <a:cubicBezTo>
                  <a:pt x="567424" y="136684"/>
                  <a:pt x="567094" y="136406"/>
                  <a:pt x="566920" y="136058"/>
                </a:cubicBezTo>
                <a:cubicBezTo>
                  <a:pt x="566746" y="135708"/>
                  <a:pt x="566659" y="135325"/>
                  <a:pt x="566659" y="134908"/>
                </a:cubicBezTo>
                <a:lnTo>
                  <a:pt x="566659" y="40456"/>
                </a:lnTo>
                <a:cubicBezTo>
                  <a:pt x="566659" y="40039"/>
                  <a:pt x="566746" y="39656"/>
                  <a:pt x="566920" y="39309"/>
                </a:cubicBezTo>
                <a:cubicBezTo>
                  <a:pt x="567094" y="38959"/>
                  <a:pt x="567424" y="38663"/>
                  <a:pt x="567910" y="38419"/>
                </a:cubicBezTo>
                <a:cubicBezTo>
                  <a:pt x="568397" y="38176"/>
                  <a:pt x="569040" y="38002"/>
                  <a:pt x="569839" y="37898"/>
                </a:cubicBezTo>
                <a:cubicBezTo>
                  <a:pt x="570638" y="37794"/>
                  <a:pt x="571629" y="37742"/>
                  <a:pt x="572810" y="37742"/>
                </a:cubicBezTo>
                <a:cubicBezTo>
                  <a:pt x="574062" y="37742"/>
                  <a:pt x="575087" y="37794"/>
                  <a:pt x="575886" y="37898"/>
                </a:cubicBezTo>
                <a:cubicBezTo>
                  <a:pt x="576685" y="38002"/>
                  <a:pt x="577311" y="38176"/>
                  <a:pt x="577763" y="38419"/>
                </a:cubicBezTo>
                <a:cubicBezTo>
                  <a:pt x="578215" y="38663"/>
                  <a:pt x="578545" y="38959"/>
                  <a:pt x="578753" y="39309"/>
                </a:cubicBezTo>
                <a:cubicBezTo>
                  <a:pt x="578962" y="39656"/>
                  <a:pt x="579066" y="40039"/>
                  <a:pt x="579066" y="40456"/>
                </a:cubicBezTo>
                <a:lnTo>
                  <a:pt x="579066" y="134908"/>
                </a:lnTo>
                <a:moveTo>
                  <a:pt x="580943" y="8497"/>
                </a:moveTo>
                <a:cubicBezTo>
                  <a:pt x="580943" y="11853"/>
                  <a:pt x="580352" y="14126"/>
                  <a:pt x="579170" y="15316"/>
                </a:cubicBezTo>
                <a:cubicBezTo>
                  <a:pt x="577989" y="16504"/>
                  <a:pt x="575834" y="17098"/>
                  <a:pt x="572706" y="17098"/>
                </a:cubicBezTo>
                <a:cubicBezTo>
                  <a:pt x="569648" y="17098"/>
                  <a:pt x="567545" y="16522"/>
                  <a:pt x="566398" y="15368"/>
                </a:cubicBezTo>
                <a:cubicBezTo>
                  <a:pt x="565252" y="14215"/>
                  <a:pt x="564678" y="11959"/>
                  <a:pt x="564678" y="8601"/>
                </a:cubicBezTo>
                <a:cubicBezTo>
                  <a:pt x="564678" y="5246"/>
                  <a:pt x="565269" y="2974"/>
                  <a:pt x="566451" y="1785"/>
                </a:cubicBezTo>
                <a:cubicBezTo>
                  <a:pt x="567632" y="595"/>
                  <a:pt x="569787" y="0"/>
                  <a:pt x="572915" y="0"/>
                </a:cubicBezTo>
                <a:cubicBezTo>
                  <a:pt x="575973" y="0"/>
                  <a:pt x="578075" y="577"/>
                  <a:pt x="579222" y="1730"/>
                </a:cubicBezTo>
                <a:cubicBezTo>
                  <a:pt x="580369" y="2883"/>
                  <a:pt x="580943" y="5139"/>
                  <a:pt x="580943" y="8497"/>
                </a:cubicBezTo>
                <a:close/>
                <a:moveTo>
                  <a:pt x="697808" y="86796"/>
                </a:moveTo>
                <a:cubicBezTo>
                  <a:pt x="697808" y="94309"/>
                  <a:pt x="696835" y="101231"/>
                  <a:pt x="694889" y="107563"/>
                </a:cubicBezTo>
                <a:cubicBezTo>
                  <a:pt x="692942" y="113894"/>
                  <a:pt x="690040" y="119392"/>
                  <a:pt x="686183" y="124055"/>
                </a:cubicBezTo>
                <a:cubicBezTo>
                  <a:pt x="682325" y="128717"/>
                  <a:pt x="677512" y="132352"/>
                  <a:pt x="671743" y="134960"/>
                </a:cubicBezTo>
                <a:cubicBezTo>
                  <a:pt x="665974" y="137569"/>
                  <a:pt x="659267" y="138873"/>
                  <a:pt x="651621" y="138873"/>
                </a:cubicBezTo>
                <a:cubicBezTo>
                  <a:pt x="644253" y="138873"/>
                  <a:pt x="637807" y="137708"/>
                  <a:pt x="632281" y="135377"/>
                </a:cubicBezTo>
                <a:cubicBezTo>
                  <a:pt x="626755" y="133047"/>
                  <a:pt x="622133" y="129707"/>
                  <a:pt x="618414" y="125359"/>
                </a:cubicBezTo>
                <a:cubicBezTo>
                  <a:pt x="614696" y="121010"/>
                  <a:pt x="611916" y="115740"/>
                  <a:pt x="610074" y="109547"/>
                </a:cubicBezTo>
                <a:cubicBezTo>
                  <a:pt x="608232" y="103354"/>
                  <a:pt x="607311" y="96361"/>
                  <a:pt x="607311" y="88568"/>
                </a:cubicBezTo>
                <a:cubicBezTo>
                  <a:pt x="607311" y="81055"/>
                  <a:pt x="608267" y="74133"/>
                  <a:pt x="610178" y="67801"/>
                </a:cubicBezTo>
                <a:cubicBezTo>
                  <a:pt x="612089" y="61469"/>
                  <a:pt x="614974" y="55990"/>
                  <a:pt x="618831" y="51364"/>
                </a:cubicBezTo>
                <a:cubicBezTo>
                  <a:pt x="622689" y="46735"/>
                  <a:pt x="627502" y="43134"/>
                  <a:pt x="633271" y="40560"/>
                </a:cubicBezTo>
                <a:cubicBezTo>
                  <a:pt x="639040" y="37986"/>
                  <a:pt x="645782" y="36699"/>
                  <a:pt x="653498" y="36699"/>
                </a:cubicBezTo>
                <a:cubicBezTo>
                  <a:pt x="660865" y="36699"/>
                  <a:pt x="667312" y="37847"/>
                  <a:pt x="672838" y="40143"/>
                </a:cubicBezTo>
                <a:cubicBezTo>
                  <a:pt x="678363" y="42439"/>
                  <a:pt x="682968" y="45761"/>
                  <a:pt x="686652" y="50110"/>
                </a:cubicBezTo>
                <a:cubicBezTo>
                  <a:pt x="690336" y="54458"/>
                  <a:pt x="693116" y="59729"/>
                  <a:pt x="694993" y="65921"/>
                </a:cubicBezTo>
                <a:cubicBezTo>
                  <a:pt x="696869" y="72114"/>
                  <a:pt x="697808" y="79072"/>
                  <a:pt x="697808" y="86796"/>
                </a:cubicBezTo>
                <a:moveTo>
                  <a:pt x="684671" y="87943"/>
                </a:moveTo>
                <a:cubicBezTo>
                  <a:pt x="684671" y="82584"/>
                  <a:pt x="684150" y="77469"/>
                  <a:pt x="683107" y="72597"/>
                </a:cubicBezTo>
                <a:cubicBezTo>
                  <a:pt x="682065" y="67725"/>
                  <a:pt x="680327" y="63428"/>
                  <a:pt x="677894" y="59705"/>
                </a:cubicBezTo>
                <a:cubicBezTo>
                  <a:pt x="675462" y="55982"/>
                  <a:pt x="672195" y="53024"/>
                  <a:pt x="668094" y="50833"/>
                </a:cubicBezTo>
                <a:cubicBezTo>
                  <a:pt x="663993" y="48639"/>
                  <a:pt x="658884" y="47542"/>
                  <a:pt x="652768" y="47542"/>
                </a:cubicBezTo>
                <a:cubicBezTo>
                  <a:pt x="647138" y="47542"/>
                  <a:pt x="642272" y="48551"/>
                  <a:pt x="638172" y="50569"/>
                </a:cubicBezTo>
                <a:cubicBezTo>
                  <a:pt x="634071" y="52587"/>
                  <a:pt x="630717" y="55389"/>
                  <a:pt x="628111" y="58975"/>
                </a:cubicBezTo>
                <a:cubicBezTo>
                  <a:pt x="625504" y="62559"/>
                  <a:pt x="623575" y="66787"/>
                  <a:pt x="622324" y="71659"/>
                </a:cubicBezTo>
                <a:cubicBezTo>
                  <a:pt x="621073" y="76531"/>
                  <a:pt x="620448" y="81785"/>
                  <a:pt x="620448" y="87421"/>
                </a:cubicBezTo>
                <a:cubicBezTo>
                  <a:pt x="620448" y="92849"/>
                  <a:pt x="620969" y="98017"/>
                  <a:pt x="622011" y="102923"/>
                </a:cubicBezTo>
                <a:cubicBezTo>
                  <a:pt x="623054" y="107830"/>
                  <a:pt x="624792" y="112127"/>
                  <a:pt x="627224" y="115816"/>
                </a:cubicBezTo>
                <a:cubicBezTo>
                  <a:pt x="629657" y="119504"/>
                  <a:pt x="632924" y="122427"/>
                  <a:pt x="637025" y="124586"/>
                </a:cubicBezTo>
                <a:cubicBezTo>
                  <a:pt x="641126" y="126743"/>
                  <a:pt x="646234" y="127822"/>
                  <a:pt x="652351" y="127822"/>
                </a:cubicBezTo>
                <a:cubicBezTo>
                  <a:pt x="657981" y="127822"/>
                  <a:pt x="662846" y="126813"/>
                  <a:pt x="666947" y="124795"/>
                </a:cubicBezTo>
                <a:cubicBezTo>
                  <a:pt x="671048" y="122777"/>
                  <a:pt x="674402" y="119994"/>
                  <a:pt x="677008" y="116444"/>
                </a:cubicBezTo>
                <a:cubicBezTo>
                  <a:pt x="679615" y="112893"/>
                  <a:pt x="681543" y="108683"/>
                  <a:pt x="682794" y="103813"/>
                </a:cubicBezTo>
                <a:cubicBezTo>
                  <a:pt x="684046" y="98941"/>
                  <a:pt x="684671" y="93651"/>
                  <a:pt x="684671" y="87943"/>
                </a:cubicBezTo>
                <a:close/>
                <a:moveTo>
                  <a:pt x="801449" y="134911"/>
                </a:moveTo>
                <a:cubicBezTo>
                  <a:pt x="801449" y="135328"/>
                  <a:pt x="801344" y="135711"/>
                  <a:pt x="801136" y="136058"/>
                </a:cubicBezTo>
                <a:cubicBezTo>
                  <a:pt x="800927" y="136406"/>
                  <a:pt x="800597" y="136684"/>
                  <a:pt x="800145" y="136892"/>
                </a:cubicBezTo>
                <a:cubicBezTo>
                  <a:pt x="799693" y="137101"/>
                  <a:pt x="799068" y="137275"/>
                  <a:pt x="798269" y="137414"/>
                </a:cubicBezTo>
                <a:cubicBezTo>
                  <a:pt x="797469" y="137553"/>
                  <a:pt x="796479" y="137622"/>
                  <a:pt x="795297" y="137622"/>
                </a:cubicBezTo>
                <a:cubicBezTo>
                  <a:pt x="794046" y="137622"/>
                  <a:pt x="793021" y="137553"/>
                  <a:pt x="792222" y="137414"/>
                </a:cubicBezTo>
                <a:cubicBezTo>
                  <a:pt x="791422" y="137275"/>
                  <a:pt x="790797" y="137101"/>
                  <a:pt x="790345" y="136892"/>
                </a:cubicBezTo>
                <a:cubicBezTo>
                  <a:pt x="789893" y="136684"/>
                  <a:pt x="789563" y="136406"/>
                  <a:pt x="789354" y="136058"/>
                </a:cubicBezTo>
                <a:cubicBezTo>
                  <a:pt x="789146" y="135711"/>
                  <a:pt x="789042" y="135328"/>
                  <a:pt x="789042" y="134911"/>
                </a:cubicBezTo>
                <a:lnTo>
                  <a:pt x="789042" y="78924"/>
                </a:lnTo>
                <a:cubicBezTo>
                  <a:pt x="789042" y="73086"/>
                  <a:pt x="788590" y="68342"/>
                  <a:pt x="787686" y="64693"/>
                </a:cubicBezTo>
                <a:cubicBezTo>
                  <a:pt x="786783" y="61044"/>
                  <a:pt x="785427" y="57916"/>
                  <a:pt x="783620" y="55309"/>
                </a:cubicBezTo>
                <a:cubicBezTo>
                  <a:pt x="781813" y="52703"/>
                  <a:pt x="779502" y="50687"/>
                  <a:pt x="776687" y="49262"/>
                </a:cubicBezTo>
                <a:cubicBezTo>
                  <a:pt x="773872" y="47838"/>
                  <a:pt x="770588" y="47125"/>
                  <a:pt x="766834" y="47125"/>
                </a:cubicBezTo>
                <a:cubicBezTo>
                  <a:pt x="762039" y="47125"/>
                  <a:pt x="757243" y="48828"/>
                  <a:pt x="752447" y="52234"/>
                </a:cubicBezTo>
                <a:cubicBezTo>
                  <a:pt x="747651" y="55640"/>
                  <a:pt x="742612" y="60644"/>
                  <a:pt x="737329" y="67247"/>
                </a:cubicBezTo>
                <a:lnTo>
                  <a:pt x="737329" y="134911"/>
                </a:lnTo>
                <a:cubicBezTo>
                  <a:pt x="737329" y="135328"/>
                  <a:pt x="737225" y="135711"/>
                  <a:pt x="737016" y="136058"/>
                </a:cubicBezTo>
                <a:cubicBezTo>
                  <a:pt x="736808" y="136406"/>
                  <a:pt x="736478" y="136684"/>
                  <a:pt x="736026" y="136892"/>
                </a:cubicBezTo>
                <a:cubicBezTo>
                  <a:pt x="735574" y="137101"/>
                  <a:pt x="734949" y="137275"/>
                  <a:pt x="734149" y="137414"/>
                </a:cubicBezTo>
                <a:cubicBezTo>
                  <a:pt x="733350" y="137553"/>
                  <a:pt x="732325" y="137622"/>
                  <a:pt x="731074" y="137622"/>
                </a:cubicBezTo>
                <a:cubicBezTo>
                  <a:pt x="729892" y="137622"/>
                  <a:pt x="728902" y="137553"/>
                  <a:pt x="728102" y="137414"/>
                </a:cubicBezTo>
                <a:cubicBezTo>
                  <a:pt x="727303" y="137275"/>
                  <a:pt x="726660" y="137101"/>
                  <a:pt x="726173" y="136892"/>
                </a:cubicBezTo>
                <a:cubicBezTo>
                  <a:pt x="725687" y="136684"/>
                  <a:pt x="725357" y="136406"/>
                  <a:pt x="725183" y="136058"/>
                </a:cubicBezTo>
                <a:cubicBezTo>
                  <a:pt x="725009" y="135708"/>
                  <a:pt x="724922" y="135325"/>
                  <a:pt x="724922" y="134908"/>
                </a:cubicBezTo>
                <a:lnTo>
                  <a:pt x="724922" y="40456"/>
                </a:lnTo>
                <a:cubicBezTo>
                  <a:pt x="724922" y="40039"/>
                  <a:pt x="725009" y="39656"/>
                  <a:pt x="725183" y="39309"/>
                </a:cubicBezTo>
                <a:cubicBezTo>
                  <a:pt x="725357" y="38959"/>
                  <a:pt x="725687" y="38663"/>
                  <a:pt x="726173" y="38419"/>
                </a:cubicBezTo>
                <a:cubicBezTo>
                  <a:pt x="726660" y="38176"/>
                  <a:pt x="727268" y="38002"/>
                  <a:pt x="727998" y="37898"/>
                </a:cubicBezTo>
                <a:cubicBezTo>
                  <a:pt x="728728" y="37794"/>
                  <a:pt x="729683" y="37742"/>
                  <a:pt x="730865" y="37742"/>
                </a:cubicBezTo>
                <a:cubicBezTo>
                  <a:pt x="732047" y="37742"/>
                  <a:pt x="733020" y="37794"/>
                  <a:pt x="733784" y="37898"/>
                </a:cubicBezTo>
                <a:cubicBezTo>
                  <a:pt x="734549" y="38002"/>
                  <a:pt x="735140" y="38176"/>
                  <a:pt x="735557" y="38419"/>
                </a:cubicBezTo>
                <a:cubicBezTo>
                  <a:pt x="735974" y="38663"/>
                  <a:pt x="736269" y="38959"/>
                  <a:pt x="736443" y="39309"/>
                </a:cubicBezTo>
                <a:cubicBezTo>
                  <a:pt x="736617" y="39656"/>
                  <a:pt x="736704" y="40039"/>
                  <a:pt x="736704" y="40456"/>
                </a:cubicBezTo>
                <a:lnTo>
                  <a:pt x="736704" y="53814"/>
                </a:lnTo>
                <a:cubicBezTo>
                  <a:pt x="742125" y="47797"/>
                  <a:pt x="747442" y="43441"/>
                  <a:pt x="752655" y="40746"/>
                </a:cubicBezTo>
                <a:cubicBezTo>
                  <a:pt x="757868" y="38048"/>
                  <a:pt x="763046" y="36699"/>
                  <a:pt x="768190" y="36699"/>
                </a:cubicBezTo>
                <a:cubicBezTo>
                  <a:pt x="774376" y="36699"/>
                  <a:pt x="779589" y="37742"/>
                  <a:pt x="783829" y="39827"/>
                </a:cubicBezTo>
                <a:cubicBezTo>
                  <a:pt x="788069" y="41912"/>
                  <a:pt x="791492" y="44727"/>
                  <a:pt x="794098" y="48272"/>
                </a:cubicBezTo>
                <a:cubicBezTo>
                  <a:pt x="796705" y="51817"/>
                  <a:pt x="798581" y="55952"/>
                  <a:pt x="799728" y="60679"/>
                </a:cubicBezTo>
                <a:cubicBezTo>
                  <a:pt x="800875" y="65405"/>
                  <a:pt x="801449" y="71105"/>
                  <a:pt x="801449" y="77777"/>
                </a:cubicBezTo>
                <a:lnTo>
                  <a:pt x="801449" y="134911"/>
                </a:lnTo>
                <a:close/>
                <a:moveTo>
                  <a:pt x="953143" y="131106"/>
                </a:moveTo>
                <a:cubicBezTo>
                  <a:pt x="953143" y="132088"/>
                  <a:pt x="953074" y="132929"/>
                  <a:pt x="952935" y="133631"/>
                </a:cubicBezTo>
                <a:cubicBezTo>
                  <a:pt x="952796" y="134332"/>
                  <a:pt x="952587" y="134946"/>
                  <a:pt x="952309" y="135472"/>
                </a:cubicBezTo>
                <a:cubicBezTo>
                  <a:pt x="952031" y="135997"/>
                  <a:pt x="951683" y="136383"/>
                  <a:pt x="951266" y="136628"/>
                </a:cubicBezTo>
                <a:cubicBezTo>
                  <a:pt x="950849" y="136874"/>
                  <a:pt x="950363" y="136996"/>
                  <a:pt x="949807" y="136996"/>
                </a:cubicBezTo>
                <a:lnTo>
                  <a:pt x="891317" y="136996"/>
                </a:lnTo>
                <a:cubicBezTo>
                  <a:pt x="890066" y="136996"/>
                  <a:pt x="888780" y="136527"/>
                  <a:pt x="887460" y="135589"/>
                </a:cubicBezTo>
                <a:cubicBezTo>
                  <a:pt x="886139" y="134651"/>
                  <a:pt x="885479" y="132930"/>
                  <a:pt x="885479" y="130428"/>
                </a:cubicBezTo>
                <a:lnTo>
                  <a:pt x="885479" y="4170"/>
                </a:lnTo>
                <a:cubicBezTo>
                  <a:pt x="885479" y="3753"/>
                  <a:pt x="885583" y="3371"/>
                  <a:pt x="885792" y="3024"/>
                </a:cubicBezTo>
                <a:cubicBezTo>
                  <a:pt x="886000" y="2676"/>
                  <a:pt x="886348" y="2398"/>
                  <a:pt x="886834" y="2189"/>
                </a:cubicBezTo>
                <a:cubicBezTo>
                  <a:pt x="887321" y="1981"/>
                  <a:pt x="887981" y="1807"/>
                  <a:pt x="888815" y="1668"/>
                </a:cubicBezTo>
                <a:cubicBezTo>
                  <a:pt x="889649" y="1529"/>
                  <a:pt x="890657" y="1460"/>
                  <a:pt x="891839" y="1460"/>
                </a:cubicBezTo>
                <a:cubicBezTo>
                  <a:pt x="893090" y="1460"/>
                  <a:pt x="894115" y="1529"/>
                  <a:pt x="894914" y="1668"/>
                </a:cubicBezTo>
                <a:cubicBezTo>
                  <a:pt x="895714" y="1807"/>
                  <a:pt x="896357" y="1981"/>
                  <a:pt x="896843" y="2189"/>
                </a:cubicBezTo>
                <a:cubicBezTo>
                  <a:pt x="897330" y="2398"/>
                  <a:pt x="897677" y="2676"/>
                  <a:pt x="897886" y="3024"/>
                </a:cubicBezTo>
                <a:cubicBezTo>
                  <a:pt x="898094" y="3369"/>
                  <a:pt x="898199" y="3750"/>
                  <a:pt x="898199" y="4167"/>
                </a:cubicBezTo>
                <a:lnTo>
                  <a:pt x="898199" y="125319"/>
                </a:lnTo>
                <a:lnTo>
                  <a:pt x="949807" y="125319"/>
                </a:lnTo>
                <a:cubicBezTo>
                  <a:pt x="950363" y="125319"/>
                  <a:pt x="950849" y="125442"/>
                  <a:pt x="951266" y="125688"/>
                </a:cubicBezTo>
                <a:cubicBezTo>
                  <a:pt x="951683" y="125933"/>
                  <a:pt x="952031" y="126284"/>
                  <a:pt x="952309" y="126740"/>
                </a:cubicBezTo>
                <a:cubicBezTo>
                  <a:pt x="952587" y="127196"/>
                  <a:pt x="952796" y="127792"/>
                  <a:pt x="952935" y="128529"/>
                </a:cubicBezTo>
                <a:cubicBezTo>
                  <a:pt x="953074" y="129265"/>
                  <a:pt x="953143" y="130124"/>
                  <a:pt x="953143" y="131106"/>
                </a:cubicBezTo>
                <a:close/>
                <a:moveTo>
                  <a:pt x="1042843" y="131106"/>
                </a:moveTo>
                <a:cubicBezTo>
                  <a:pt x="1042843" y="132088"/>
                  <a:pt x="1042774" y="132929"/>
                  <a:pt x="1042635" y="133631"/>
                </a:cubicBezTo>
                <a:cubicBezTo>
                  <a:pt x="1042496" y="134332"/>
                  <a:pt x="1042287" y="134946"/>
                  <a:pt x="1042009" y="135472"/>
                </a:cubicBezTo>
                <a:cubicBezTo>
                  <a:pt x="1041731" y="135997"/>
                  <a:pt x="1041384" y="136383"/>
                  <a:pt x="1040967" y="136628"/>
                </a:cubicBezTo>
                <a:cubicBezTo>
                  <a:pt x="1040549" y="136874"/>
                  <a:pt x="1040063" y="136996"/>
                  <a:pt x="1039507" y="136996"/>
                </a:cubicBezTo>
                <a:lnTo>
                  <a:pt x="981018" y="136996"/>
                </a:lnTo>
                <a:cubicBezTo>
                  <a:pt x="979766" y="136996"/>
                  <a:pt x="978481" y="136527"/>
                  <a:pt x="977160" y="135589"/>
                </a:cubicBezTo>
                <a:cubicBezTo>
                  <a:pt x="975839" y="134651"/>
                  <a:pt x="975179" y="132930"/>
                  <a:pt x="975179" y="130428"/>
                </a:cubicBezTo>
                <a:lnTo>
                  <a:pt x="975179" y="4170"/>
                </a:lnTo>
                <a:cubicBezTo>
                  <a:pt x="975179" y="3753"/>
                  <a:pt x="975283" y="3371"/>
                  <a:pt x="975492" y="3024"/>
                </a:cubicBezTo>
                <a:cubicBezTo>
                  <a:pt x="975700" y="2676"/>
                  <a:pt x="976048" y="2398"/>
                  <a:pt x="976534" y="2189"/>
                </a:cubicBezTo>
                <a:cubicBezTo>
                  <a:pt x="977021" y="1981"/>
                  <a:pt x="977681" y="1807"/>
                  <a:pt x="978515" y="1668"/>
                </a:cubicBezTo>
                <a:cubicBezTo>
                  <a:pt x="979349" y="1529"/>
                  <a:pt x="980357" y="1460"/>
                  <a:pt x="981539" y="1460"/>
                </a:cubicBezTo>
                <a:cubicBezTo>
                  <a:pt x="982790" y="1460"/>
                  <a:pt x="983815" y="1529"/>
                  <a:pt x="984614" y="1668"/>
                </a:cubicBezTo>
                <a:cubicBezTo>
                  <a:pt x="985414" y="1807"/>
                  <a:pt x="986057" y="1981"/>
                  <a:pt x="986543" y="2189"/>
                </a:cubicBezTo>
                <a:cubicBezTo>
                  <a:pt x="987030" y="2398"/>
                  <a:pt x="987377" y="2676"/>
                  <a:pt x="987586" y="3024"/>
                </a:cubicBezTo>
                <a:cubicBezTo>
                  <a:pt x="987794" y="3369"/>
                  <a:pt x="987899" y="3750"/>
                  <a:pt x="987899" y="4167"/>
                </a:cubicBezTo>
                <a:lnTo>
                  <a:pt x="987899" y="125319"/>
                </a:lnTo>
                <a:lnTo>
                  <a:pt x="1039507" y="125319"/>
                </a:lnTo>
                <a:cubicBezTo>
                  <a:pt x="1040063" y="125319"/>
                  <a:pt x="1040549" y="125442"/>
                  <a:pt x="1040967" y="125688"/>
                </a:cubicBezTo>
                <a:cubicBezTo>
                  <a:pt x="1041384" y="125933"/>
                  <a:pt x="1041731" y="126284"/>
                  <a:pt x="1042009" y="126740"/>
                </a:cubicBezTo>
                <a:cubicBezTo>
                  <a:pt x="1042287" y="127196"/>
                  <a:pt x="1042496" y="127792"/>
                  <a:pt x="1042635" y="128529"/>
                </a:cubicBezTo>
                <a:cubicBezTo>
                  <a:pt x="1042774" y="129265"/>
                  <a:pt x="1042843" y="130124"/>
                  <a:pt x="1042843" y="131106"/>
                </a:cubicBezTo>
                <a:close/>
                <a:moveTo>
                  <a:pt x="1205839" y="134911"/>
                </a:moveTo>
                <a:cubicBezTo>
                  <a:pt x="1205839" y="135328"/>
                  <a:pt x="1205734" y="135711"/>
                  <a:pt x="1205526" y="136058"/>
                </a:cubicBezTo>
                <a:cubicBezTo>
                  <a:pt x="1205317" y="136406"/>
                  <a:pt x="1204952" y="136684"/>
                  <a:pt x="1204431" y="136892"/>
                </a:cubicBezTo>
                <a:cubicBezTo>
                  <a:pt x="1203910" y="137101"/>
                  <a:pt x="1203249" y="137275"/>
                  <a:pt x="1202450" y="137414"/>
                </a:cubicBezTo>
                <a:cubicBezTo>
                  <a:pt x="1201651" y="137553"/>
                  <a:pt x="1200626" y="137622"/>
                  <a:pt x="1199374" y="137622"/>
                </a:cubicBezTo>
                <a:cubicBezTo>
                  <a:pt x="1198262" y="137622"/>
                  <a:pt x="1197289" y="137553"/>
                  <a:pt x="1196455" y="137414"/>
                </a:cubicBezTo>
                <a:cubicBezTo>
                  <a:pt x="1195621" y="137275"/>
                  <a:pt x="1194961" y="137101"/>
                  <a:pt x="1194474" y="136892"/>
                </a:cubicBezTo>
                <a:cubicBezTo>
                  <a:pt x="1193988" y="136684"/>
                  <a:pt x="1193640" y="136406"/>
                  <a:pt x="1193432" y="136058"/>
                </a:cubicBezTo>
                <a:cubicBezTo>
                  <a:pt x="1193223" y="135711"/>
                  <a:pt x="1193119" y="135328"/>
                  <a:pt x="1193119" y="134911"/>
                </a:cubicBezTo>
                <a:lnTo>
                  <a:pt x="1193119" y="13241"/>
                </a:lnTo>
                <a:lnTo>
                  <a:pt x="1192910" y="13241"/>
                </a:lnTo>
                <a:lnTo>
                  <a:pt x="1139843" y="135641"/>
                </a:lnTo>
                <a:cubicBezTo>
                  <a:pt x="1139704" y="135919"/>
                  <a:pt x="1139495" y="136180"/>
                  <a:pt x="1139217" y="136423"/>
                </a:cubicBezTo>
                <a:cubicBezTo>
                  <a:pt x="1138939" y="136666"/>
                  <a:pt x="1138557" y="136875"/>
                  <a:pt x="1138070" y="137049"/>
                </a:cubicBezTo>
                <a:cubicBezTo>
                  <a:pt x="1137584" y="137222"/>
                  <a:pt x="1137010" y="137361"/>
                  <a:pt x="1136350" y="137466"/>
                </a:cubicBezTo>
                <a:cubicBezTo>
                  <a:pt x="1135690" y="137570"/>
                  <a:pt x="1134908" y="137622"/>
                  <a:pt x="1134004" y="137622"/>
                </a:cubicBezTo>
                <a:cubicBezTo>
                  <a:pt x="1133031" y="137622"/>
                  <a:pt x="1132197" y="137570"/>
                  <a:pt x="1131502" y="137466"/>
                </a:cubicBezTo>
                <a:cubicBezTo>
                  <a:pt x="1130807" y="137361"/>
                  <a:pt x="1130233" y="137222"/>
                  <a:pt x="1129782" y="137049"/>
                </a:cubicBezTo>
                <a:cubicBezTo>
                  <a:pt x="1129330" y="136875"/>
                  <a:pt x="1128965" y="136666"/>
                  <a:pt x="1128687" y="136423"/>
                </a:cubicBezTo>
                <a:cubicBezTo>
                  <a:pt x="1128409" y="136180"/>
                  <a:pt x="1128235" y="135919"/>
                  <a:pt x="1128166" y="135641"/>
                </a:cubicBezTo>
                <a:lnTo>
                  <a:pt x="1077704" y="13241"/>
                </a:lnTo>
                <a:lnTo>
                  <a:pt x="1077600" y="13241"/>
                </a:lnTo>
                <a:lnTo>
                  <a:pt x="1077600" y="134911"/>
                </a:lnTo>
                <a:cubicBezTo>
                  <a:pt x="1077600" y="135328"/>
                  <a:pt x="1077496" y="135711"/>
                  <a:pt x="1077287" y="136058"/>
                </a:cubicBezTo>
                <a:cubicBezTo>
                  <a:pt x="1077079" y="136406"/>
                  <a:pt x="1076714" y="136684"/>
                  <a:pt x="1076192" y="136892"/>
                </a:cubicBezTo>
                <a:cubicBezTo>
                  <a:pt x="1075671" y="137101"/>
                  <a:pt x="1075011" y="137275"/>
                  <a:pt x="1074211" y="137414"/>
                </a:cubicBezTo>
                <a:cubicBezTo>
                  <a:pt x="1073412" y="137553"/>
                  <a:pt x="1072352" y="137622"/>
                  <a:pt x="1071032" y="137622"/>
                </a:cubicBezTo>
                <a:cubicBezTo>
                  <a:pt x="1069850" y="137622"/>
                  <a:pt x="1068859" y="137553"/>
                  <a:pt x="1068060" y="137414"/>
                </a:cubicBezTo>
                <a:cubicBezTo>
                  <a:pt x="1067261" y="137275"/>
                  <a:pt x="1066618" y="137101"/>
                  <a:pt x="1066131" y="136892"/>
                </a:cubicBezTo>
                <a:cubicBezTo>
                  <a:pt x="1065645" y="136684"/>
                  <a:pt x="1065315" y="136406"/>
                  <a:pt x="1065141" y="136058"/>
                </a:cubicBezTo>
                <a:cubicBezTo>
                  <a:pt x="1064967" y="135711"/>
                  <a:pt x="1064880" y="135328"/>
                  <a:pt x="1064880" y="134911"/>
                </a:cubicBezTo>
                <a:lnTo>
                  <a:pt x="1064880" y="8654"/>
                </a:lnTo>
                <a:cubicBezTo>
                  <a:pt x="1064880" y="6151"/>
                  <a:pt x="1065541" y="4431"/>
                  <a:pt x="1066861" y="3493"/>
                </a:cubicBezTo>
                <a:cubicBezTo>
                  <a:pt x="1068182" y="2554"/>
                  <a:pt x="1069468" y="2085"/>
                  <a:pt x="1070719" y="2085"/>
                </a:cubicBezTo>
                <a:lnTo>
                  <a:pt x="1077600" y="2085"/>
                </a:lnTo>
                <a:cubicBezTo>
                  <a:pt x="1079337" y="2085"/>
                  <a:pt x="1080867" y="2276"/>
                  <a:pt x="1082187" y="2659"/>
                </a:cubicBezTo>
                <a:cubicBezTo>
                  <a:pt x="1083508" y="3041"/>
                  <a:pt x="1084672" y="3597"/>
                  <a:pt x="1085680" y="4327"/>
                </a:cubicBezTo>
                <a:cubicBezTo>
                  <a:pt x="1086688" y="5057"/>
                  <a:pt x="1087539" y="5943"/>
                  <a:pt x="1088234" y="6985"/>
                </a:cubicBezTo>
                <a:cubicBezTo>
                  <a:pt x="1088929" y="8028"/>
                  <a:pt x="1089555" y="9210"/>
                  <a:pt x="1090111" y="10530"/>
                </a:cubicBezTo>
                <a:lnTo>
                  <a:pt x="1134630" y="117709"/>
                </a:lnTo>
                <a:lnTo>
                  <a:pt x="1135151" y="117709"/>
                </a:lnTo>
                <a:lnTo>
                  <a:pt x="1181546" y="10947"/>
                </a:lnTo>
                <a:cubicBezTo>
                  <a:pt x="1182241" y="9279"/>
                  <a:pt x="1182988" y="7872"/>
                  <a:pt x="1183788" y="6725"/>
                </a:cubicBezTo>
                <a:cubicBezTo>
                  <a:pt x="1184587" y="5578"/>
                  <a:pt x="1185421" y="4657"/>
                  <a:pt x="1186290" y="3962"/>
                </a:cubicBezTo>
                <a:cubicBezTo>
                  <a:pt x="1187159" y="3267"/>
                  <a:pt x="1188097" y="2780"/>
                  <a:pt x="1189105" y="2502"/>
                </a:cubicBezTo>
                <a:cubicBezTo>
                  <a:pt x="1190113" y="2224"/>
                  <a:pt x="1191208" y="2085"/>
                  <a:pt x="1192389" y="2085"/>
                </a:cubicBezTo>
                <a:lnTo>
                  <a:pt x="1200000" y="2085"/>
                </a:lnTo>
                <a:cubicBezTo>
                  <a:pt x="1200626" y="2085"/>
                  <a:pt x="1201286" y="2189"/>
                  <a:pt x="1201981" y="2398"/>
                </a:cubicBezTo>
                <a:cubicBezTo>
                  <a:pt x="1202676" y="2606"/>
                  <a:pt x="1203302" y="2971"/>
                  <a:pt x="1203858" y="3493"/>
                </a:cubicBezTo>
                <a:cubicBezTo>
                  <a:pt x="1204414" y="4014"/>
                  <a:pt x="1204883" y="4692"/>
                  <a:pt x="1205265" y="5526"/>
                </a:cubicBezTo>
                <a:cubicBezTo>
                  <a:pt x="1205647" y="6360"/>
                  <a:pt x="1205839" y="7402"/>
                  <a:pt x="1205839" y="8654"/>
                </a:cubicBezTo>
                <a:lnTo>
                  <a:pt x="1205839" y="134911"/>
                </a:lnTo>
                <a:close/>
                <a:moveTo>
                  <a:pt x="1299100" y="145963"/>
                </a:moveTo>
                <a:cubicBezTo>
                  <a:pt x="1297779" y="147561"/>
                  <a:pt x="1296667" y="149143"/>
                  <a:pt x="1295764" y="150707"/>
                </a:cubicBezTo>
                <a:cubicBezTo>
                  <a:pt x="1294860" y="152270"/>
                  <a:pt x="1294217" y="153782"/>
                  <a:pt x="1293835" y="155242"/>
                </a:cubicBezTo>
                <a:cubicBezTo>
                  <a:pt x="1293452" y="156701"/>
                  <a:pt x="1293261" y="158439"/>
                  <a:pt x="1293261" y="160455"/>
                </a:cubicBezTo>
                <a:cubicBezTo>
                  <a:pt x="1293261" y="165668"/>
                  <a:pt x="1295138" y="169473"/>
                  <a:pt x="1298891" y="171871"/>
                </a:cubicBezTo>
                <a:cubicBezTo>
                  <a:pt x="1302645" y="174269"/>
                  <a:pt x="1308309" y="175468"/>
                  <a:pt x="1315886" y="175468"/>
                </a:cubicBezTo>
                <a:cubicBezTo>
                  <a:pt x="1324435" y="175468"/>
                  <a:pt x="1331299" y="173539"/>
                  <a:pt x="1336477" y="169682"/>
                </a:cubicBezTo>
                <a:cubicBezTo>
                  <a:pt x="1341655" y="165824"/>
                  <a:pt x="1346086" y="159621"/>
                  <a:pt x="1349770" y="151071"/>
                </a:cubicBezTo>
                <a:cubicBezTo>
                  <a:pt x="1353454" y="142522"/>
                  <a:pt x="1357033" y="129594"/>
                  <a:pt x="1360508" y="112287"/>
                </a:cubicBezTo>
                <a:lnTo>
                  <a:pt x="1359049" y="111974"/>
                </a:lnTo>
                <a:cubicBezTo>
                  <a:pt x="1352307" y="121219"/>
                  <a:pt x="1346051" y="127961"/>
                  <a:pt x="1340282" y="132201"/>
                </a:cubicBezTo>
                <a:cubicBezTo>
                  <a:pt x="1334513" y="136440"/>
                  <a:pt x="1328292" y="138560"/>
                  <a:pt x="1321620" y="138560"/>
                </a:cubicBezTo>
                <a:cubicBezTo>
                  <a:pt x="1314044" y="138560"/>
                  <a:pt x="1308153" y="135711"/>
                  <a:pt x="1303948" y="130011"/>
                </a:cubicBezTo>
                <a:cubicBezTo>
                  <a:pt x="1299743" y="124312"/>
                  <a:pt x="1297640" y="116179"/>
                  <a:pt x="1297640" y="105614"/>
                </a:cubicBezTo>
                <a:cubicBezTo>
                  <a:pt x="1297640" y="93729"/>
                  <a:pt x="1299969" y="82313"/>
                  <a:pt x="1304626" y="71365"/>
                </a:cubicBezTo>
                <a:cubicBezTo>
                  <a:pt x="1309282" y="60418"/>
                  <a:pt x="1315747" y="51713"/>
                  <a:pt x="1324018" y="45248"/>
                </a:cubicBezTo>
                <a:cubicBezTo>
                  <a:pt x="1332289" y="38784"/>
                  <a:pt x="1341499" y="35552"/>
                  <a:pt x="1351646" y="35552"/>
                </a:cubicBezTo>
                <a:cubicBezTo>
                  <a:pt x="1356025" y="35552"/>
                  <a:pt x="1360161" y="36074"/>
                  <a:pt x="1364053" y="37116"/>
                </a:cubicBezTo>
                <a:cubicBezTo>
                  <a:pt x="1367946" y="38159"/>
                  <a:pt x="1371873" y="39931"/>
                  <a:pt x="1375835" y="42433"/>
                </a:cubicBezTo>
                <a:lnTo>
                  <a:pt x="1385426" y="35552"/>
                </a:lnTo>
                <a:lnTo>
                  <a:pt x="1392099" y="37221"/>
                </a:lnTo>
                <a:lnTo>
                  <a:pt x="1381360" y="85805"/>
                </a:lnTo>
                <a:cubicBezTo>
                  <a:pt x="1380596" y="89211"/>
                  <a:pt x="1378858" y="97795"/>
                  <a:pt x="1376147" y="111557"/>
                </a:cubicBezTo>
                <a:cubicBezTo>
                  <a:pt x="1373298" y="126154"/>
                  <a:pt x="1370987" y="136475"/>
                  <a:pt x="1369214" y="142522"/>
                </a:cubicBezTo>
                <a:cubicBezTo>
                  <a:pt x="1367442" y="148569"/>
                  <a:pt x="1365235" y="154078"/>
                  <a:pt x="1362594" y="159047"/>
                </a:cubicBezTo>
                <a:cubicBezTo>
                  <a:pt x="1359952" y="164017"/>
                  <a:pt x="1356547" y="168344"/>
                  <a:pt x="1352376" y="172028"/>
                </a:cubicBezTo>
                <a:cubicBezTo>
                  <a:pt x="1348206" y="175711"/>
                  <a:pt x="1343149" y="178561"/>
                  <a:pt x="1337207" y="180577"/>
                </a:cubicBezTo>
                <a:cubicBezTo>
                  <a:pt x="1331264" y="182592"/>
                  <a:pt x="1324226" y="183600"/>
                  <a:pt x="1316094" y="183600"/>
                </a:cubicBezTo>
                <a:cubicBezTo>
                  <a:pt x="1289821" y="183600"/>
                  <a:pt x="1276684" y="175955"/>
                  <a:pt x="1276684" y="160663"/>
                </a:cubicBezTo>
                <a:cubicBezTo>
                  <a:pt x="1276684" y="156771"/>
                  <a:pt x="1277866" y="153226"/>
                  <a:pt x="1280229" y="150029"/>
                </a:cubicBezTo>
                <a:cubicBezTo>
                  <a:pt x="1282592" y="146832"/>
                  <a:pt x="1286380" y="143461"/>
                  <a:pt x="1291593" y="139916"/>
                </a:cubicBezTo>
                <a:lnTo>
                  <a:pt x="1299100" y="145963"/>
                </a:lnTo>
                <a:moveTo>
                  <a:pt x="1329022" y="126258"/>
                </a:moveTo>
                <a:cubicBezTo>
                  <a:pt x="1332567" y="126258"/>
                  <a:pt x="1336094" y="125041"/>
                  <a:pt x="1339605" y="122609"/>
                </a:cubicBezTo>
                <a:cubicBezTo>
                  <a:pt x="1343115" y="120176"/>
                  <a:pt x="1346868" y="116318"/>
                  <a:pt x="1350865" y="111036"/>
                </a:cubicBezTo>
                <a:cubicBezTo>
                  <a:pt x="1354861" y="105753"/>
                  <a:pt x="1357972" y="100714"/>
                  <a:pt x="1360196" y="95918"/>
                </a:cubicBezTo>
                <a:cubicBezTo>
                  <a:pt x="1362420" y="91122"/>
                  <a:pt x="1364314" y="85145"/>
                  <a:pt x="1365878" y="77986"/>
                </a:cubicBezTo>
                <a:cubicBezTo>
                  <a:pt x="1367442" y="70827"/>
                  <a:pt x="1368224" y="64606"/>
                  <a:pt x="1368224" y="59323"/>
                </a:cubicBezTo>
                <a:cubicBezTo>
                  <a:pt x="1368224" y="53902"/>
                  <a:pt x="1367077" y="49957"/>
                  <a:pt x="1364783" y="47490"/>
                </a:cubicBezTo>
                <a:cubicBezTo>
                  <a:pt x="1362489" y="45023"/>
                  <a:pt x="1358667" y="43789"/>
                  <a:pt x="1353315" y="43789"/>
                </a:cubicBezTo>
                <a:cubicBezTo>
                  <a:pt x="1346225" y="43789"/>
                  <a:pt x="1339865" y="46656"/>
                  <a:pt x="1334235" y="52390"/>
                </a:cubicBezTo>
                <a:cubicBezTo>
                  <a:pt x="1328605" y="58124"/>
                  <a:pt x="1324174" y="65857"/>
                  <a:pt x="1320942" y="75588"/>
                </a:cubicBezTo>
                <a:cubicBezTo>
                  <a:pt x="1317710" y="85319"/>
                  <a:pt x="1316094" y="95015"/>
                  <a:pt x="1316094" y="104676"/>
                </a:cubicBezTo>
                <a:cubicBezTo>
                  <a:pt x="1316094" y="111905"/>
                  <a:pt x="1317137" y="117309"/>
                  <a:pt x="1319222" y="120888"/>
                </a:cubicBezTo>
                <a:cubicBezTo>
                  <a:pt x="1321307" y="124468"/>
                  <a:pt x="1324574" y="126258"/>
                  <a:pt x="1329022" y="12625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!">
            <a:extLst xmlns:a="http://schemas.openxmlformats.org/drawingml/2006/main">
              <a:ext uri="{FF2B5EF4-FFF2-40B4-BE49-F238E27FC236}">
                <a16:creationId xmlns:a16="http://schemas.microsoft.com/office/drawing/2014/main" id="{D66F245B-8ED5-4132-B94D-73C03235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170" y="1049696"/>
            <a:ext cx="133415" cy="171632"/>
          </a:xfrm>
          <a:custGeom xmlns:a="http://schemas.openxmlformats.org/drawingml/2006/main">
            <a:pathLst>
              <a:path w="133415" h="171632">
                <a:moveTo>
                  <a:pt x="31377" y="18004"/>
                </a:moveTo>
                <a:cubicBezTo>
                  <a:pt x="39711" y="11624"/>
                  <a:pt x="46958" y="7084"/>
                  <a:pt x="53118" y="4382"/>
                </a:cubicBezTo>
                <a:cubicBezTo>
                  <a:pt x="59278" y="1680"/>
                  <a:pt x="65874" y="263"/>
                  <a:pt x="72907" y="132"/>
                </a:cubicBezTo>
                <a:cubicBezTo>
                  <a:pt x="79940" y="0"/>
                  <a:pt x="86690" y="1814"/>
                  <a:pt x="93157" y="5573"/>
                </a:cubicBezTo>
                <a:cubicBezTo>
                  <a:pt x="99623" y="9333"/>
                  <a:pt x="105729" y="14966"/>
                  <a:pt x="111475" y="22472"/>
                </a:cubicBezTo>
                <a:cubicBezTo>
                  <a:pt x="117178" y="29923"/>
                  <a:pt x="121773" y="37698"/>
                  <a:pt x="125258" y="45796"/>
                </a:cubicBezTo>
                <a:cubicBezTo>
                  <a:pt x="128744" y="53894"/>
                  <a:pt x="131072" y="62025"/>
                  <a:pt x="132244" y="70188"/>
                </a:cubicBezTo>
                <a:cubicBezTo>
                  <a:pt x="133415" y="78351"/>
                  <a:pt x="133382" y="86254"/>
                  <a:pt x="132143" y="93898"/>
                </a:cubicBezTo>
                <a:cubicBezTo>
                  <a:pt x="130904" y="101543"/>
                  <a:pt x="129054" y="108102"/>
                  <a:pt x="126591" y="113575"/>
                </a:cubicBezTo>
                <a:cubicBezTo>
                  <a:pt x="124129" y="119049"/>
                  <a:pt x="120737" y="124337"/>
                  <a:pt x="116415" y="129440"/>
                </a:cubicBezTo>
                <a:cubicBezTo>
                  <a:pt x="112093" y="134543"/>
                  <a:pt x="106482" y="139735"/>
                  <a:pt x="99583" y="145016"/>
                </a:cubicBezTo>
                <a:lnTo>
                  <a:pt x="64812" y="171632"/>
                </a:lnTo>
                <a:lnTo>
                  <a:pt x="62617" y="166878"/>
                </a:lnTo>
                <a:cubicBezTo>
                  <a:pt x="64461" y="164942"/>
                  <a:pt x="65622" y="163199"/>
                  <a:pt x="66100" y="161652"/>
                </a:cubicBezTo>
                <a:cubicBezTo>
                  <a:pt x="66579" y="160104"/>
                  <a:pt x="66670" y="158393"/>
                  <a:pt x="66373" y="156519"/>
                </a:cubicBezTo>
                <a:cubicBezTo>
                  <a:pt x="66077" y="154645"/>
                  <a:pt x="65503" y="152524"/>
                  <a:pt x="64653" y="150155"/>
                </a:cubicBezTo>
                <a:cubicBezTo>
                  <a:pt x="63802" y="147786"/>
                  <a:pt x="61893" y="143405"/>
                  <a:pt x="58925" y="137011"/>
                </a:cubicBezTo>
                <a:lnTo>
                  <a:pt x="24203" y="62491"/>
                </a:lnTo>
                <a:cubicBezTo>
                  <a:pt x="21192" y="56042"/>
                  <a:pt x="18398" y="51134"/>
                  <a:pt x="15821" y="47768"/>
                </a:cubicBezTo>
                <a:cubicBezTo>
                  <a:pt x="13836" y="45174"/>
                  <a:pt x="11803" y="43862"/>
                  <a:pt x="9725" y="43834"/>
                </a:cubicBezTo>
                <a:cubicBezTo>
                  <a:pt x="7646" y="43806"/>
                  <a:pt x="5136" y="44786"/>
                  <a:pt x="2195" y="46775"/>
                </a:cubicBezTo>
                <a:lnTo>
                  <a:pt x="0" y="42022"/>
                </a:lnTo>
                <a:lnTo>
                  <a:pt x="31377" y="18004"/>
                </a:lnTo>
                <a:moveTo>
                  <a:pt x="82990" y="145637"/>
                </a:moveTo>
                <a:cubicBezTo>
                  <a:pt x="84718" y="144578"/>
                  <a:pt x="87844" y="142316"/>
                  <a:pt x="92370" y="138852"/>
                </a:cubicBezTo>
                <a:cubicBezTo>
                  <a:pt x="101311" y="132007"/>
                  <a:pt x="107707" y="124639"/>
                  <a:pt x="111556" y="116747"/>
                </a:cubicBezTo>
                <a:cubicBezTo>
                  <a:pt x="115406" y="108854"/>
                  <a:pt x="117048" y="99851"/>
                  <a:pt x="116483" y="89736"/>
                </a:cubicBezTo>
                <a:cubicBezTo>
                  <a:pt x="115918" y="79621"/>
                  <a:pt x="113892" y="70055"/>
                  <a:pt x="110404" y="61039"/>
                </a:cubicBezTo>
                <a:cubicBezTo>
                  <a:pt x="106917" y="52023"/>
                  <a:pt x="102047" y="43431"/>
                  <a:pt x="95794" y="35263"/>
                </a:cubicBezTo>
                <a:cubicBezTo>
                  <a:pt x="86964" y="23728"/>
                  <a:pt x="77630" y="17108"/>
                  <a:pt x="67792" y="15404"/>
                </a:cubicBezTo>
                <a:cubicBezTo>
                  <a:pt x="57953" y="13701"/>
                  <a:pt x="47736" y="16905"/>
                  <a:pt x="37139" y="25016"/>
                </a:cubicBezTo>
                <a:cubicBezTo>
                  <a:pt x="34710" y="26875"/>
                  <a:pt x="32152" y="28965"/>
                  <a:pt x="29464" y="31285"/>
                </a:cubicBezTo>
                <a:lnTo>
                  <a:pt x="82990" y="145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,">
            <a:extLst xmlns:a="http://schemas.openxmlformats.org/drawingml/2006/main">
              <a:ext uri="{FF2B5EF4-FFF2-40B4-BE49-F238E27FC236}">
                <a16:creationId xmlns:a16="http://schemas.microsoft.com/office/drawing/2014/main" id="{66BFEFBC-D6D8-4005-A41D-AA66BA8D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936" y="1073449"/>
            <a:ext cx="64475" cy="86772"/>
          </a:xfrm>
          <a:custGeom xmlns:a="http://schemas.openxmlformats.org/drawingml/2006/main">
            <a:pathLst>
              <a:path w="64475" h="86772">
                <a:moveTo>
                  <a:pt x="64475" y="45417"/>
                </a:moveTo>
                <a:cubicBezTo>
                  <a:pt x="63372" y="53451"/>
                  <a:pt x="61419" y="60355"/>
                  <a:pt x="58616" y="66127"/>
                </a:cubicBezTo>
                <a:cubicBezTo>
                  <a:pt x="55813" y="71899"/>
                  <a:pt x="51790" y="76791"/>
                  <a:pt x="46546" y="80805"/>
                </a:cubicBezTo>
                <a:cubicBezTo>
                  <a:pt x="43471" y="83159"/>
                  <a:pt x="40387" y="84785"/>
                  <a:pt x="37292" y="85684"/>
                </a:cubicBezTo>
                <a:cubicBezTo>
                  <a:pt x="34198" y="86584"/>
                  <a:pt x="31154" y="86772"/>
                  <a:pt x="28160" y="86251"/>
                </a:cubicBezTo>
                <a:cubicBezTo>
                  <a:pt x="25166" y="85729"/>
                  <a:pt x="22272" y="84521"/>
                  <a:pt x="19478" y="82627"/>
                </a:cubicBezTo>
                <a:cubicBezTo>
                  <a:pt x="16684" y="80733"/>
                  <a:pt x="14065" y="78190"/>
                  <a:pt x="11620" y="74996"/>
                </a:cubicBezTo>
                <a:cubicBezTo>
                  <a:pt x="9900" y="72749"/>
                  <a:pt x="8309" y="70262"/>
                  <a:pt x="6848" y="67536"/>
                </a:cubicBezTo>
                <a:cubicBezTo>
                  <a:pt x="5386" y="64810"/>
                  <a:pt x="4141" y="61918"/>
                  <a:pt x="3113" y="58859"/>
                </a:cubicBezTo>
                <a:cubicBezTo>
                  <a:pt x="2085" y="55801"/>
                  <a:pt x="1300" y="52651"/>
                  <a:pt x="756" y="49409"/>
                </a:cubicBezTo>
                <a:cubicBezTo>
                  <a:pt x="213" y="46168"/>
                  <a:pt x="0" y="42908"/>
                  <a:pt x="117" y="39630"/>
                </a:cubicBezTo>
                <a:cubicBezTo>
                  <a:pt x="290" y="32995"/>
                  <a:pt x="1830" y="26736"/>
                  <a:pt x="4736" y="20854"/>
                </a:cubicBezTo>
                <a:cubicBezTo>
                  <a:pt x="7642" y="14972"/>
                  <a:pt x="11855" y="9918"/>
                  <a:pt x="17374" y="5694"/>
                </a:cubicBezTo>
                <a:cubicBezTo>
                  <a:pt x="22420" y="1831"/>
                  <a:pt x="27099" y="0"/>
                  <a:pt x="31411" y="201"/>
                </a:cubicBezTo>
                <a:cubicBezTo>
                  <a:pt x="35722" y="402"/>
                  <a:pt x="39432" y="2533"/>
                  <a:pt x="42541" y="6593"/>
                </a:cubicBezTo>
                <a:cubicBezTo>
                  <a:pt x="53465" y="20864"/>
                  <a:pt x="45424" y="38336"/>
                  <a:pt x="18419" y="59007"/>
                </a:cubicBezTo>
                <a:cubicBezTo>
                  <a:pt x="19007" y="60183"/>
                  <a:pt x="19702" y="61417"/>
                  <a:pt x="20504" y="62710"/>
                </a:cubicBezTo>
                <a:cubicBezTo>
                  <a:pt x="21306" y="64003"/>
                  <a:pt x="22250" y="65359"/>
                  <a:pt x="23336" y="66778"/>
                </a:cubicBezTo>
                <a:cubicBezTo>
                  <a:pt x="26626" y="71076"/>
                  <a:pt x="29902" y="73538"/>
                  <a:pt x="33165" y="74167"/>
                </a:cubicBezTo>
                <a:cubicBezTo>
                  <a:pt x="36428" y="74795"/>
                  <a:pt x="39913" y="73691"/>
                  <a:pt x="43619" y="70854"/>
                </a:cubicBezTo>
                <a:cubicBezTo>
                  <a:pt x="45550" y="69375"/>
                  <a:pt x="47225" y="67765"/>
                  <a:pt x="48643" y="66023"/>
                </a:cubicBezTo>
                <a:cubicBezTo>
                  <a:pt x="50061" y="64282"/>
                  <a:pt x="51275" y="62336"/>
                  <a:pt x="52287" y="60186"/>
                </a:cubicBezTo>
                <a:cubicBezTo>
                  <a:pt x="53298" y="58036"/>
                  <a:pt x="54131" y="55632"/>
                  <a:pt x="54785" y="52975"/>
                </a:cubicBezTo>
                <a:cubicBezTo>
                  <a:pt x="55440" y="50317"/>
                  <a:pt x="55969" y="47333"/>
                  <a:pt x="56373" y="44022"/>
                </a:cubicBezTo>
                <a:lnTo>
                  <a:pt x="64475" y="45417"/>
                </a:lnTo>
                <a:moveTo>
                  <a:pt x="15211" y="52366"/>
                </a:moveTo>
                <a:cubicBezTo>
                  <a:pt x="20188" y="48494"/>
                  <a:pt x="24193" y="44803"/>
                  <a:pt x="27227" y="41292"/>
                </a:cubicBezTo>
                <a:cubicBezTo>
                  <a:pt x="30261" y="37782"/>
                  <a:pt x="32433" y="34494"/>
                  <a:pt x="33743" y="31427"/>
                </a:cubicBezTo>
                <a:cubicBezTo>
                  <a:pt x="35054" y="28361"/>
                  <a:pt x="35572" y="25526"/>
                  <a:pt x="35298" y="22922"/>
                </a:cubicBezTo>
                <a:cubicBezTo>
                  <a:pt x="35024" y="20318"/>
                  <a:pt x="34073" y="17952"/>
                  <a:pt x="32443" y="15823"/>
                </a:cubicBezTo>
                <a:cubicBezTo>
                  <a:pt x="30572" y="13379"/>
                  <a:pt x="28498" y="11934"/>
                  <a:pt x="26219" y="11490"/>
                </a:cubicBezTo>
                <a:cubicBezTo>
                  <a:pt x="23941" y="11046"/>
                  <a:pt x="21639" y="11714"/>
                  <a:pt x="19313" y="13494"/>
                </a:cubicBezTo>
                <a:cubicBezTo>
                  <a:pt x="17144" y="15154"/>
                  <a:pt x="15413" y="17323"/>
                  <a:pt x="14119" y="20002"/>
                </a:cubicBezTo>
                <a:cubicBezTo>
                  <a:pt x="12824" y="22681"/>
                  <a:pt x="11988" y="25713"/>
                  <a:pt x="11609" y="29098"/>
                </a:cubicBezTo>
                <a:cubicBezTo>
                  <a:pt x="11230" y="32483"/>
                  <a:pt x="11336" y="36153"/>
                  <a:pt x="11926" y="40110"/>
                </a:cubicBezTo>
                <a:cubicBezTo>
                  <a:pt x="12516" y="44066"/>
                  <a:pt x="13611" y="48151"/>
                  <a:pt x="15211" y="523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,">
            <a:extLst xmlns:a="http://schemas.openxmlformats.org/drawingml/2006/main">
              <a:ext uri="{FF2B5EF4-FFF2-40B4-BE49-F238E27FC236}">
                <a16:creationId xmlns:a16="http://schemas.microsoft.com/office/drawing/2014/main" id="{AEE7B13D-D99A-455A-96EC-D27ADCB4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6193" y="1043396"/>
            <a:ext cx="31971" cy="56696"/>
          </a:xfrm>
          <a:custGeom xmlns:a="http://schemas.openxmlformats.org/drawingml/2006/main">
            <a:pathLst>
              <a:path w="31971" h="56696">
                <a:moveTo>
                  <a:pt x="14488" y="0"/>
                </a:moveTo>
                <a:cubicBezTo>
                  <a:pt x="18218" y="3272"/>
                  <a:pt x="21520" y="6785"/>
                  <a:pt x="24392" y="10538"/>
                </a:cubicBezTo>
                <a:cubicBezTo>
                  <a:pt x="27350" y="14401"/>
                  <a:pt x="29391" y="18440"/>
                  <a:pt x="30517" y="22656"/>
                </a:cubicBezTo>
                <a:cubicBezTo>
                  <a:pt x="31643" y="26871"/>
                  <a:pt x="31971" y="31674"/>
                  <a:pt x="31503" y="37066"/>
                </a:cubicBezTo>
                <a:cubicBezTo>
                  <a:pt x="31035" y="42457"/>
                  <a:pt x="29719" y="49001"/>
                  <a:pt x="27557" y="56696"/>
                </a:cubicBezTo>
                <a:lnTo>
                  <a:pt x="19220" y="55068"/>
                </a:lnTo>
                <a:cubicBezTo>
                  <a:pt x="20007" y="50264"/>
                  <a:pt x="20222" y="46313"/>
                  <a:pt x="19865" y="43217"/>
                </a:cubicBezTo>
                <a:cubicBezTo>
                  <a:pt x="19508" y="40120"/>
                  <a:pt x="18570" y="37008"/>
                  <a:pt x="17052" y="33882"/>
                </a:cubicBezTo>
                <a:cubicBezTo>
                  <a:pt x="15534" y="30755"/>
                  <a:pt x="13212" y="27149"/>
                  <a:pt x="10085" y="23065"/>
                </a:cubicBezTo>
                <a:cubicBezTo>
                  <a:pt x="6874" y="18870"/>
                  <a:pt x="3513" y="14879"/>
                  <a:pt x="0" y="11090"/>
                </a:cubicBezTo>
                <a:lnTo>
                  <a:pt x="14488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!">
            <a:extLst xmlns:a="http://schemas.openxmlformats.org/drawingml/2006/main">
              <a:ext uri="{FF2B5EF4-FFF2-40B4-BE49-F238E27FC236}">
                <a16:creationId xmlns:a16="http://schemas.microsoft.com/office/drawing/2014/main" id="{33B904DF-C190-44DD-9DAC-4C8FD04E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807" y="859355"/>
            <a:ext cx="133415" cy="171632"/>
          </a:xfrm>
          <a:custGeom xmlns:a="http://schemas.openxmlformats.org/drawingml/2006/main">
            <a:pathLst>
              <a:path w="133415" h="171632">
                <a:moveTo>
                  <a:pt x="31377" y="18004"/>
                </a:moveTo>
                <a:cubicBezTo>
                  <a:pt x="39711" y="11624"/>
                  <a:pt x="46958" y="7084"/>
                  <a:pt x="53118" y="4382"/>
                </a:cubicBezTo>
                <a:cubicBezTo>
                  <a:pt x="59278" y="1680"/>
                  <a:pt x="65874" y="263"/>
                  <a:pt x="72907" y="132"/>
                </a:cubicBezTo>
                <a:cubicBezTo>
                  <a:pt x="79940" y="0"/>
                  <a:pt x="86690" y="1814"/>
                  <a:pt x="93157" y="5573"/>
                </a:cubicBezTo>
                <a:cubicBezTo>
                  <a:pt x="99623" y="9333"/>
                  <a:pt x="105729" y="14966"/>
                  <a:pt x="111475" y="22472"/>
                </a:cubicBezTo>
                <a:cubicBezTo>
                  <a:pt x="117178" y="29923"/>
                  <a:pt x="121773" y="37698"/>
                  <a:pt x="125258" y="45796"/>
                </a:cubicBezTo>
                <a:cubicBezTo>
                  <a:pt x="128744" y="53894"/>
                  <a:pt x="131072" y="62025"/>
                  <a:pt x="132244" y="70188"/>
                </a:cubicBezTo>
                <a:cubicBezTo>
                  <a:pt x="133415" y="78351"/>
                  <a:pt x="133382" y="86254"/>
                  <a:pt x="132143" y="93898"/>
                </a:cubicBezTo>
                <a:cubicBezTo>
                  <a:pt x="130904" y="101543"/>
                  <a:pt x="129054" y="108102"/>
                  <a:pt x="126591" y="113575"/>
                </a:cubicBezTo>
                <a:cubicBezTo>
                  <a:pt x="124129" y="119049"/>
                  <a:pt x="120737" y="124337"/>
                  <a:pt x="116415" y="129440"/>
                </a:cubicBezTo>
                <a:cubicBezTo>
                  <a:pt x="112093" y="134543"/>
                  <a:pt x="106482" y="139735"/>
                  <a:pt x="99583" y="145016"/>
                </a:cubicBezTo>
                <a:lnTo>
                  <a:pt x="64812" y="171632"/>
                </a:lnTo>
                <a:lnTo>
                  <a:pt x="62617" y="166878"/>
                </a:lnTo>
                <a:cubicBezTo>
                  <a:pt x="64461" y="164942"/>
                  <a:pt x="65622" y="163199"/>
                  <a:pt x="66100" y="161652"/>
                </a:cubicBezTo>
                <a:cubicBezTo>
                  <a:pt x="66579" y="160104"/>
                  <a:pt x="66670" y="158393"/>
                  <a:pt x="66373" y="156519"/>
                </a:cubicBezTo>
                <a:cubicBezTo>
                  <a:pt x="66077" y="154645"/>
                  <a:pt x="65503" y="152524"/>
                  <a:pt x="64653" y="150155"/>
                </a:cubicBezTo>
                <a:cubicBezTo>
                  <a:pt x="63802" y="147786"/>
                  <a:pt x="61893" y="143405"/>
                  <a:pt x="58925" y="137011"/>
                </a:cubicBezTo>
                <a:lnTo>
                  <a:pt x="24203" y="62491"/>
                </a:lnTo>
                <a:cubicBezTo>
                  <a:pt x="21192" y="56042"/>
                  <a:pt x="18398" y="51134"/>
                  <a:pt x="15821" y="47768"/>
                </a:cubicBezTo>
                <a:cubicBezTo>
                  <a:pt x="13836" y="45174"/>
                  <a:pt x="11803" y="43862"/>
                  <a:pt x="9725" y="43834"/>
                </a:cubicBezTo>
                <a:cubicBezTo>
                  <a:pt x="7646" y="43806"/>
                  <a:pt x="5136" y="44786"/>
                  <a:pt x="2195" y="46775"/>
                </a:cubicBezTo>
                <a:lnTo>
                  <a:pt x="0" y="42022"/>
                </a:lnTo>
                <a:lnTo>
                  <a:pt x="31377" y="18004"/>
                </a:lnTo>
                <a:moveTo>
                  <a:pt x="82990" y="145637"/>
                </a:moveTo>
                <a:cubicBezTo>
                  <a:pt x="84718" y="144578"/>
                  <a:pt x="87844" y="142316"/>
                  <a:pt x="92370" y="138852"/>
                </a:cubicBezTo>
                <a:cubicBezTo>
                  <a:pt x="101311" y="132007"/>
                  <a:pt x="107707" y="124639"/>
                  <a:pt x="111556" y="116747"/>
                </a:cubicBezTo>
                <a:cubicBezTo>
                  <a:pt x="115406" y="108854"/>
                  <a:pt x="117048" y="99851"/>
                  <a:pt x="116483" y="89736"/>
                </a:cubicBezTo>
                <a:cubicBezTo>
                  <a:pt x="115918" y="79621"/>
                  <a:pt x="113892" y="70055"/>
                  <a:pt x="110404" y="61039"/>
                </a:cubicBezTo>
                <a:cubicBezTo>
                  <a:pt x="106917" y="52023"/>
                  <a:pt x="102047" y="43431"/>
                  <a:pt x="95794" y="35263"/>
                </a:cubicBezTo>
                <a:cubicBezTo>
                  <a:pt x="86964" y="23728"/>
                  <a:pt x="77630" y="17108"/>
                  <a:pt x="67792" y="15404"/>
                </a:cubicBezTo>
                <a:cubicBezTo>
                  <a:pt x="57953" y="13701"/>
                  <a:pt x="47736" y="16905"/>
                  <a:pt x="37139" y="25016"/>
                </a:cubicBezTo>
                <a:cubicBezTo>
                  <a:pt x="34710" y="26875"/>
                  <a:pt x="32152" y="28965"/>
                  <a:pt x="29464" y="31285"/>
                </a:cubicBezTo>
                <a:lnTo>
                  <a:pt x="82990" y="145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-">
            <a:extLst xmlns:a="http://schemas.openxmlformats.org/drawingml/2006/main">
              <a:ext uri="{FF2B5EF4-FFF2-40B4-BE49-F238E27FC236}">
                <a16:creationId xmlns:a16="http://schemas.microsoft.com/office/drawing/2014/main" id="{7E2542F5-ED40-4945-90D8-4065D071D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3368" y="882674"/>
            <a:ext cx="71062" cy="88352"/>
          </a:xfrm>
          <a:custGeom xmlns:a="http://schemas.openxmlformats.org/drawingml/2006/main">
            <a:pathLst>
              <a:path w="71062" h="88352">
                <a:moveTo>
                  <a:pt x="71062" y="54323"/>
                </a:moveTo>
                <a:cubicBezTo>
                  <a:pt x="70772" y="58109"/>
                  <a:pt x="70324" y="61485"/>
                  <a:pt x="69717" y="64450"/>
                </a:cubicBezTo>
                <a:cubicBezTo>
                  <a:pt x="69111" y="67415"/>
                  <a:pt x="68325" y="70064"/>
                  <a:pt x="67360" y="72397"/>
                </a:cubicBezTo>
                <a:cubicBezTo>
                  <a:pt x="66395" y="74730"/>
                  <a:pt x="65238" y="76772"/>
                  <a:pt x="63890" y="78523"/>
                </a:cubicBezTo>
                <a:cubicBezTo>
                  <a:pt x="62542" y="80274"/>
                  <a:pt x="60981" y="81828"/>
                  <a:pt x="59207" y="83186"/>
                </a:cubicBezTo>
                <a:cubicBezTo>
                  <a:pt x="54515" y="86777"/>
                  <a:pt x="50172" y="88352"/>
                  <a:pt x="46175" y="87909"/>
                </a:cubicBezTo>
                <a:cubicBezTo>
                  <a:pt x="42179" y="87467"/>
                  <a:pt x="38536" y="85097"/>
                  <a:pt x="35247" y="80800"/>
                </a:cubicBezTo>
                <a:cubicBezTo>
                  <a:pt x="34131" y="79341"/>
                  <a:pt x="33009" y="77652"/>
                  <a:pt x="31883" y="75732"/>
                </a:cubicBezTo>
                <a:cubicBezTo>
                  <a:pt x="30757" y="73811"/>
                  <a:pt x="29758" y="71872"/>
                  <a:pt x="28884" y="69915"/>
                </a:cubicBezTo>
                <a:lnTo>
                  <a:pt x="12474" y="33896"/>
                </a:lnTo>
                <a:lnTo>
                  <a:pt x="2303" y="41682"/>
                </a:lnTo>
                <a:lnTo>
                  <a:pt x="0" y="36223"/>
                </a:lnTo>
                <a:cubicBezTo>
                  <a:pt x="2365" y="34413"/>
                  <a:pt x="4035" y="32775"/>
                  <a:pt x="5009" y="31311"/>
                </a:cubicBezTo>
                <a:cubicBezTo>
                  <a:pt x="5982" y="29847"/>
                  <a:pt x="6621" y="28373"/>
                  <a:pt x="6924" y="26891"/>
                </a:cubicBezTo>
                <a:cubicBezTo>
                  <a:pt x="7093" y="25886"/>
                  <a:pt x="7144" y="24769"/>
                  <a:pt x="7077" y="23538"/>
                </a:cubicBezTo>
                <a:cubicBezTo>
                  <a:pt x="7010" y="22307"/>
                  <a:pt x="6815" y="20909"/>
                  <a:pt x="6492" y="19343"/>
                </a:cubicBezTo>
                <a:cubicBezTo>
                  <a:pt x="6169" y="17778"/>
                  <a:pt x="5697" y="15997"/>
                  <a:pt x="5077" y="14003"/>
                </a:cubicBezTo>
                <a:cubicBezTo>
                  <a:pt x="4457" y="12008"/>
                  <a:pt x="3701" y="9694"/>
                  <a:pt x="2812" y="7061"/>
                </a:cubicBezTo>
                <a:lnTo>
                  <a:pt x="12037" y="0"/>
                </a:lnTo>
                <a:lnTo>
                  <a:pt x="20163" y="17600"/>
                </a:lnTo>
                <a:lnTo>
                  <a:pt x="40269" y="2210"/>
                </a:lnTo>
                <a:lnTo>
                  <a:pt x="43934" y="9815"/>
                </a:lnTo>
                <a:lnTo>
                  <a:pt x="23887" y="25160"/>
                </a:lnTo>
                <a:lnTo>
                  <a:pt x="36821" y="54555"/>
                </a:lnTo>
                <a:cubicBezTo>
                  <a:pt x="37695" y="56512"/>
                  <a:pt x="38509" y="58250"/>
                  <a:pt x="39263" y="59766"/>
                </a:cubicBezTo>
                <a:cubicBezTo>
                  <a:pt x="40018" y="61283"/>
                  <a:pt x="40724" y="62634"/>
                  <a:pt x="41381" y="63819"/>
                </a:cubicBezTo>
                <a:cubicBezTo>
                  <a:pt x="42038" y="65004"/>
                  <a:pt x="42669" y="66053"/>
                  <a:pt x="43274" y="66966"/>
                </a:cubicBezTo>
                <a:cubicBezTo>
                  <a:pt x="43878" y="67878"/>
                  <a:pt x="44467" y="68709"/>
                  <a:pt x="45041" y="69458"/>
                </a:cubicBezTo>
                <a:cubicBezTo>
                  <a:pt x="46851" y="71824"/>
                  <a:pt x="48763" y="73299"/>
                  <a:pt x="50774" y="73885"/>
                </a:cubicBezTo>
                <a:cubicBezTo>
                  <a:pt x="52786" y="74471"/>
                  <a:pt x="54915" y="73904"/>
                  <a:pt x="57162" y="72184"/>
                </a:cubicBezTo>
                <a:cubicBezTo>
                  <a:pt x="59055" y="70736"/>
                  <a:pt x="60530" y="68497"/>
                  <a:pt x="61587" y="65468"/>
                </a:cubicBezTo>
                <a:cubicBezTo>
                  <a:pt x="62645" y="62439"/>
                  <a:pt x="63387" y="58385"/>
                  <a:pt x="63814" y="53307"/>
                </a:cubicBezTo>
                <a:lnTo>
                  <a:pt x="71062" y="543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!">
            <a:extLst xmlns:a="http://schemas.openxmlformats.org/drawingml/2006/main">
              <a:ext uri="{FF2B5EF4-FFF2-40B4-BE49-F238E27FC236}">
                <a16:creationId xmlns:a16="http://schemas.microsoft.com/office/drawing/2014/main" id="{386CAF25-3997-4E5B-83E2-9AE59616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262" y="2994421"/>
            <a:ext cx="152060" cy="146080"/>
          </a:xfrm>
          <a:custGeom xmlns:a="http://schemas.openxmlformats.org/drawingml/2006/main">
            <a:pathLst>
              <a:path w="152060" h="146080">
                <a:moveTo>
                  <a:pt x="105154" y="11435"/>
                </a:moveTo>
                <a:cubicBezTo>
                  <a:pt x="115200" y="14472"/>
                  <a:pt x="123119" y="17701"/>
                  <a:pt x="128910" y="21122"/>
                </a:cubicBezTo>
                <a:cubicBezTo>
                  <a:pt x="134702" y="24543"/>
                  <a:pt x="139705" y="29069"/>
                  <a:pt x="143921" y="34700"/>
                </a:cubicBezTo>
                <a:cubicBezTo>
                  <a:pt x="148136" y="40331"/>
                  <a:pt x="150607" y="46869"/>
                  <a:pt x="151334" y="54314"/>
                </a:cubicBezTo>
                <a:cubicBezTo>
                  <a:pt x="152060" y="61758"/>
                  <a:pt x="151056" y="70005"/>
                  <a:pt x="148320" y="79053"/>
                </a:cubicBezTo>
                <a:cubicBezTo>
                  <a:pt x="145605" y="88035"/>
                  <a:pt x="141979" y="96306"/>
                  <a:pt x="137443" y="103866"/>
                </a:cubicBezTo>
                <a:cubicBezTo>
                  <a:pt x="132906" y="111426"/>
                  <a:pt x="127667" y="118066"/>
                  <a:pt x="121727" y="123785"/>
                </a:cubicBezTo>
                <a:cubicBezTo>
                  <a:pt x="115786" y="129504"/>
                  <a:pt x="109352" y="134094"/>
                  <a:pt x="102424" y="137555"/>
                </a:cubicBezTo>
                <a:cubicBezTo>
                  <a:pt x="95496" y="141015"/>
                  <a:pt x="89092" y="143345"/>
                  <a:pt x="83211" y="144545"/>
                </a:cubicBezTo>
                <a:cubicBezTo>
                  <a:pt x="77330" y="145744"/>
                  <a:pt x="71056" y="146080"/>
                  <a:pt x="64390" y="145553"/>
                </a:cubicBezTo>
                <a:cubicBezTo>
                  <a:pt x="57723" y="145026"/>
                  <a:pt x="50232" y="143506"/>
                  <a:pt x="41915" y="140992"/>
                </a:cubicBezTo>
                <a:lnTo>
                  <a:pt x="0" y="128320"/>
                </a:lnTo>
                <a:lnTo>
                  <a:pt x="2576" y="123762"/>
                </a:lnTo>
                <a:cubicBezTo>
                  <a:pt x="5225" y="124127"/>
                  <a:pt x="7317" y="124051"/>
                  <a:pt x="8853" y="123535"/>
                </a:cubicBezTo>
                <a:cubicBezTo>
                  <a:pt x="10389" y="123019"/>
                  <a:pt x="11830" y="122094"/>
                  <a:pt x="13178" y="120758"/>
                </a:cubicBezTo>
                <a:cubicBezTo>
                  <a:pt x="14526" y="119423"/>
                  <a:pt x="15912" y="117718"/>
                  <a:pt x="17338" y="115644"/>
                </a:cubicBezTo>
                <a:cubicBezTo>
                  <a:pt x="18764" y="113570"/>
                  <a:pt x="21204" y="109461"/>
                  <a:pt x="24659" y="103317"/>
                </a:cubicBezTo>
                <a:lnTo>
                  <a:pt x="64856" y="31601"/>
                </a:lnTo>
                <a:cubicBezTo>
                  <a:pt x="68331" y="25390"/>
                  <a:pt x="70682" y="20256"/>
                  <a:pt x="71909" y="16197"/>
                </a:cubicBezTo>
                <a:cubicBezTo>
                  <a:pt x="72855" y="13070"/>
                  <a:pt x="72732" y="10655"/>
                  <a:pt x="71540" y="8952"/>
                </a:cubicBezTo>
                <a:cubicBezTo>
                  <a:pt x="70349" y="7248"/>
                  <a:pt x="68087" y="5784"/>
                  <a:pt x="64754" y="4558"/>
                </a:cubicBezTo>
                <a:lnTo>
                  <a:pt x="67330" y="0"/>
                </a:lnTo>
                <a:lnTo>
                  <a:pt x="105154" y="11435"/>
                </a:lnTo>
                <a:moveTo>
                  <a:pt x="31717" y="127888"/>
                </a:moveTo>
                <a:cubicBezTo>
                  <a:pt x="33586" y="128671"/>
                  <a:pt x="37249" y="129887"/>
                  <a:pt x="42704" y="131536"/>
                </a:cubicBezTo>
                <a:cubicBezTo>
                  <a:pt x="53483" y="134795"/>
                  <a:pt x="63199" y="135681"/>
                  <a:pt x="71853" y="134195"/>
                </a:cubicBezTo>
                <a:cubicBezTo>
                  <a:pt x="80508" y="132708"/>
                  <a:pt x="88775" y="128781"/>
                  <a:pt x="96654" y="122414"/>
                </a:cubicBezTo>
                <a:cubicBezTo>
                  <a:pt x="104534" y="116046"/>
                  <a:pt x="111113" y="108813"/>
                  <a:pt x="116393" y="100715"/>
                </a:cubicBezTo>
                <a:cubicBezTo>
                  <a:pt x="121673" y="92618"/>
                  <a:pt x="125802" y="83646"/>
                  <a:pt x="128778" y="73799"/>
                </a:cubicBezTo>
                <a:cubicBezTo>
                  <a:pt x="132982" y="59894"/>
                  <a:pt x="132902" y="48451"/>
                  <a:pt x="128537" y="39471"/>
                </a:cubicBezTo>
                <a:cubicBezTo>
                  <a:pt x="124172" y="30490"/>
                  <a:pt x="115602" y="24069"/>
                  <a:pt x="102828" y="20208"/>
                </a:cubicBezTo>
                <a:cubicBezTo>
                  <a:pt x="99901" y="19323"/>
                  <a:pt x="96710" y="18467"/>
                  <a:pt x="93257" y="17641"/>
                </a:cubicBezTo>
                <a:lnTo>
                  <a:pt x="31717" y="1278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-">
            <a:extLst xmlns:a="http://schemas.openxmlformats.org/drawingml/2006/main">
              <a:ext uri="{FF2B5EF4-FFF2-40B4-BE49-F238E27FC236}">
                <a16:creationId xmlns:a16="http://schemas.microsoft.com/office/drawing/2014/main" id="{98ED58B6-B0A9-432D-91D7-2C16B5D9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6554" y="3121425"/>
            <a:ext cx="68284" cy="91391"/>
          </a:xfrm>
          <a:custGeom xmlns:a="http://schemas.openxmlformats.org/drawingml/2006/main">
            <a:pathLst>
              <a:path w="68284" h="91391">
                <a:moveTo>
                  <a:pt x="43979" y="83003"/>
                </a:moveTo>
                <a:cubicBezTo>
                  <a:pt x="40736" y="84979"/>
                  <a:pt x="37734" y="86587"/>
                  <a:pt x="34974" y="87827"/>
                </a:cubicBezTo>
                <a:cubicBezTo>
                  <a:pt x="32213" y="89067"/>
                  <a:pt x="29604" y="89977"/>
                  <a:pt x="27146" y="90557"/>
                </a:cubicBezTo>
                <a:cubicBezTo>
                  <a:pt x="24689" y="91137"/>
                  <a:pt x="22356" y="91391"/>
                  <a:pt x="20147" y="91320"/>
                </a:cubicBezTo>
                <a:cubicBezTo>
                  <a:pt x="17939" y="91248"/>
                  <a:pt x="15765" y="90889"/>
                  <a:pt x="13626" y="90243"/>
                </a:cubicBezTo>
                <a:cubicBezTo>
                  <a:pt x="7971" y="88533"/>
                  <a:pt x="4156" y="85927"/>
                  <a:pt x="2180" y="82426"/>
                </a:cubicBezTo>
                <a:cubicBezTo>
                  <a:pt x="205" y="78924"/>
                  <a:pt x="0" y="74583"/>
                  <a:pt x="1566" y="69403"/>
                </a:cubicBezTo>
                <a:cubicBezTo>
                  <a:pt x="2098" y="67645"/>
                  <a:pt x="2814" y="65748"/>
                  <a:pt x="3714" y="63712"/>
                </a:cubicBezTo>
                <a:cubicBezTo>
                  <a:pt x="4615" y="61676"/>
                  <a:pt x="5605" y="59732"/>
                  <a:pt x="6683" y="57880"/>
                </a:cubicBezTo>
                <a:lnTo>
                  <a:pt x="26329" y="23519"/>
                </a:lnTo>
                <a:lnTo>
                  <a:pt x="14068" y="19812"/>
                </a:lnTo>
                <a:lnTo>
                  <a:pt x="17154" y="14754"/>
                </a:lnTo>
                <a:cubicBezTo>
                  <a:pt x="20005" y="15616"/>
                  <a:pt x="22309" y="16015"/>
                  <a:pt x="24066" y="15950"/>
                </a:cubicBezTo>
                <a:cubicBezTo>
                  <a:pt x="25824" y="15884"/>
                  <a:pt x="27393" y="15542"/>
                  <a:pt x="28773" y="14922"/>
                </a:cubicBezTo>
                <a:cubicBezTo>
                  <a:pt x="29687" y="14472"/>
                  <a:pt x="30624" y="13860"/>
                  <a:pt x="31584" y="13087"/>
                </a:cubicBezTo>
                <a:cubicBezTo>
                  <a:pt x="32543" y="12314"/>
                  <a:pt x="33564" y="11339"/>
                  <a:pt x="34646" y="10162"/>
                </a:cubicBezTo>
                <a:cubicBezTo>
                  <a:pt x="35728" y="8985"/>
                  <a:pt x="36898" y="7562"/>
                  <a:pt x="38154" y="5893"/>
                </a:cubicBezTo>
                <a:cubicBezTo>
                  <a:pt x="39411" y="4225"/>
                  <a:pt x="40847" y="2260"/>
                  <a:pt x="42464" y="0"/>
                </a:cubicBezTo>
                <a:lnTo>
                  <a:pt x="53585" y="3362"/>
                </a:lnTo>
                <a:lnTo>
                  <a:pt x="44048" y="20240"/>
                </a:lnTo>
                <a:lnTo>
                  <a:pt x="68284" y="27567"/>
                </a:lnTo>
                <a:lnTo>
                  <a:pt x="64253" y="34984"/>
                </a:lnTo>
                <a:lnTo>
                  <a:pt x="40087" y="27678"/>
                </a:lnTo>
                <a:lnTo>
                  <a:pt x="23787" y="55348"/>
                </a:lnTo>
                <a:cubicBezTo>
                  <a:pt x="22708" y="57201"/>
                  <a:pt x="21774" y="58876"/>
                  <a:pt x="20983" y="60375"/>
                </a:cubicBezTo>
                <a:cubicBezTo>
                  <a:pt x="20193" y="61873"/>
                  <a:pt x="19509" y="63235"/>
                  <a:pt x="18931" y="64461"/>
                </a:cubicBezTo>
                <a:cubicBezTo>
                  <a:pt x="18353" y="65687"/>
                  <a:pt x="17870" y="66812"/>
                  <a:pt x="17483" y="67836"/>
                </a:cubicBezTo>
                <a:cubicBezTo>
                  <a:pt x="17096" y="68859"/>
                  <a:pt x="16766" y="69823"/>
                  <a:pt x="16493" y="70726"/>
                </a:cubicBezTo>
                <a:cubicBezTo>
                  <a:pt x="15631" y="73577"/>
                  <a:pt x="15549" y="75990"/>
                  <a:pt x="16249" y="77965"/>
                </a:cubicBezTo>
                <a:cubicBezTo>
                  <a:pt x="16949" y="79940"/>
                  <a:pt x="18653" y="81337"/>
                  <a:pt x="21362" y="82156"/>
                </a:cubicBezTo>
                <a:cubicBezTo>
                  <a:pt x="23643" y="82846"/>
                  <a:pt x="26321" y="82735"/>
                  <a:pt x="29398" y="81824"/>
                </a:cubicBezTo>
                <a:cubicBezTo>
                  <a:pt x="32474" y="80912"/>
                  <a:pt x="36198" y="79147"/>
                  <a:pt x="40569" y="76526"/>
                </a:cubicBezTo>
                <a:lnTo>
                  <a:pt x="43979" y="83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8319D-48B2-4DA0-8523-5DAC2DD57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975" y="1840459"/>
            <a:ext cx="136664" cy="544063"/>
          </a:xfrm>
          <a:custGeom xmlns:a="http://schemas.openxmlformats.org/drawingml/2006/main">
            <a:pathLst>
              <a:path w="136664" h="544063">
                <a:moveTo>
                  <a:pt x="47702" y="544063"/>
                </a:moveTo>
                <a:lnTo>
                  <a:pt x="47702" y="68332"/>
                </a:lnTo>
                <a:lnTo>
                  <a:pt x="0" y="68332"/>
                </a:lnTo>
                <a:lnTo>
                  <a:pt x="68333" y="0"/>
                </a:lnTo>
                <a:lnTo>
                  <a:pt x="136664" y="68332"/>
                </a:lnTo>
                <a:lnTo>
                  <a:pt x="88963" y="68332"/>
                </a:lnTo>
                <a:lnTo>
                  <a:pt x="88963" y="544063"/>
                </a:lnTo>
                <a:lnTo>
                  <a:pt x="47702" y="544063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841FA-C0B1-4FCE-BCE9-01AEB6395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976" y="1840459"/>
            <a:ext cx="136664" cy="544064"/>
          </a:xfrm>
          <a:custGeom xmlns:a="http://schemas.openxmlformats.org/drawingml/2006/main">
            <a:pathLst>
              <a:path w="136664" h="544064" fill="none">
                <a:moveTo>
                  <a:pt x="47702" y="544064"/>
                </a:moveTo>
                <a:lnTo>
                  <a:pt x="47702" y="68332"/>
                </a:lnTo>
                <a:lnTo>
                  <a:pt x="0" y="68332"/>
                </a:lnTo>
                <a:lnTo>
                  <a:pt x="68332" y="0"/>
                </a:lnTo>
                <a:lnTo>
                  <a:pt x="136664" y="68332"/>
                </a:lnTo>
                <a:lnTo>
                  <a:pt x="88962" y="68332"/>
                </a:lnTo>
                <a:lnTo>
                  <a:pt x="88962" y="544064"/>
                </a:lnTo>
                <a:lnTo>
                  <a:pt x="47702" y="54406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E71142-E57C-41EE-86A2-A79237988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993" y="837011"/>
            <a:ext cx="715836" cy="172525"/>
          </a:xfrm>
          <a:custGeom xmlns:a="http://schemas.openxmlformats.org/drawingml/2006/main">
            <a:pathLst>
              <a:path w="715836" h="172525">
                <a:moveTo>
                  <a:pt x="715836" y="112305"/>
                </a:moveTo>
                <a:lnTo>
                  <a:pt x="86262" y="112305"/>
                </a:lnTo>
                <a:lnTo>
                  <a:pt x="86262" y="172525"/>
                </a:lnTo>
                <a:lnTo>
                  <a:pt x="0" y="86263"/>
                </a:lnTo>
                <a:lnTo>
                  <a:pt x="86262" y="0"/>
                </a:lnTo>
                <a:lnTo>
                  <a:pt x="86262" y="60219"/>
                </a:lnTo>
                <a:lnTo>
                  <a:pt x="715836" y="60219"/>
                </a:lnTo>
                <a:lnTo>
                  <a:pt x="715836" y="112305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95667E-105B-489B-BE3E-006C1902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6993" y="837011"/>
            <a:ext cx="715837" cy="172525"/>
          </a:xfrm>
          <a:custGeom xmlns:a="http://schemas.openxmlformats.org/drawingml/2006/main">
            <a:pathLst>
              <a:path w="715837" h="172525" fill="none">
                <a:moveTo>
                  <a:pt x="715837" y="112305"/>
                </a:moveTo>
                <a:lnTo>
                  <a:pt x="86262" y="112305"/>
                </a:lnTo>
                <a:lnTo>
                  <a:pt x="86262" y="172525"/>
                </a:lnTo>
                <a:lnTo>
                  <a:pt x="0" y="86262"/>
                </a:lnTo>
                <a:lnTo>
                  <a:pt x="86262" y="0"/>
                </a:lnTo>
                <a:lnTo>
                  <a:pt x="86262" y="60219"/>
                </a:lnTo>
                <a:lnTo>
                  <a:pt x="715837" y="60219"/>
                </a:lnTo>
                <a:lnTo>
                  <a:pt x="715837" y="11230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120" name="Text 3">
            <a:extLst xmlns:a="http://schemas.openxmlformats.org/drawingml/2006/main">
              <a:ext uri="{FF2B5EF4-FFF2-40B4-BE49-F238E27FC236}">
                <a16:creationId xmlns:a16="http://schemas.microsoft.com/office/drawing/2014/main" id="{962A7ACA-5BB9-4123-901D-72B32ECD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4041" y="635978"/>
            <a:ext cx="117396" cy="196320"/>
          </a:xfrm>
          <a:custGeom xmlns:a="http://schemas.openxmlformats.org/drawingml/2006/main">
            <a:pathLst>
              <a:path w="117396" h="196320">
                <a:moveTo>
                  <a:pt x="46500" y="151488"/>
                </a:moveTo>
                <a:cubicBezTo>
                  <a:pt x="43302" y="166571"/>
                  <a:pt x="38402" y="177814"/>
                  <a:pt x="31799" y="185216"/>
                </a:cubicBezTo>
                <a:cubicBezTo>
                  <a:pt x="25196" y="192619"/>
                  <a:pt x="16890" y="196320"/>
                  <a:pt x="6881" y="196320"/>
                </a:cubicBezTo>
                <a:cubicBezTo>
                  <a:pt x="3962" y="196320"/>
                  <a:pt x="1668" y="196146"/>
                  <a:pt x="0" y="195799"/>
                </a:cubicBezTo>
                <a:lnTo>
                  <a:pt x="1772" y="186624"/>
                </a:lnTo>
                <a:cubicBezTo>
                  <a:pt x="2467" y="186832"/>
                  <a:pt x="4101" y="186937"/>
                  <a:pt x="6673" y="186937"/>
                </a:cubicBezTo>
                <a:cubicBezTo>
                  <a:pt x="9800" y="186937"/>
                  <a:pt x="12476" y="186137"/>
                  <a:pt x="14701" y="184539"/>
                </a:cubicBezTo>
                <a:cubicBezTo>
                  <a:pt x="16925" y="182940"/>
                  <a:pt x="18993" y="180160"/>
                  <a:pt x="20904" y="176198"/>
                </a:cubicBezTo>
                <a:cubicBezTo>
                  <a:pt x="22815" y="172236"/>
                  <a:pt x="24570" y="166745"/>
                  <a:pt x="26169" y="159725"/>
                </a:cubicBezTo>
                <a:lnTo>
                  <a:pt x="48585" y="60575"/>
                </a:lnTo>
                <a:lnTo>
                  <a:pt x="30965" y="60575"/>
                </a:lnTo>
                <a:lnTo>
                  <a:pt x="32529" y="53381"/>
                </a:lnTo>
                <a:cubicBezTo>
                  <a:pt x="37186" y="53103"/>
                  <a:pt x="40539" y="52720"/>
                  <a:pt x="42590" y="52234"/>
                </a:cubicBezTo>
                <a:cubicBezTo>
                  <a:pt x="44640" y="51747"/>
                  <a:pt x="46239" y="51017"/>
                  <a:pt x="47386" y="50044"/>
                </a:cubicBezTo>
                <a:cubicBezTo>
                  <a:pt x="48533" y="49071"/>
                  <a:pt x="49506" y="47803"/>
                  <a:pt x="50305" y="46239"/>
                </a:cubicBezTo>
                <a:cubicBezTo>
                  <a:pt x="51104" y="44675"/>
                  <a:pt x="52130" y="41808"/>
                  <a:pt x="53381" y="37638"/>
                </a:cubicBezTo>
                <a:cubicBezTo>
                  <a:pt x="57064" y="25126"/>
                  <a:pt x="62747" y="15726"/>
                  <a:pt x="70427" y="9435"/>
                </a:cubicBezTo>
                <a:cubicBezTo>
                  <a:pt x="78107" y="3145"/>
                  <a:pt x="87890" y="0"/>
                  <a:pt x="99776" y="0"/>
                </a:cubicBezTo>
                <a:cubicBezTo>
                  <a:pt x="106588" y="0"/>
                  <a:pt x="112461" y="556"/>
                  <a:pt x="117396" y="1668"/>
                </a:cubicBezTo>
                <a:lnTo>
                  <a:pt x="113330" y="19392"/>
                </a:lnTo>
                <a:lnTo>
                  <a:pt x="104155" y="19392"/>
                </a:lnTo>
                <a:cubicBezTo>
                  <a:pt x="103182" y="15430"/>
                  <a:pt x="101913" y="12581"/>
                  <a:pt x="100349" y="10843"/>
                </a:cubicBezTo>
                <a:cubicBezTo>
                  <a:pt x="98786" y="9105"/>
                  <a:pt x="96474" y="8236"/>
                  <a:pt x="93416" y="8236"/>
                </a:cubicBezTo>
                <a:cubicBezTo>
                  <a:pt x="89454" y="8236"/>
                  <a:pt x="86101" y="9331"/>
                  <a:pt x="83355" y="11521"/>
                </a:cubicBezTo>
                <a:cubicBezTo>
                  <a:pt x="80610" y="13710"/>
                  <a:pt x="78264" y="16959"/>
                  <a:pt x="76318" y="21269"/>
                </a:cubicBezTo>
                <a:cubicBezTo>
                  <a:pt x="74371" y="25578"/>
                  <a:pt x="72564" y="31382"/>
                  <a:pt x="70896" y="38680"/>
                </a:cubicBezTo>
                <a:lnTo>
                  <a:pt x="68290" y="50044"/>
                </a:lnTo>
                <a:lnTo>
                  <a:pt x="95084" y="50044"/>
                </a:lnTo>
                <a:lnTo>
                  <a:pt x="92791" y="60575"/>
                </a:lnTo>
                <a:lnTo>
                  <a:pt x="65892" y="60575"/>
                </a:lnTo>
                <a:lnTo>
                  <a:pt x="46500" y="151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8B1FF4-D9E0-463A-B101-57A5697E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7726" y="730341"/>
            <a:ext cx="138689" cy="136862"/>
          </a:xfrm>
          <a:custGeom xmlns:a="http://schemas.openxmlformats.org/drawingml/2006/main">
            <a:pathLst>
              <a:path w="138689" h="136862">
                <a:moveTo>
                  <a:pt x="0" y="68431"/>
                </a:moveTo>
                <a:cubicBezTo>
                  <a:pt x="0" y="30637"/>
                  <a:pt x="31048" y="0"/>
                  <a:pt x="69345" y="0"/>
                </a:cubicBezTo>
                <a:cubicBezTo>
                  <a:pt x="107643" y="0"/>
                  <a:pt x="138689" y="30637"/>
                  <a:pt x="138689" y="68431"/>
                </a:cubicBezTo>
                <a:cubicBezTo>
                  <a:pt x="138689" y="106224"/>
                  <a:pt x="107643" y="136862"/>
                  <a:pt x="69345" y="136862"/>
                </a:cubicBezTo>
                <a:cubicBezTo>
                  <a:pt x="31048" y="136862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6C303C-D10B-47A2-9B7D-E24D90BD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7727" y="730341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FD96AD-569F-4395-9A82-112D969B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7726" y="958656"/>
            <a:ext cx="138689" cy="136862"/>
          </a:xfrm>
          <a:custGeom xmlns:a="http://schemas.openxmlformats.org/drawingml/2006/main">
            <a:pathLst>
              <a:path w="138689" h="136862">
                <a:moveTo>
                  <a:pt x="0" y="68431"/>
                </a:moveTo>
                <a:cubicBezTo>
                  <a:pt x="0" y="30637"/>
                  <a:pt x="31048" y="0"/>
                  <a:pt x="69345" y="0"/>
                </a:cubicBezTo>
                <a:cubicBezTo>
                  <a:pt x="107643" y="0"/>
                  <a:pt x="138689" y="30637"/>
                  <a:pt x="138689" y="68431"/>
                </a:cubicBezTo>
                <a:cubicBezTo>
                  <a:pt x="138689" y="106224"/>
                  <a:pt x="107643" y="136862"/>
                  <a:pt x="69345" y="136862"/>
                </a:cubicBezTo>
                <a:cubicBezTo>
                  <a:pt x="31048" y="136862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2C709-031E-4169-8302-E3EB4776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7727" y="958656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1A4F6-EC48-4121-A0A0-A7D7B29A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3690" y="469776"/>
            <a:ext cx="138688" cy="136862"/>
          </a:xfrm>
          <a:custGeom xmlns:a="http://schemas.openxmlformats.org/drawingml/2006/main">
            <a:pathLst>
              <a:path w="138688" h="136862">
                <a:moveTo>
                  <a:pt x="0" y="68431"/>
                </a:moveTo>
                <a:cubicBezTo>
                  <a:pt x="0" y="30637"/>
                  <a:pt x="31046" y="0"/>
                  <a:pt x="69343" y="0"/>
                </a:cubicBezTo>
                <a:cubicBezTo>
                  <a:pt x="107641" y="0"/>
                  <a:pt x="138688" y="30637"/>
                  <a:pt x="138688" y="68431"/>
                </a:cubicBezTo>
                <a:cubicBezTo>
                  <a:pt x="138688" y="106224"/>
                  <a:pt x="107641" y="136862"/>
                  <a:pt x="69343" y="136862"/>
                </a:cubicBezTo>
                <a:cubicBezTo>
                  <a:pt x="31046" y="136862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28C68-5083-4699-9168-ACD84010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3691" y="469776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62E2AC-EAF1-4B4C-9E37-3E1285E6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3690" y="725193"/>
            <a:ext cx="138688" cy="136862"/>
          </a:xfrm>
          <a:custGeom xmlns:a="http://schemas.openxmlformats.org/drawingml/2006/main">
            <a:pathLst>
              <a:path w="138688" h="136862">
                <a:moveTo>
                  <a:pt x="0" y="68431"/>
                </a:moveTo>
                <a:cubicBezTo>
                  <a:pt x="0" y="30637"/>
                  <a:pt x="31046" y="0"/>
                  <a:pt x="69343" y="0"/>
                </a:cubicBezTo>
                <a:cubicBezTo>
                  <a:pt x="107641" y="0"/>
                  <a:pt x="138688" y="30637"/>
                  <a:pt x="138688" y="68431"/>
                </a:cubicBezTo>
                <a:cubicBezTo>
                  <a:pt x="138688" y="106224"/>
                  <a:pt x="107641" y="136862"/>
                  <a:pt x="69343" y="136862"/>
                </a:cubicBezTo>
                <a:cubicBezTo>
                  <a:pt x="31046" y="136862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F8EE34-E6B4-459E-8866-920EDD52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3691" y="725194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54CF0E-F02B-40BF-A6A6-9DCF70E9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3690" y="967856"/>
            <a:ext cx="138688" cy="136862"/>
          </a:xfrm>
          <a:custGeom xmlns:a="http://schemas.openxmlformats.org/drawingml/2006/main">
            <a:pathLst>
              <a:path w="138688" h="136862">
                <a:moveTo>
                  <a:pt x="0" y="68431"/>
                </a:moveTo>
                <a:cubicBezTo>
                  <a:pt x="0" y="30637"/>
                  <a:pt x="31046" y="0"/>
                  <a:pt x="69343" y="0"/>
                </a:cubicBezTo>
                <a:cubicBezTo>
                  <a:pt x="107641" y="0"/>
                  <a:pt x="138688" y="30637"/>
                  <a:pt x="138688" y="68431"/>
                </a:cubicBezTo>
                <a:cubicBezTo>
                  <a:pt x="138688" y="106224"/>
                  <a:pt x="107641" y="136862"/>
                  <a:pt x="69343" y="136862"/>
                </a:cubicBezTo>
                <a:cubicBezTo>
                  <a:pt x="31046" y="136862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65B644-0BF7-4950-A534-1E4BB69D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3691" y="967856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7190B-C30B-46AD-BC07-000C665A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3690" y="1169455"/>
            <a:ext cx="138688" cy="136862"/>
          </a:xfrm>
          <a:custGeom xmlns:a="http://schemas.openxmlformats.org/drawingml/2006/main">
            <a:pathLst>
              <a:path w="138688" h="136862">
                <a:moveTo>
                  <a:pt x="0" y="68431"/>
                </a:moveTo>
                <a:cubicBezTo>
                  <a:pt x="0" y="30637"/>
                  <a:pt x="31046" y="0"/>
                  <a:pt x="69343" y="0"/>
                </a:cubicBezTo>
                <a:cubicBezTo>
                  <a:pt x="107641" y="0"/>
                  <a:pt x="138688" y="30637"/>
                  <a:pt x="138688" y="68431"/>
                </a:cubicBezTo>
                <a:cubicBezTo>
                  <a:pt x="138688" y="106224"/>
                  <a:pt x="107641" y="136862"/>
                  <a:pt x="69343" y="136862"/>
                </a:cubicBezTo>
                <a:cubicBezTo>
                  <a:pt x="31046" y="136862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7B2DF-A789-484A-93C7-8FBCF76FE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3691" y="1169455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E5A20-E55D-429F-9A91-B6671D7B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5618" y="604213"/>
            <a:ext cx="138689" cy="136863"/>
          </a:xfrm>
          <a:custGeom xmlns:a="http://schemas.openxmlformats.org/drawingml/2006/main">
            <a:pathLst>
              <a:path w="138689" h="136863">
                <a:moveTo>
                  <a:pt x="0" y="68431"/>
                </a:moveTo>
                <a:cubicBezTo>
                  <a:pt x="0" y="30639"/>
                  <a:pt x="31048" y="0"/>
                  <a:pt x="69345" y="0"/>
                </a:cubicBezTo>
                <a:cubicBezTo>
                  <a:pt x="107643" y="0"/>
                  <a:pt x="138689" y="30639"/>
                  <a:pt x="138689" y="68431"/>
                </a:cubicBezTo>
                <a:cubicBezTo>
                  <a:pt x="138689" y="106224"/>
                  <a:pt x="107643" y="136863"/>
                  <a:pt x="69345" y="136863"/>
                </a:cubicBezTo>
                <a:cubicBezTo>
                  <a:pt x="31048" y="136863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23FA74-31D8-4285-9FC7-878D265E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5619" y="604213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99E5AC-78BC-4CE1-88A5-87C84AAF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5618" y="832530"/>
            <a:ext cx="138689" cy="136863"/>
          </a:xfrm>
          <a:custGeom xmlns:a="http://schemas.openxmlformats.org/drawingml/2006/main">
            <a:pathLst>
              <a:path w="138689" h="136863">
                <a:moveTo>
                  <a:pt x="0" y="68431"/>
                </a:moveTo>
                <a:cubicBezTo>
                  <a:pt x="0" y="30639"/>
                  <a:pt x="31048" y="0"/>
                  <a:pt x="69345" y="0"/>
                </a:cubicBezTo>
                <a:cubicBezTo>
                  <a:pt x="107643" y="0"/>
                  <a:pt x="138689" y="30639"/>
                  <a:pt x="138689" y="68431"/>
                </a:cubicBezTo>
                <a:cubicBezTo>
                  <a:pt x="138689" y="106224"/>
                  <a:pt x="107643" y="136863"/>
                  <a:pt x="69345" y="136863"/>
                </a:cubicBezTo>
                <a:cubicBezTo>
                  <a:pt x="31048" y="136863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68087-1FCA-4EB0-893D-058519AC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5619" y="832529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2CEB4-DB55-4931-9979-EEA7FF61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5618" y="1057907"/>
            <a:ext cx="138689" cy="136862"/>
          </a:xfrm>
          <a:custGeom xmlns:a="http://schemas.openxmlformats.org/drawingml/2006/main">
            <a:pathLst>
              <a:path w="138689" h="136862">
                <a:moveTo>
                  <a:pt x="0" y="68431"/>
                </a:moveTo>
                <a:cubicBezTo>
                  <a:pt x="0" y="30637"/>
                  <a:pt x="31048" y="0"/>
                  <a:pt x="69345" y="0"/>
                </a:cubicBezTo>
                <a:cubicBezTo>
                  <a:pt x="107643" y="0"/>
                  <a:pt x="138689" y="30637"/>
                  <a:pt x="138689" y="68431"/>
                </a:cubicBezTo>
                <a:cubicBezTo>
                  <a:pt x="138689" y="106224"/>
                  <a:pt x="107643" y="136862"/>
                  <a:pt x="69345" y="136862"/>
                </a:cubicBezTo>
                <a:cubicBezTo>
                  <a:pt x="31048" y="136862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201D3-C85F-4D09-9A1D-A1F47583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5619" y="1057908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87FB80-7801-4C5F-8868-5577772A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4" y="469776"/>
            <a:ext cx="138689" cy="136862"/>
          </a:xfrm>
          <a:custGeom xmlns:a="http://schemas.openxmlformats.org/drawingml/2006/main">
            <a:pathLst>
              <a:path w="138689" h="136862">
                <a:moveTo>
                  <a:pt x="0" y="68431"/>
                </a:moveTo>
                <a:cubicBezTo>
                  <a:pt x="0" y="30637"/>
                  <a:pt x="31046" y="0"/>
                  <a:pt x="69345" y="0"/>
                </a:cubicBezTo>
                <a:cubicBezTo>
                  <a:pt x="107643" y="0"/>
                  <a:pt x="138689" y="30637"/>
                  <a:pt x="138689" y="68431"/>
                </a:cubicBezTo>
                <a:cubicBezTo>
                  <a:pt x="138689" y="106224"/>
                  <a:pt x="107643" y="136862"/>
                  <a:pt x="69345" y="136862"/>
                </a:cubicBezTo>
                <a:cubicBezTo>
                  <a:pt x="31046" y="136862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D402A1-640A-40F2-BAB6-41D361D2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4" y="469776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78860-5B86-4ADB-A3BF-2AB6125D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4" y="725193"/>
            <a:ext cx="138689" cy="136862"/>
          </a:xfrm>
          <a:custGeom xmlns:a="http://schemas.openxmlformats.org/drawingml/2006/main">
            <a:pathLst>
              <a:path w="138689" h="136862">
                <a:moveTo>
                  <a:pt x="0" y="68431"/>
                </a:moveTo>
                <a:cubicBezTo>
                  <a:pt x="0" y="30637"/>
                  <a:pt x="31046" y="0"/>
                  <a:pt x="69345" y="0"/>
                </a:cubicBezTo>
                <a:cubicBezTo>
                  <a:pt x="107643" y="0"/>
                  <a:pt x="138689" y="30637"/>
                  <a:pt x="138689" y="68431"/>
                </a:cubicBezTo>
                <a:cubicBezTo>
                  <a:pt x="138689" y="106224"/>
                  <a:pt x="107643" y="136862"/>
                  <a:pt x="69345" y="136862"/>
                </a:cubicBezTo>
                <a:cubicBezTo>
                  <a:pt x="31046" y="136862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BA688-C030-44A4-A569-EDDF338A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4" y="725194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8E14B1-F574-48B2-9CC8-510B7613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4" y="967856"/>
            <a:ext cx="138689" cy="136862"/>
          </a:xfrm>
          <a:custGeom xmlns:a="http://schemas.openxmlformats.org/drawingml/2006/main">
            <a:pathLst>
              <a:path w="138689" h="136862">
                <a:moveTo>
                  <a:pt x="0" y="68431"/>
                </a:moveTo>
                <a:cubicBezTo>
                  <a:pt x="0" y="30637"/>
                  <a:pt x="31046" y="0"/>
                  <a:pt x="69345" y="0"/>
                </a:cubicBezTo>
                <a:cubicBezTo>
                  <a:pt x="107643" y="0"/>
                  <a:pt x="138689" y="30637"/>
                  <a:pt x="138689" y="68431"/>
                </a:cubicBezTo>
                <a:cubicBezTo>
                  <a:pt x="138689" y="106224"/>
                  <a:pt x="107643" y="136862"/>
                  <a:pt x="69345" y="136862"/>
                </a:cubicBezTo>
                <a:cubicBezTo>
                  <a:pt x="31046" y="136862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2B5244-98D0-4A3C-A5C9-DDEAE14C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4" y="967856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4072FE-459C-45AA-87AA-A8E78D43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4" y="1169455"/>
            <a:ext cx="138689" cy="136862"/>
          </a:xfrm>
          <a:custGeom xmlns:a="http://schemas.openxmlformats.org/drawingml/2006/main">
            <a:pathLst>
              <a:path w="138689" h="136862">
                <a:moveTo>
                  <a:pt x="0" y="68431"/>
                </a:moveTo>
                <a:cubicBezTo>
                  <a:pt x="0" y="30637"/>
                  <a:pt x="31046" y="0"/>
                  <a:pt x="69345" y="0"/>
                </a:cubicBezTo>
                <a:cubicBezTo>
                  <a:pt x="107643" y="0"/>
                  <a:pt x="138689" y="30637"/>
                  <a:pt x="138689" y="68431"/>
                </a:cubicBezTo>
                <a:cubicBezTo>
                  <a:pt x="138689" y="106224"/>
                  <a:pt x="107643" y="136862"/>
                  <a:pt x="69345" y="136862"/>
                </a:cubicBezTo>
                <a:cubicBezTo>
                  <a:pt x="31046" y="136862"/>
                  <a:pt x="0" y="106224"/>
                  <a:pt x="0" y="68431"/>
                </a:cubicBezTo>
                <a:close/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D5F594-B1AF-45DC-8CC3-232C9F63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9654" y="1169455"/>
            <a:ext cx="138689" cy="136862"/>
          </a:xfrm>
          <a:custGeom xmlns:a="http://schemas.openxmlformats.org/drawingml/2006/main">
            <a:pathLst>
              <a:path w="138689" h="136862" fill="none">
                <a:moveTo>
                  <a:pt x="0" y="68431"/>
                </a:moveTo>
                <a:cubicBezTo>
                  <a:pt x="0" y="30638"/>
                  <a:pt x="31047" y="0"/>
                  <a:pt x="69344" y="0"/>
                </a:cubicBezTo>
                <a:cubicBezTo>
                  <a:pt x="107642" y="0"/>
                  <a:pt x="138689" y="30638"/>
                  <a:pt x="138689" y="68431"/>
                </a:cubicBezTo>
                <a:cubicBezTo>
                  <a:pt x="138689" y="106225"/>
                  <a:pt x="107642" y="136862"/>
                  <a:pt x="69344" y="136862"/>
                </a:cubicBezTo>
                <a:cubicBezTo>
                  <a:pt x="31047" y="136862"/>
                  <a:pt x="0" y="106225"/>
                  <a:pt x="0" y="684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998ED1-CD23-4DCA-8958-59978893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416" y="538207"/>
            <a:ext cx="97275" cy="260565"/>
          </a:xfrm>
          <a:custGeom xmlns:a="http://schemas.openxmlformats.org/drawingml/2006/main">
            <a:pathLst>
              <a:path w="97275" h="260565">
                <a:moveTo>
                  <a:pt x="0" y="260565"/>
                </a:moveTo>
                <a:lnTo>
                  <a:pt x="97275" y="0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51F08-903E-4AB7-AAB5-CC17AD38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416" y="538207"/>
            <a:ext cx="97274" cy="260565"/>
          </a:xfrm>
          <a:custGeom xmlns:a="http://schemas.openxmlformats.org/drawingml/2006/main">
            <a:pathLst>
              <a:path w="97274" h="260565" fill="none">
                <a:moveTo>
                  <a:pt x="0" y="260565"/>
                </a:moveTo>
                <a:lnTo>
                  <a:pt x="972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9DA718-A0F4-44BE-8E33-665824BA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416" y="793626"/>
            <a:ext cx="97275" cy="5146"/>
          </a:xfrm>
          <a:custGeom xmlns:a="http://schemas.openxmlformats.org/drawingml/2006/main">
            <a:pathLst>
              <a:path w="97275" h="5146">
                <a:moveTo>
                  <a:pt x="0" y="5146"/>
                </a:moveTo>
                <a:lnTo>
                  <a:pt x="97275" y="0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D27230-2D9B-4E34-BB42-700CBE05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416" y="793626"/>
            <a:ext cx="97274" cy="5146"/>
          </a:xfrm>
          <a:custGeom xmlns:a="http://schemas.openxmlformats.org/drawingml/2006/main">
            <a:pathLst>
              <a:path w="97274" h="5146" fill="none">
                <a:moveTo>
                  <a:pt x="0" y="5146"/>
                </a:moveTo>
                <a:lnTo>
                  <a:pt x="972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575D2B-51F6-4181-8129-5561C0A5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416" y="538207"/>
            <a:ext cx="97275" cy="488880"/>
          </a:xfrm>
          <a:custGeom xmlns:a="http://schemas.openxmlformats.org/drawingml/2006/main">
            <a:pathLst>
              <a:path w="97275" h="488880">
                <a:moveTo>
                  <a:pt x="0" y="488880"/>
                </a:moveTo>
                <a:lnTo>
                  <a:pt x="97275" y="0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2FB100-E7FA-45EB-9F27-56AA9618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416" y="538206"/>
            <a:ext cx="97274" cy="488880"/>
          </a:xfrm>
          <a:custGeom xmlns:a="http://schemas.openxmlformats.org/drawingml/2006/main">
            <a:pathLst>
              <a:path w="97274" h="488880" fill="none">
                <a:moveTo>
                  <a:pt x="0" y="488880"/>
                </a:moveTo>
                <a:lnTo>
                  <a:pt x="972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091A3-1C58-4543-A11A-9DE8082D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416" y="793626"/>
            <a:ext cx="97275" cy="233463"/>
          </a:xfrm>
          <a:custGeom xmlns:a="http://schemas.openxmlformats.org/drawingml/2006/main">
            <a:pathLst>
              <a:path w="97275" h="233463">
                <a:moveTo>
                  <a:pt x="0" y="233463"/>
                </a:moveTo>
                <a:lnTo>
                  <a:pt x="97275" y="0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4609A5-93DB-4AF9-B11B-89A4B4FD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416" y="793626"/>
            <a:ext cx="97274" cy="233463"/>
          </a:xfrm>
          <a:custGeom xmlns:a="http://schemas.openxmlformats.org/drawingml/2006/main">
            <a:pathLst>
              <a:path w="97274" h="233463" fill="none">
                <a:moveTo>
                  <a:pt x="0" y="233463"/>
                </a:moveTo>
                <a:lnTo>
                  <a:pt x="972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80856-BC0A-4346-BE76-899E07D6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416" y="1027088"/>
            <a:ext cx="97275" cy="210797"/>
          </a:xfrm>
          <a:custGeom xmlns:a="http://schemas.openxmlformats.org/drawingml/2006/main">
            <a:pathLst>
              <a:path w="97275" h="210797">
                <a:moveTo>
                  <a:pt x="0" y="0"/>
                </a:moveTo>
                <a:lnTo>
                  <a:pt x="97275" y="210797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496B5-58F3-430F-9B89-527353CB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416" y="1027089"/>
            <a:ext cx="97274" cy="210798"/>
          </a:xfrm>
          <a:custGeom xmlns:a="http://schemas.openxmlformats.org/drawingml/2006/main">
            <a:pathLst>
              <a:path w="97274" h="210798" fill="none">
                <a:moveTo>
                  <a:pt x="0" y="0"/>
                </a:moveTo>
                <a:lnTo>
                  <a:pt x="97274" y="210798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8A4183-96B5-4346-A8CE-4B3DEA13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416" y="798772"/>
            <a:ext cx="97275" cy="237513"/>
          </a:xfrm>
          <a:custGeom xmlns:a="http://schemas.openxmlformats.org/drawingml/2006/main">
            <a:pathLst>
              <a:path w="97275" h="237513">
                <a:moveTo>
                  <a:pt x="0" y="0"/>
                </a:moveTo>
                <a:lnTo>
                  <a:pt x="97275" y="237513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0D35E-B090-4CC4-9840-748D4CEE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6416" y="798772"/>
            <a:ext cx="97274" cy="237515"/>
          </a:xfrm>
          <a:custGeom xmlns:a="http://schemas.openxmlformats.org/drawingml/2006/main">
            <a:pathLst>
              <a:path w="97274" h="237515" fill="none">
                <a:moveTo>
                  <a:pt x="0" y="0"/>
                </a:moveTo>
                <a:lnTo>
                  <a:pt x="97274" y="237515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31905-2601-4505-9005-F37EE671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793626"/>
            <a:ext cx="97275" cy="10"/>
          </a:xfrm>
          <a:custGeom xmlns:a="http://schemas.openxmlformats.org/drawingml/2006/main">
            <a:pathLst>
              <a:path w="97275" h="2">
                <a:moveTo>
                  <a:pt x="0" y="0"/>
                </a:moveTo>
                <a:lnTo>
                  <a:pt x="97275" y="2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FB4FEA-EE74-46F2-91E3-301C8FCF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793626"/>
            <a:ext cx="97275" cy="10"/>
          </a:xfrm>
          <a:custGeom xmlns:a="http://schemas.openxmlformats.org/drawingml/2006/main">
            <a:pathLst>
              <a:path w="97275" h="1" fill="none">
                <a:moveTo>
                  <a:pt x="0" y="0"/>
                </a:moveTo>
                <a:lnTo>
                  <a:pt x="97275" y="1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E0CC2-A41D-4563-9591-9A230CED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538207"/>
            <a:ext cx="97275" cy="255417"/>
          </a:xfrm>
          <a:custGeom xmlns:a="http://schemas.openxmlformats.org/drawingml/2006/main">
            <a:pathLst>
              <a:path w="97275" h="255417">
                <a:moveTo>
                  <a:pt x="0" y="0"/>
                </a:moveTo>
                <a:lnTo>
                  <a:pt x="97275" y="255417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B35C5-30C4-4272-AAAC-C388158F4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538207"/>
            <a:ext cx="97275" cy="255418"/>
          </a:xfrm>
          <a:custGeom xmlns:a="http://schemas.openxmlformats.org/drawingml/2006/main">
            <a:pathLst>
              <a:path w="97275" h="255418" fill="none">
                <a:moveTo>
                  <a:pt x="0" y="0"/>
                </a:moveTo>
                <a:lnTo>
                  <a:pt x="97275" y="255418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D7BE9-62B0-418D-9D3B-1CA15542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793626"/>
            <a:ext cx="97275" cy="242661"/>
          </a:xfrm>
          <a:custGeom xmlns:a="http://schemas.openxmlformats.org/drawingml/2006/main">
            <a:pathLst>
              <a:path w="97275" h="242661">
                <a:moveTo>
                  <a:pt x="0" y="0"/>
                </a:moveTo>
                <a:lnTo>
                  <a:pt x="97275" y="242661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3179B-D575-46FD-98C1-15448EB9C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793626"/>
            <a:ext cx="97275" cy="242662"/>
          </a:xfrm>
          <a:custGeom xmlns:a="http://schemas.openxmlformats.org/drawingml/2006/main">
            <a:pathLst>
              <a:path w="97275" h="242662" fill="none">
                <a:moveTo>
                  <a:pt x="0" y="0"/>
                </a:moveTo>
                <a:lnTo>
                  <a:pt x="97275" y="242662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F0B58D-DFA0-4911-9429-FCC66B98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538207"/>
            <a:ext cx="97275" cy="255417"/>
          </a:xfrm>
          <a:custGeom xmlns:a="http://schemas.openxmlformats.org/drawingml/2006/main">
            <a:pathLst>
              <a:path w="97275" h="255417">
                <a:moveTo>
                  <a:pt x="97275" y="0"/>
                </a:moveTo>
                <a:lnTo>
                  <a:pt x="0" y="255417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BBF26-9AAD-43C0-8E66-63DEDFB5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79" y="538207"/>
            <a:ext cx="97275" cy="255418"/>
          </a:xfrm>
          <a:custGeom xmlns:a="http://schemas.openxmlformats.org/drawingml/2006/main">
            <a:pathLst>
              <a:path w="97275" h="255418" fill="none">
                <a:moveTo>
                  <a:pt x="97275" y="0"/>
                </a:moveTo>
                <a:lnTo>
                  <a:pt x="0" y="255418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D152F-00C3-4A42-A248-35B180E2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538207"/>
            <a:ext cx="97275" cy="498080"/>
          </a:xfrm>
          <a:custGeom xmlns:a="http://schemas.openxmlformats.org/drawingml/2006/main">
            <a:pathLst>
              <a:path w="97275" h="498080">
                <a:moveTo>
                  <a:pt x="0" y="0"/>
                </a:moveTo>
                <a:lnTo>
                  <a:pt x="97275" y="498080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92C4A8-5ECD-4F08-9957-984B7D68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538207"/>
            <a:ext cx="97275" cy="498079"/>
          </a:xfrm>
          <a:custGeom xmlns:a="http://schemas.openxmlformats.org/drawingml/2006/main">
            <a:pathLst>
              <a:path w="97275" h="498079" fill="none">
                <a:moveTo>
                  <a:pt x="0" y="0"/>
                </a:moveTo>
                <a:lnTo>
                  <a:pt x="97275" y="498079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8E656-5857-4932-88F0-62EB88F0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1237886"/>
            <a:ext cx="97275" cy="10"/>
          </a:xfrm>
          <a:custGeom xmlns:a="http://schemas.openxmlformats.org/drawingml/2006/main">
            <a:pathLst>
              <a:path w="97275" h="2">
                <a:moveTo>
                  <a:pt x="0" y="0"/>
                </a:moveTo>
                <a:lnTo>
                  <a:pt x="97275" y="2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186EC-1241-422B-B42D-E1246402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1237886"/>
            <a:ext cx="97275" cy="10"/>
          </a:xfrm>
          <a:custGeom xmlns:a="http://schemas.openxmlformats.org/drawingml/2006/main">
            <a:pathLst>
              <a:path w="97275" h="1" fill="none">
                <a:moveTo>
                  <a:pt x="0" y="0"/>
                </a:moveTo>
                <a:lnTo>
                  <a:pt x="97275" y="1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C42F87-6E81-42F2-9E3C-79E49FA8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793626"/>
            <a:ext cx="97275" cy="242661"/>
          </a:xfrm>
          <a:custGeom xmlns:a="http://schemas.openxmlformats.org/drawingml/2006/main">
            <a:pathLst>
              <a:path w="97275" h="242661">
                <a:moveTo>
                  <a:pt x="0" y="242661"/>
                </a:moveTo>
                <a:lnTo>
                  <a:pt x="97275" y="0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A68A2-5659-4A8D-8D1D-4443122E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793625"/>
            <a:ext cx="97275" cy="242662"/>
          </a:xfrm>
          <a:custGeom xmlns:a="http://schemas.openxmlformats.org/drawingml/2006/main">
            <a:pathLst>
              <a:path w="97275" h="242662" fill="none">
                <a:moveTo>
                  <a:pt x="0" y="242662"/>
                </a:moveTo>
                <a:lnTo>
                  <a:pt x="97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4155A8-15BE-4DDE-ADF7-CF85B4A5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1036287"/>
            <a:ext cx="97275" cy="201599"/>
          </a:xfrm>
          <a:custGeom xmlns:a="http://schemas.openxmlformats.org/drawingml/2006/main">
            <a:pathLst>
              <a:path w="97275" h="201599">
                <a:moveTo>
                  <a:pt x="97275" y="201599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F6FFD2-224D-4820-B4A1-85D1FC5A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79" y="1036287"/>
            <a:ext cx="97275" cy="201599"/>
          </a:xfrm>
          <a:custGeom xmlns:a="http://schemas.openxmlformats.org/drawingml/2006/main">
            <a:pathLst>
              <a:path w="97275" h="201599" fill="none">
                <a:moveTo>
                  <a:pt x="97275" y="2015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60391-2071-47E3-B5CE-7188BF0F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538207"/>
            <a:ext cx="97275" cy="134437"/>
          </a:xfrm>
          <a:custGeom xmlns:a="http://schemas.openxmlformats.org/drawingml/2006/main">
            <a:pathLst>
              <a:path w="97275" h="134437">
                <a:moveTo>
                  <a:pt x="0" y="0"/>
                </a:moveTo>
                <a:lnTo>
                  <a:pt x="97275" y="134437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06040-5F6D-4672-8AF9-253750C9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4" y="538207"/>
            <a:ext cx="97275" cy="134438"/>
          </a:xfrm>
          <a:custGeom xmlns:a="http://schemas.openxmlformats.org/drawingml/2006/main">
            <a:pathLst>
              <a:path w="97275" h="134438" fill="none">
                <a:moveTo>
                  <a:pt x="0" y="0"/>
                </a:moveTo>
                <a:lnTo>
                  <a:pt x="97275" y="134438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77BBE-AFCC-49D6-9E8B-F3C9CC98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793626"/>
            <a:ext cx="97275" cy="107335"/>
          </a:xfrm>
          <a:custGeom xmlns:a="http://schemas.openxmlformats.org/drawingml/2006/main">
            <a:pathLst>
              <a:path w="97275" h="107335">
                <a:moveTo>
                  <a:pt x="97275" y="107335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533E33-9824-43F9-816D-C457589B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793626"/>
            <a:ext cx="97275" cy="107335"/>
          </a:xfrm>
          <a:custGeom xmlns:a="http://schemas.openxmlformats.org/drawingml/2006/main">
            <a:pathLst>
              <a:path w="97275" h="107335" fill="none">
                <a:moveTo>
                  <a:pt x="97275" y="10733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CD4E63-F475-4238-8082-7D52875C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672644"/>
            <a:ext cx="97275" cy="120980"/>
          </a:xfrm>
          <a:custGeom xmlns:a="http://schemas.openxmlformats.org/drawingml/2006/main">
            <a:pathLst>
              <a:path w="97275" h="120980">
                <a:moveTo>
                  <a:pt x="97275" y="0"/>
                </a:moveTo>
                <a:lnTo>
                  <a:pt x="0" y="120980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A7A1D-5B06-44B8-A926-D7144799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672644"/>
            <a:ext cx="97275" cy="120980"/>
          </a:xfrm>
          <a:custGeom xmlns:a="http://schemas.openxmlformats.org/drawingml/2006/main">
            <a:pathLst>
              <a:path w="97275" h="120980" fill="none">
                <a:moveTo>
                  <a:pt x="97275" y="0"/>
                </a:moveTo>
                <a:lnTo>
                  <a:pt x="0" y="120980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32253-93AD-4040-9343-1E622E81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672644"/>
            <a:ext cx="97275" cy="363641"/>
          </a:xfrm>
          <a:custGeom xmlns:a="http://schemas.openxmlformats.org/drawingml/2006/main">
            <a:pathLst>
              <a:path w="97275" h="363641">
                <a:moveTo>
                  <a:pt x="97275" y="0"/>
                </a:moveTo>
                <a:lnTo>
                  <a:pt x="0" y="363641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0CE0E-33EF-4F8E-B82F-6841BF87E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672644"/>
            <a:ext cx="97275" cy="363642"/>
          </a:xfrm>
          <a:custGeom xmlns:a="http://schemas.openxmlformats.org/drawingml/2006/main">
            <a:pathLst>
              <a:path w="97275" h="363642" fill="none">
                <a:moveTo>
                  <a:pt x="97275" y="0"/>
                </a:moveTo>
                <a:lnTo>
                  <a:pt x="0" y="363642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EB02D-715A-4FEB-80DC-F9D245A8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1036287"/>
            <a:ext cx="97275" cy="90052"/>
          </a:xfrm>
          <a:custGeom xmlns:a="http://schemas.openxmlformats.org/drawingml/2006/main">
            <a:pathLst>
              <a:path w="97275" h="90052">
                <a:moveTo>
                  <a:pt x="97275" y="90052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813EA0-7595-4C20-B96C-EBF47053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1036287"/>
            <a:ext cx="97275" cy="90052"/>
          </a:xfrm>
          <a:custGeom xmlns:a="http://schemas.openxmlformats.org/drawingml/2006/main">
            <a:pathLst>
              <a:path w="97275" h="90052" fill="none">
                <a:moveTo>
                  <a:pt x="97275" y="900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C115E-D62C-4F22-A1E9-2CD58C9B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900961"/>
            <a:ext cx="97275" cy="336925"/>
          </a:xfrm>
          <a:custGeom xmlns:a="http://schemas.openxmlformats.org/drawingml/2006/main">
            <a:pathLst>
              <a:path w="97275" h="336925">
                <a:moveTo>
                  <a:pt x="97275" y="0"/>
                </a:moveTo>
                <a:lnTo>
                  <a:pt x="0" y="336925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9D78D8-0DF8-4E2E-B25F-53653640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900961"/>
            <a:ext cx="97275" cy="336925"/>
          </a:xfrm>
          <a:custGeom xmlns:a="http://schemas.openxmlformats.org/drawingml/2006/main">
            <a:pathLst>
              <a:path w="97275" h="336925" fill="none">
                <a:moveTo>
                  <a:pt x="97275" y="0"/>
                </a:moveTo>
                <a:lnTo>
                  <a:pt x="0" y="336925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EA7670-93DE-4D9E-8F97-63B31C80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1126338"/>
            <a:ext cx="97275" cy="111547"/>
          </a:xfrm>
          <a:custGeom xmlns:a="http://schemas.openxmlformats.org/drawingml/2006/main">
            <a:pathLst>
              <a:path w="97275" h="111547">
                <a:moveTo>
                  <a:pt x="97275" y="0"/>
                </a:moveTo>
                <a:lnTo>
                  <a:pt x="0" y="111547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C617ED-C71E-44ED-AFAF-252E1041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1126338"/>
            <a:ext cx="97275" cy="111547"/>
          </a:xfrm>
          <a:custGeom xmlns:a="http://schemas.openxmlformats.org/drawingml/2006/main">
            <a:pathLst>
              <a:path w="97275" h="111547" fill="none">
                <a:moveTo>
                  <a:pt x="97275" y="0"/>
                </a:moveTo>
                <a:lnTo>
                  <a:pt x="0" y="111547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F2CBC1-3F13-4FBB-AE7B-C5A8E350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793626"/>
            <a:ext cx="97275" cy="332713"/>
          </a:xfrm>
          <a:custGeom xmlns:a="http://schemas.openxmlformats.org/drawingml/2006/main">
            <a:pathLst>
              <a:path w="97275" h="332713">
                <a:moveTo>
                  <a:pt x="97275" y="332713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32837-C8E7-4D37-9AA8-BF1A1919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8343" y="793625"/>
            <a:ext cx="97275" cy="332713"/>
          </a:xfrm>
          <a:custGeom xmlns:a="http://schemas.openxmlformats.org/drawingml/2006/main">
            <a:pathLst>
              <a:path w="97275" h="332713" fill="none">
                <a:moveTo>
                  <a:pt x="97275" y="33271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69B0E1-50C7-425E-A58B-104BA5EF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80" y="538207"/>
            <a:ext cx="97275" cy="10"/>
          </a:xfrm>
          <a:custGeom xmlns:a="http://schemas.openxmlformats.org/drawingml/2006/main">
            <a:pathLst>
              <a:path w="97275" h="2">
                <a:moveTo>
                  <a:pt x="97275" y="0"/>
                </a:moveTo>
                <a:lnTo>
                  <a:pt x="0" y="2"/>
                </a:lnTo>
              </a:path>
            </a:pathLst>
          </a:custGeom>
          <a:solidFill xmlns:a="http://schemas.openxmlformats.org/drawingml/2006/main">
            <a:srgbClr val="FBE5D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C6F73A-BD4D-4724-93C6-2182E46E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2379" y="538207"/>
            <a:ext cx="97275" cy="10"/>
          </a:xfrm>
          <a:custGeom xmlns:a="http://schemas.openxmlformats.org/drawingml/2006/main">
            <a:pathLst>
              <a:path w="97275" h="1" fill="none">
                <a:moveTo>
                  <a:pt x="97275" y="0"/>
                </a:moveTo>
                <a:lnTo>
                  <a:pt x="0" y="1"/>
                </a:lnTo>
              </a:path>
            </a:pathLst>
          </a:custGeom>
          <a:noFill xmlns:a="http://schemas.openxmlformats.org/drawingml/2006/main"/>
          <a:ln xmlns:a="http://schemas.openxmlformats.org/drawingml/2006/main" w="22877" cap="flat">
            <a:solidFill>
              <a:srgbClr val="000000"/>
            </a:solidFill>
            <a:miter/>
          </a:ln>
        </p:spPr>
      </p:sp>
      <p:sp>
        <p:nvSpPr>
          <p:cNvPr id="193" name="Text BackendLLM3">
            <a:extLst xmlns:a="http://schemas.openxmlformats.org/drawingml/2006/main">
              <a:ext uri="{FF2B5EF4-FFF2-40B4-BE49-F238E27FC236}">
                <a16:creationId xmlns:a16="http://schemas.microsoft.com/office/drawing/2014/main" id="{2A584542-C74E-4C2C-A535-AC4367737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4744" y="1411981"/>
            <a:ext cx="1270807" cy="196320"/>
          </a:xfrm>
          <a:custGeom xmlns:a="http://schemas.openxmlformats.org/drawingml/2006/main">
            <a:pathLst>
              <a:path w="1270807" h="196320">
                <a:moveTo>
                  <a:pt x="84137" y="111935"/>
                </a:moveTo>
                <a:cubicBezTo>
                  <a:pt x="84137" y="115901"/>
                  <a:pt x="83668" y="119590"/>
                  <a:pt x="82730" y="123000"/>
                </a:cubicBezTo>
                <a:cubicBezTo>
                  <a:pt x="81791" y="126408"/>
                  <a:pt x="80453" y="129504"/>
                  <a:pt x="78716" y="132289"/>
                </a:cubicBezTo>
                <a:cubicBezTo>
                  <a:pt x="76978" y="135071"/>
                  <a:pt x="74858" y="137541"/>
                  <a:pt x="72356" y="139697"/>
                </a:cubicBezTo>
                <a:cubicBezTo>
                  <a:pt x="69854" y="141854"/>
                  <a:pt x="67021" y="143681"/>
                  <a:pt x="63859" y="145178"/>
                </a:cubicBezTo>
                <a:cubicBezTo>
                  <a:pt x="60696" y="146672"/>
                  <a:pt x="57273" y="147802"/>
                  <a:pt x="53589" y="148569"/>
                </a:cubicBezTo>
                <a:cubicBezTo>
                  <a:pt x="49905" y="149334"/>
                  <a:pt x="45631" y="149716"/>
                  <a:pt x="40765" y="149716"/>
                </a:cubicBezTo>
                <a:lnTo>
                  <a:pt x="5839" y="149716"/>
                </a:lnTo>
                <a:cubicBezTo>
                  <a:pt x="4587" y="149716"/>
                  <a:pt x="3302" y="149247"/>
                  <a:pt x="1981" y="148309"/>
                </a:cubicBezTo>
                <a:cubicBezTo>
                  <a:pt x="660" y="147370"/>
                  <a:pt x="0" y="145650"/>
                  <a:pt x="0" y="143148"/>
                </a:cubicBezTo>
                <a:lnTo>
                  <a:pt x="0" y="21373"/>
                </a:lnTo>
                <a:cubicBezTo>
                  <a:pt x="0" y="18871"/>
                  <a:pt x="660" y="17151"/>
                  <a:pt x="1981" y="16212"/>
                </a:cubicBezTo>
                <a:cubicBezTo>
                  <a:pt x="3302" y="15274"/>
                  <a:pt x="4587" y="14805"/>
                  <a:pt x="5839" y="14805"/>
                </a:cubicBezTo>
                <a:lnTo>
                  <a:pt x="34823" y="14805"/>
                </a:lnTo>
                <a:cubicBezTo>
                  <a:pt x="42677" y="14805"/>
                  <a:pt x="49037" y="15603"/>
                  <a:pt x="53902" y="17200"/>
                </a:cubicBezTo>
                <a:cubicBezTo>
                  <a:pt x="58767" y="18796"/>
                  <a:pt x="62781" y="21070"/>
                  <a:pt x="65944" y="24022"/>
                </a:cubicBezTo>
                <a:cubicBezTo>
                  <a:pt x="69106" y="26972"/>
                  <a:pt x="71470" y="30547"/>
                  <a:pt x="73034" y="34748"/>
                </a:cubicBezTo>
                <a:cubicBezTo>
                  <a:pt x="74597" y="38948"/>
                  <a:pt x="75379" y="43617"/>
                  <a:pt x="75379" y="48754"/>
                </a:cubicBezTo>
                <a:cubicBezTo>
                  <a:pt x="75379" y="51947"/>
                  <a:pt x="75014" y="55002"/>
                  <a:pt x="74285" y="57919"/>
                </a:cubicBezTo>
                <a:cubicBezTo>
                  <a:pt x="73555" y="60834"/>
                  <a:pt x="72460" y="63542"/>
                  <a:pt x="71000" y="66042"/>
                </a:cubicBezTo>
                <a:cubicBezTo>
                  <a:pt x="69541" y="68542"/>
                  <a:pt x="67716" y="70798"/>
                  <a:pt x="65527" y="72812"/>
                </a:cubicBezTo>
                <a:cubicBezTo>
                  <a:pt x="63337" y="74825"/>
                  <a:pt x="60748" y="76526"/>
                  <a:pt x="57760" y="77914"/>
                </a:cubicBezTo>
                <a:cubicBezTo>
                  <a:pt x="61374" y="78609"/>
                  <a:pt x="64780" y="79914"/>
                  <a:pt x="67977" y="81827"/>
                </a:cubicBezTo>
                <a:cubicBezTo>
                  <a:pt x="71174" y="83741"/>
                  <a:pt x="73972" y="86159"/>
                  <a:pt x="76370" y="89083"/>
                </a:cubicBezTo>
                <a:cubicBezTo>
                  <a:pt x="78768" y="92004"/>
                  <a:pt x="80662" y="95396"/>
                  <a:pt x="82052" y="99258"/>
                </a:cubicBezTo>
                <a:cubicBezTo>
                  <a:pt x="83442" y="103118"/>
                  <a:pt x="84137" y="107343"/>
                  <a:pt x="84137" y="111935"/>
                </a:cubicBezTo>
                <a:moveTo>
                  <a:pt x="61826" y="49631"/>
                </a:moveTo>
                <a:cubicBezTo>
                  <a:pt x="61826" y="46101"/>
                  <a:pt x="61339" y="42900"/>
                  <a:pt x="60366" y="40029"/>
                </a:cubicBezTo>
                <a:cubicBezTo>
                  <a:pt x="59393" y="37155"/>
                  <a:pt x="57846" y="34699"/>
                  <a:pt x="55726" y="32659"/>
                </a:cubicBezTo>
                <a:cubicBezTo>
                  <a:pt x="53607" y="30617"/>
                  <a:pt x="50844" y="29043"/>
                  <a:pt x="47438" y="27935"/>
                </a:cubicBezTo>
                <a:cubicBezTo>
                  <a:pt x="44032" y="26827"/>
                  <a:pt x="39479" y="26273"/>
                  <a:pt x="33780" y="26273"/>
                </a:cubicBezTo>
                <a:lnTo>
                  <a:pt x="12720" y="26273"/>
                </a:lnTo>
                <a:lnTo>
                  <a:pt x="12720" y="74441"/>
                </a:lnTo>
                <a:lnTo>
                  <a:pt x="35865" y="74441"/>
                </a:lnTo>
                <a:cubicBezTo>
                  <a:pt x="40939" y="74441"/>
                  <a:pt x="45040" y="73767"/>
                  <a:pt x="48168" y="72418"/>
                </a:cubicBezTo>
                <a:cubicBezTo>
                  <a:pt x="51295" y="71067"/>
                  <a:pt x="53867" y="69250"/>
                  <a:pt x="55883" y="66967"/>
                </a:cubicBezTo>
                <a:cubicBezTo>
                  <a:pt x="57899" y="64682"/>
                  <a:pt x="59393" y="62034"/>
                  <a:pt x="60366" y="59024"/>
                </a:cubicBezTo>
                <a:cubicBezTo>
                  <a:pt x="61339" y="56013"/>
                  <a:pt x="61826" y="52882"/>
                  <a:pt x="61826" y="49631"/>
                </a:cubicBezTo>
                <a:moveTo>
                  <a:pt x="70583" y="112961"/>
                </a:moveTo>
                <a:cubicBezTo>
                  <a:pt x="70583" y="108522"/>
                  <a:pt x="69871" y="104603"/>
                  <a:pt x="68446" y="101206"/>
                </a:cubicBezTo>
                <a:cubicBezTo>
                  <a:pt x="67021" y="97807"/>
                  <a:pt x="64936" y="94963"/>
                  <a:pt x="62191" y="92673"/>
                </a:cubicBezTo>
                <a:cubicBezTo>
                  <a:pt x="59445" y="90384"/>
                  <a:pt x="56057" y="88650"/>
                  <a:pt x="52025" y="87470"/>
                </a:cubicBezTo>
                <a:cubicBezTo>
                  <a:pt x="47994" y="86291"/>
                  <a:pt x="42990" y="85701"/>
                  <a:pt x="37012" y="85701"/>
                </a:cubicBezTo>
                <a:lnTo>
                  <a:pt x="12720" y="85701"/>
                </a:lnTo>
                <a:lnTo>
                  <a:pt x="12720" y="138248"/>
                </a:lnTo>
                <a:lnTo>
                  <a:pt x="42121" y="138248"/>
                </a:lnTo>
                <a:cubicBezTo>
                  <a:pt x="46430" y="138248"/>
                  <a:pt x="50236" y="137710"/>
                  <a:pt x="53537" y="136635"/>
                </a:cubicBezTo>
                <a:cubicBezTo>
                  <a:pt x="56839" y="135560"/>
                  <a:pt x="59758" y="133964"/>
                  <a:pt x="62295" y="131849"/>
                </a:cubicBezTo>
                <a:cubicBezTo>
                  <a:pt x="64832" y="129733"/>
                  <a:pt x="66847" y="127097"/>
                  <a:pt x="68342" y="123941"/>
                </a:cubicBezTo>
                <a:cubicBezTo>
                  <a:pt x="69836" y="120785"/>
                  <a:pt x="70583" y="117125"/>
                  <a:pt x="70583" y="112961"/>
                </a:cubicBezTo>
                <a:close/>
                <a:moveTo>
                  <a:pt x="178190" y="147631"/>
                </a:moveTo>
                <a:cubicBezTo>
                  <a:pt x="178190" y="148326"/>
                  <a:pt x="177964" y="148865"/>
                  <a:pt x="177513" y="149247"/>
                </a:cubicBezTo>
                <a:cubicBezTo>
                  <a:pt x="177061" y="149629"/>
                  <a:pt x="176470" y="149907"/>
                  <a:pt x="175740" y="150081"/>
                </a:cubicBezTo>
                <a:cubicBezTo>
                  <a:pt x="175010" y="150255"/>
                  <a:pt x="174020" y="150342"/>
                  <a:pt x="172769" y="150342"/>
                </a:cubicBezTo>
                <a:cubicBezTo>
                  <a:pt x="171587" y="150342"/>
                  <a:pt x="170579" y="150255"/>
                  <a:pt x="169745" y="150081"/>
                </a:cubicBezTo>
                <a:cubicBezTo>
                  <a:pt x="168911" y="149907"/>
                  <a:pt x="168268" y="149629"/>
                  <a:pt x="167817" y="149247"/>
                </a:cubicBezTo>
                <a:cubicBezTo>
                  <a:pt x="167365" y="148865"/>
                  <a:pt x="167139" y="148326"/>
                  <a:pt x="167139" y="147631"/>
                </a:cubicBezTo>
                <a:lnTo>
                  <a:pt x="167139" y="137101"/>
                </a:lnTo>
                <a:cubicBezTo>
                  <a:pt x="162899" y="141688"/>
                  <a:pt x="158225" y="145250"/>
                  <a:pt x="153116" y="147787"/>
                </a:cubicBezTo>
                <a:cubicBezTo>
                  <a:pt x="148007" y="150324"/>
                  <a:pt x="142707" y="151593"/>
                  <a:pt x="137216" y="151593"/>
                </a:cubicBezTo>
                <a:cubicBezTo>
                  <a:pt x="132282" y="151593"/>
                  <a:pt x="127851" y="150950"/>
                  <a:pt x="123923" y="149664"/>
                </a:cubicBezTo>
                <a:cubicBezTo>
                  <a:pt x="119996" y="148378"/>
                  <a:pt x="116677" y="146536"/>
                  <a:pt x="113967" y="144138"/>
                </a:cubicBezTo>
                <a:cubicBezTo>
                  <a:pt x="111256" y="141740"/>
                  <a:pt x="109171" y="138838"/>
                  <a:pt x="107711" y="135433"/>
                </a:cubicBezTo>
                <a:cubicBezTo>
                  <a:pt x="106252" y="132027"/>
                  <a:pt x="105522" y="128204"/>
                  <a:pt x="105522" y="123964"/>
                </a:cubicBezTo>
                <a:cubicBezTo>
                  <a:pt x="105522" y="118751"/>
                  <a:pt x="106599" y="114216"/>
                  <a:pt x="108754" y="110358"/>
                </a:cubicBezTo>
                <a:cubicBezTo>
                  <a:pt x="110908" y="106501"/>
                  <a:pt x="113967" y="103286"/>
                  <a:pt x="117929" y="100714"/>
                </a:cubicBezTo>
                <a:cubicBezTo>
                  <a:pt x="121890" y="98143"/>
                  <a:pt x="126652" y="96214"/>
                  <a:pt x="132212" y="94928"/>
                </a:cubicBezTo>
                <a:cubicBezTo>
                  <a:pt x="137773" y="93642"/>
                  <a:pt x="143959" y="92999"/>
                  <a:pt x="150770" y="92999"/>
                </a:cubicBezTo>
                <a:lnTo>
                  <a:pt x="165783" y="92999"/>
                </a:lnTo>
                <a:lnTo>
                  <a:pt x="165783" y="84841"/>
                </a:lnTo>
                <a:cubicBezTo>
                  <a:pt x="165783" y="80796"/>
                  <a:pt x="165366" y="77223"/>
                  <a:pt x="164532" y="74122"/>
                </a:cubicBezTo>
                <a:cubicBezTo>
                  <a:pt x="163698" y="71018"/>
                  <a:pt x="162343" y="68420"/>
                  <a:pt x="160466" y="66328"/>
                </a:cubicBezTo>
                <a:cubicBezTo>
                  <a:pt x="158590" y="64237"/>
                  <a:pt x="156157" y="62668"/>
                  <a:pt x="153168" y="61624"/>
                </a:cubicBezTo>
                <a:cubicBezTo>
                  <a:pt x="150179" y="60577"/>
                  <a:pt x="146530" y="60053"/>
                  <a:pt x="142221" y="60053"/>
                </a:cubicBezTo>
                <a:cubicBezTo>
                  <a:pt x="138051" y="60053"/>
                  <a:pt x="134297" y="60557"/>
                  <a:pt x="130961" y="61565"/>
                </a:cubicBezTo>
                <a:cubicBezTo>
                  <a:pt x="127625" y="62573"/>
                  <a:pt x="124705" y="63702"/>
                  <a:pt x="122203" y="64953"/>
                </a:cubicBezTo>
                <a:cubicBezTo>
                  <a:pt x="119701" y="66205"/>
                  <a:pt x="117633" y="67334"/>
                  <a:pt x="116000" y="68342"/>
                </a:cubicBezTo>
                <a:cubicBezTo>
                  <a:pt x="114366" y="69350"/>
                  <a:pt x="113202" y="69854"/>
                  <a:pt x="112507" y="69854"/>
                </a:cubicBezTo>
                <a:cubicBezTo>
                  <a:pt x="112090" y="69854"/>
                  <a:pt x="111708" y="69784"/>
                  <a:pt x="111360" y="69645"/>
                </a:cubicBezTo>
                <a:cubicBezTo>
                  <a:pt x="111013" y="69504"/>
                  <a:pt x="110717" y="69241"/>
                  <a:pt x="110474" y="68857"/>
                </a:cubicBezTo>
                <a:cubicBezTo>
                  <a:pt x="110231" y="68470"/>
                  <a:pt x="110057" y="67979"/>
                  <a:pt x="109953" y="67384"/>
                </a:cubicBezTo>
                <a:cubicBezTo>
                  <a:pt x="109848" y="66787"/>
                  <a:pt x="109796" y="66068"/>
                  <a:pt x="109796" y="65227"/>
                </a:cubicBezTo>
                <a:cubicBezTo>
                  <a:pt x="109796" y="63754"/>
                  <a:pt x="109901" y="62580"/>
                  <a:pt x="110109" y="61705"/>
                </a:cubicBezTo>
                <a:cubicBezTo>
                  <a:pt x="110318" y="60828"/>
                  <a:pt x="110856" y="59951"/>
                  <a:pt x="111725" y="59076"/>
                </a:cubicBezTo>
                <a:cubicBezTo>
                  <a:pt x="112594" y="58198"/>
                  <a:pt x="114140" y="57176"/>
                  <a:pt x="116365" y="56010"/>
                </a:cubicBezTo>
                <a:cubicBezTo>
                  <a:pt x="118589" y="54841"/>
                  <a:pt x="121143" y="53760"/>
                  <a:pt x="124028" y="52765"/>
                </a:cubicBezTo>
                <a:cubicBezTo>
                  <a:pt x="126912" y="51770"/>
                  <a:pt x="130023" y="50964"/>
                  <a:pt x="133359" y="50347"/>
                </a:cubicBezTo>
                <a:cubicBezTo>
                  <a:pt x="136695" y="49728"/>
                  <a:pt x="140031" y="49419"/>
                  <a:pt x="143368" y="49419"/>
                </a:cubicBezTo>
                <a:cubicBezTo>
                  <a:pt x="149832" y="49419"/>
                  <a:pt x="155288" y="50201"/>
                  <a:pt x="159736" y="51765"/>
                </a:cubicBezTo>
                <a:cubicBezTo>
                  <a:pt x="164185" y="53329"/>
                  <a:pt x="167782" y="55570"/>
                  <a:pt x="170527" y="58489"/>
                </a:cubicBezTo>
                <a:cubicBezTo>
                  <a:pt x="173273" y="61409"/>
                  <a:pt x="175236" y="65006"/>
                  <a:pt x="176418" y="69280"/>
                </a:cubicBezTo>
                <a:cubicBezTo>
                  <a:pt x="177599" y="73555"/>
                  <a:pt x="178190" y="78403"/>
                  <a:pt x="178190" y="83824"/>
                </a:cubicBezTo>
                <a:lnTo>
                  <a:pt x="178190" y="147631"/>
                </a:lnTo>
                <a:moveTo>
                  <a:pt x="165783" y="103217"/>
                </a:moveTo>
                <a:lnTo>
                  <a:pt x="148581" y="103217"/>
                </a:lnTo>
                <a:cubicBezTo>
                  <a:pt x="143576" y="103217"/>
                  <a:pt x="139197" y="103668"/>
                  <a:pt x="135444" y="104572"/>
                </a:cubicBezTo>
                <a:cubicBezTo>
                  <a:pt x="131691" y="105475"/>
                  <a:pt x="128563" y="106796"/>
                  <a:pt x="126061" y="108534"/>
                </a:cubicBezTo>
                <a:cubicBezTo>
                  <a:pt x="123559" y="110271"/>
                  <a:pt x="121699" y="112357"/>
                  <a:pt x="120483" y="114789"/>
                </a:cubicBezTo>
                <a:cubicBezTo>
                  <a:pt x="119267" y="117222"/>
                  <a:pt x="118658" y="120002"/>
                  <a:pt x="118658" y="123130"/>
                </a:cubicBezTo>
                <a:cubicBezTo>
                  <a:pt x="118658" y="128551"/>
                  <a:pt x="120379" y="132878"/>
                  <a:pt x="123819" y="136110"/>
                </a:cubicBezTo>
                <a:cubicBezTo>
                  <a:pt x="127260" y="139342"/>
                  <a:pt x="132108" y="140958"/>
                  <a:pt x="138363" y="140958"/>
                </a:cubicBezTo>
                <a:cubicBezTo>
                  <a:pt x="143298" y="140958"/>
                  <a:pt x="147903" y="139690"/>
                  <a:pt x="152178" y="137153"/>
                </a:cubicBezTo>
                <a:cubicBezTo>
                  <a:pt x="156452" y="134616"/>
                  <a:pt x="160988" y="130706"/>
                  <a:pt x="165783" y="125424"/>
                </a:cubicBezTo>
                <a:lnTo>
                  <a:pt x="165783" y="103217"/>
                </a:lnTo>
                <a:close/>
                <a:moveTo>
                  <a:pt x="279128" y="133764"/>
                </a:moveTo>
                <a:cubicBezTo>
                  <a:pt x="279128" y="134599"/>
                  <a:pt x="279093" y="135346"/>
                  <a:pt x="279024" y="136006"/>
                </a:cubicBezTo>
                <a:cubicBezTo>
                  <a:pt x="278954" y="136666"/>
                  <a:pt x="278850" y="137240"/>
                  <a:pt x="278711" y="137726"/>
                </a:cubicBezTo>
                <a:cubicBezTo>
                  <a:pt x="278572" y="138213"/>
                  <a:pt x="278381" y="138647"/>
                  <a:pt x="278137" y="139030"/>
                </a:cubicBezTo>
                <a:cubicBezTo>
                  <a:pt x="277894" y="139412"/>
                  <a:pt x="277321" y="140055"/>
                  <a:pt x="276417" y="140958"/>
                </a:cubicBezTo>
                <a:cubicBezTo>
                  <a:pt x="275514" y="141862"/>
                  <a:pt x="274002" y="143009"/>
                  <a:pt x="271882" y="144399"/>
                </a:cubicBezTo>
                <a:cubicBezTo>
                  <a:pt x="269762" y="145789"/>
                  <a:pt x="267381" y="147005"/>
                  <a:pt x="264740" y="148048"/>
                </a:cubicBezTo>
                <a:cubicBezTo>
                  <a:pt x="262099" y="149091"/>
                  <a:pt x="259249" y="149942"/>
                  <a:pt x="256191" y="150602"/>
                </a:cubicBezTo>
                <a:cubicBezTo>
                  <a:pt x="253133" y="151263"/>
                  <a:pt x="249970" y="151593"/>
                  <a:pt x="246703" y="151593"/>
                </a:cubicBezTo>
                <a:cubicBezTo>
                  <a:pt x="240170" y="151593"/>
                  <a:pt x="234383" y="150497"/>
                  <a:pt x="229344" y="148305"/>
                </a:cubicBezTo>
                <a:cubicBezTo>
                  <a:pt x="224305" y="146114"/>
                  <a:pt x="220082" y="142878"/>
                  <a:pt x="216677" y="138599"/>
                </a:cubicBezTo>
                <a:cubicBezTo>
                  <a:pt x="213271" y="134320"/>
                  <a:pt x="210682" y="129067"/>
                  <a:pt x="208909" y="122840"/>
                </a:cubicBezTo>
                <a:cubicBezTo>
                  <a:pt x="207137" y="116613"/>
                  <a:pt x="206251" y="109429"/>
                  <a:pt x="206251" y="101288"/>
                </a:cubicBezTo>
                <a:cubicBezTo>
                  <a:pt x="206251" y="92104"/>
                  <a:pt x="207345" y="84242"/>
                  <a:pt x="209535" y="77702"/>
                </a:cubicBezTo>
                <a:cubicBezTo>
                  <a:pt x="211724" y="71162"/>
                  <a:pt x="214730" y="65805"/>
                  <a:pt x="218553" y="61630"/>
                </a:cubicBezTo>
                <a:cubicBezTo>
                  <a:pt x="222376" y="57455"/>
                  <a:pt x="226842" y="54377"/>
                  <a:pt x="231951" y="52393"/>
                </a:cubicBezTo>
                <a:cubicBezTo>
                  <a:pt x="237059" y="50410"/>
                  <a:pt x="242533" y="49419"/>
                  <a:pt x="248371" y="49419"/>
                </a:cubicBezTo>
                <a:cubicBezTo>
                  <a:pt x="251499" y="49419"/>
                  <a:pt x="254488" y="49717"/>
                  <a:pt x="257338" y="50315"/>
                </a:cubicBezTo>
                <a:cubicBezTo>
                  <a:pt x="260187" y="50910"/>
                  <a:pt x="262811" y="51698"/>
                  <a:pt x="265209" y="52680"/>
                </a:cubicBezTo>
                <a:cubicBezTo>
                  <a:pt x="267607" y="53660"/>
                  <a:pt x="269745" y="54781"/>
                  <a:pt x="271621" y="56043"/>
                </a:cubicBezTo>
                <a:cubicBezTo>
                  <a:pt x="273498" y="57305"/>
                  <a:pt x="274871" y="58374"/>
                  <a:pt x="275739" y="59252"/>
                </a:cubicBezTo>
                <a:cubicBezTo>
                  <a:pt x="276608" y="60127"/>
                  <a:pt x="277199" y="60793"/>
                  <a:pt x="277512" y="61249"/>
                </a:cubicBezTo>
                <a:cubicBezTo>
                  <a:pt x="277825" y="61703"/>
                  <a:pt x="278068" y="62208"/>
                  <a:pt x="278242" y="62764"/>
                </a:cubicBezTo>
                <a:cubicBezTo>
                  <a:pt x="278415" y="63320"/>
                  <a:pt x="278537" y="63928"/>
                  <a:pt x="278607" y="64589"/>
                </a:cubicBezTo>
                <a:cubicBezTo>
                  <a:pt x="278676" y="65249"/>
                  <a:pt x="278711" y="66031"/>
                  <a:pt x="278711" y="66934"/>
                </a:cubicBezTo>
                <a:cubicBezTo>
                  <a:pt x="278711" y="68950"/>
                  <a:pt x="278415" y="70358"/>
                  <a:pt x="277825" y="71157"/>
                </a:cubicBezTo>
                <a:cubicBezTo>
                  <a:pt x="277234" y="71956"/>
                  <a:pt x="276591" y="72356"/>
                  <a:pt x="275896" y="72356"/>
                </a:cubicBezTo>
                <a:cubicBezTo>
                  <a:pt x="274923" y="72356"/>
                  <a:pt x="273724" y="71725"/>
                  <a:pt x="272299" y="70463"/>
                </a:cubicBezTo>
                <a:cubicBezTo>
                  <a:pt x="270874" y="69201"/>
                  <a:pt x="269049" y="67816"/>
                  <a:pt x="266825" y="66309"/>
                </a:cubicBezTo>
                <a:cubicBezTo>
                  <a:pt x="264601" y="64801"/>
                  <a:pt x="261908" y="63417"/>
                  <a:pt x="258745" y="62155"/>
                </a:cubicBezTo>
                <a:cubicBezTo>
                  <a:pt x="255583" y="60893"/>
                  <a:pt x="251812" y="60262"/>
                  <a:pt x="247433" y="60262"/>
                </a:cubicBezTo>
                <a:cubicBezTo>
                  <a:pt x="238397" y="60262"/>
                  <a:pt x="231429" y="63741"/>
                  <a:pt x="226529" y="70701"/>
                </a:cubicBezTo>
                <a:cubicBezTo>
                  <a:pt x="221629" y="77660"/>
                  <a:pt x="219179" y="87717"/>
                  <a:pt x="219179" y="100871"/>
                </a:cubicBezTo>
                <a:cubicBezTo>
                  <a:pt x="219179" y="107482"/>
                  <a:pt x="219839" y="113276"/>
                  <a:pt x="221160" y="118253"/>
                </a:cubicBezTo>
                <a:cubicBezTo>
                  <a:pt x="222480" y="123229"/>
                  <a:pt x="224374" y="127370"/>
                  <a:pt x="226842" y="130676"/>
                </a:cubicBezTo>
                <a:cubicBezTo>
                  <a:pt x="229309" y="133982"/>
                  <a:pt x="232316" y="136452"/>
                  <a:pt x="235860" y="138088"/>
                </a:cubicBezTo>
                <a:cubicBezTo>
                  <a:pt x="239405" y="139724"/>
                  <a:pt x="243402" y="140541"/>
                  <a:pt x="247850" y="140541"/>
                </a:cubicBezTo>
                <a:cubicBezTo>
                  <a:pt x="252020" y="140541"/>
                  <a:pt x="255704" y="139881"/>
                  <a:pt x="258902" y="138560"/>
                </a:cubicBezTo>
                <a:cubicBezTo>
                  <a:pt x="262099" y="137240"/>
                  <a:pt x="264879" y="135780"/>
                  <a:pt x="267242" y="134181"/>
                </a:cubicBezTo>
                <a:cubicBezTo>
                  <a:pt x="269606" y="132583"/>
                  <a:pt x="271569" y="131123"/>
                  <a:pt x="273133" y="129803"/>
                </a:cubicBezTo>
                <a:cubicBezTo>
                  <a:pt x="274697" y="128482"/>
                  <a:pt x="275861" y="127822"/>
                  <a:pt x="276626" y="127822"/>
                </a:cubicBezTo>
                <a:cubicBezTo>
                  <a:pt x="277043" y="127822"/>
                  <a:pt x="277408" y="127943"/>
                  <a:pt x="277720" y="128187"/>
                </a:cubicBezTo>
                <a:cubicBezTo>
                  <a:pt x="278033" y="128430"/>
                  <a:pt x="278294" y="128812"/>
                  <a:pt x="278502" y="129333"/>
                </a:cubicBezTo>
                <a:cubicBezTo>
                  <a:pt x="278711" y="129855"/>
                  <a:pt x="278867" y="130480"/>
                  <a:pt x="278971" y="131210"/>
                </a:cubicBezTo>
                <a:cubicBezTo>
                  <a:pt x="279076" y="131940"/>
                  <a:pt x="279128" y="132791"/>
                  <a:pt x="279128" y="133764"/>
                </a:cubicBezTo>
                <a:close/>
                <a:moveTo>
                  <a:pt x="376712" y="147419"/>
                </a:moveTo>
                <a:cubicBezTo>
                  <a:pt x="376712" y="147906"/>
                  <a:pt x="376608" y="148324"/>
                  <a:pt x="376399" y="148673"/>
                </a:cubicBezTo>
                <a:cubicBezTo>
                  <a:pt x="376191" y="149021"/>
                  <a:pt x="375843" y="149316"/>
                  <a:pt x="375357" y="149560"/>
                </a:cubicBezTo>
                <a:cubicBezTo>
                  <a:pt x="374870" y="149803"/>
                  <a:pt x="374210" y="149994"/>
                  <a:pt x="373376" y="150133"/>
                </a:cubicBezTo>
                <a:cubicBezTo>
                  <a:pt x="372542" y="150272"/>
                  <a:pt x="371464" y="150342"/>
                  <a:pt x="370144" y="150342"/>
                </a:cubicBezTo>
                <a:cubicBezTo>
                  <a:pt x="368754" y="150342"/>
                  <a:pt x="367607" y="150290"/>
                  <a:pt x="366703" y="150185"/>
                </a:cubicBezTo>
                <a:cubicBezTo>
                  <a:pt x="365800" y="150081"/>
                  <a:pt x="365018" y="149925"/>
                  <a:pt x="364357" y="149716"/>
                </a:cubicBezTo>
                <a:cubicBezTo>
                  <a:pt x="363697" y="149508"/>
                  <a:pt x="363141" y="149230"/>
                  <a:pt x="362689" y="148882"/>
                </a:cubicBezTo>
                <a:cubicBezTo>
                  <a:pt x="362237" y="148532"/>
                  <a:pt x="361803" y="148114"/>
                  <a:pt x="361386" y="147628"/>
                </a:cubicBezTo>
                <a:lnTo>
                  <a:pt x="317180" y="93983"/>
                </a:lnTo>
                <a:lnTo>
                  <a:pt x="317180" y="147628"/>
                </a:lnTo>
                <a:cubicBezTo>
                  <a:pt x="317180" y="148045"/>
                  <a:pt x="317076" y="148428"/>
                  <a:pt x="316867" y="148778"/>
                </a:cubicBezTo>
                <a:cubicBezTo>
                  <a:pt x="316659" y="149125"/>
                  <a:pt x="316329" y="149403"/>
                  <a:pt x="315877" y="149612"/>
                </a:cubicBezTo>
                <a:cubicBezTo>
                  <a:pt x="315425" y="149820"/>
                  <a:pt x="314800" y="149994"/>
                  <a:pt x="314000" y="150133"/>
                </a:cubicBezTo>
                <a:cubicBezTo>
                  <a:pt x="313201" y="150272"/>
                  <a:pt x="312176" y="150342"/>
                  <a:pt x="310925" y="150342"/>
                </a:cubicBezTo>
                <a:cubicBezTo>
                  <a:pt x="309743" y="150342"/>
                  <a:pt x="308752" y="150272"/>
                  <a:pt x="307953" y="150133"/>
                </a:cubicBezTo>
                <a:cubicBezTo>
                  <a:pt x="307154" y="149994"/>
                  <a:pt x="306511" y="149820"/>
                  <a:pt x="306024" y="149612"/>
                </a:cubicBezTo>
                <a:cubicBezTo>
                  <a:pt x="305538" y="149403"/>
                  <a:pt x="305208" y="149125"/>
                  <a:pt x="305034" y="148778"/>
                </a:cubicBezTo>
                <a:cubicBezTo>
                  <a:pt x="304860" y="148430"/>
                  <a:pt x="304773" y="148048"/>
                  <a:pt x="304773" y="147631"/>
                </a:cubicBezTo>
                <a:lnTo>
                  <a:pt x="304773" y="7090"/>
                </a:lnTo>
                <a:cubicBezTo>
                  <a:pt x="304773" y="6673"/>
                  <a:pt x="304860" y="6290"/>
                  <a:pt x="305034" y="5943"/>
                </a:cubicBezTo>
                <a:cubicBezTo>
                  <a:pt x="305208" y="5595"/>
                  <a:pt x="305538" y="5300"/>
                  <a:pt x="306024" y="5057"/>
                </a:cubicBezTo>
                <a:cubicBezTo>
                  <a:pt x="306511" y="4813"/>
                  <a:pt x="307154" y="4640"/>
                  <a:pt x="307953" y="4535"/>
                </a:cubicBezTo>
                <a:cubicBezTo>
                  <a:pt x="308752" y="4431"/>
                  <a:pt x="309743" y="4379"/>
                  <a:pt x="310925" y="4379"/>
                </a:cubicBezTo>
                <a:cubicBezTo>
                  <a:pt x="312176" y="4379"/>
                  <a:pt x="313201" y="4431"/>
                  <a:pt x="314000" y="4535"/>
                </a:cubicBezTo>
                <a:cubicBezTo>
                  <a:pt x="314800" y="4640"/>
                  <a:pt x="315425" y="4813"/>
                  <a:pt x="315877" y="5057"/>
                </a:cubicBezTo>
                <a:cubicBezTo>
                  <a:pt x="316329" y="5300"/>
                  <a:pt x="316659" y="5595"/>
                  <a:pt x="316867" y="5943"/>
                </a:cubicBezTo>
                <a:cubicBezTo>
                  <a:pt x="317076" y="6290"/>
                  <a:pt x="317180" y="6672"/>
                  <a:pt x="317180" y="7086"/>
                </a:cubicBezTo>
                <a:lnTo>
                  <a:pt x="317180" y="93775"/>
                </a:lnTo>
                <a:lnTo>
                  <a:pt x="356903" y="53592"/>
                </a:lnTo>
                <a:cubicBezTo>
                  <a:pt x="357459" y="52967"/>
                  <a:pt x="358032" y="52463"/>
                  <a:pt x="358623" y="52081"/>
                </a:cubicBezTo>
                <a:cubicBezTo>
                  <a:pt x="359214" y="51696"/>
                  <a:pt x="359857" y="51382"/>
                  <a:pt x="360552" y="51139"/>
                </a:cubicBezTo>
                <a:cubicBezTo>
                  <a:pt x="361247" y="50896"/>
                  <a:pt x="362046" y="50722"/>
                  <a:pt x="362950" y="50618"/>
                </a:cubicBezTo>
                <a:cubicBezTo>
                  <a:pt x="363853" y="50514"/>
                  <a:pt x="364896" y="50461"/>
                  <a:pt x="366078" y="50461"/>
                </a:cubicBezTo>
                <a:cubicBezTo>
                  <a:pt x="367259" y="50461"/>
                  <a:pt x="368284" y="50496"/>
                  <a:pt x="369153" y="50566"/>
                </a:cubicBezTo>
                <a:cubicBezTo>
                  <a:pt x="370022" y="50635"/>
                  <a:pt x="370735" y="50774"/>
                  <a:pt x="371291" y="50983"/>
                </a:cubicBezTo>
                <a:cubicBezTo>
                  <a:pt x="371847" y="51191"/>
                  <a:pt x="372264" y="51453"/>
                  <a:pt x="372542" y="51768"/>
                </a:cubicBezTo>
                <a:cubicBezTo>
                  <a:pt x="372820" y="52081"/>
                  <a:pt x="372959" y="52480"/>
                  <a:pt x="372959" y="52967"/>
                </a:cubicBezTo>
                <a:cubicBezTo>
                  <a:pt x="372959" y="53662"/>
                  <a:pt x="372750" y="54341"/>
                  <a:pt x="372333" y="55003"/>
                </a:cubicBezTo>
                <a:cubicBezTo>
                  <a:pt x="371916" y="55664"/>
                  <a:pt x="371186" y="56515"/>
                  <a:pt x="370144" y="57558"/>
                </a:cubicBezTo>
                <a:lnTo>
                  <a:pt x="332402" y="93253"/>
                </a:lnTo>
                <a:lnTo>
                  <a:pt x="374314" y="143350"/>
                </a:lnTo>
                <a:cubicBezTo>
                  <a:pt x="375218" y="144392"/>
                  <a:pt x="375843" y="145193"/>
                  <a:pt x="376191" y="145751"/>
                </a:cubicBezTo>
                <a:cubicBezTo>
                  <a:pt x="376538" y="146307"/>
                  <a:pt x="376712" y="146863"/>
                  <a:pt x="376712" y="147419"/>
                </a:cubicBezTo>
                <a:close/>
                <a:moveTo>
                  <a:pt x="467702" y="95606"/>
                </a:moveTo>
                <a:cubicBezTo>
                  <a:pt x="467702" y="98108"/>
                  <a:pt x="467042" y="99828"/>
                  <a:pt x="465721" y="100766"/>
                </a:cubicBezTo>
                <a:cubicBezTo>
                  <a:pt x="464401" y="101705"/>
                  <a:pt x="463115" y="102174"/>
                  <a:pt x="461864" y="102174"/>
                </a:cubicBezTo>
                <a:lnTo>
                  <a:pt x="397536" y="102174"/>
                </a:lnTo>
                <a:cubicBezTo>
                  <a:pt x="397536" y="108028"/>
                  <a:pt x="398109" y="113324"/>
                  <a:pt x="399256" y="118064"/>
                </a:cubicBezTo>
                <a:cubicBezTo>
                  <a:pt x="400403" y="122803"/>
                  <a:pt x="402297" y="126863"/>
                  <a:pt x="404938" y="130242"/>
                </a:cubicBezTo>
                <a:cubicBezTo>
                  <a:pt x="407580" y="133622"/>
                  <a:pt x="411020" y="136219"/>
                  <a:pt x="415260" y="138033"/>
                </a:cubicBezTo>
                <a:cubicBezTo>
                  <a:pt x="419500" y="139844"/>
                  <a:pt x="424713" y="140750"/>
                  <a:pt x="430899" y="140750"/>
                </a:cubicBezTo>
                <a:cubicBezTo>
                  <a:pt x="435278" y="140750"/>
                  <a:pt x="439205" y="140362"/>
                  <a:pt x="442680" y="139587"/>
                </a:cubicBezTo>
                <a:cubicBezTo>
                  <a:pt x="446155" y="138811"/>
                  <a:pt x="449162" y="137948"/>
                  <a:pt x="451699" y="136996"/>
                </a:cubicBezTo>
                <a:cubicBezTo>
                  <a:pt x="454236" y="136045"/>
                  <a:pt x="456321" y="135182"/>
                  <a:pt x="457954" y="134406"/>
                </a:cubicBezTo>
                <a:cubicBezTo>
                  <a:pt x="459588" y="133631"/>
                  <a:pt x="460752" y="133243"/>
                  <a:pt x="461447" y="133243"/>
                </a:cubicBezTo>
                <a:cubicBezTo>
                  <a:pt x="461864" y="133243"/>
                  <a:pt x="462246" y="133348"/>
                  <a:pt x="462594" y="133559"/>
                </a:cubicBezTo>
                <a:cubicBezTo>
                  <a:pt x="462941" y="133770"/>
                  <a:pt x="463219" y="134103"/>
                  <a:pt x="463428" y="134559"/>
                </a:cubicBezTo>
                <a:cubicBezTo>
                  <a:pt x="463636" y="135016"/>
                  <a:pt x="463793" y="135594"/>
                  <a:pt x="463897" y="136296"/>
                </a:cubicBezTo>
                <a:cubicBezTo>
                  <a:pt x="464001" y="136998"/>
                  <a:pt x="464053" y="137874"/>
                  <a:pt x="464053" y="138925"/>
                </a:cubicBezTo>
                <a:cubicBezTo>
                  <a:pt x="464053" y="139418"/>
                  <a:pt x="464019" y="139893"/>
                  <a:pt x="463949" y="140349"/>
                </a:cubicBezTo>
                <a:cubicBezTo>
                  <a:pt x="463880" y="140805"/>
                  <a:pt x="463793" y="141227"/>
                  <a:pt x="463688" y="141613"/>
                </a:cubicBezTo>
                <a:cubicBezTo>
                  <a:pt x="463584" y="141998"/>
                  <a:pt x="463428" y="142366"/>
                  <a:pt x="463219" y="142718"/>
                </a:cubicBezTo>
                <a:cubicBezTo>
                  <a:pt x="463011" y="143067"/>
                  <a:pt x="462733" y="143418"/>
                  <a:pt x="462385" y="143770"/>
                </a:cubicBezTo>
                <a:cubicBezTo>
                  <a:pt x="462038" y="144120"/>
                  <a:pt x="460960" y="144729"/>
                  <a:pt x="459153" y="145598"/>
                </a:cubicBezTo>
                <a:cubicBezTo>
                  <a:pt x="457346" y="146467"/>
                  <a:pt x="454983" y="147336"/>
                  <a:pt x="452063" y="148204"/>
                </a:cubicBezTo>
                <a:cubicBezTo>
                  <a:pt x="449144" y="149073"/>
                  <a:pt x="445756" y="149855"/>
                  <a:pt x="441898" y="150550"/>
                </a:cubicBezTo>
                <a:cubicBezTo>
                  <a:pt x="438041" y="151245"/>
                  <a:pt x="433888" y="151593"/>
                  <a:pt x="429439" y="151593"/>
                </a:cubicBezTo>
                <a:cubicBezTo>
                  <a:pt x="422141" y="151593"/>
                  <a:pt x="415677" y="150497"/>
                  <a:pt x="410047" y="148305"/>
                </a:cubicBezTo>
                <a:cubicBezTo>
                  <a:pt x="404417" y="146114"/>
                  <a:pt x="399691" y="142878"/>
                  <a:pt x="395868" y="138599"/>
                </a:cubicBezTo>
                <a:cubicBezTo>
                  <a:pt x="392045" y="134320"/>
                  <a:pt x="389143" y="129015"/>
                  <a:pt x="387162" y="122684"/>
                </a:cubicBezTo>
                <a:cubicBezTo>
                  <a:pt x="385181" y="116352"/>
                  <a:pt x="384191" y="109012"/>
                  <a:pt x="384191" y="100662"/>
                </a:cubicBezTo>
                <a:cubicBezTo>
                  <a:pt x="384191" y="92660"/>
                  <a:pt x="385216" y="85494"/>
                  <a:pt x="387266" y="79162"/>
                </a:cubicBezTo>
                <a:cubicBezTo>
                  <a:pt x="389317" y="72830"/>
                  <a:pt x="392254" y="67456"/>
                  <a:pt x="396076" y="63038"/>
                </a:cubicBezTo>
                <a:cubicBezTo>
                  <a:pt x="399899" y="58620"/>
                  <a:pt x="404504" y="55245"/>
                  <a:pt x="409891" y="52915"/>
                </a:cubicBezTo>
                <a:cubicBezTo>
                  <a:pt x="415277" y="50584"/>
                  <a:pt x="421272" y="49419"/>
                  <a:pt x="427875" y="49419"/>
                </a:cubicBezTo>
                <a:cubicBezTo>
                  <a:pt x="434965" y="49419"/>
                  <a:pt x="441012" y="50600"/>
                  <a:pt x="446016" y="52964"/>
                </a:cubicBezTo>
                <a:cubicBezTo>
                  <a:pt x="451021" y="55327"/>
                  <a:pt x="455139" y="58507"/>
                  <a:pt x="458371" y="62503"/>
                </a:cubicBezTo>
                <a:cubicBezTo>
                  <a:pt x="461603" y="66500"/>
                  <a:pt x="463966" y="71139"/>
                  <a:pt x="465461" y="76422"/>
                </a:cubicBezTo>
                <a:cubicBezTo>
                  <a:pt x="466955" y="81704"/>
                  <a:pt x="467702" y="87265"/>
                  <a:pt x="467702" y="93103"/>
                </a:cubicBezTo>
                <a:lnTo>
                  <a:pt x="467702" y="95606"/>
                </a:lnTo>
                <a:moveTo>
                  <a:pt x="454878" y="91957"/>
                </a:moveTo>
                <a:cubicBezTo>
                  <a:pt x="455087" y="81948"/>
                  <a:pt x="452793" y="74128"/>
                  <a:pt x="447997" y="68498"/>
                </a:cubicBezTo>
                <a:cubicBezTo>
                  <a:pt x="443201" y="62868"/>
                  <a:pt x="436216" y="60053"/>
                  <a:pt x="427041" y="60053"/>
                </a:cubicBezTo>
                <a:cubicBezTo>
                  <a:pt x="422315" y="60053"/>
                  <a:pt x="418162" y="60939"/>
                  <a:pt x="414582" y="62712"/>
                </a:cubicBezTo>
                <a:cubicBezTo>
                  <a:pt x="411003" y="64484"/>
                  <a:pt x="407979" y="66830"/>
                  <a:pt x="405512" y="69749"/>
                </a:cubicBezTo>
                <a:cubicBezTo>
                  <a:pt x="403044" y="72669"/>
                  <a:pt x="401150" y="76057"/>
                  <a:pt x="399830" y="79915"/>
                </a:cubicBezTo>
                <a:cubicBezTo>
                  <a:pt x="398509" y="83772"/>
                  <a:pt x="397744" y="87786"/>
                  <a:pt x="397536" y="91957"/>
                </a:cubicBezTo>
                <a:lnTo>
                  <a:pt x="454878" y="91957"/>
                </a:lnTo>
                <a:close/>
                <a:moveTo>
                  <a:pt x="572061" y="147631"/>
                </a:moveTo>
                <a:cubicBezTo>
                  <a:pt x="572061" y="148048"/>
                  <a:pt x="571956" y="148430"/>
                  <a:pt x="571748" y="148778"/>
                </a:cubicBezTo>
                <a:cubicBezTo>
                  <a:pt x="571539" y="149125"/>
                  <a:pt x="571209" y="149403"/>
                  <a:pt x="570757" y="149612"/>
                </a:cubicBezTo>
                <a:cubicBezTo>
                  <a:pt x="570306" y="149820"/>
                  <a:pt x="569680" y="149994"/>
                  <a:pt x="568881" y="150133"/>
                </a:cubicBezTo>
                <a:cubicBezTo>
                  <a:pt x="568081" y="150272"/>
                  <a:pt x="567091" y="150342"/>
                  <a:pt x="565909" y="150342"/>
                </a:cubicBezTo>
                <a:cubicBezTo>
                  <a:pt x="564658" y="150342"/>
                  <a:pt x="563633" y="150272"/>
                  <a:pt x="562834" y="150133"/>
                </a:cubicBezTo>
                <a:cubicBezTo>
                  <a:pt x="562034" y="149994"/>
                  <a:pt x="561409" y="149820"/>
                  <a:pt x="560957" y="149612"/>
                </a:cubicBezTo>
                <a:cubicBezTo>
                  <a:pt x="560505" y="149403"/>
                  <a:pt x="560175" y="149125"/>
                  <a:pt x="559967" y="148778"/>
                </a:cubicBezTo>
                <a:cubicBezTo>
                  <a:pt x="559758" y="148430"/>
                  <a:pt x="559654" y="148048"/>
                  <a:pt x="559654" y="147631"/>
                </a:cubicBezTo>
                <a:lnTo>
                  <a:pt x="559654" y="91644"/>
                </a:lnTo>
                <a:cubicBezTo>
                  <a:pt x="559654" y="85805"/>
                  <a:pt x="559202" y="81061"/>
                  <a:pt x="558299" y="77412"/>
                </a:cubicBezTo>
                <a:cubicBezTo>
                  <a:pt x="557395" y="73763"/>
                  <a:pt x="556040" y="70636"/>
                  <a:pt x="554232" y="68029"/>
                </a:cubicBezTo>
                <a:cubicBezTo>
                  <a:pt x="552425" y="65423"/>
                  <a:pt x="550114" y="63407"/>
                  <a:pt x="547299" y="61982"/>
                </a:cubicBezTo>
                <a:cubicBezTo>
                  <a:pt x="544484" y="60557"/>
                  <a:pt x="541200" y="59845"/>
                  <a:pt x="537447" y="59845"/>
                </a:cubicBezTo>
                <a:cubicBezTo>
                  <a:pt x="532651" y="59845"/>
                  <a:pt x="527855" y="61548"/>
                  <a:pt x="523059" y="64953"/>
                </a:cubicBezTo>
                <a:cubicBezTo>
                  <a:pt x="518263" y="68359"/>
                  <a:pt x="513224" y="73364"/>
                  <a:pt x="507941" y="79967"/>
                </a:cubicBezTo>
                <a:lnTo>
                  <a:pt x="507941" y="147631"/>
                </a:lnTo>
                <a:cubicBezTo>
                  <a:pt x="507941" y="148048"/>
                  <a:pt x="507837" y="148430"/>
                  <a:pt x="507629" y="148778"/>
                </a:cubicBezTo>
                <a:cubicBezTo>
                  <a:pt x="507420" y="149125"/>
                  <a:pt x="507090" y="149403"/>
                  <a:pt x="506638" y="149612"/>
                </a:cubicBezTo>
                <a:cubicBezTo>
                  <a:pt x="506186" y="149820"/>
                  <a:pt x="505561" y="149994"/>
                  <a:pt x="504761" y="150133"/>
                </a:cubicBezTo>
                <a:cubicBezTo>
                  <a:pt x="503962" y="150272"/>
                  <a:pt x="502937" y="150342"/>
                  <a:pt x="501686" y="150342"/>
                </a:cubicBezTo>
                <a:cubicBezTo>
                  <a:pt x="500504" y="150342"/>
                  <a:pt x="499514" y="150272"/>
                  <a:pt x="498714" y="150133"/>
                </a:cubicBezTo>
                <a:cubicBezTo>
                  <a:pt x="497915" y="149994"/>
                  <a:pt x="497272" y="149820"/>
                  <a:pt x="496786" y="149612"/>
                </a:cubicBezTo>
                <a:cubicBezTo>
                  <a:pt x="496299" y="149403"/>
                  <a:pt x="495969" y="149125"/>
                  <a:pt x="495795" y="148778"/>
                </a:cubicBezTo>
                <a:cubicBezTo>
                  <a:pt x="495621" y="148428"/>
                  <a:pt x="495535" y="148045"/>
                  <a:pt x="495535" y="147628"/>
                </a:cubicBezTo>
                <a:lnTo>
                  <a:pt x="495535" y="53175"/>
                </a:lnTo>
                <a:cubicBezTo>
                  <a:pt x="495535" y="52758"/>
                  <a:pt x="495621" y="52376"/>
                  <a:pt x="495795" y="52029"/>
                </a:cubicBezTo>
                <a:cubicBezTo>
                  <a:pt x="495969" y="51679"/>
                  <a:pt x="496299" y="51382"/>
                  <a:pt x="496786" y="51139"/>
                </a:cubicBezTo>
                <a:cubicBezTo>
                  <a:pt x="497272" y="50896"/>
                  <a:pt x="497880" y="50722"/>
                  <a:pt x="498610" y="50618"/>
                </a:cubicBezTo>
                <a:cubicBezTo>
                  <a:pt x="499340" y="50514"/>
                  <a:pt x="500296" y="50461"/>
                  <a:pt x="501477" y="50461"/>
                </a:cubicBezTo>
                <a:cubicBezTo>
                  <a:pt x="502659" y="50461"/>
                  <a:pt x="503632" y="50514"/>
                  <a:pt x="504397" y="50618"/>
                </a:cubicBezTo>
                <a:cubicBezTo>
                  <a:pt x="505161" y="50722"/>
                  <a:pt x="505752" y="50896"/>
                  <a:pt x="506169" y="51139"/>
                </a:cubicBezTo>
                <a:cubicBezTo>
                  <a:pt x="506586" y="51382"/>
                  <a:pt x="506881" y="51679"/>
                  <a:pt x="507055" y="52029"/>
                </a:cubicBezTo>
                <a:cubicBezTo>
                  <a:pt x="507229" y="52376"/>
                  <a:pt x="507316" y="52758"/>
                  <a:pt x="507316" y="53175"/>
                </a:cubicBezTo>
                <a:lnTo>
                  <a:pt x="507316" y="66534"/>
                </a:lnTo>
                <a:cubicBezTo>
                  <a:pt x="512737" y="60517"/>
                  <a:pt x="518054" y="56161"/>
                  <a:pt x="523267" y="53465"/>
                </a:cubicBezTo>
                <a:cubicBezTo>
                  <a:pt x="528480" y="50768"/>
                  <a:pt x="533659" y="49419"/>
                  <a:pt x="538802" y="49419"/>
                </a:cubicBezTo>
                <a:cubicBezTo>
                  <a:pt x="544988" y="49419"/>
                  <a:pt x="550201" y="50461"/>
                  <a:pt x="554441" y="52547"/>
                </a:cubicBezTo>
                <a:cubicBezTo>
                  <a:pt x="558681" y="54632"/>
                  <a:pt x="562104" y="57447"/>
                  <a:pt x="564710" y="60992"/>
                </a:cubicBezTo>
                <a:cubicBezTo>
                  <a:pt x="567317" y="64536"/>
                  <a:pt x="569194" y="68672"/>
                  <a:pt x="570340" y="73398"/>
                </a:cubicBezTo>
                <a:cubicBezTo>
                  <a:pt x="571487" y="78125"/>
                  <a:pt x="572061" y="83824"/>
                  <a:pt x="572061" y="90497"/>
                </a:cubicBezTo>
                <a:lnTo>
                  <a:pt x="572061" y="147631"/>
                </a:lnTo>
                <a:close/>
                <a:moveTo>
                  <a:pt x="682184" y="147628"/>
                </a:moveTo>
                <a:cubicBezTo>
                  <a:pt x="682184" y="148116"/>
                  <a:pt x="682097" y="148534"/>
                  <a:pt x="681924" y="148882"/>
                </a:cubicBezTo>
                <a:cubicBezTo>
                  <a:pt x="681750" y="149230"/>
                  <a:pt x="681437" y="149508"/>
                  <a:pt x="680985" y="149716"/>
                </a:cubicBezTo>
                <a:cubicBezTo>
                  <a:pt x="680534" y="149925"/>
                  <a:pt x="679960" y="150081"/>
                  <a:pt x="679265" y="150185"/>
                </a:cubicBezTo>
                <a:cubicBezTo>
                  <a:pt x="678570" y="150290"/>
                  <a:pt x="677701" y="150342"/>
                  <a:pt x="676659" y="150342"/>
                </a:cubicBezTo>
                <a:cubicBezTo>
                  <a:pt x="675547" y="150342"/>
                  <a:pt x="674626" y="150290"/>
                  <a:pt x="673896" y="150185"/>
                </a:cubicBezTo>
                <a:cubicBezTo>
                  <a:pt x="673166" y="150083"/>
                  <a:pt x="672575" y="149928"/>
                  <a:pt x="672123" y="149719"/>
                </a:cubicBezTo>
                <a:cubicBezTo>
                  <a:pt x="671672" y="149513"/>
                  <a:pt x="671324" y="149237"/>
                  <a:pt x="671081" y="148892"/>
                </a:cubicBezTo>
                <a:cubicBezTo>
                  <a:pt x="670837" y="148544"/>
                  <a:pt x="670716" y="148129"/>
                  <a:pt x="670716" y="147647"/>
                </a:cubicBezTo>
                <a:lnTo>
                  <a:pt x="670716" y="134165"/>
                </a:lnTo>
                <a:cubicBezTo>
                  <a:pt x="665711" y="139591"/>
                  <a:pt x="660533" y="143853"/>
                  <a:pt x="655181" y="146950"/>
                </a:cubicBezTo>
                <a:cubicBezTo>
                  <a:pt x="649829" y="150045"/>
                  <a:pt x="643991" y="151593"/>
                  <a:pt x="637666" y="151593"/>
                </a:cubicBezTo>
                <a:cubicBezTo>
                  <a:pt x="630854" y="151593"/>
                  <a:pt x="625050" y="150271"/>
                  <a:pt x="620254" y="147628"/>
                </a:cubicBezTo>
                <a:cubicBezTo>
                  <a:pt x="615459" y="144984"/>
                  <a:pt x="611549" y="141401"/>
                  <a:pt x="608525" y="136879"/>
                </a:cubicBezTo>
                <a:cubicBezTo>
                  <a:pt x="605502" y="132355"/>
                  <a:pt x="603295" y="127050"/>
                  <a:pt x="601905" y="120963"/>
                </a:cubicBezTo>
                <a:cubicBezTo>
                  <a:pt x="600515" y="114875"/>
                  <a:pt x="599820" y="108421"/>
                  <a:pt x="599820" y="101601"/>
                </a:cubicBezTo>
                <a:cubicBezTo>
                  <a:pt x="599820" y="93601"/>
                  <a:pt x="600688" y="86383"/>
                  <a:pt x="602426" y="79947"/>
                </a:cubicBezTo>
                <a:cubicBezTo>
                  <a:pt x="604164" y="73511"/>
                  <a:pt x="606736" y="68032"/>
                  <a:pt x="610141" y="63510"/>
                </a:cubicBezTo>
                <a:cubicBezTo>
                  <a:pt x="613547" y="58986"/>
                  <a:pt x="617752" y="55506"/>
                  <a:pt x="622757" y="53071"/>
                </a:cubicBezTo>
                <a:cubicBezTo>
                  <a:pt x="627761" y="50636"/>
                  <a:pt x="633565" y="49419"/>
                  <a:pt x="640168" y="49419"/>
                </a:cubicBezTo>
                <a:cubicBezTo>
                  <a:pt x="645867" y="49419"/>
                  <a:pt x="651080" y="50689"/>
                  <a:pt x="655807" y="53231"/>
                </a:cubicBezTo>
                <a:cubicBezTo>
                  <a:pt x="660533" y="55770"/>
                  <a:pt x="665190" y="59509"/>
                  <a:pt x="669778" y="64448"/>
                </a:cubicBezTo>
                <a:lnTo>
                  <a:pt x="669778" y="7513"/>
                </a:lnTo>
                <a:cubicBezTo>
                  <a:pt x="669778" y="7094"/>
                  <a:pt x="669864" y="6711"/>
                  <a:pt x="670038" y="6363"/>
                </a:cubicBezTo>
                <a:cubicBezTo>
                  <a:pt x="670212" y="6016"/>
                  <a:pt x="670542" y="5738"/>
                  <a:pt x="671029" y="5529"/>
                </a:cubicBezTo>
                <a:cubicBezTo>
                  <a:pt x="671515" y="5318"/>
                  <a:pt x="672158" y="5143"/>
                  <a:pt x="672957" y="5004"/>
                </a:cubicBezTo>
                <a:cubicBezTo>
                  <a:pt x="673757" y="4865"/>
                  <a:pt x="674747" y="4796"/>
                  <a:pt x="675929" y="4796"/>
                </a:cubicBezTo>
                <a:cubicBezTo>
                  <a:pt x="677180" y="4796"/>
                  <a:pt x="678205" y="4865"/>
                  <a:pt x="679004" y="5004"/>
                </a:cubicBezTo>
                <a:cubicBezTo>
                  <a:pt x="679804" y="5143"/>
                  <a:pt x="680429" y="5317"/>
                  <a:pt x="680881" y="5526"/>
                </a:cubicBezTo>
                <a:cubicBezTo>
                  <a:pt x="681333" y="5734"/>
                  <a:pt x="681663" y="6012"/>
                  <a:pt x="681872" y="6360"/>
                </a:cubicBezTo>
                <a:cubicBezTo>
                  <a:pt x="682080" y="6707"/>
                  <a:pt x="682184" y="7091"/>
                  <a:pt x="682184" y="7510"/>
                </a:cubicBezTo>
                <a:lnTo>
                  <a:pt x="682184" y="147628"/>
                </a:lnTo>
                <a:moveTo>
                  <a:pt x="669778" y="79579"/>
                </a:moveTo>
                <a:cubicBezTo>
                  <a:pt x="664565" y="73245"/>
                  <a:pt x="659543" y="68408"/>
                  <a:pt x="654712" y="65067"/>
                </a:cubicBezTo>
                <a:cubicBezTo>
                  <a:pt x="649881" y="61725"/>
                  <a:pt x="644825" y="60053"/>
                  <a:pt x="639542" y="60053"/>
                </a:cubicBezTo>
                <a:cubicBezTo>
                  <a:pt x="634746" y="60053"/>
                  <a:pt x="630646" y="61202"/>
                  <a:pt x="627240" y="63500"/>
                </a:cubicBezTo>
                <a:cubicBezTo>
                  <a:pt x="623834" y="65796"/>
                  <a:pt x="621054" y="68823"/>
                  <a:pt x="618899" y="72581"/>
                </a:cubicBezTo>
                <a:cubicBezTo>
                  <a:pt x="616744" y="76338"/>
                  <a:pt x="615180" y="80584"/>
                  <a:pt x="614207" y="85317"/>
                </a:cubicBezTo>
                <a:cubicBezTo>
                  <a:pt x="613234" y="90049"/>
                  <a:pt x="612748" y="94852"/>
                  <a:pt x="612748" y="99724"/>
                </a:cubicBezTo>
                <a:cubicBezTo>
                  <a:pt x="612748" y="104943"/>
                  <a:pt x="613165" y="110024"/>
                  <a:pt x="613999" y="114965"/>
                </a:cubicBezTo>
                <a:cubicBezTo>
                  <a:pt x="614833" y="119907"/>
                  <a:pt x="616258" y="124308"/>
                  <a:pt x="618274" y="128170"/>
                </a:cubicBezTo>
                <a:cubicBezTo>
                  <a:pt x="620289" y="132032"/>
                  <a:pt x="622965" y="135130"/>
                  <a:pt x="626301" y="137462"/>
                </a:cubicBezTo>
                <a:cubicBezTo>
                  <a:pt x="629638" y="139793"/>
                  <a:pt x="633808" y="140958"/>
                  <a:pt x="638813" y="140958"/>
                </a:cubicBezTo>
                <a:cubicBezTo>
                  <a:pt x="641315" y="140958"/>
                  <a:pt x="643747" y="140611"/>
                  <a:pt x="646111" y="139916"/>
                </a:cubicBezTo>
                <a:cubicBezTo>
                  <a:pt x="648474" y="139218"/>
                  <a:pt x="650907" y="138069"/>
                  <a:pt x="653409" y="136469"/>
                </a:cubicBezTo>
                <a:cubicBezTo>
                  <a:pt x="655911" y="134868"/>
                  <a:pt x="658500" y="132797"/>
                  <a:pt x="661176" y="130255"/>
                </a:cubicBezTo>
                <a:cubicBezTo>
                  <a:pt x="663852" y="127714"/>
                  <a:pt x="666719" y="124564"/>
                  <a:pt x="669778" y="120804"/>
                </a:cubicBezTo>
                <a:lnTo>
                  <a:pt x="669778" y="79579"/>
                </a:lnTo>
                <a:close/>
                <a:moveTo>
                  <a:pt x="834125" y="143825"/>
                </a:moveTo>
                <a:cubicBezTo>
                  <a:pt x="834125" y="144807"/>
                  <a:pt x="834056" y="145649"/>
                  <a:pt x="833917" y="146350"/>
                </a:cubicBezTo>
                <a:cubicBezTo>
                  <a:pt x="833778" y="147052"/>
                  <a:pt x="833569" y="147666"/>
                  <a:pt x="833291" y="148191"/>
                </a:cubicBezTo>
                <a:cubicBezTo>
                  <a:pt x="833013" y="148717"/>
                  <a:pt x="832665" y="149102"/>
                  <a:pt x="832248" y="149348"/>
                </a:cubicBezTo>
                <a:cubicBezTo>
                  <a:pt x="831831" y="149593"/>
                  <a:pt x="831345" y="149716"/>
                  <a:pt x="830789" y="149716"/>
                </a:cubicBezTo>
                <a:lnTo>
                  <a:pt x="772299" y="149716"/>
                </a:lnTo>
                <a:cubicBezTo>
                  <a:pt x="771048" y="149716"/>
                  <a:pt x="769762" y="149247"/>
                  <a:pt x="768442" y="148309"/>
                </a:cubicBezTo>
                <a:cubicBezTo>
                  <a:pt x="767121" y="147370"/>
                  <a:pt x="766461" y="145650"/>
                  <a:pt x="766461" y="143148"/>
                </a:cubicBezTo>
                <a:lnTo>
                  <a:pt x="766461" y="16890"/>
                </a:lnTo>
                <a:cubicBezTo>
                  <a:pt x="766461" y="16473"/>
                  <a:pt x="766565" y="16091"/>
                  <a:pt x="766774" y="15743"/>
                </a:cubicBezTo>
                <a:cubicBezTo>
                  <a:pt x="766982" y="15396"/>
                  <a:pt x="767330" y="15118"/>
                  <a:pt x="767816" y="14909"/>
                </a:cubicBezTo>
                <a:cubicBezTo>
                  <a:pt x="768303" y="14701"/>
                  <a:pt x="768963" y="14527"/>
                  <a:pt x="769797" y="14388"/>
                </a:cubicBezTo>
                <a:cubicBezTo>
                  <a:pt x="770631" y="14249"/>
                  <a:pt x="771639" y="14179"/>
                  <a:pt x="772821" y="14179"/>
                </a:cubicBezTo>
                <a:cubicBezTo>
                  <a:pt x="774072" y="14179"/>
                  <a:pt x="775097" y="14249"/>
                  <a:pt x="775896" y="14388"/>
                </a:cubicBezTo>
                <a:cubicBezTo>
                  <a:pt x="776696" y="14527"/>
                  <a:pt x="777339" y="14701"/>
                  <a:pt x="777825" y="14909"/>
                </a:cubicBezTo>
                <a:cubicBezTo>
                  <a:pt x="778312" y="15118"/>
                  <a:pt x="778659" y="15396"/>
                  <a:pt x="778868" y="15743"/>
                </a:cubicBezTo>
                <a:cubicBezTo>
                  <a:pt x="779076" y="16088"/>
                  <a:pt x="779181" y="16470"/>
                  <a:pt x="779181" y="16887"/>
                </a:cubicBezTo>
                <a:lnTo>
                  <a:pt x="779181" y="138039"/>
                </a:lnTo>
                <a:lnTo>
                  <a:pt x="830789" y="138039"/>
                </a:lnTo>
                <a:cubicBezTo>
                  <a:pt x="831345" y="138039"/>
                  <a:pt x="831831" y="138162"/>
                  <a:pt x="832248" y="138407"/>
                </a:cubicBezTo>
                <a:cubicBezTo>
                  <a:pt x="832665" y="138653"/>
                  <a:pt x="833013" y="139003"/>
                  <a:pt x="833291" y="139460"/>
                </a:cubicBezTo>
                <a:cubicBezTo>
                  <a:pt x="833569" y="139916"/>
                  <a:pt x="833778" y="140512"/>
                  <a:pt x="833917" y="141248"/>
                </a:cubicBezTo>
                <a:cubicBezTo>
                  <a:pt x="834056" y="141985"/>
                  <a:pt x="834125" y="142844"/>
                  <a:pt x="834125" y="143825"/>
                </a:cubicBezTo>
                <a:close/>
                <a:moveTo>
                  <a:pt x="923740" y="143825"/>
                </a:moveTo>
                <a:cubicBezTo>
                  <a:pt x="923740" y="144807"/>
                  <a:pt x="923671" y="145649"/>
                  <a:pt x="923532" y="146350"/>
                </a:cubicBezTo>
                <a:cubicBezTo>
                  <a:pt x="923393" y="147052"/>
                  <a:pt x="923184" y="147666"/>
                  <a:pt x="922906" y="148191"/>
                </a:cubicBezTo>
                <a:cubicBezTo>
                  <a:pt x="922628" y="148717"/>
                  <a:pt x="922281" y="149102"/>
                  <a:pt x="921864" y="149348"/>
                </a:cubicBezTo>
                <a:cubicBezTo>
                  <a:pt x="921447" y="149593"/>
                  <a:pt x="920960" y="149716"/>
                  <a:pt x="920404" y="149716"/>
                </a:cubicBezTo>
                <a:lnTo>
                  <a:pt x="861915" y="149716"/>
                </a:lnTo>
                <a:cubicBezTo>
                  <a:pt x="860664" y="149716"/>
                  <a:pt x="859378" y="149247"/>
                  <a:pt x="858057" y="148309"/>
                </a:cubicBezTo>
                <a:cubicBezTo>
                  <a:pt x="856736" y="147370"/>
                  <a:pt x="856076" y="145650"/>
                  <a:pt x="856076" y="143148"/>
                </a:cubicBezTo>
                <a:lnTo>
                  <a:pt x="856076" y="16890"/>
                </a:lnTo>
                <a:cubicBezTo>
                  <a:pt x="856076" y="16473"/>
                  <a:pt x="856180" y="16091"/>
                  <a:pt x="856389" y="15743"/>
                </a:cubicBezTo>
                <a:cubicBezTo>
                  <a:pt x="856597" y="15396"/>
                  <a:pt x="856945" y="15118"/>
                  <a:pt x="857432" y="14909"/>
                </a:cubicBezTo>
                <a:cubicBezTo>
                  <a:pt x="857918" y="14701"/>
                  <a:pt x="858578" y="14527"/>
                  <a:pt x="859412" y="14388"/>
                </a:cubicBezTo>
                <a:cubicBezTo>
                  <a:pt x="860247" y="14249"/>
                  <a:pt x="861254" y="14179"/>
                  <a:pt x="862436" y="14179"/>
                </a:cubicBezTo>
                <a:cubicBezTo>
                  <a:pt x="863687" y="14179"/>
                  <a:pt x="864712" y="14249"/>
                  <a:pt x="865512" y="14388"/>
                </a:cubicBezTo>
                <a:cubicBezTo>
                  <a:pt x="866311" y="14527"/>
                  <a:pt x="866954" y="14701"/>
                  <a:pt x="867440" y="14909"/>
                </a:cubicBezTo>
                <a:cubicBezTo>
                  <a:pt x="867927" y="15118"/>
                  <a:pt x="868274" y="15396"/>
                  <a:pt x="868483" y="15743"/>
                </a:cubicBezTo>
                <a:cubicBezTo>
                  <a:pt x="868691" y="16088"/>
                  <a:pt x="868796" y="16470"/>
                  <a:pt x="868796" y="16887"/>
                </a:cubicBezTo>
                <a:lnTo>
                  <a:pt x="868796" y="138039"/>
                </a:lnTo>
                <a:lnTo>
                  <a:pt x="920404" y="138039"/>
                </a:lnTo>
                <a:cubicBezTo>
                  <a:pt x="920960" y="138039"/>
                  <a:pt x="921447" y="138162"/>
                  <a:pt x="921864" y="138407"/>
                </a:cubicBezTo>
                <a:cubicBezTo>
                  <a:pt x="922281" y="138653"/>
                  <a:pt x="922628" y="139003"/>
                  <a:pt x="922906" y="139460"/>
                </a:cubicBezTo>
                <a:cubicBezTo>
                  <a:pt x="923184" y="139916"/>
                  <a:pt x="923393" y="140512"/>
                  <a:pt x="923532" y="141248"/>
                </a:cubicBezTo>
                <a:cubicBezTo>
                  <a:pt x="923671" y="141985"/>
                  <a:pt x="923740" y="142844"/>
                  <a:pt x="923740" y="143825"/>
                </a:cubicBezTo>
                <a:close/>
                <a:moveTo>
                  <a:pt x="1086651" y="147631"/>
                </a:moveTo>
                <a:cubicBezTo>
                  <a:pt x="1086651" y="148048"/>
                  <a:pt x="1086546" y="148430"/>
                  <a:pt x="1086338" y="148778"/>
                </a:cubicBezTo>
                <a:cubicBezTo>
                  <a:pt x="1086129" y="149125"/>
                  <a:pt x="1085764" y="149403"/>
                  <a:pt x="1085243" y="149612"/>
                </a:cubicBezTo>
                <a:cubicBezTo>
                  <a:pt x="1084722" y="149820"/>
                  <a:pt x="1084061" y="149994"/>
                  <a:pt x="1083262" y="150133"/>
                </a:cubicBezTo>
                <a:cubicBezTo>
                  <a:pt x="1082463" y="150272"/>
                  <a:pt x="1081438" y="150342"/>
                  <a:pt x="1080186" y="150342"/>
                </a:cubicBezTo>
                <a:cubicBezTo>
                  <a:pt x="1079074" y="150342"/>
                  <a:pt x="1078101" y="150272"/>
                  <a:pt x="1077267" y="150133"/>
                </a:cubicBezTo>
                <a:cubicBezTo>
                  <a:pt x="1076433" y="149994"/>
                  <a:pt x="1075773" y="149820"/>
                  <a:pt x="1075286" y="149612"/>
                </a:cubicBezTo>
                <a:cubicBezTo>
                  <a:pt x="1074800" y="149403"/>
                  <a:pt x="1074452" y="149125"/>
                  <a:pt x="1074244" y="148778"/>
                </a:cubicBezTo>
                <a:cubicBezTo>
                  <a:pt x="1074035" y="148430"/>
                  <a:pt x="1073931" y="148048"/>
                  <a:pt x="1073931" y="147631"/>
                </a:cubicBezTo>
                <a:lnTo>
                  <a:pt x="1073931" y="25961"/>
                </a:lnTo>
                <a:lnTo>
                  <a:pt x="1073722" y="25961"/>
                </a:lnTo>
                <a:lnTo>
                  <a:pt x="1020654" y="148361"/>
                </a:lnTo>
                <a:cubicBezTo>
                  <a:pt x="1020515" y="148639"/>
                  <a:pt x="1020307" y="148899"/>
                  <a:pt x="1020029" y="149143"/>
                </a:cubicBezTo>
                <a:cubicBezTo>
                  <a:pt x="1019751" y="149386"/>
                  <a:pt x="1019369" y="149594"/>
                  <a:pt x="1018882" y="149768"/>
                </a:cubicBezTo>
                <a:cubicBezTo>
                  <a:pt x="1018396" y="149942"/>
                  <a:pt x="1017822" y="150081"/>
                  <a:pt x="1017162" y="150185"/>
                </a:cubicBezTo>
                <a:cubicBezTo>
                  <a:pt x="1016502" y="150290"/>
                  <a:pt x="1015720" y="150342"/>
                  <a:pt x="1014816" y="150342"/>
                </a:cubicBezTo>
                <a:cubicBezTo>
                  <a:pt x="1013843" y="150342"/>
                  <a:pt x="1013009" y="150290"/>
                  <a:pt x="1012314" y="150185"/>
                </a:cubicBezTo>
                <a:cubicBezTo>
                  <a:pt x="1011619" y="150081"/>
                  <a:pt x="1011045" y="149942"/>
                  <a:pt x="1010593" y="149768"/>
                </a:cubicBezTo>
                <a:cubicBezTo>
                  <a:pt x="1010142" y="149594"/>
                  <a:pt x="1009777" y="149386"/>
                  <a:pt x="1009499" y="149143"/>
                </a:cubicBezTo>
                <a:cubicBezTo>
                  <a:pt x="1009221" y="148899"/>
                  <a:pt x="1009047" y="148639"/>
                  <a:pt x="1008977" y="148361"/>
                </a:cubicBezTo>
                <a:lnTo>
                  <a:pt x="958516" y="25961"/>
                </a:lnTo>
                <a:lnTo>
                  <a:pt x="958412" y="25961"/>
                </a:lnTo>
                <a:lnTo>
                  <a:pt x="958412" y="147631"/>
                </a:lnTo>
                <a:cubicBezTo>
                  <a:pt x="958412" y="148048"/>
                  <a:pt x="958308" y="148430"/>
                  <a:pt x="958099" y="148778"/>
                </a:cubicBezTo>
                <a:cubicBezTo>
                  <a:pt x="957891" y="149125"/>
                  <a:pt x="957526" y="149403"/>
                  <a:pt x="957004" y="149612"/>
                </a:cubicBezTo>
                <a:cubicBezTo>
                  <a:pt x="956483" y="149820"/>
                  <a:pt x="955823" y="149994"/>
                  <a:pt x="955023" y="150133"/>
                </a:cubicBezTo>
                <a:cubicBezTo>
                  <a:pt x="954224" y="150272"/>
                  <a:pt x="953164" y="150342"/>
                  <a:pt x="951843" y="150342"/>
                </a:cubicBezTo>
                <a:cubicBezTo>
                  <a:pt x="950662" y="150342"/>
                  <a:pt x="949671" y="150272"/>
                  <a:pt x="948872" y="150133"/>
                </a:cubicBezTo>
                <a:cubicBezTo>
                  <a:pt x="948073" y="149994"/>
                  <a:pt x="947430" y="149820"/>
                  <a:pt x="946943" y="149612"/>
                </a:cubicBezTo>
                <a:cubicBezTo>
                  <a:pt x="946457" y="149403"/>
                  <a:pt x="946127" y="149125"/>
                  <a:pt x="945953" y="148778"/>
                </a:cubicBezTo>
                <a:cubicBezTo>
                  <a:pt x="945779" y="148430"/>
                  <a:pt x="945692" y="148048"/>
                  <a:pt x="945692" y="147631"/>
                </a:cubicBezTo>
                <a:lnTo>
                  <a:pt x="945692" y="21373"/>
                </a:lnTo>
                <a:cubicBezTo>
                  <a:pt x="945692" y="18871"/>
                  <a:pt x="946353" y="17151"/>
                  <a:pt x="947673" y="16212"/>
                </a:cubicBezTo>
                <a:cubicBezTo>
                  <a:pt x="948994" y="15274"/>
                  <a:pt x="950280" y="14805"/>
                  <a:pt x="951531" y="14805"/>
                </a:cubicBezTo>
                <a:lnTo>
                  <a:pt x="958412" y="14805"/>
                </a:lnTo>
                <a:cubicBezTo>
                  <a:pt x="960149" y="14805"/>
                  <a:pt x="961679" y="14996"/>
                  <a:pt x="962999" y="15378"/>
                </a:cubicBezTo>
                <a:cubicBezTo>
                  <a:pt x="964320" y="15760"/>
                  <a:pt x="965484" y="16317"/>
                  <a:pt x="966492" y="17046"/>
                </a:cubicBezTo>
                <a:cubicBezTo>
                  <a:pt x="967500" y="17776"/>
                  <a:pt x="968351" y="18662"/>
                  <a:pt x="969046" y="19705"/>
                </a:cubicBezTo>
                <a:cubicBezTo>
                  <a:pt x="969741" y="20748"/>
                  <a:pt x="970367" y="21929"/>
                  <a:pt x="970923" y="23250"/>
                </a:cubicBezTo>
                <a:lnTo>
                  <a:pt x="1015442" y="130428"/>
                </a:lnTo>
                <a:lnTo>
                  <a:pt x="1015963" y="130428"/>
                </a:lnTo>
                <a:lnTo>
                  <a:pt x="1062358" y="23667"/>
                </a:lnTo>
                <a:cubicBezTo>
                  <a:pt x="1063053" y="21999"/>
                  <a:pt x="1063800" y="20591"/>
                  <a:pt x="1064600" y="19444"/>
                </a:cubicBezTo>
                <a:cubicBezTo>
                  <a:pt x="1065399" y="18297"/>
                  <a:pt x="1066233" y="17377"/>
                  <a:pt x="1067102" y="16681"/>
                </a:cubicBezTo>
                <a:cubicBezTo>
                  <a:pt x="1067971" y="15986"/>
                  <a:pt x="1068909" y="15500"/>
                  <a:pt x="1069917" y="15222"/>
                </a:cubicBezTo>
                <a:cubicBezTo>
                  <a:pt x="1070925" y="14944"/>
                  <a:pt x="1072019" y="14805"/>
                  <a:pt x="1073201" y="14805"/>
                </a:cubicBezTo>
                <a:lnTo>
                  <a:pt x="1080812" y="14805"/>
                </a:lnTo>
                <a:cubicBezTo>
                  <a:pt x="1081438" y="14805"/>
                  <a:pt x="1082098" y="14909"/>
                  <a:pt x="1082793" y="15118"/>
                </a:cubicBezTo>
                <a:cubicBezTo>
                  <a:pt x="1083488" y="15326"/>
                  <a:pt x="1084114" y="15691"/>
                  <a:pt x="1084670" y="16212"/>
                </a:cubicBezTo>
                <a:cubicBezTo>
                  <a:pt x="1085226" y="16734"/>
                  <a:pt x="1085695" y="17411"/>
                  <a:pt x="1086077" y="18245"/>
                </a:cubicBezTo>
                <a:cubicBezTo>
                  <a:pt x="1086459" y="19079"/>
                  <a:pt x="1086651" y="20122"/>
                  <a:pt x="1086651" y="21373"/>
                </a:cubicBezTo>
                <a:lnTo>
                  <a:pt x="1086651" y="147631"/>
                </a:lnTo>
                <a:close/>
                <a:moveTo>
                  <a:pt x="1199910" y="151488"/>
                </a:moveTo>
                <a:cubicBezTo>
                  <a:pt x="1196713" y="166571"/>
                  <a:pt x="1191813" y="177814"/>
                  <a:pt x="1185210" y="185216"/>
                </a:cubicBezTo>
                <a:cubicBezTo>
                  <a:pt x="1178607" y="192619"/>
                  <a:pt x="1170301" y="196320"/>
                  <a:pt x="1160292" y="196320"/>
                </a:cubicBezTo>
                <a:cubicBezTo>
                  <a:pt x="1157373" y="196320"/>
                  <a:pt x="1155079" y="196146"/>
                  <a:pt x="1153411" y="195799"/>
                </a:cubicBezTo>
                <a:lnTo>
                  <a:pt x="1155183" y="186624"/>
                </a:lnTo>
                <a:cubicBezTo>
                  <a:pt x="1155878" y="186832"/>
                  <a:pt x="1157512" y="186937"/>
                  <a:pt x="1160083" y="186937"/>
                </a:cubicBezTo>
                <a:cubicBezTo>
                  <a:pt x="1163211" y="186937"/>
                  <a:pt x="1165887" y="186137"/>
                  <a:pt x="1168111" y="184539"/>
                </a:cubicBezTo>
                <a:cubicBezTo>
                  <a:pt x="1170336" y="182940"/>
                  <a:pt x="1172403" y="180160"/>
                  <a:pt x="1174315" y="176198"/>
                </a:cubicBezTo>
                <a:cubicBezTo>
                  <a:pt x="1176226" y="172236"/>
                  <a:pt x="1177981" y="166745"/>
                  <a:pt x="1179580" y="159725"/>
                </a:cubicBezTo>
                <a:lnTo>
                  <a:pt x="1201996" y="60575"/>
                </a:lnTo>
                <a:lnTo>
                  <a:pt x="1184376" y="60575"/>
                </a:lnTo>
                <a:lnTo>
                  <a:pt x="1185940" y="53381"/>
                </a:lnTo>
                <a:cubicBezTo>
                  <a:pt x="1190597" y="53103"/>
                  <a:pt x="1193950" y="52720"/>
                  <a:pt x="1196001" y="52234"/>
                </a:cubicBezTo>
                <a:cubicBezTo>
                  <a:pt x="1198051" y="51747"/>
                  <a:pt x="1199650" y="51017"/>
                  <a:pt x="1200797" y="50044"/>
                </a:cubicBezTo>
                <a:cubicBezTo>
                  <a:pt x="1201943" y="49071"/>
                  <a:pt x="1202917" y="47803"/>
                  <a:pt x="1203716" y="46239"/>
                </a:cubicBezTo>
                <a:cubicBezTo>
                  <a:pt x="1204515" y="44675"/>
                  <a:pt x="1205540" y="41808"/>
                  <a:pt x="1206791" y="37638"/>
                </a:cubicBezTo>
                <a:cubicBezTo>
                  <a:pt x="1210475" y="25126"/>
                  <a:pt x="1216157" y="15726"/>
                  <a:pt x="1223838" y="9435"/>
                </a:cubicBezTo>
                <a:cubicBezTo>
                  <a:pt x="1231518" y="3145"/>
                  <a:pt x="1241301" y="0"/>
                  <a:pt x="1253187" y="0"/>
                </a:cubicBezTo>
                <a:cubicBezTo>
                  <a:pt x="1259998" y="0"/>
                  <a:pt x="1265872" y="556"/>
                  <a:pt x="1270807" y="1668"/>
                </a:cubicBezTo>
                <a:lnTo>
                  <a:pt x="1266740" y="19392"/>
                </a:lnTo>
                <a:lnTo>
                  <a:pt x="1257566" y="19392"/>
                </a:lnTo>
                <a:cubicBezTo>
                  <a:pt x="1256593" y="15430"/>
                  <a:pt x="1255324" y="12581"/>
                  <a:pt x="1253760" y="10843"/>
                </a:cubicBezTo>
                <a:cubicBezTo>
                  <a:pt x="1252196" y="9105"/>
                  <a:pt x="1249885" y="8236"/>
                  <a:pt x="1246827" y="8236"/>
                </a:cubicBezTo>
                <a:cubicBezTo>
                  <a:pt x="1242865" y="8236"/>
                  <a:pt x="1239511" y="9331"/>
                  <a:pt x="1236766" y="11521"/>
                </a:cubicBezTo>
                <a:cubicBezTo>
                  <a:pt x="1234020" y="13710"/>
                  <a:pt x="1231675" y="16959"/>
                  <a:pt x="1229728" y="21269"/>
                </a:cubicBezTo>
                <a:cubicBezTo>
                  <a:pt x="1227782" y="25578"/>
                  <a:pt x="1225975" y="31382"/>
                  <a:pt x="1224307" y="38680"/>
                </a:cubicBezTo>
                <a:lnTo>
                  <a:pt x="1221701" y="50044"/>
                </a:lnTo>
                <a:lnTo>
                  <a:pt x="1248495" y="50044"/>
                </a:lnTo>
                <a:lnTo>
                  <a:pt x="1246201" y="60575"/>
                </a:lnTo>
                <a:lnTo>
                  <a:pt x="1219303" y="60575"/>
                </a:lnTo>
                <a:lnTo>
                  <a:pt x="1199910" y="1514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Text ∀">
            <a:extLst xmlns:a="http://schemas.openxmlformats.org/drawingml/2006/main">
              <a:ext uri="{FF2B5EF4-FFF2-40B4-BE49-F238E27FC236}">
                <a16:creationId xmlns:a16="http://schemas.microsoft.com/office/drawing/2014/main" id="{B9DF552B-CDD9-41C8-A380-8F0612511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870" y="754733"/>
            <a:ext cx="124277" cy="133556"/>
          </a:xfrm>
          <a:custGeom xmlns:a="http://schemas.openxmlformats.org/drawingml/2006/main">
            <a:pathLst>
              <a:path w="124277" h="133556">
                <a:moveTo>
                  <a:pt x="18767" y="0"/>
                </a:moveTo>
                <a:lnTo>
                  <a:pt x="31903" y="37846"/>
                </a:lnTo>
                <a:lnTo>
                  <a:pt x="91122" y="37846"/>
                </a:lnTo>
                <a:lnTo>
                  <a:pt x="107074" y="0"/>
                </a:lnTo>
                <a:lnTo>
                  <a:pt x="124277" y="0"/>
                </a:lnTo>
                <a:lnTo>
                  <a:pt x="65788" y="133556"/>
                </a:lnTo>
                <a:lnTo>
                  <a:pt x="49836" y="133556"/>
                </a:lnTo>
                <a:lnTo>
                  <a:pt x="0" y="0"/>
                </a:lnTo>
                <a:lnTo>
                  <a:pt x="18767" y="0"/>
                </a:lnTo>
                <a:moveTo>
                  <a:pt x="85075" y="52130"/>
                </a:moveTo>
                <a:lnTo>
                  <a:pt x="36803" y="52130"/>
                </a:lnTo>
                <a:lnTo>
                  <a:pt x="58698" y="114059"/>
                </a:lnTo>
                <a:lnTo>
                  <a:pt x="85075" y="52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9ED02-A482-404B-912E-699FF4E4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978" y="730097"/>
            <a:ext cx="863541" cy="197780"/>
          </a:xfrm>
          <a:custGeom xmlns:a="http://schemas.openxmlformats.org/drawingml/2006/main">
            <a:pathLst>
              <a:path w="863541" h="197780">
                <a:moveTo>
                  <a:pt x="800465" y="0"/>
                </a:moveTo>
                <a:cubicBezTo>
                  <a:pt x="820760" y="5352"/>
                  <a:pt x="836347" y="16908"/>
                  <a:pt x="847224" y="34667"/>
                </a:cubicBezTo>
                <a:cubicBezTo>
                  <a:pt x="858102" y="52424"/>
                  <a:pt x="863541" y="73850"/>
                  <a:pt x="863541" y="98942"/>
                </a:cubicBezTo>
                <a:cubicBezTo>
                  <a:pt x="863541" y="124102"/>
                  <a:pt x="858120" y="145528"/>
                  <a:pt x="847276" y="163218"/>
                </a:cubicBezTo>
                <a:cubicBezTo>
                  <a:pt x="836434" y="180907"/>
                  <a:pt x="820830" y="192428"/>
                  <a:pt x="800465" y="197780"/>
                </a:cubicBezTo>
                <a:lnTo>
                  <a:pt x="797962" y="189752"/>
                </a:lnTo>
                <a:cubicBezTo>
                  <a:pt x="814019" y="184400"/>
                  <a:pt x="825956" y="173835"/>
                  <a:pt x="833776" y="158057"/>
                </a:cubicBezTo>
                <a:cubicBezTo>
                  <a:pt x="841595" y="142279"/>
                  <a:pt x="845504" y="122226"/>
                  <a:pt x="845504" y="97899"/>
                </a:cubicBezTo>
                <a:cubicBezTo>
                  <a:pt x="845504" y="74407"/>
                  <a:pt x="841612" y="54892"/>
                  <a:pt x="833827" y="39358"/>
                </a:cubicBezTo>
                <a:cubicBezTo>
                  <a:pt x="826043" y="23823"/>
                  <a:pt x="813984" y="13380"/>
                  <a:pt x="797649" y="8028"/>
                </a:cubicBezTo>
                <a:lnTo>
                  <a:pt x="800465" y="0"/>
                </a:lnTo>
                <a:close/>
                <a:moveTo>
                  <a:pt x="63078" y="0"/>
                </a:moveTo>
                <a:lnTo>
                  <a:pt x="65892" y="8028"/>
                </a:lnTo>
                <a:cubicBezTo>
                  <a:pt x="49627" y="13380"/>
                  <a:pt x="37586" y="23823"/>
                  <a:pt x="29767" y="39358"/>
                </a:cubicBezTo>
                <a:cubicBezTo>
                  <a:pt x="21947" y="54892"/>
                  <a:pt x="18038" y="74407"/>
                  <a:pt x="18038" y="97899"/>
                </a:cubicBezTo>
                <a:cubicBezTo>
                  <a:pt x="18038" y="122226"/>
                  <a:pt x="21947" y="142279"/>
                  <a:pt x="29767" y="158057"/>
                </a:cubicBezTo>
                <a:cubicBezTo>
                  <a:pt x="37586" y="173835"/>
                  <a:pt x="49524" y="184400"/>
                  <a:pt x="65579" y="189752"/>
                </a:cubicBezTo>
                <a:lnTo>
                  <a:pt x="63078" y="197780"/>
                </a:lnTo>
                <a:cubicBezTo>
                  <a:pt x="42712" y="192428"/>
                  <a:pt x="27108" y="180907"/>
                  <a:pt x="16264" y="163218"/>
                </a:cubicBezTo>
                <a:cubicBezTo>
                  <a:pt x="5422" y="145528"/>
                  <a:pt x="0" y="124102"/>
                  <a:pt x="0" y="98942"/>
                </a:cubicBezTo>
                <a:cubicBezTo>
                  <a:pt x="0" y="73850"/>
                  <a:pt x="5439" y="52424"/>
                  <a:pt x="16318" y="34667"/>
                </a:cubicBezTo>
                <a:cubicBezTo>
                  <a:pt x="27195" y="16908"/>
                  <a:pt x="42781" y="5352"/>
                  <a:pt x="6307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Text %">
            <a:extLst xmlns:a="http://schemas.openxmlformats.org/drawingml/2006/main">
              <a:ext uri="{FF2B5EF4-FFF2-40B4-BE49-F238E27FC236}">
                <a16:creationId xmlns:a16="http://schemas.microsoft.com/office/drawing/2014/main" id="{135E4191-5821-4A32-AD6D-A59B98BD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038" y="786845"/>
            <a:ext cx="86535" cy="103112"/>
          </a:xfrm>
          <a:custGeom xmlns:a="http://schemas.openxmlformats.org/drawingml/2006/main">
            <a:pathLst>
              <a:path w="86535" h="103112">
                <a:moveTo>
                  <a:pt x="73398" y="27003"/>
                </a:moveTo>
                <a:cubicBezTo>
                  <a:pt x="72634" y="20817"/>
                  <a:pt x="70601" y="16125"/>
                  <a:pt x="67299" y="12928"/>
                </a:cubicBezTo>
                <a:cubicBezTo>
                  <a:pt x="63998" y="9731"/>
                  <a:pt x="58802" y="8132"/>
                  <a:pt x="51713" y="8132"/>
                </a:cubicBezTo>
                <a:cubicBezTo>
                  <a:pt x="46222" y="8132"/>
                  <a:pt x="41773" y="9540"/>
                  <a:pt x="38367" y="12355"/>
                </a:cubicBezTo>
                <a:cubicBezTo>
                  <a:pt x="34962" y="15170"/>
                  <a:pt x="33259" y="18871"/>
                  <a:pt x="33259" y="23458"/>
                </a:cubicBezTo>
                <a:cubicBezTo>
                  <a:pt x="33259" y="25961"/>
                  <a:pt x="33693" y="28167"/>
                  <a:pt x="34562" y="30079"/>
                </a:cubicBezTo>
                <a:cubicBezTo>
                  <a:pt x="35431" y="31990"/>
                  <a:pt x="37186" y="34093"/>
                  <a:pt x="39827" y="36386"/>
                </a:cubicBezTo>
                <a:cubicBezTo>
                  <a:pt x="42468" y="38680"/>
                  <a:pt x="46569" y="41495"/>
                  <a:pt x="52130" y="44831"/>
                </a:cubicBezTo>
                <a:cubicBezTo>
                  <a:pt x="56508" y="47473"/>
                  <a:pt x="60018" y="49888"/>
                  <a:pt x="62660" y="52077"/>
                </a:cubicBezTo>
                <a:cubicBezTo>
                  <a:pt x="65301" y="54267"/>
                  <a:pt x="67386" y="56439"/>
                  <a:pt x="68915" y="58594"/>
                </a:cubicBezTo>
                <a:cubicBezTo>
                  <a:pt x="70444" y="60748"/>
                  <a:pt x="71557" y="63025"/>
                  <a:pt x="72252" y="65423"/>
                </a:cubicBezTo>
                <a:cubicBezTo>
                  <a:pt x="72947" y="67821"/>
                  <a:pt x="73294" y="70722"/>
                  <a:pt x="73294" y="74128"/>
                </a:cubicBezTo>
                <a:cubicBezTo>
                  <a:pt x="73294" y="80314"/>
                  <a:pt x="71643" y="85614"/>
                  <a:pt x="68342" y="90028"/>
                </a:cubicBezTo>
                <a:cubicBezTo>
                  <a:pt x="65040" y="94441"/>
                  <a:pt x="60557" y="97726"/>
                  <a:pt x="54892" y="99880"/>
                </a:cubicBezTo>
                <a:cubicBezTo>
                  <a:pt x="49228" y="102035"/>
                  <a:pt x="42781" y="103112"/>
                  <a:pt x="35552" y="103112"/>
                </a:cubicBezTo>
                <a:cubicBezTo>
                  <a:pt x="29783" y="103112"/>
                  <a:pt x="24119" y="102678"/>
                  <a:pt x="18558" y="101809"/>
                </a:cubicBezTo>
                <a:cubicBezTo>
                  <a:pt x="12998" y="100940"/>
                  <a:pt x="6812" y="99463"/>
                  <a:pt x="0" y="97378"/>
                </a:cubicBezTo>
                <a:lnTo>
                  <a:pt x="5004" y="74650"/>
                </a:lnTo>
                <a:lnTo>
                  <a:pt x="13137" y="74650"/>
                </a:lnTo>
                <a:cubicBezTo>
                  <a:pt x="13415" y="81322"/>
                  <a:pt x="15291" y="86361"/>
                  <a:pt x="18767" y="89767"/>
                </a:cubicBezTo>
                <a:cubicBezTo>
                  <a:pt x="22242" y="93173"/>
                  <a:pt x="27768" y="94876"/>
                  <a:pt x="35344" y="94876"/>
                </a:cubicBezTo>
                <a:cubicBezTo>
                  <a:pt x="41947" y="94876"/>
                  <a:pt x="47108" y="93399"/>
                  <a:pt x="50826" y="90445"/>
                </a:cubicBezTo>
                <a:cubicBezTo>
                  <a:pt x="54545" y="87491"/>
                  <a:pt x="56404" y="83303"/>
                  <a:pt x="56404" y="77882"/>
                </a:cubicBezTo>
                <a:cubicBezTo>
                  <a:pt x="56404" y="74754"/>
                  <a:pt x="55883" y="72060"/>
                  <a:pt x="54840" y="69801"/>
                </a:cubicBezTo>
                <a:cubicBezTo>
                  <a:pt x="53798" y="67543"/>
                  <a:pt x="52095" y="65370"/>
                  <a:pt x="49732" y="63285"/>
                </a:cubicBezTo>
                <a:cubicBezTo>
                  <a:pt x="47368" y="61200"/>
                  <a:pt x="43615" y="58594"/>
                  <a:pt x="38472" y="55466"/>
                </a:cubicBezTo>
                <a:cubicBezTo>
                  <a:pt x="33050" y="52199"/>
                  <a:pt x="28828" y="49245"/>
                  <a:pt x="25804" y="46604"/>
                </a:cubicBezTo>
                <a:cubicBezTo>
                  <a:pt x="22781" y="43963"/>
                  <a:pt x="20504" y="41095"/>
                  <a:pt x="18975" y="38002"/>
                </a:cubicBezTo>
                <a:cubicBezTo>
                  <a:pt x="17446" y="34909"/>
                  <a:pt x="16681" y="31347"/>
                  <a:pt x="16681" y="27316"/>
                </a:cubicBezTo>
                <a:cubicBezTo>
                  <a:pt x="16681" y="21825"/>
                  <a:pt x="18158" y="17012"/>
                  <a:pt x="21112" y="12876"/>
                </a:cubicBezTo>
                <a:cubicBezTo>
                  <a:pt x="24066" y="8740"/>
                  <a:pt x="28289" y="5560"/>
                  <a:pt x="33780" y="3336"/>
                </a:cubicBezTo>
                <a:cubicBezTo>
                  <a:pt x="39271" y="1112"/>
                  <a:pt x="45665" y="0"/>
                  <a:pt x="52964" y="0"/>
                </a:cubicBezTo>
                <a:cubicBezTo>
                  <a:pt x="59428" y="0"/>
                  <a:pt x="65318" y="382"/>
                  <a:pt x="70636" y="1147"/>
                </a:cubicBezTo>
                <a:cubicBezTo>
                  <a:pt x="75953" y="1911"/>
                  <a:pt x="81253" y="3232"/>
                  <a:pt x="86535" y="5109"/>
                </a:cubicBezTo>
                <a:lnTo>
                  <a:pt x="81843" y="27003"/>
                </a:lnTo>
                <a:lnTo>
                  <a:pt x="73398" y="27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Text -">
            <a:extLst xmlns:a="http://schemas.openxmlformats.org/drawingml/2006/main">
              <a:ext uri="{FF2B5EF4-FFF2-40B4-BE49-F238E27FC236}">
                <a16:creationId xmlns:a16="http://schemas.microsoft.com/office/drawing/2014/main" id="{FEE7EBE1-A95D-4625-AC9C-7DCFE36B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1348" y="838723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Text ,'">
            <a:extLst xmlns:a="http://schemas.openxmlformats.org/drawingml/2006/main">
              <a:ext uri="{FF2B5EF4-FFF2-40B4-BE49-F238E27FC236}">
                <a16:creationId xmlns:a16="http://schemas.microsoft.com/office/drawing/2014/main" id="{70964B33-F759-40C4-9B61-B513B34C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947" y="786741"/>
            <a:ext cx="187476" cy="130220"/>
          </a:xfrm>
          <a:custGeom xmlns:a="http://schemas.openxmlformats.org/drawingml/2006/main">
            <a:pathLst>
              <a:path w="187476" h="130220">
                <a:moveTo>
                  <a:pt x="29714" y="77256"/>
                </a:moveTo>
                <a:cubicBezTo>
                  <a:pt x="30687" y="82121"/>
                  <a:pt x="31173" y="86917"/>
                  <a:pt x="31173" y="91644"/>
                </a:cubicBezTo>
                <a:cubicBezTo>
                  <a:pt x="31173" y="96509"/>
                  <a:pt x="30339" y="100958"/>
                  <a:pt x="28671" y="104989"/>
                </a:cubicBezTo>
                <a:cubicBezTo>
                  <a:pt x="27003" y="109020"/>
                  <a:pt x="24345" y="113034"/>
                  <a:pt x="20695" y="117031"/>
                </a:cubicBezTo>
                <a:cubicBezTo>
                  <a:pt x="17046" y="121027"/>
                  <a:pt x="12025" y="125424"/>
                  <a:pt x="5630" y="130220"/>
                </a:cubicBezTo>
                <a:lnTo>
                  <a:pt x="0" y="123860"/>
                </a:lnTo>
                <a:cubicBezTo>
                  <a:pt x="3545" y="120524"/>
                  <a:pt x="6117" y="117517"/>
                  <a:pt x="7715" y="114841"/>
                </a:cubicBezTo>
                <a:cubicBezTo>
                  <a:pt x="9314" y="112165"/>
                  <a:pt x="10461" y="109125"/>
                  <a:pt x="11156" y="105719"/>
                </a:cubicBezTo>
                <a:cubicBezTo>
                  <a:pt x="11851" y="102313"/>
                  <a:pt x="12198" y="98038"/>
                  <a:pt x="12198" y="92895"/>
                </a:cubicBezTo>
                <a:cubicBezTo>
                  <a:pt x="12198" y="87612"/>
                  <a:pt x="11955" y="82399"/>
                  <a:pt x="11469" y="77256"/>
                </a:cubicBezTo>
                <a:lnTo>
                  <a:pt x="29714" y="77256"/>
                </a:lnTo>
                <a:close/>
                <a:moveTo>
                  <a:pt x="126692" y="54319"/>
                </a:moveTo>
                <a:cubicBezTo>
                  <a:pt x="125650" y="48828"/>
                  <a:pt x="124573" y="43546"/>
                  <a:pt x="123460" y="38472"/>
                </a:cubicBezTo>
                <a:cubicBezTo>
                  <a:pt x="122348" y="33398"/>
                  <a:pt x="121201" y="28671"/>
                  <a:pt x="120020" y="24292"/>
                </a:cubicBezTo>
                <a:cubicBezTo>
                  <a:pt x="118838" y="19913"/>
                  <a:pt x="117865" y="17046"/>
                  <a:pt x="117101" y="15691"/>
                </a:cubicBezTo>
                <a:cubicBezTo>
                  <a:pt x="116336" y="14336"/>
                  <a:pt x="115519" y="13397"/>
                  <a:pt x="114651" y="12876"/>
                </a:cubicBezTo>
                <a:cubicBezTo>
                  <a:pt x="113782" y="12355"/>
                  <a:pt x="112687" y="12094"/>
                  <a:pt x="111366" y="12094"/>
                </a:cubicBezTo>
                <a:cubicBezTo>
                  <a:pt x="109907" y="12094"/>
                  <a:pt x="108586" y="12424"/>
                  <a:pt x="107405" y="13085"/>
                </a:cubicBezTo>
                <a:cubicBezTo>
                  <a:pt x="106223" y="13745"/>
                  <a:pt x="104937" y="14892"/>
                  <a:pt x="103547" y="16525"/>
                </a:cubicBezTo>
                <a:cubicBezTo>
                  <a:pt x="102157" y="18158"/>
                  <a:pt x="100315" y="20713"/>
                  <a:pt x="98021" y="24188"/>
                </a:cubicBezTo>
                <a:lnTo>
                  <a:pt x="91244" y="19705"/>
                </a:lnTo>
                <a:cubicBezTo>
                  <a:pt x="95623" y="13102"/>
                  <a:pt x="99828" y="8167"/>
                  <a:pt x="103860" y="4900"/>
                </a:cubicBezTo>
                <a:cubicBezTo>
                  <a:pt x="107891" y="1633"/>
                  <a:pt x="112652" y="0"/>
                  <a:pt x="118143" y="0"/>
                </a:cubicBezTo>
                <a:cubicBezTo>
                  <a:pt x="120298" y="0"/>
                  <a:pt x="122192" y="243"/>
                  <a:pt x="123825" y="730"/>
                </a:cubicBezTo>
                <a:cubicBezTo>
                  <a:pt x="125459" y="1216"/>
                  <a:pt x="126901" y="1964"/>
                  <a:pt x="128152" y="2971"/>
                </a:cubicBezTo>
                <a:cubicBezTo>
                  <a:pt x="129403" y="3979"/>
                  <a:pt x="130515" y="5282"/>
                  <a:pt x="131488" y="6881"/>
                </a:cubicBezTo>
                <a:cubicBezTo>
                  <a:pt x="132461" y="8480"/>
                  <a:pt x="133400" y="10652"/>
                  <a:pt x="134303" y="13397"/>
                </a:cubicBezTo>
                <a:cubicBezTo>
                  <a:pt x="135207" y="16143"/>
                  <a:pt x="136058" y="19549"/>
                  <a:pt x="136858" y="23615"/>
                </a:cubicBezTo>
                <a:cubicBezTo>
                  <a:pt x="137657" y="27681"/>
                  <a:pt x="138369" y="31903"/>
                  <a:pt x="138995" y="36282"/>
                </a:cubicBezTo>
                <a:lnTo>
                  <a:pt x="140038" y="36282"/>
                </a:lnTo>
                <a:cubicBezTo>
                  <a:pt x="146710" y="26899"/>
                  <a:pt x="151767" y="20035"/>
                  <a:pt x="155207" y="15691"/>
                </a:cubicBezTo>
                <a:cubicBezTo>
                  <a:pt x="158648" y="11347"/>
                  <a:pt x="161550" y="8115"/>
                  <a:pt x="163913" y="5995"/>
                </a:cubicBezTo>
                <a:cubicBezTo>
                  <a:pt x="166276" y="3875"/>
                  <a:pt x="168552" y="2381"/>
                  <a:pt x="170742" y="1512"/>
                </a:cubicBezTo>
                <a:cubicBezTo>
                  <a:pt x="172931" y="643"/>
                  <a:pt x="175833" y="209"/>
                  <a:pt x="179448" y="209"/>
                </a:cubicBezTo>
                <a:cubicBezTo>
                  <a:pt x="182714" y="209"/>
                  <a:pt x="185390" y="626"/>
                  <a:pt x="187476" y="1460"/>
                </a:cubicBezTo>
                <a:lnTo>
                  <a:pt x="183305" y="20331"/>
                </a:lnTo>
                <a:lnTo>
                  <a:pt x="176007" y="20331"/>
                </a:lnTo>
                <a:cubicBezTo>
                  <a:pt x="175590" y="17411"/>
                  <a:pt x="174374" y="15952"/>
                  <a:pt x="172358" y="15952"/>
                </a:cubicBezTo>
                <a:cubicBezTo>
                  <a:pt x="171732" y="15952"/>
                  <a:pt x="171072" y="16056"/>
                  <a:pt x="170377" y="16264"/>
                </a:cubicBezTo>
                <a:cubicBezTo>
                  <a:pt x="169682" y="16473"/>
                  <a:pt x="168831" y="16925"/>
                  <a:pt x="167823" y="17620"/>
                </a:cubicBezTo>
                <a:cubicBezTo>
                  <a:pt x="166815" y="18315"/>
                  <a:pt x="165338" y="19670"/>
                  <a:pt x="163392" y="21686"/>
                </a:cubicBezTo>
                <a:cubicBezTo>
                  <a:pt x="161445" y="23702"/>
                  <a:pt x="159256" y="26169"/>
                  <a:pt x="156823" y="29088"/>
                </a:cubicBezTo>
                <a:cubicBezTo>
                  <a:pt x="154391" y="32008"/>
                  <a:pt x="151888" y="35066"/>
                  <a:pt x="149317" y="38263"/>
                </a:cubicBezTo>
                <a:lnTo>
                  <a:pt x="142227" y="47125"/>
                </a:lnTo>
                <a:cubicBezTo>
                  <a:pt x="143478" y="53798"/>
                  <a:pt x="144660" y="59567"/>
                  <a:pt x="145772" y="64432"/>
                </a:cubicBezTo>
                <a:cubicBezTo>
                  <a:pt x="146884" y="69298"/>
                  <a:pt x="147874" y="73346"/>
                  <a:pt x="148743" y="76578"/>
                </a:cubicBezTo>
                <a:cubicBezTo>
                  <a:pt x="149612" y="79810"/>
                  <a:pt x="150377" y="82365"/>
                  <a:pt x="151037" y="84241"/>
                </a:cubicBezTo>
                <a:cubicBezTo>
                  <a:pt x="151697" y="86118"/>
                  <a:pt x="152410" y="87526"/>
                  <a:pt x="153174" y="88464"/>
                </a:cubicBezTo>
                <a:cubicBezTo>
                  <a:pt x="153939" y="89402"/>
                  <a:pt x="154721" y="90062"/>
                  <a:pt x="155520" y="90445"/>
                </a:cubicBezTo>
                <a:cubicBezTo>
                  <a:pt x="156319" y="90827"/>
                  <a:pt x="157240" y="91018"/>
                  <a:pt x="158283" y="91018"/>
                </a:cubicBezTo>
                <a:cubicBezTo>
                  <a:pt x="160160" y="91018"/>
                  <a:pt x="161984" y="90288"/>
                  <a:pt x="163757" y="88829"/>
                </a:cubicBezTo>
                <a:cubicBezTo>
                  <a:pt x="165529" y="87369"/>
                  <a:pt x="168083" y="84068"/>
                  <a:pt x="171420" y="78924"/>
                </a:cubicBezTo>
                <a:lnTo>
                  <a:pt x="178196" y="83407"/>
                </a:lnTo>
                <a:cubicBezTo>
                  <a:pt x="173331" y="90636"/>
                  <a:pt x="168935" y="95727"/>
                  <a:pt x="165008" y="98681"/>
                </a:cubicBezTo>
                <a:cubicBezTo>
                  <a:pt x="161081" y="101635"/>
                  <a:pt x="156406" y="103112"/>
                  <a:pt x="150985" y="103112"/>
                </a:cubicBezTo>
                <a:cubicBezTo>
                  <a:pt x="147996" y="103112"/>
                  <a:pt x="145459" y="102574"/>
                  <a:pt x="143374" y="101496"/>
                </a:cubicBezTo>
                <a:cubicBezTo>
                  <a:pt x="141289" y="100419"/>
                  <a:pt x="139482" y="98699"/>
                  <a:pt x="137952" y="96335"/>
                </a:cubicBezTo>
                <a:cubicBezTo>
                  <a:pt x="136423" y="93972"/>
                  <a:pt x="135068" y="90288"/>
                  <a:pt x="133886" y="85284"/>
                </a:cubicBezTo>
                <a:cubicBezTo>
                  <a:pt x="131732" y="76387"/>
                  <a:pt x="130411" y="69576"/>
                  <a:pt x="129924" y="64849"/>
                </a:cubicBezTo>
                <a:lnTo>
                  <a:pt x="128882" y="64849"/>
                </a:lnTo>
                <a:cubicBezTo>
                  <a:pt x="121514" y="75206"/>
                  <a:pt x="116041" y="82643"/>
                  <a:pt x="112461" y="87161"/>
                </a:cubicBezTo>
                <a:cubicBezTo>
                  <a:pt x="108882" y="91679"/>
                  <a:pt x="105928" y="95015"/>
                  <a:pt x="103599" y="97169"/>
                </a:cubicBezTo>
                <a:cubicBezTo>
                  <a:pt x="101271" y="99324"/>
                  <a:pt x="99012" y="100836"/>
                  <a:pt x="96822" y="101705"/>
                </a:cubicBezTo>
                <a:cubicBezTo>
                  <a:pt x="94633" y="102574"/>
                  <a:pt x="91731" y="103008"/>
                  <a:pt x="88117" y="103008"/>
                </a:cubicBezTo>
                <a:cubicBezTo>
                  <a:pt x="84850" y="103008"/>
                  <a:pt x="82174" y="102591"/>
                  <a:pt x="80089" y="101757"/>
                </a:cubicBezTo>
                <a:lnTo>
                  <a:pt x="84259" y="82886"/>
                </a:lnTo>
                <a:lnTo>
                  <a:pt x="91557" y="82886"/>
                </a:lnTo>
                <a:cubicBezTo>
                  <a:pt x="91974" y="85805"/>
                  <a:pt x="93191" y="87265"/>
                  <a:pt x="95206" y="87265"/>
                </a:cubicBezTo>
                <a:cubicBezTo>
                  <a:pt x="96179" y="87265"/>
                  <a:pt x="97205" y="87004"/>
                  <a:pt x="98282" y="86483"/>
                </a:cubicBezTo>
                <a:cubicBezTo>
                  <a:pt x="99359" y="85962"/>
                  <a:pt x="100906" y="84711"/>
                  <a:pt x="102921" y="82730"/>
                </a:cubicBezTo>
                <a:cubicBezTo>
                  <a:pt x="104937" y="80749"/>
                  <a:pt x="107717" y="77638"/>
                  <a:pt x="111262" y="73398"/>
                </a:cubicBezTo>
                <a:cubicBezTo>
                  <a:pt x="114807" y="69159"/>
                  <a:pt x="119950" y="62799"/>
                  <a:pt x="126692" y="54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Text -">
            <a:extLst xmlns:a="http://schemas.openxmlformats.org/drawingml/2006/main">
              <a:ext uri="{FF2B5EF4-FFF2-40B4-BE49-F238E27FC236}">
                <a16:creationId xmlns:a16="http://schemas.microsoft.com/office/drawing/2014/main" id="{241601C3-965E-45C3-8513-846FB381B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810" y="838723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Text ,(">
            <a:extLst xmlns:a="http://schemas.openxmlformats.org/drawingml/2006/main">
              <a:ext uri="{FF2B5EF4-FFF2-40B4-BE49-F238E27FC236}">
                <a16:creationId xmlns:a16="http://schemas.microsoft.com/office/drawing/2014/main" id="{193A0C1C-2543-4A2D-8A35-D21FEB80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8411" y="786845"/>
            <a:ext cx="193311" cy="146797"/>
          </a:xfrm>
          <a:custGeom xmlns:a="http://schemas.openxmlformats.org/drawingml/2006/main">
            <a:pathLst>
              <a:path w="193311" h="146797">
                <a:moveTo>
                  <a:pt x="29714" y="77152"/>
                </a:moveTo>
                <a:cubicBezTo>
                  <a:pt x="30687" y="82017"/>
                  <a:pt x="31173" y="86813"/>
                  <a:pt x="31173" y="91539"/>
                </a:cubicBezTo>
                <a:cubicBezTo>
                  <a:pt x="31173" y="96405"/>
                  <a:pt x="30339" y="100853"/>
                  <a:pt x="28671" y="104885"/>
                </a:cubicBezTo>
                <a:cubicBezTo>
                  <a:pt x="27003" y="108916"/>
                  <a:pt x="24345" y="112930"/>
                  <a:pt x="20695" y="116927"/>
                </a:cubicBezTo>
                <a:cubicBezTo>
                  <a:pt x="17046" y="120923"/>
                  <a:pt x="12025" y="125319"/>
                  <a:pt x="5630" y="130115"/>
                </a:cubicBezTo>
                <a:lnTo>
                  <a:pt x="0" y="123756"/>
                </a:lnTo>
                <a:cubicBezTo>
                  <a:pt x="3545" y="120419"/>
                  <a:pt x="6117" y="117413"/>
                  <a:pt x="7715" y="114737"/>
                </a:cubicBezTo>
                <a:cubicBezTo>
                  <a:pt x="9314" y="112061"/>
                  <a:pt x="10461" y="109020"/>
                  <a:pt x="11156" y="105614"/>
                </a:cubicBezTo>
                <a:cubicBezTo>
                  <a:pt x="11851" y="102209"/>
                  <a:pt x="12198" y="97934"/>
                  <a:pt x="12198" y="92791"/>
                </a:cubicBezTo>
                <a:cubicBezTo>
                  <a:pt x="12198" y="87508"/>
                  <a:pt x="11955" y="82295"/>
                  <a:pt x="11469" y="77152"/>
                </a:cubicBezTo>
                <a:lnTo>
                  <a:pt x="29714" y="77152"/>
                </a:lnTo>
                <a:close/>
                <a:moveTo>
                  <a:pt x="127941" y="101548"/>
                </a:moveTo>
                <a:cubicBezTo>
                  <a:pt x="125925" y="89385"/>
                  <a:pt x="123180" y="74719"/>
                  <a:pt x="119704" y="57551"/>
                </a:cubicBezTo>
                <a:cubicBezTo>
                  <a:pt x="116020" y="39201"/>
                  <a:pt x="113588" y="27837"/>
                  <a:pt x="112406" y="23458"/>
                </a:cubicBezTo>
                <a:cubicBezTo>
                  <a:pt x="110946" y="18176"/>
                  <a:pt x="109417" y="14805"/>
                  <a:pt x="107819" y="13345"/>
                </a:cubicBezTo>
                <a:cubicBezTo>
                  <a:pt x="106846" y="12442"/>
                  <a:pt x="105629" y="11990"/>
                  <a:pt x="104170" y="11990"/>
                </a:cubicBezTo>
                <a:cubicBezTo>
                  <a:pt x="101945" y="11990"/>
                  <a:pt x="99860" y="12893"/>
                  <a:pt x="97914" y="14701"/>
                </a:cubicBezTo>
                <a:cubicBezTo>
                  <a:pt x="95968" y="16508"/>
                  <a:pt x="93570" y="19635"/>
                  <a:pt x="90720" y="24084"/>
                </a:cubicBezTo>
                <a:lnTo>
                  <a:pt x="83943" y="19601"/>
                </a:lnTo>
                <a:cubicBezTo>
                  <a:pt x="88739" y="12442"/>
                  <a:pt x="93222" y="7385"/>
                  <a:pt x="97393" y="4431"/>
                </a:cubicBezTo>
                <a:cubicBezTo>
                  <a:pt x="101563" y="1477"/>
                  <a:pt x="106220" y="0"/>
                  <a:pt x="111364" y="0"/>
                </a:cubicBezTo>
                <a:cubicBezTo>
                  <a:pt x="114213" y="0"/>
                  <a:pt x="116646" y="382"/>
                  <a:pt x="118662" y="1147"/>
                </a:cubicBezTo>
                <a:cubicBezTo>
                  <a:pt x="120052" y="1703"/>
                  <a:pt x="121442" y="2624"/>
                  <a:pt x="122832" y="3910"/>
                </a:cubicBezTo>
                <a:cubicBezTo>
                  <a:pt x="124222" y="5196"/>
                  <a:pt x="125456" y="6985"/>
                  <a:pt x="126533" y="9279"/>
                </a:cubicBezTo>
                <a:cubicBezTo>
                  <a:pt x="127611" y="11573"/>
                  <a:pt x="128549" y="14144"/>
                  <a:pt x="129348" y="16994"/>
                </a:cubicBezTo>
                <a:cubicBezTo>
                  <a:pt x="130148" y="19844"/>
                  <a:pt x="131034" y="23945"/>
                  <a:pt x="132007" y="29297"/>
                </a:cubicBezTo>
                <a:cubicBezTo>
                  <a:pt x="133675" y="38263"/>
                  <a:pt x="135291" y="47699"/>
                  <a:pt x="136855" y="57603"/>
                </a:cubicBezTo>
                <a:cubicBezTo>
                  <a:pt x="138419" y="67508"/>
                  <a:pt x="139757" y="76700"/>
                  <a:pt x="140869" y="85180"/>
                </a:cubicBezTo>
                <a:cubicBezTo>
                  <a:pt x="147611" y="75449"/>
                  <a:pt x="153328" y="65927"/>
                  <a:pt x="158019" y="56613"/>
                </a:cubicBezTo>
                <a:cubicBezTo>
                  <a:pt x="162711" y="47299"/>
                  <a:pt x="166082" y="39201"/>
                  <a:pt x="168133" y="32320"/>
                </a:cubicBezTo>
                <a:cubicBezTo>
                  <a:pt x="170183" y="25439"/>
                  <a:pt x="171208" y="19844"/>
                  <a:pt x="171208" y="15535"/>
                </a:cubicBezTo>
                <a:cubicBezTo>
                  <a:pt x="171208" y="12268"/>
                  <a:pt x="170513" y="10044"/>
                  <a:pt x="169123" y="8862"/>
                </a:cubicBezTo>
                <a:cubicBezTo>
                  <a:pt x="167733" y="7680"/>
                  <a:pt x="165370" y="6985"/>
                  <a:pt x="162033" y="6777"/>
                </a:cubicBezTo>
                <a:lnTo>
                  <a:pt x="163076" y="1668"/>
                </a:lnTo>
                <a:lnTo>
                  <a:pt x="190496" y="1668"/>
                </a:lnTo>
                <a:lnTo>
                  <a:pt x="193311" y="6881"/>
                </a:lnTo>
                <a:cubicBezTo>
                  <a:pt x="188029" y="21338"/>
                  <a:pt x="180870" y="36803"/>
                  <a:pt x="171834" y="53276"/>
                </a:cubicBezTo>
                <a:cubicBezTo>
                  <a:pt x="162937" y="69402"/>
                  <a:pt x="152754" y="85458"/>
                  <a:pt x="141286" y="101444"/>
                </a:cubicBezTo>
                <a:cubicBezTo>
                  <a:pt x="130304" y="116666"/>
                  <a:pt x="121164" y="127683"/>
                  <a:pt x="113866" y="134494"/>
                </a:cubicBezTo>
                <a:cubicBezTo>
                  <a:pt x="108792" y="139151"/>
                  <a:pt x="103892" y="142487"/>
                  <a:pt x="99165" y="144503"/>
                </a:cubicBezTo>
                <a:cubicBezTo>
                  <a:pt x="95412" y="146032"/>
                  <a:pt x="91415" y="146797"/>
                  <a:pt x="87175" y="146797"/>
                </a:cubicBezTo>
                <a:cubicBezTo>
                  <a:pt x="85716" y="146797"/>
                  <a:pt x="84030" y="146675"/>
                  <a:pt x="82119" y="146432"/>
                </a:cubicBezTo>
                <a:cubicBezTo>
                  <a:pt x="80207" y="146189"/>
                  <a:pt x="78730" y="145858"/>
                  <a:pt x="77688" y="145441"/>
                </a:cubicBezTo>
                <a:lnTo>
                  <a:pt x="82171" y="125215"/>
                </a:lnTo>
                <a:lnTo>
                  <a:pt x="90407" y="125215"/>
                </a:lnTo>
                <a:cubicBezTo>
                  <a:pt x="90407" y="129664"/>
                  <a:pt x="91937" y="131888"/>
                  <a:pt x="94995" y="131888"/>
                </a:cubicBezTo>
                <a:cubicBezTo>
                  <a:pt x="99026" y="131888"/>
                  <a:pt x="103718" y="129368"/>
                  <a:pt x="109070" y="124329"/>
                </a:cubicBezTo>
                <a:cubicBezTo>
                  <a:pt x="114422" y="119290"/>
                  <a:pt x="120712" y="111696"/>
                  <a:pt x="127941" y="1015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Text -">
            <a:extLst xmlns:a="http://schemas.openxmlformats.org/drawingml/2006/main">
              <a:ext uri="{FF2B5EF4-FFF2-40B4-BE49-F238E27FC236}">
                <a16:creationId xmlns:a16="http://schemas.microsoft.com/office/drawing/2014/main" id="{AD90E8BA-ED99-40F6-895A-FF1FD2A0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9568" y="838723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Text ∈!">
            <a:extLst xmlns:a="http://schemas.openxmlformats.org/drawingml/2006/main">
              <a:ext uri="{FF2B5EF4-FFF2-40B4-BE49-F238E27FC236}">
                <a16:creationId xmlns:a16="http://schemas.microsoft.com/office/drawing/2014/main" id="{C99AE2AC-77E8-4D30-AB62-B35EAE4D1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723" y="745871"/>
            <a:ext cx="311325" cy="142314"/>
          </a:xfrm>
          <a:custGeom xmlns:a="http://schemas.openxmlformats.org/drawingml/2006/main">
            <a:pathLst>
              <a:path w="311325" h="142314">
                <a:moveTo>
                  <a:pt x="102591" y="73086"/>
                </a:moveTo>
                <a:lnTo>
                  <a:pt x="102591" y="87578"/>
                </a:lnTo>
                <a:lnTo>
                  <a:pt x="16473" y="87578"/>
                </a:lnTo>
                <a:cubicBezTo>
                  <a:pt x="16820" y="94042"/>
                  <a:pt x="17759" y="99776"/>
                  <a:pt x="19288" y="104780"/>
                </a:cubicBezTo>
                <a:cubicBezTo>
                  <a:pt x="20817" y="109785"/>
                  <a:pt x="23128" y="114042"/>
                  <a:pt x="26221" y="117552"/>
                </a:cubicBezTo>
                <a:cubicBezTo>
                  <a:pt x="29314" y="121062"/>
                  <a:pt x="33311" y="123651"/>
                  <a:pt x="38211" y="125319"/>
                </a:cubicBezTo>
                <a:cubicBezTo>
                  <a:pt x="43111" y="126988"/>
                  <a:pt x="49871" y="127822"/>
                  <a:pt x="58489" y="127822"/>
                </a:cubicBezTo>
                <a:lnTo>
                  <a:pt x="102591" y="127822"/>
                </a:lnTo>
                <a:lnTo>
                  <a:pt x="102591" y="142314"/>
                </a:lnTo>
                <a:lnTo>
                  <a:pt x="58072" y="142314"/>
                </a:lnTo>
                <a:cubicBezTo>
                  <a:pt x="51261" y="142314"/>
                  <a:pt x="45353" y="141897"/>
                  <a:pt x="40348" y="141063"/>
                </a:cubicBezTo>
                <a:cubicBezTo>
                  <a:pt x="35344" y="140229"/>
                  <a:pt x="30826" y="138873"/>
                  <a:pt x="26795" y="136996"/>
                </a:cubicBezTo>
                <a:cubicBezTo>
                  <a:pt x="22763" y="135120"/>
                  <a:pt x="18958" y="132287"/>
                  <a:pt x="15378" y="128499"/>
                </a:cubicBezTo>
                <a:cubicBezTo>
                  <a:pt x="11799" y="124711"/>
                  <a:pt x="8897" y="120524"/>
                  <a:pt x="6673" y="115936"/>
                </a:cubicBezTo>
                <a:cubicBezTo>
                  <a:pt x="4448" y="111349"/>
                  <a:pt x="2780" y="106171"/>
                  <a:pt x="1668" y="100402"/>
                </a:cubicBezTo>
                <a:cubicBezTo>
                  <a:pt x="556" y="94633"/>
                  <a:pt x="0" y="88377"/>
                  <a:pt x="0" y="81635"/>
                </a:cubicBezTo>
                <a:cubicBezTo>
                  <a:pt x="0" y="70653"/>
                  <a:pt x="1077" y="61565"/>
                  <a:pt x="3232" y="54371"/>
                </a:cubicBezTo>
                <a:cubicBezTo>
                  <a:pt x="5387" y="47177"/>
                  <a:pt x="9001" y="40783"/>
                  <a:pt x="14075" y="35187"/>
                </a:cubicBezTo>
                <a:cubicBezTo>
                  <a:pt x="19149" y="29592"/>
                  <a:pt x="25231" y="25578"/>
                  <a:pt x="32320" y="23146"/>
                </a:cubicBezTo>
                <a:cubicBezTo>
                  <a:pt x="39410" y="20713"/>
                  <a:pt x="48585" y="19496"/>
                  <a:pt x="59845" y="19496"/>
                </a:cubicBezTo>
                <a:lnTo>
                  <a:pt x="102591" y="19496"/>
                </a:lnTo>
                <a:lnTo>
                  <a:pt x="102591" y="33988"/>
                </a:lnTo>
                <a:lnTo>
                  <a:pt x="59740" y="33988"/>
                </a:lnTo>
                <a:cubicBezTo>
                  <a:pt x="52859" y="33988"/>
                  <a:pt x="47282" y="34371"/>
                  <a:pt x="43007" y="35135"/>
                </a:cubicBezTo>
                <a:cubicBezTo>
                  <a:pt x="38732" y="35900"/>
                  <a:pt x="35170" y="37134"/>
                  <a:pt x="32320" y="38837"/>
                </a:cubicBezTo>
                <a:cubicBezTo>
                  <a:pt x="29471" y="40539"/>
                  <a:pt x="26881" y="42955"/>
                  <a:pt x="24553" y="46083"/>
                </a:cubicBezTo>
                <a:cubicBezTo>
                  <a:pt x="22225" y="49210"/>
                  <a:pt x="20400" y="53051"/>
                  <a:pt x="19079" y="57603"/>
                </a:cubicBezTo>
                <a:cubicBezTo>
                  <a:pt x="17759" y="62156"/>
                  <a:pt x="16925" y="67317"/>
                  <a:pt x="16577" y="73086"/>
                </a:cubicBezTo>
                <a:lnTo>
                  <a:pt x="102591" y="73086"/>
                </a:lnTo>
                <a:close/>
                <a:moveTo>
                  <a:pt x="250438" y="0"/>
                </a:moveTo>
                <a:cubicBezTo>
                  <a:pt x="260933" y="0"/>
                  <a:pt x="269448" y="799"/>
                  <a:pt x="275981" y="2398"/>
                </a:cubicBezTo>
                <a:cubicBezTo>
                  <a:pt x="282515" y="3997"/>
                  <a:pt x="288614" y="6881"/>
                  <a:pt x="294279" y="11051"/>
                </a:cubicBezTo>
                <a:cubicBezTo>
                  <a:pt x="299943" y="15222"/>
                  <a:pt x="304201" y="20765"/>
                  <a:pt x="307050" y="27681"/>
                </a:cubicBezTo>
                <a:cubicBezTo>
                  <a:pt x="309900" y="34597"/>
                  <a:pt x="311325" y="42781"/>
                  <a:pt x="311325" y="52234"/>
                </a:cubicBezTo>
                <a:cubicBezTo>
                  <a:pt x="311325" y="61617"/>
                  <a:pt x="310248" y="70583"/>
                  <a:pt x="308093" y="79133"/>
                </a:cubicBezTo>
                <a:cubicBezTo>
                  <a:pt x="305938" y="87682"/>
                  <a:pt x="302845" y="95553"/>
                  <a:pt x="298814" y="102747"/>
                </a:cubicBezTo>
                <a:cubicBezTo>
                  <a:pt x="294783" y="109941"/>
                  <a:pt x="289952" y="116197"/>
                  <a:pt x="284322" y="121514"/>
                </a:cubicBezTo>
                <a:cubicBezTo>
                  <a:pt x="278692" y="126831"/>
                  <a:pt x="273236" y="130915"/>
                  <a:pt x="267953" y="133764"/>
                </a:cubicBezTo>
                <a:cubicBezTo>
                  <a:pt x="262671" y="136614"/>
                  <a:pt x="256763" y="138751"/>
                  <a:pt x="250229" y="140176"/>
                </a:cubicBezTo>
                <a:cubicBezTo>
                  <a:pt x="243696" y="141601"/>
                  <a:pt x="236085" y="142314"/>
                  <a:pt x="227396" y="142314"/>
                </a:cubicBezTo>
                <a:lnTo>
                  <a:pt x="183608" y="142314"/>
                </a:lnTo>
                <a:lnTo>
                  <a:pt x="184754" y="137205"/>
                </a:lnTo>
                <a:cubicBezTo>
                  <a:pt x="187396" y="136788"/>
                  <a:pt x="189377" y="136110"/>
                  <a:pt x="190697" y="135172"/>
                </a:cubicBezTo>
                <a:cubicBezTo>
                  <a:pt x="192018" y="134234"/>
                  <a:pt x="193130" y="132930"/>
                  <a:pt x="194033" y="131262"/>
                </a:cubicBezTo>
                <a:cubicBezTo>
                  <a:pt x="194937" y="129594"/>
                  <a:pt x="195771" y="127561"/>
                  <a:pt x="196536" y="125163"/>
                </a:cubicBezTo>
                <a:cubicBezTo>
                  <a:pt x="197300" y="122765"/>
                  <a:pt x="198447" y="118126"/>
                  <a:pt x="199976" y="111244"/>
                </a:cubicBezTo>
                <a:lnTo>
                  <a:pt x="217700" y="30965"/>
                </a:lnTo>
                <a:cubicBezTo>
                  <a:pt x="219229" y="24014"/>
                  <a:pt x="219994" y="18419"/>
                  <a:pt x="219994" y="14179"/>
                </a:cubicBezTo>
                <a:cubicBezTo>
                  <a:pt x="219994" y="10912"/>
                  <a:pt x="219177" y="8636"/>
                  <a:pt x="217544" y="7350"/>
                </a:cubicBezTo>
                <a:cubicBezTo>
                  <a:pt x="215911" y="6064"/>
                  <a:pt x="213321" y="5317"/>
                  <a:pt x="209777" y="5109"/>
                </a:cubicBezTo>
                <a:lnTo>
                  <a:pt x="210923" y="0"/>
                </a:lnTo>
                <a:lnTo>
                  <a:pt x="250438" y="0"/>
                </a:lnTo>
                <a:moveTo>
                  <a:pt x="213843" y="132722"/>
                </a:moveTo>
                <a:cubicBezTo>
                  <a:pt x="215858" y="132930"/>
                  <a:pt x="219716" y="133035"/>
                  <a:pt x="225415" y="133035"/>
                </a:cubicBezTo>
                <a:cubicBezTo>
                  <a:pt x="236675" y="133035"/>
                  <a:pt x="246233" y="131071"/>
                  <a:pt x="254087" y="127144"/>
                </a:cubicBezTo>
                <a:cubicBezTo>
                  <a:pt x="261941" y="123217"/>
                  <a:pt x="268718" y="117066"/>
                  <a:pt x="274417" y="108690"/>
                </a:cubicBezTo>
                <a:cubicBezTo>
                  <a:pt x="280117" y="100315"/>
                  <a:pt x="284322" y="91487"/>
                  <a:pt x="287033" y="82208"/>
                </a:cubicBezTo>
                <a:cubicBezTo>
                  <a:pt x="289743" y="72929"/>
                  <a:pt x="291099" y="63146"/>
                  <a:pt x="291099" y="52859"/>
                </a:cubicBezTo>
                <a:cubicBezTo>
                  <a:pt x="291099" y="38333"/>
                  <a:pt x="287710" y="27403"/>
                  <a:pt x="280933" y="20070"/>
                </a:cubicBezTo>
                <a:cubicBezTo>
                  <a:pt x="274157" y="12737"/>
                  <a:pt x="264096" y="9071"/>
                  <a:pt x="250750" y="9071"/>
                </a:cubicBezTo>
                <a:cubicBezTo>
                  <a:pt x="247692" y="9071"/>
                  <a:pt x="244391" y="9175"/>
                  <a:pt x="240846" y="9383"/>
                </a:cubicBezTo>
                <a:lnTo>
                  <a:pt x="213843" y="1327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Text -">
            <a:extLst xmlns:a="http://schemas.openxmlformats.org/drawingml/2006/main">
              <a:ext uri="{FF2B5EF4-FFF2-40B4-BE49-F238E27FC236}">
                <a16:creationId xmlns:a16="http://schemas.microsoft.com/office/drawing/2014/main" id="{6E465806-4452-4809-B003-137B63FC4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158" y="838723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4" name="Text ∀">
            <a:extLst xmlns:a="http://schemas.openxmlformats.org/drawingml/2006/main">
              <a:ext uri="{FF2B5EF4-FFF2-40B4-BE49-F238E27FC236}">
                <a16:creationId xmlns:a16="http://schemas.microsoft.com/office/drawing/2014/main" id="{AC355C20-BE51-4291-8788-7237F779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870" y="1014621"/>
            <a:ext cx="124277" cy="133556"/>
          </a:xfrm>
          <a:custGeom xmlns:a="http://schemas.openxmlformats.org/drawingml/2006/main">
            <a:pathLst>
              <a:path w="124277" h="133556">
                <a:moveTo>
                  <a:pt x="18767" y="0"/>
                </a:moveTo>
                <a:lnTo>
                  <a:pt x="31903" y="37846"/>
                </a:lnTo>
                <a:lnTo>
                  <a:pt x="91122" y="37846"/>
                </a:lnTo>
                <a:lnTo>
                  <a:pt x="107074" y="0"/>
                </a:lnTo>
                <a:lnTo>
                  <a:pt x="124277" y="0"/>
                </a:lnTo>
                <a:lnTo>
                  <a:pt x="65788" y="133556"/>
                </a:lnTo>
                <a:lnTo>
                  <a:pt x="49836" y="133556"/>
                </a:lnTo>
                <a:lnTo>
                  <a:pt x="0" y="0"/>
                </a:lnTo>
                <a:lnTo>
                  <a:pt x="18767" y="0"/>
                </a:lnTo>
                <a:moveTo>
                  <a:pt x="85075" y="52130"/>
                </a:moveTo>
                <a:lnTo>
                  <a:pt x="36803" y="52130"/>
                </a:lnTo>
                <a:lnTo>
                  <a:pt x="58698" y="114059"/>
                </a:lnTo>
                <a:lnTo>
                  <a:pt x="85075" y="521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2C62C8-B444-44AF-B7F8-183B529C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978" y="989374"/>
            <a:ext cx="894425" cy="197780"/>
          </a:xfrm>
          <a:custGeom xmlns:a="http://schemas.openxmlformats.org/drawingml/2006/main">
            <a:pathLst>
              <a:path w="894425" h="197780">
                <a:moveTo>
                  <a:pt x="831349" y="0"/>
                </a:moveTo>
                <a:cubicBezTo>
                  <a:pt x="851644" y="5352"/>
                  <a:pt x="867232" y="16908"/>
                  <a:pt x="878109" y="34665"/>
                </a:cubicBezTo>
                <a:cubicBezTo>
                  <a:pt x="888986" y="52424"/>
                  <a:pt x="894425" y="73850"/>
                  <a:pt x="894425" y="98942"/>
                </a:cubicBezTo>
                <a:cubicBezTo>
                  <a:pt x="894425" y="124102"/>
                  <a:pt x="889005" y="145528"/>
                  <a:pt x="878161" y="163218"/>
                </a:cubicBezTo>
                <a:cubicBezTo>
                  <a:pt x="867318" y="180907"/>
                  <a:pt x="851715" y="192428"/>
                  <a:pt x="831349" y="197780"/>
                </a:cubicBezTo>
                <a:lnTo>
                  <a:pt x="828846" y="189752"/>
                </a:lnTo>
                <a:cubicBezTo>
                  <a:pt x="844903" y="184400"/>
                  <a:pt x="856841" y="173835"/>
                  <a:pt x="864660" y="158057"/>
                </a:cubicBezTo>
                <a:cubicBezTo>
                  <a:pt x="872480" y="142279"/>
                  <a:pt x="876389" y="122226"/>
                  <a:pt x="876389" y="97899"/>
                </a:cubicBezTo>
                <a:cubicBezTo>
                  <a:pt x="876389" y="74407"/>
                  <a:pt x="872496" y="54892"/>
                  <a:pt x="864712" y="39358"/>
                </a:cubicBezTo>
                <a:cubicBezTo>
                  <a:pt x="856928" y="23823"/>
                  <a:pt x="844868" y="13380"/>
                  <a:pt x="828534" y="8028"/>
                </a:cubicBezTo>
                <a:lnTo>
                  <a:pt x="831349" y="0"/>
                </a:lnTo>
                <a:close/>
                <a:moveTo>
                  <a:pt x="63078" y="0"/>
                </a:moveTo>
                <a:lnTo>
                  <a:pt x="65892" y="8028"/>
                </a:lnTo>
                <a:cubicBezTo>
                  <a:pt x="49627" y="13380"/>
                  <a:pt x="37586" y="23823"/>
                  <a:pt x="29767" y="39358"/>
                </a:cubicBezTo>
                <a:cubicBezTo>
                  <a:pt x="21947" y="54892"/>
                  <a:pt x="18038" y="74407"/>
                  <a:pt x="18038" y="97899"/>
                </a:cubicBezTo>
                <a:cubicBezTo>
                  <a:pt x="18038" y="122226"/>
                  <a:pt x="21947" y="142279"/>
                  <a:pt x="29767" y="158057"/>
                </a:cubicBezTo>
                <a:cubicBezTo>
                  <a:pt x="37586" y="173835"/>
                  <a:pt x="49524" y="184400"/>
                  <a:pt x="65579" y="189752"/>
                </a:cubicBezTo>
                <a:lnTo>
                  <a:pt x="63078" y="197780"/>
                </a:lnTo>
                <a:cubicBezTo>
                  <a:pt x="42712" y="192428"/>
                  <a:pt x="27108" y="180907"/>
                  <a:pt x="16264" y="163218"/>
                </a:cubicBezTo>
                <a:cubicBezTo>
                  <a:pt x="5422" y="145528"/>
                  <a:pt x="0" y="124102"/>
                  <a:pt x="0" y="98942"/>
                </a:cubicBezTo>
                <a:cubicBezTo>
                  <a:pt x="0" y="73850"/>
                  <a:pt x="5439" y="52424"/>
                  <a:pt x="16318" y="34665"/>
                </a:cubicBezTo>
                <a:cubicBezTo>
                  <a:pt x="27195" y="16908"/>
                  <a:pt x="42781" y="5352"/>
                  <a:pt x="63078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Text %">
            <a:extLst xmlns:a="http://schemas.openxmlformats.org/drawingml/2006/main">
              <a:ext uri="{FF2B5EF4-FFF2-40B4-BE49-F238E27FC236}">
                <a16:creationId xmlns:a16="http://schemas.microsoft.com/office/drawing/2014/main" id="{9CD1135C-0D88-4706-8D4E-EBEB2D9A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038" y="1046733"/>
            <a:ext cx="86535" cy="103112"/>
          </a:xfrm>
          <a:custGeom xmlns:a="http://schemas.openxmlformats.org/drawingml/2006/main">
            <a:pathLst>
              <a:path w="86535" h="103112">
                <a:moveTo>
                  <a:pt x="73398" y="27003"/>
                </a:moveTo>
                <a:cubicBezTo>
                  <a:pt x="72634" y="20817"/>
                  <a:pt x="70601" y="16125"/>
                  <a:pt x="67299" y="12928"/>
                </a:cubicBezTo>
                <a:cubicBezTo>
                  <a:pt x="63998" y="9731"/>
                  <a:pt x="58802" y="8132"/>
                  <a:pt x="51713" y="8132"/>
                </a:cubicBezTo>
                <a:cubicBezTo>
                  <a:pt x="46222" y="8132"/>
                  <a:pt x="41773" y="9540"/>
                  <a:pt x="38367" y="12355"/>
                </a:cubicBezTo>
                <a:cubicBezTo>
                  <a:pt x="34962" y="15170"/>
                  <a:pt x="33259" y="18871"/>
                  <a:pt x="33259" y="23458"/>
                </a:cubicBezTo>
                <a:cubicBezTo>
                  <a:pt x="33259" y="25961"/>
                  <a:pt x="33693" y="28167"/>
                  <a:pt x="34562" y="30079"/>
                </a:cubicBezTo>
                <a:cubicBezTo>
                  <a:pt x="35431" y="31990"/>
                  <a:pt x="37186" y="34093"/>
                  <a:pt x="39827" y="36386"/>
                </a:cubicBezTo>
                <a:cubicBezTo>
                  <a:pt x="42468" y="38680"/>
                  <a:pt x="46569" y="41495"/>
                  <a:pt x="52130" y="44831"/>
                </a:cubicBezTo>
                <a:cubicBezTo>
                  <a:pt x="56508" y="47473"/>
                  <a:pt x="60018" y="49888"/>
                  <a:pt x="62660" y="52077"/>
                </a:cubicBezTo>
                <a:cubicBezTo>
                  <a:pt x="65301" y="54267"/>
                  <a:pt x="67386" y="56439"/>
                  <a:pt x="68915" y="58594"/>
                </a:cubicBezTo>
                <a:cubicBezTo>
                  <a:pt x="70444" y="60748"/>
                  <a:pt x="71557" y="63025"/>
                  <a:pt x="72252" y="65423"/>
                </a:cubicBezTo>
                <a:cubicBezTo>
                  <a:pt x="72947" y="67821"/>
                  <a:pt x="73294" y="70722"/>
                  <a:pt x="73294" y="74128"/>
                </a:cubicBezTo>
                <a:cubicBezTo>
                  <a:pt x="73294" y="80314"/>
                  <a:pt x="71643" y="85614"/>
                  <a:pt x="68342" y="90028"/>
                </a:cubicBezTo>
                <a:cubicBezTo>
                  <a:pt x="65040" y="94441"/>
                  <a:pt x="60557" y="97726"/>
                  <a:pt x="54892" y="99880"/>
                </a:cubicBezTo>
                <a:cubicBezTo>
                  <a:pt x="49228" y="102035"/>
                  <a:pt x="42781" y="103112"/>
                  <a:pt x="35552" y="103112"/>
                </a:cubicBezTo>
                <a:cubicBezTo>
                  <a:pt x="29783" y="103112"/>
                  <a:pt x="24119" y="102678"/>
                  <a:pt x="18558" y="101809"/>
                </a:cubicBezTo>
                <a:cubicBezTo>
                  <a:pt x="12998" y="100940"/>
                  <a:pt x="6812" y="99463"/>
                  <a:pt x="0" y="97378"/>
                </a:cubicBezTo>
                <a:lnTo>
                  <a:pt x="5004" y="74650"/>
                </a:lnTo>
                <a:lnTo>
                  <a:pt x="13137" y="74650"/>
                </a:lnTo>
                <a:cubicBezTo>
                  <a:pt x="13415" y="81322"/>
                  <a:pt x="15291" y="86361"/>
                  <a:pt x="18767" y="89767"/>
                </a:cubicBezTo>
                <a:cubicBezTo>
                  <a:pt x="22242" y="93173"/>
                  <a:pt x="27768" y="94876"/>
                  <a:pt x="35344" y="94876"/>
                </a:cubicBezTo>
                <a:cubicBezTo>
                  <a:pt x="41947" y="94876"/>
                  <a:pt x="47108" y="93399"/>
                  <a:pt x="50826" y="90445"/>
                </a:cubicBezTo>
                <a:cubicBezTo>
                  <a:pt x="54545" y="87491"/>
                  <a:pt x="56404" y="83303"/>
                  <a:pt x="56404" y="77882"/>
                </a:cubicBezTo>
                <a:cubicBezTo>
                  <a:pt x="56404" y="74754"/>
                  <a:pt x="55883" y="72060"/>
                  <a:pt x="54840" y="69801"/>
                </a:cubicBezTo>
                <a:cubicBezTo>
                  <a:pt x="53798" y="67543"/>
                  <a:pt x="52095" y="65370"/>
                  <a:pt x="49732" y="63285"/>
                </a:cubicBezTo>
                <a:cubicBezTo>
                  <a:pt x="47368" y="61200"/>
                  <a:pt x="43615" y="58594"/>
                  <a:pt x="38472" y="55466"/>
                </a:cubicBezTo>
                <a:cubicBezTo>
                  <a:pt x="33050" y="52199"/>
                  <a:pt x="28828" y="49245"/>
                  <a:pt x="25804" y="46604"/>
                </a:cubicBezTo>
                <a:cubicBezTo>
                  <a:pt x="22781" y="43963"/>
                  <a:pt x="20504" y="41095"/>
                  <a:pt x="18975" y="38002"/>
                </a:cubicBezTo>
                <a:cubicBezTo>
                  <a:pt x="17446" y="34909"/>
                  <a:pt x="16681" y="31347"/>
                  <a:pt x="16681" y="27316"/>
                </a:cubicBezTo>
                <a:cubicBezTo>
                  <a:pt x="16681" y="21825"/>
                  <a:pt x="18158" y="17012"/>
                  <a:pt x="21112" y="12876"/>
                </a:cubicBezTo>
                <a:cubicBezTo>
                  <a:pt x="24066" y="8740"/>
                  <a:pt x="28289" y="5560"/>
                  <a:pt x="33780" y="3336"/>
                </a:cubicBezTo>
                <a:cubicBezTo>
                  <a:pt x="39271" y="1112"/>
                  <a:pt x="45665" y="0"/>
                  <a:pt x="52964" y="0"/>
                </a:cubicBezTo>
                <a:cubicBezTo>
                  <a:pt x="59428" y="0"/>
                  <a:pt x="65318" y="382"/>
                  <a:pt x="70636" y="1147"/>
                </a:cubicBezTo>
                <a:cubicBezTo>
                  <a:pt x="75953" y="1911"/>
                  <a:pt x="81253" y="3232"/>
                  <a:pt x="86535" y="5109"/>
                </a:cubicBezTo>
                <a:lnTo>
                  <a:pt x="81843" y="27003"/>
                </a:lnTo>
                <a:lnTo>
                  <a:pt x="73398" y="27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Text ,">
            <a:extLst xmlns:a="http://schemas.openxmlformats.org/drawingml/2006/main">
              <a:ext uri="{FF2B5EF4-FFF2-40B4-BE49-F238E27FC236}">
                <a16:creationId xmlns:a16="http://schemas.microsoft.com/office/drawing/2014/main" id="{958A9EF7-0252-404C-8DA7-07A5F1E5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113" y="1115963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Text ,'">
            <a:extLst xmlns:a="http://schemas.openxmlformats.org/drawingml/2006/main">
              <a:ext uri="{FF2B5EF4-FFF2-40B4-BE49-F238E27FC236}">
                <a16:creationId xmlns:a16="http://schemas.microsoft.com/office/drawing/2014/main" id="{4BE962C9-8401-4B3D-ADC1-789F6593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6541" y="1046629"/>
            <a:ext cx="187472" cy="130220"/>
          </a:xfrm>
          <a:custGeom xmlns:a="http://schemas.openxmlformats.org/drawingml/2006/main">
            <a:pathLst>
              <a:path w="187472" h="130220">
                <a:moveTo>
                  <a:pt x="29714" y="77256"/>
                </a:moveTo>
                <a:cubicBezTo>
                  <a:pt x="30687" y="82121"/>
                  <a:pt x="31173" y="86917"/>
                  <a:pt x="31173" y="91644"/>
                </a:cubicBezTo>
                <a:cubicBezTo>
                  <a:pt x="31173" y="96509"/>
                  <a:pt x="30339" y="100958"/>
                  <a:pt x="28671" y="104989"/>
                </a:cubicBezTo>
                <a:cubicBezTo>
                  <a:pt x="27003" y="109020"/>
                  <a:pt x="24345" y="113034"/>
                  <a:pt x="20695" y="117031"/>
                </a:cubicBezTo>
                <a:cubicBezTo>
                  <a:pt x="17046" y="121027"/>
                  <a:pt x="12025" y="125424"/>
                  <a:pt x="5630" y="130220"/>
                </a:cubicBezTo>
                <a:lnTo>
                  <a:pt x="0" y="123860"/>
                </a:lnTo>
                <a:cubicBezTo>
                  <a:pt x="3545" y="120524"/>
                  <a:pt x="6117" y="117517"/>
                  <a:pt x="7715" y="114841"/>
                </a:cubicBezTo>
                <a:cubicBezTo>
                  <a:pt x="9314" y="112165"/>
                  <a:pt x="10461" y="109125"/>
                  <a:pt x="11156" y="105719"/>
                </a:cubicBezTo>
                <a:cubicBezTo>
                  <a:pt x="11851" y="102313"/>
                  <a:pt x="12198" y="98038"/>
                  <a:pt x="12198" y="92895"/>
                </a:cubicBezTo>
                <a:cubicBezTo>
                  <a:pt x="12198" y="87612"/>
                  <a:pt x="11955" y="82399"/>
                  <a:pt x="11469" y="77256"/>
                </a:cubicBezTo>
                <a:lnTo>
                  <a:pt x="29714" y="77256"/>
                </a:lnTo>
                <a:close/>
                <a:moveTo>
                  <a:pt x="126688" y="54319"/>
                </a:moveTo>
                <a:cubicBezTo>
                  <a:pt x="125646" y="48828"/>
                  <a:pt x="124569" y="43546"/>
                  <a:pt x="123456" y="38472"/>
                </a:cubicBezTo>
                <a:cubicBezTo>
                  <a:pt x="122344" y="33398"/>
                  <a:pt x="121197" y="28671"/>
                  <a:pt x="120016" y="24292"/>
                </a:cubicBezTo>
                <a:cubicBezTo>
                  <a:pt x="118834" y="19913"/>
                  <a:pt x="117861" y="17046"/>
                  <a:pt x="117097" y="15691"/>
                </a:cubicBezTo>
                <a:cubicBezTo>
                  <a:pt x="116332" y="14336"/>
                  <a:pt x="115515" y="13397"/>
                  <a:pt x="114647" y="12876"/>
                </a:cubicBezTo>
                <a:cubicBezTo>
                  <a:pt x="113778" y="12355"/>
                  <a:pt x="112683" y="12094"/>
                  <a:pt x="111362" y="12094"/>
                </a:cubicBezTo>
                <a:cubicBezTo>
                  <a:pt x="109903" y="12094"/>
                  <a:pt x="108582" y="12424"/>
                  <a:pt x="107401" y="13085"/>
                </a:cubicBezTo>
                <a:cubicBezTo>
                  <a:pt x="106219" y="13745"/>
                  <a:pt x="104933" y="14892"/>
                  <a:pt x="103543" y="16525"/>
                </a:cubicBezTo>
                <a:cubicBezTo>
                  <a:pt x="102153" y="18158"/>
                  <a:pt x="100311" y="20713"/>
                  <a:pt x="98017" y="24188"/>
                </a:cubicBezTo>
                <a:lnTo>
                  <a:pt x="91240" y="19705"/>
                </a:lnTo>
                <a:cubicBezTo>
                  <a:pt x="95619" y="13102"/>
                  <a:pt x="99824" y="8167"/>
                  <a:pt x="103856" y="4900"/>
                </a:cubicBezTo>
                <a:cubicBezTo>
                  <a:pt x="107887" y="1633"/>
                  <a:pt x="112648" y="0"/>
                  <a:pt x="118139" y="0"/>
                </a:cubicBezTo>
                <a:cubicBezTo>
                  <a:pt x="120294" y="0"/>
                  <a:pt x="122188" y="243"/>
                  <a:pt x="123821" y="730"/>
                </a:cubicBezTo>
                <a:cubicBezTo>
                  <a:pt x="125455" y="1216"/>
                  <a:pt x="126897" y="1964"/>
                  <a:pt x="128148" y="2971"/>
                </a:cubicBezTo>
                <a:cubicBezTo>
                  <a:pt x="129399" y="3979"/>
                  <a:pt x="130511" y="5282"/>
                  <a:pt x="131484" y="6881"/>
                </a:cubicBezTo>
                <a:cubicBezTo>
                  <a:pt x="132457" y="8480"/>
                  <a:pt x="133396" y="10652"/>
                  <a:pt x="134299" y="13397"/>
                </a:cubicBezTo>
                <a:cubicBezTo>
                  <a:pt x="135203" y="16143"/>
                  <a:pt x="136054" y="19549"/>
                  <a:pt x="136854" y="23615"/>
                </a:cubicBezTo>
                <a:cubicBezTo>
                  <a:pt x="137653" y="27681"/>
                  <a:pt x="138365" y="31903"/>
                  <a:pt x="138991" y="36282"/>
                </a:cubicBezTo>
                <a:lnTo>
                  <a:pt x="140034" y="36282"/>
                </a:lnTo>
                <a:cubicBezTo>
                  <a:pt x="146706" y="26899"/>
                  <a:pt x="151763" y="20035"/>
                  <a:pt x="155203" y="15691"/>
                </a:cubicBezTo>
                <a:cubicBezTo>
                  <a:pt x="158644" y="11347"/>
                  <a:pt x="161546" y="8115"/>
                  <a:pt x="163909" y="5995"/>
                </a:cubicBezTo>
                <a:cubicBezTo>
                  <a:pt x="166272" y="3875"/>
                  <a:pt x="168548" y="2381"/>
                  <a:pt x="170738" y="1512"/>
                </a:cubicBezTo>
                <a:cubicBezTo>
                  <a:pt x="172927" y="643"/>
                  <a:pt x="175829" y="209"/>
                  <a:pt x="179444" y="209"/>
                </a:cubicBezTo>
                <a:cubicBezTo>
                  <a:pt x="182710" y="209"/>
                  <a:pt x="185386" y="626"/>
                  <a:pt x="187472" y="1460"/>
                </a:cubicBezTo>
                <a:lnTo>
                  <a:pt x="183301" y="20331"/>
                </a:lnTo>
                <a:lnTo>
                  <a:pt x="176003" y="20331"/>
                </a:lnTo>
                <a:cubicBezTo>
                  <a:pt x="175586" y="17411"/>
                  <a:pt x="174370" y="15952"/>
                  <a:pt x="172354" y="15952"/>
                </a:cubicBezTo>
                <a:cubicBezTo>
                  <a:pt x="171728" y="15952"/>
                  <a:pt x="171068" y="16056"/>
                  <a:pt x="170373" y="16264"/>
                </a:cubicBezTo>
                <a:cubicBezTo>
                  <a:pt x="169678" y="16473"/>
                  <a:pt x="168827" y="16925"/>
                  <a:pt x="167819" y="17620"/>
                </a:cubicBezTo>
                <a:cubicBezTo>
                  <a:pt x="166811" y="18315"/>
                  <a:pt x="165334" y="19670"/>
                  <a:pt x="163388" y="21686"/>
                </a:cubicBezTo>
                <a:cubicBezTo>
                  <a:pt x="161441" y="23702"/>
                  <a:pt x="159252" y="26169"/>
                  <a:pt x="156819" y="29088"/>
                </a:cubicBezTo>
                <a:cubicBezTo>
                  <a:pt x="154387" y="32008"/>
                  <a:pt x="151884" y="35066"/>
                  <a:pt x="149313" y="38263"/>
                </a:cubicBezTo>
                <a:lnTo>
                  <a:pt x="142223" y="47125"/>
                </a:lnTo>
                <a:cubicBezTo>
                  <a:pt x="143474" y="53798"/>
                  <a:pt x="144656" y="59567"/>
                  <a:pt x="145768" y="64432"/>
                </a:cubicBezTo>
                <a:cubicBezTo>
                  <a:pt x="146880" y="69298"/>
                  <a:pt x="147870" y="73346"/>
                  <a:pt x="148739" y="76578"/>
                </a:cubicBezTo>
                <a:cubicBezTo>
                  <a:pt x="149608" y="79810"/>
                  <a:pt x="150373" y="82365"/>
                  <a:pt x="151033" y="84241"/>
                </a:cubicBezTo>
                <a:cubicBezTo>
                  <a:pt x="151693" y="86118"/>
                  <a:pt x="152406" y="87526"/>
                  <a:pt x="153170" y="88464"/>
                </a:cubicBezTo>
                <a:cubicBezTo>
                  <a:pt x="153935" y="89402"/>
                  <a:pt x="154717" y="90062"/>
                  <a:pt x="155516" y="90445"/>
                </a:cubicBezTo>
                <a:cubicBezTo>
                  <a:pt x="156315" y="90827"/>
                  <a:pt x="157236" y="91018"/>
                  <a:pt x="158279" y="91018"/>
                </a:cubicBezTo>
                <a:cubicBezTo>
                  <a:pt x="160156" y="91018"/>
                  <a:pt x="161980" y="90288"/>
                  <a:pt x="163753" y="88829"/>
                </a:cubicBezTo>
                <a:cubicBezTo>
                  <a:pt x="165525" y="87369"/>
                  <a:pt x="168079" y="84068"/>
                  <a:pt x="171416" y="78924"/>
                </a:cubicBezTo>
                <a:lnTo>
                  <a:pt x="178192" y="83407"/>
                </a:lnTo>
                <a:cubicBezTo>
                  <a:pt x="173327" y="90636"/>
                  <a:pt x="168931" y="95727"/>
                  <a:pt x="165004" y="98681"/>
                </a:cubicBezTo>
                <a:cubicBezTo>
                  <a:pt x="161077" y="101635"/>
                  <a:pt x="156402" y="103112"/>
                  <a:pt x="150981" y="103112"/>
                </a:cubicBezTo>
                <a:cubicBezTo>
                  <a:pt x="147992" y="103112"/>
                  <a:pt x="145455" y="102574"/>
                  <a:pt x="143370" y="101496"/>
                </a:cubicBezTo>
                <a:cubicBezTo>
                  <a:pt x="141285" y="100419"/>
                  <a:pt x="139478" y="98699"/>
                  <a:pt x="137948" y="96335"/>
                </a:cubicBezTo>
                <a:cubicBezTo>
                  <a:pt x="136419" y="93972"/>
                  <a:pt x="135064" y="90288"/>
                  <a:pt x="133882" y="85284"/>
                </a:cubicBezTo>
                <a:cubicBezTo>
                  <a:pt x="131728" y="76387"/>
                  <a:pt x="130407" y="69576"/>
                  <a:pt x="129920" y="64849"/>
                </a:cubicBezTo>
                <a:lnTo>
                  <a:pt x="128878" y="64849"/>
                </a:lnTo>
                <a:cubicBezTo>
                  <a:pt x="121510" y="75206"/>
                  <a:pt x="116037" y="82643"/>
                  <a:pt x="112457" y="87161"/>
                </a:cubicBezTo>
                <a:cubicBezTo>
                  <a:pt x="108878" y="91679"/>
                  <a:pt x="105924" y="95015"/>
                  <a:pt x="103595" y="97169"/>
                </a:cubicBezTo>
                <a:cubicBezTo>
                  <a:pt x="101267" y="99324"/>
                  <a:pt x="99008" y="100836"/>
                  <a:pt x="96818" y="101705"/>
                </a:cubicBezTo>
                <a:cubicBezTo>
                  <a:pt x="94629" y="102574"/>
                  <a:pt x="91727" y="103008"/>
                  <a:pt x="88113" y="103008"/>
                </a:cubicBezTo>
                <a:cubicBezTo>
                  <a:pt x="84846" y="103008"/>
                  <a:pt x="82170" y="102591"/>
                  <a:pt x="80085" y="101757"/>
                </a:cubicBezTo>
                <a:lnTo>
                  <a:pt x="84255" y="82886"/>
                </a:lnTo>
                <a:lnTo>
                  <a:pt x="91553" y="82886"/>
                </a:lnTo>
                <a:cubicBezTo>
                  <a:pt x="91970" y="85805"/>
                  <a:pt x="93187" y="87265"/>
                  <a:pt x="95202" y="87265"/>
                </a:cubicBezTo>
                <a:cubicBezTo>
                  <a:pt x="96175" y="87265"/>
                  <a:pt x="97201" y="87004"/>
                  <a:pt x="98278" y="86483"/>
                </a:cubicBezTo>
                <a:cubicBezTo>
                  <a:pt x="99355" y="85962"/>
                  <a:pt x="100902" y="84711"/>
                  <a:pt x="102917" y="82730"/>
                </a:cubicBezTo>
                <a:cubicBezTo>
                  <a:pt x="104933" y="80749"/>
                  <a:pt x="107713" y="77638"/>
                  <a:pt x="111258" y="73398"/>
                </a:cubicBezTo>
                <a:cubicBezTo>
                  <a:pt x="114803" y="69159"/>
                  <a:pt x="119946" y="62799"/>
                  <a:pt x="126688" y="54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Text ,">
            <a:extLst xmlns:a="http://schemas.openxmlformats.org/drawingml/2006/main">
              <a:ext uri="{FF2B5EF4-FFF2-40B4-BE49-F238E27FC236}">
                <a16:creationId xmlns:a16="http://schemas.microsoft.com/office/drawing/2014/main" id="{22BB7A62-5589-4D13-A82B-D664355F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5358" y="1115963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Text ,(">
            <a:extLst xmlns:a="http://schemas.openxmlformats.org/drawingml/2006/main">
              <a:ext uri="{FF2B5EF4-FFF2-40B4-BE49-F238E27FC236}">
                <a16:creationId xmlns:a16="http://schemas.microsoft.com/office/drawing/2014/main" id="{36A64835-9E25-4D05-B677-B56F0B2C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785" y="1046733"/>
            <a:ext cx="193313" cy="146797"/>
          </a:xfrm>
          <a:custGeom xmlns:a="http://schemas.openxmlformats.org/drawingml/2006/main">
            <a:pathLst>
              <a:path w="193313" h="146797">
                <a:moveTo>
                  <a:pt x="29714" y="77152"/>
                </a:moveTo>
                <a:cubicBezTo>
                  <a:pt x="30687" y="82017"/>
                  <a:pt x="31173" y="86813"/>
                  <a:pt x="31173" y="91539"/>
                </a:cubicBezTo>
                <a:cubicBezTo>
                  <a:pt x="31173" y="96405"/>
                  <a:pt x="30339" y="100853"/>
                  <a:pt x="28671" y="104885"/>
                </a:cubicBezTo>
                <a:cubicBezTo>
                  <a:pt x="27003" y="108916"/>
                  <a:pt x="24345" y="112930"/>
                  <a:pt x="20695" y="116927"/>
                </a:cubicBezTo>
                <a:cubicBezTo>
                  <a:pt x="17046" y="120923"/>
                  <a:pt x="12025" y="125319"/>
                  <a:pt x="5630" y="130115"/>
                </a:cubicBezTo>
                <a:lnTo>
                  <a:pt x="0" y="123756"/>
                </a:lnTo>
                <a:cubicBezTo>
                  <a:pt x="3545" y="120419"/>
                  <a:pt x="6117" y="117413"/>
                  <a:pt x="7715" y="114737"/>
                </a:cubicBezTo>
                <a:cubicBezTo>
                  <a:pt x="9314" y="112061"/>
                  <a:pt x="10461" y="109020"/>
                  <a:pt x="11156" y="105614"/>
                </a:cubicBezTo>
                <a:cubicBezTo>
                  <a:pt x="11851" y="102209"/>
                  <a:pt x="12198" y="97934"/>
                  <a:pt x="12198" y="92791"/>
                </a:cubicBezTo>
                <a:cubicBezTo>
                  <a:pt x="12198" y="87508"/>
                  <a:pt x="11955" y="82295"/>
                  <a:pt x="11469" y="77152"/>
                </a:cubicBezTo>
                <a:lnTo>
                  <a:pt x="29714" y="77152"/>
                </a:lnTo>
                <a:close/>
                <a:moveTo>
                  <a:pt x="127943" y="101548"/>
                </a:moveTo>
                <a:cubicBezTo>
                  <a:pt x="125927" y="89385"/>
                  <a:pt x="123182" y="74719"/>
                  <a:pt x="119707" y="57551"/>
                </a:cubicBezTo>
                <a:cubicBezTo>
                  <a:pt x="116023" y="39201"/>
                  <a:pt x="113590" y="27837"/>
                  <a:pt x="112408" y="23458"/>
                </a:cubicBezTo>
                <a:cubicBezTo>
                  <a:pt x="110949" y="18176"/>
                  <a:pt x="109420" y="14805"/>
                  <a:pt x="107821" y="13345"/>
                </a:cubicBezTo>
                <a:cubicBezTo>
                  <a:pt x="106848" y="12442"/>
                  <a:pt x="105632" y="11990"/>
                  <a:pt x="104172" y="11990"/>
                </a:cubicBezTo>
                <a:cubicBezTo>
                  <a:pt x="101948" y="11990"/>
                  <a:pt x="99863" y="12893"/>
                  <a:pt x="97916" y="14701"/>
                </a:cubicBezTo>
                <a:cubicBezTo>
                  <a:pt x="95970" y="16508"/>
                  <a:pt x="93572" y="19635"/>
                  <a:pt x="90722" y="24084"/>
                </a:cubicBezTo>
                <a:lnTo>
                  <a:pt x="83946" y="19601"/>
                </a:lnTo>
                <a:cubicBezTo>
                  <a:pt x="88742" y="12442"/>
                  <a:pt x="93225" y="7385"/>
                  <a:pt x="97395" y="4431"/>
                </a:cubicBezTo>
                <a:cubicBezTo>
                  <a:pt x="101565" y="1477"/>
                  <a:pt x="106222" y="0"/>
                  <a:pt x="111366" y="0"/>
                </a:cubicBezTo>
                <a:cubicBezTo>
                  <a:pt x="114216" y="0"/>
                  <a:pt x="116648" y="382"/>
                  <a:pt x="118664" y="1147"/>
                </a:cubicBezTo>
                <a:cubicBezTo>
                  <a:pt x="120054" y="1703"/>
                  <a:pt x="121444" y="2624"/>
                  <a:pt x="122834" y="3910"/>
                </a:cubicBezTo>
                <a:cubicBezTo>
                  <a:pt x="124224" y="5196"/>
                  <a:pt x="125458" y="6985"/>
                  <a:pt x="126535" y="9279"/>
                </a:cubicBezTo>
                <a:cubicBezTo>
                  <a:pt x="127613" y="11573"/>
                  <a:pt x="128551" y="14144"/>
                  <a:pt x="129350" y="16994"/>
                </a:cubicBezTo>
                <a:cubicBezTo>
                  <a:pt x="130150" y="19844"/>
                  <a:pt x="131036" y="23945"/>
                  <a:pt x="132009" y="29297"/>
                </a:cubicBezTo>
                <a:cubicBezTo>
                  <a:pt x="133677" y="38263"/>
                  <a:pt x="135293" y="47699"/>
                  <a:pt x="136857" y="57603"/>
                </a:cubicBezTo>
                <a:cubicBezTo>
                  <a:pt x="138421" y="67508"/>
                  <a:pt x="139759" y="76700"/>
                  <a:pt x="140871" y="85180"/>
                </a:cubicBezTo>
                <a:cubicBezTo>
                  <a:pt x="147613" y="75449"/>
                  <a:pt x="153330" y="65927"/>
                  <a:pt x="158022" y="56613"/>
                </a:cubicBezTo>
                <a:cubicBezTo>
                  <a:pt x="162713" y="47299"/>
                  <a:pt x="166084" y="39201"/>
                  <a:pt x="168135" y="32320"/>
                </a:cubicBezTo>
                <a:cubicBezTo>
                  <a:pt x="170185" y="25439"/>
                  <a:pt x="171211" y="19844"/>
                  <a:pt x="171211" y="15535"/>
                </a:cubicBezTo>
                <a:cubicBezTo>
                  <a:pt x="171211" y="12268"/>
                  <a:pt x="170515" y="10044"/>
                  <a:pt x="169125" y="8862"/>
                </a:cubicBezTo>
                <a:cubicBezTo>
                  <a:pt x="167735" y="7680"/>
                  <a:pt x="165372" y="6985"/>
                  <a:pt x="162036" y="6777"/>
                </a:cubicBezTo>
                <a:lnTo>
                  <a:pt x="163078" y="1668"/>
                </a:lnTo>
                <a:lnTo>
                  <a:pt x="190498" y="1668"/>
                </a:lnTo>
                <a:lnTo>
                  <a:pt x="193313" y="6881"/>
                </a:lnTo>
                <a:cubicBezTo>
                  <a:pt x="188031" y="21338"/>
                  <a:pt x="180872" y="36803"/>
                  <a:pt x="171836" y="53276"/>
                </a:cubicBezTo>
                <a:cubicBezTo>
                  <a:pt x="162939" y="69402"/>
                  <a:pt x="152757" y="85458"/>
                  <a:pt x="141288" y="101444"/>
                </a:cubicBezTo>
                <a:cubicBezTo>
                  <a:pt x="130306" y="116666"/>
                  <a:pt x="121166" y="127683"/>
                  <a:pt x="113868" y="134494"/>
                </a:cubicBezTo>
                <a:cubicBezTo>
                  <a:pt x="108794" y="139151"/>
                  <a:pt x="103894" y="142487"/>
                  <a:pt x="99167" y="144503"/>
                </a:cubicBezTo>
                <a:cubicBezTo>
                  <a:pt x="95414" y="146032"/>
                  <a:pt x="91418" y="146797"/>
                  <a:pt x="87178" y="146797"/>
                </a:cubicBezTo>
                <a:cubicBezTo>
                  <a:pt x="85718" y="146797"/>
                  <a:pt x="84033" y="146675"/>
                  <a:pt x="82121" y="146432"/>
                </a:cubicBezTo>
                <a:cubicBezTo>
                  <a:pt x="80210" y="146189"/>
                  <a:pt x="78733" y="145858"/>
                  <a:pt x="77690" y="145441"/>
                </a:cubicBezTo>
                <a:lnTo>
                  <a:pt x="82173" y="125215"/>
                </a:lnTo>
                <a:lnTo>
                  <a:pt x="90410" y="125215"/>
                </a:lnTo>
                <a:cubicBezTo>
                  <a:pt x="90410" y="129664"/>
                  <a:pt x="91939" y="131888"/>
                  <a:pt x="94997" y="131888"/>
                </a:cubicBezTo>
                <a:cubicBezTo>
                  <a:pt x="99028" y="131888"/>
                  <a:pt x="103720" y="129368"/>
                  <a:pt x="109072" y="124329"/>
                </a:cubicBezTo>
                <a:cubicBezTo>
                  <a:pt x="114424" y="119290"/>
                  <a:pt x="120714" y="111696"/>
                  <a:pt x="127943" y="1015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Text ,">
            <a:extLst xmlns:a="http://schemas.openxmlformats.org/drawingml/2006/main">
              <a:ext uri="{FF2B5EF4-FFF2-40B4-BE49-F238E27FC236}">
                <a16:creationId xmlns:a16="http://schemas.microsoft.com/office/drawing/2014/main" id="{EF702EFE-A2A0-41AD-B589-800B5A29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3625" y="1115963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Text ∈!">
            <a:extLst xmlns:a="http://schemas.openxmlformats.org/drawingml/2006/main">
              <a:ext uri="{FF2B5EF4-FFF2-40B4-BE49-F238E27FC236}">
                <a16:creationId xmlns:a16="http://schemas.microsoft.com/office/drawing/2014/main" id="{62452A77-8F33-40AA-A44A-056A85B21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607" y="1005759"/>
            <a:ext cx="311326" cy="142314"/>
          </a:xfrm>
          <a:custGeom xmlns:a="http://schemas.openxmlformats.org/drawingml/2006/main">
            <a:pathLst>
              <a:path w="311326" h="142314">
                <a:moveTo>
                  <a:pt x="102591" y="73086"/>
                </a:moveTo>
                <a:lnTo>
                  <a:pt x="102591" y="87578"/>
                </a:lnTo>
                <a:lnTo>
                  <a:pt x="16473" y="87578"/>
                </a:lnTo>
                <a:cubicBezTo>
                  <a:pt x="16820" y="94042"/>
                  <a:pt x="17759" y="99776"/>
                  <a:pt x="19288" y="104780"/>
                </a:cubicBezTo>
                <a:cubicBezTo>
                  <a:pt x="20817" y="109785"/>
                  <a:pt x="23128" y="114042"/>
                  <a:pt x="26221" y="117552"/>
                </a:cubicBezTo>
                <a:cubicBezTo>
                  <a:pt x="29314" y="121062"/>
                  <a:pt x="33311" y="123651"/>
                  <a:pt x="38211" y="125319"/>
                </a:cubicBezTo>
                <a:cubicBezTo>
                  <a:pt x="43111" y="126988"/>
                  <a:pt x="49871" y="127822"/>
                  <a:pt x="58489" y="127822"/>
                </a:cubicBezTo>
                <a:lnTo>
                  <a:pt x="102591" y="127822"/>
                </a:lnTo>
                <a:lnTo>
                  <a:pt x="102591" y="142314"/>
                </a:lnTo>
                <a:lnTo>
                  <a:pt x="58072" y="142314"/>
                </a:lnTo>
                <a:cubicBezTo>
                  <a:pt x="51261" y="142314"/>
                  <a:pt x="45353" y="141897"/>
                  <a:pt x="40348" y="141063"/>
                </a:cubicBezTo>
                <a:cubicBezTo>
                  <a:pt x="35344" y="140229"/>
                  <a:pt x="30826" y="138873"/>
                  <a:pt x="26795" y="136996"/>
                </a:cubicBezTo>
                <a:cubicBezTo>
                  <a:pt x="22763" y="135120"/>
                  <a:pt x="18958" y="132287"/>
                  <a:pt x="15378" y="128499"/>
                </a:cubicBezTo>
                <a:cubicBezTo>
                  <a:pt x="11799" y="124711"/>
                  <a:pt x="8897" y="120524"/>
                  <a:pt x="6673" y="115936"/>
                </a:cubicBezTo>
                <a:cubicBezTo>
                  <a:pt x="4448" y="111349"/>
                  <a:pt x="2780" y="106171"/>
                  <a:pt x="1668" y="100402"/>
                </a:cubicBezTo>
                <a:cubicBezTo>
                  <a:pt x="556" y="94633"/>
                  <a:pt x="0" y="88377"/>
                  <a:pt x="0" y="81635"/>
                </a:cubicBezTo>
                <a:cubicBezTo>
                  <a:pt x="0" y="70653"/>
                  <a:pt x="1077" y="61565"/>
                  <a:pt x="3232" y="54371"/>
                </a:cubicBezTo>
                <a:cubicBezTo>
                  <a:pt x="5387" y="47177"/>
                  <a:pt x="9001" y="40783"/>
                  <a:pt x="14075" y="35187"/>
                </a:cubicBezTo>
                <a:cubicBezTo>
                  <a:pt x="19149" y="29592"/>
                  <a:pt x="25231" y="25578"/>
                  <a:pt x="32320" y="23146"/>
                </a:cubicBezTo>
                <a:cubicBezTo>
                  <a:pt x="39410" y="20713"/>
                  <a:pt x="48585" y="19496"/>
                  <a:pt x="59845" y="19496"/>
                </a:cubicBezTo>
                <a:lnTo>
                  <a:pt x="102591" y="19496"/>
                </a:lnTo>
                <a:lnTo>
                  <a:pt x="102591" y="33988"/>
                </a:lnTo>
                <a:lnTo>
                  <a:pt x="59740" y="33988"/>
                </a:lnTo>
                <a:cubicBezTo>
                  <a:pt x="52859" y="33988"/>
                  <a:pt x="47282" y="34371"/>
                  <a:pt x="43007" y="35135"/>
                </a:cubicBezTo>
                <a:cubicBezTo>
                  <a:pt x="38732" y="35900"/>
                  <a:pt x="35170" y="37134"/>
                  <a:pt x="32320" y="38837"/>
                </a:cubicBezTo>
                <a:cubicBezTo>
                  <a:pt x="29471" y="40539"/>
                  <a:pt x="26881" y="42955"/>
                  <a:pt x="24553" y="46083"/>
                </a:cubicBezTo>
                <a:cubicBezTo>
                  <a:pt x="22225" y="49210"/>
                  <a:pt x="20400" y="53051"/>
                  <a:pt x="19079" y="57603"/>
                </a:cubicBezTo>
                <a:cubicBezTo>
                  <a:pt x="17759" y="62156"/>
                  <a:pt x="16925" y="67317"/>
                  <a:pt x="16577" y="73086"/>
                </a:cubicBezTo>
                <a:lnTo>
                  <a:pt x="102591" y="73086"/>
                </a:lnTo>
                <a:close/>
                <a:moveTo>
                  <a:pt x="250438" y="0"/>
                </a:moveTo>
                <a:cubicBezTo>
                  <a:pt x="260934" y="0"/>
                  <a:pt x="269448" y="799"/>
                  <a:pt x="275982" y="2398"/>
                </a:cubicBezTo>
                <a:cubicBezTo>
                  <a:pt x="282515" y="3997"/>
                  <a:pt x="288614" y="6881"/>
                  <a:pt x="294279" y="11051"/>
                </a:cubicBezTo>
                <a:cubicBezTo>
                  <a:pt x="299944" y="15222"/>
                  <a:pt x="304201" y="20765"/>
                  <a:pt x="307051" y="27681"/>
                </a:cubicBezTo>
                <a:cubicBezTo>
                  <a:pt x="309901" y="34597"/>
                  <a:pt x="311326" y="42781"/>
                  <a:pt x="311326" y="52234"/>
                </a:cubicBezTo>
                <a:cubicBezTo>
                  <a:pt x="311326" y="61617"/>
                  <a:pt x="310248" y="70583"/>
                  <a:pt x="308094" y="79133"/>
                </a:cubicBezTo>
                <a:cubicBezTo>
                  <a:pt x="305939" y="87682"/>
                  <a:pt x="302846" y="95553"/>
                  <a:pt x="298814" y="102747"/>
                </a:cubicBezTo>
                <a:cubicBezTo>
                  <a:pt x="294783" y="109941"/>
                  <a:pt x="289952" y="116197"/>
                  <a:pt x="284322" y="121514"/>
                </a:cubicBezTo>
                <a:cubicBezTo>
                  <a:pt x="278692" y="126831"/>
                  <a:pt x="273236" y="130915"/>
                  <a:pt x="267954" y="133764"/>
                </a:cubicBezTo>
                <a:cubicBezTo>
                  <a:pt x="262671" y="136614"/>
                  <a:pt x="256763" y="138751"/>
                  <a:pt x="250230" y="140176"/>
                </a:cubicBezTo>
                <a:cubicBezTo>
                  <a:pt x="243696" y="141601"/>
                  <a:pt x="236085" y="142314"/>
                  <a:pt x="227397" y="142314"/>
                </a:cubicBezTo>
                <a:lnTo>
                  <a:pt x="183608" y="142314"/>
                </a:lnTo>
                <a:lnTo>
                  <a:pt x="184755" y="137205"/>
                </a:lnTo>
                <a:cubicBezTo>
                  <a:pt x="187396" y="136788"/>
                  <a:pt x="189377" y="136110"/>
                  <a:pt x="190698" y="135172"/>
                </a:cubicBezTo>
                <a:cubicBezTo>
                  <a:pt x="192018" y="134234"/>
                  <a:pt x="193130" y="132930"/>
                  <a:pt x="194034" y="131262"/>
                </a:cubicBezTo>
                <a:cubicBezTo>
                  <a:pt x="194938" y="129594"/>
                  <a:pt x="195772" y="127561"/>
                  <a:pt x="196536" y="125163"/>
                </a:cubicBezTo>
                <a:cubicBezTo>
                  <a:pt x="197301" y="122765"/>
                  <a:pt x="198448" y="118126"/>
                  <a:pt x="199977" y="111244"/>
                </a:cubicBezTo>
                <a:lnTo>
                  <a:pt x="217701" y="30965"/>
                </a:lnTo>
                <a:cubicBezTo>
                  <a:pt x="219230" y="24014"/>
                  <a:pt x="219995" y="18419"/>
                  <a:pt x="219995" y="14179"/>
                </a:cubicBezTo>
                <a:cubicBezTo>
                  <a:pt x="219995" y="10912"/>
                  <a:pt x="219178" y="8636"/>
                  <a:pt x="217544" y="7350"/>
                </a:cubicBezTo>
                <a:cubicBezTo>
                  <a:pt x="215911" y="6064"/>
                  <a:pt x="213322" y="5317"/>
                  <a:pt x="209777" y="5109"/>
                </a:cubicBezTo>
                <a:lnTo>
                  <a:pt x="210924" y="0"/>
                </a:lnTo>
                <a:lnTo>
                  <a:pt x="250438" y="0"/>
                </a:lnTo>
                <a:moveTo>
                  <a:pt x="213843" y="132722"/>
                </a:moveTo>
                <a:cubicBezTo>
                  <a:pt x="215859" y="132930"/>
                  <a:pt x="219717" y="133035"/>
                  <a:pt x="225416" y="133035"/>
                </a:cubicBezTo>
                <a:cubicBezTo>
                  <a:pt x="236676" y="133035"/>
                  <a:pt x="246233" y="131071"/>
                  <a:pt x="254087" y="127144"/>
                </a:cubicBezTo>
                <a:cubicBezTo>
                  <a:pt x="261941" y="123217"/>
                  <a:pt x="268718" y="117066"/>
                  <a:pt x="274418" y="108690"/>
                </a:cubicBezTo>
                <a:cubicBezTo>
                  <a:pt x="280117" y="100315"/>
                  <a:pt x="284322" y="91487"/>
                  <a:pt x="287033" y="82208"/>
                </a:cubicBezTo>
                <a:cubicBezTo>
                  <a:pt x="289744" y="72929"/>
                  <a:pt x="291099" y="63146"/>
                  <a:pt x="291099" y="52859"/>
                </a:cubicBezTo>
                <a:cubicBezTo>
                  <a:pt x="291099" y="38333"/>
                  <a:pt x="287711" y="27403"/>
                  <a:pt x="280934" y="20070"/>
                </a:cubicBezTo>
                <a:cubicBezTo>
                  <a:pt x="274157" y="12737"/>
                  <a:pt x="264096" y="9071"/>
                  <a:pt x="250751" y="9071"/>
                </a:cubicBezTo>
                <a:cubicBezTo>
                  <a:pt x="247693" y="9071"/>
                  <a:pt x="244391" y="9175"/>
                  <a:pt x="240846" y="9383"/>
                </a:cubicBezTo>
                <a:lnTo>
                  <a:pt x="213843" y="1327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Text ,">
            <a:extLst xmlns:a="http://schemas.openxmlformats.org/drawingml/2006/main">
              <a:ext uri="{FF2B5EF4-FFF2-40B4-BE49-F238E27FC236}">
                <a16:creationId xmlns:a16="http://schemas.microsoft.com/office/drawing/2014/main" id="{2A87DCCE-4A10-468E-9A00-75648658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99" y="1115963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Text for">
            <a:extLst xmlns:a="http://schemas.openxmlformats.org/drawingml/2006/main">
              <a:ext uri="{FF2B5EF4-FFF2-40B4-BE49-F238E27FC236}">
                <a16:creationId xmlns:a16="http://schemas.microsoft.com/office/drawing/2014/main" id="{11DE11FA-D1FC-46D9-A3FD-6D35280A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085" y="844713"/>
            <a:ext cx="239673" cy="148048"/>
          </a:xfrm>
          <a:custGeom xmlns:a="http://schemas.openxmlformats.org/drawingml/2006/main">
            <a:pathLst>
              <a:path w="239673" h="148048">
                <a:moveTo>
                  <a:pt x="63494" y="10947"/>
                </a:moveTo>
                <a:cubicBezTo>
                  <a:pt x="63494" y="12268"/>
                  <a:pt x="63424" y="13328"/>
                  <a:pt x="63285" y="14127"/>
                </a:cubicBezTo>
                <a:cubicBezTo>
                  <a:pt x="63146" y="14926"/>
                  <a:pt x="62990" y="15569"/>
                  <a:pt x="62816" y="16056"/>
                </a:cubicBezTo>
                <a:cubicBezTo>
                  <a:pt x="62642" y="16542"/>
                  <a:pt x="62416" y="16873"/>
                  <a:pt x="62138" y="17046"/>
                </a:cubicBezTo>
                <a:cubicBezTo>
                  <a:pt x="61860" y="17220"/>
                  <a:pt x="61513" y="17307"/>
                  <a:pt x="61096" y="17307"/>
                </a:cubicBezTo>
                <a:cubicBezTo>
                  <a:pt x="60609" y="17307"/>
                  <a:pt x="60001" y="17151"/>
                  <a:pt x="59271" y="16838"/>
                </a:cubicBezTo>
                <a:cubicBezTo>
                  <a:pt x="58541" y="16525"/>
                  <a:pt x="57655" y="16178"/>
                  <a:pt x="56613" y="15795"/>
                </a:cubicBezTo>
                <a:cubicBezTo>
                  <a:pt x="55570" y="15413"/>
                  <a:pt x="54336" y="15065"/>
                  <a:pt x="52912" y="14753"/>
                </a:cubicBezTo>
                <a:cubicBezTo>
                  <a:pt x="51487" y="14440"/>
                  <a:pt x="49836" y="14284"/>
                  <a:pt x="47959" y="14284"/>
                </a:cubicBezTo>
                <a:cubicBezTo>
                  <a:pt x="45387" y="14284"/>
                  <a:pt x="43198" y="14699"/>
                  <a:pt x="41391" y="15531"/>
                </a:cubicBezTo>
                <a:cubicBezTo>
                  <a:pt x="39584" y="16363"/>
                  <a:pt x="38124" y="17662"/>
                  <a:pt x="37012" y="19428"/>
                </a:cubicBezTo>
                <a:cubicBezTo>
                  <a:pt x="35900" y="21194"/>
                  <a:pt x="35101" y="23480"/>
                  <a:pt x="34614" y="26286"/>
                </a:cubicBezTo>
                <a:cubicBezTo>
                  <a:pt x="34127" y="29093"/>
                  <a:pt x="33884" y="32505"/>
                  <a:pt x="33884" y="36523"/>
                </a:cubicBezTo>
                <a:lnTo>
                  <a:pt x="33884" y="46708"/>
                </a:lnTo>
                <a:lnTo>
                  <a:pt x="54840" y="46708"/>
                </a:lnTo>
                <a:cubicBezTo>
                  <a:pt x="55396" y="46708"/>
                  <a:pt x="55866" y="46830"/>
                  <a:pt x="56248" y="47073"/>
                </a:cubicBezTo>
                <a:cubicBezTo>
                  <a:pt x="56630" y="47316"/>
                  <a:pt x="56978" y="47733"/>
                  <a:pt x="57290" y="48324"/>
                </a:cubicBezTo>
                <a:cubicBezTo>
                  <a:pt x="57603" y="48915"/>
                  <a:pt x="57846" y="49662"/>
                  <a:pt x="58020" y="50566"/>
                </a:cubicBezTo>
                <a:cubicBezTo>
                  <a:pt x="58194" y="51469"/>
                  <a:pt x="58281" y="52581"/>
                  <a:pt x="58281" y="53902"/>
                </a:cubicBezTo>
                <a:cubicBezTo>
                  <a:pt x="58281" y="56404"/>
                  <a:pt x="57968" y="58211"/>
                  <a:pt x="57343" y="59323"/>
                </a:cubicBezTo>
                <a:cubicBezTo>
                  <a:pt x="56717" y="60436"/>
                  <a:pt x="55883" y="60992"/>
                  <a:pt x="54840" y="60992"/>
                </a:cubicBezTo>
                <a:lnTo>
                  <a:pt x="33884" y="60992"/>
                </a:lnTo>
                <a:lnTo>
                  <a:pt x="33884" y="143353"/>
                </a:lnTo>
                <a:cubicBezTo>
                  <a:pt x="33884" y="143909"/>
                  <a:pt x="33745" y="144379"/>
                  <a:pt x="33467" y="144764"/>
                </a:cubicBezTo>
                <a:cubicBezTo>
                  <a:pt x="33189" y="145146"/>
                  <a:pt x="32720" y="145476"/>
                  <a:pt x="32060" y="145754"/>
                </a:cubicBezTo>
                <a:cubicBezTo>
                  <a:pt x="31399" y="146032"/>
                  <a:pt x="30513" y="146241"/>
                  <a:pt x="29401" y="146380"/>
                </a:cubicBezTo>
                <a:cubicBezTo>
                  <a:pt x="28289" y="146519"/>
                  <a:pt x="26899" y="146588"/>
                  <a:pt x="25231" y="146588"/>
                </a:cubicBezTo>
                <a:cubicBezTo>
                  <a:pt x="23563" y="146588"/>
                  <a:pt x="22172" y="146519"/>
                  <a:pt x="21060" y="146380"/>
                </a:cubicBezTo>
                <a:cubicBezTo>
                  <a:pt x="19948" y="146241"/>
                  <a:pt x="19062" y="146032"/>
                  <a:pt x="18402" y="145754"/>
                </a:cubicBezTo>
                <a:cubicBezTo>
                  <a:pt x="17741" y="145476"/>
                  <a:pt x="17272" y="145146"/>
                  <a:pt x="16994" y="144764"/>
                </a:cubicBezTo>
                <a:cubicBezTo>
                  <a:pt x="16716" y="144379"/>
                  <a:pt x="16577" y="143909"/>
                  <a:pt x="16577" y="143353"/>
                </a:cubicBezTo>
                <a:lnTo>
                  <a:pt x="16577" y="60992"/>
                </a:lnTo>
                <a:lnTo>
                  <a:pt x="3336" y="60992"/>
                </a:lnTo>
                <a:cubicBezTo>
                  <a:pt x="2224" y="60992"/>
                  <a:pt x="1390" y="60436"/>
                  <a:pt x="834" y="59323"/>
                </a:cubicBezTo>
                <a:cubicBezTo>
                  <a:pt x="278" y="58211"/>
                  <a:pt x="0" y="56404"/>
                  <a:pt x="0" y="53902"/>
                </a:cubicBezTo>
                <a:cubicBezTo>
                  <a:pt x="0" y="52581"/>
                  <a:pt x="70" y="51469"/>
                  <a:pt x="209" y="50566"/>
                </a:cubicBezTo>
                <a:cubicBezTo>
                  <a:pt x="348" y="49662"/>
                  <a:pt x="556" y="48915"/>
                  <a:pt x="834" y="48324"/>
                </a:cubicBezTo>
                <a:cubicBezTo>
                  <a:pt x="1112" y="47733"/>
                  <a:pt x="1460" y="47316"/>
                  <a:pt x="1877" y="47073"/>
                </a:cubicBezTo>
                <a:cubicBezTo>
                  <a:pt x="2294" y="46830"/>
                  <a:pt x="2780" y="46708"/>
                  <a:pt x="3336" y="46708"/>
                </a:cubicBezTo>
                <a:lnTo>
                  <a:pt x="16577" y="46708"/>
                </a:lnTo>
                <a:lnTo>
                  <a:pt x="16577" y="37035"/>
                </a:lnTo>
                <a:cubicBezTo>
                  <a:pt x="16577" y="30514"/>
                  <a:pt x="17185" y="24914"/>
                  <a:pt x="18402" y="20233"/>
                </a:cubicBezTo>
                <a:cubicBezTo>
                  <a:pt x="19618" y="15552"/>
                  <a:pt x="21477" y="11720"/>
                  <a:pt x="23980" y="8738"/>
                </a:cubicBezTo>
                <a:cubicBezTo>
                  <a:pt x="26482" y="5756"/>
                  <a:pt x="29627" y="3555"/>
                  <a:pt x="33415" y="2134"/>
                </a:cubicBezTo>
                <a:cubicBezTo>
                  <a:pt x="37203" y="711"/>
                  <a:pt x="41669" y="0"/>
                  <a:pt x="46812" y="0"/>
                </a:cubicBezTo>
                <a:cubicBezTo>
                  <a:pt x="49245" y="0"/>
                  <a:pt x="51608" y="226"/>
                  <a:pt x="53902" y="678"/>
                </a:cubicBezTo>
                <a:cubicBezTo>
                  <a:pt x="56196" y="1129"/>
                  <a:pt x="57968" y="1616"/>
                  <a:pt x="59219" y="2137"/>
                </a:cubicBezTo>
                <a:cubicBezTo>
                  <a:pt x="60470" y="2659"/>
                  <a:pt x="61304" y="3128"/>
                  <a:pt x="61721" y="3545"/>
                </a:cubicBezTo>
                <a:cubicBezTo>
                  <a:pt x="62138" y="3962"/>
                  <a:pt x="62486" y="4501"/>
                  <a:pt x="62764" y="5161"/>
                </a:cubicBezTo>
                <a:cubicBezTo>
                  <a:pt x="63042" y="5821"/>
                  <a:pt x="63233" y="6620"/>
                  <a:pt x="63337" y="7559"/>
                </a:cubicBezTo>
                <a:cubicBezTo>
                  <a:pt x="63442" y="8497"/>
                  <a:pt x="63494" y="9627"/>
                  <a:pt x="63494" y="10947"/>
                </a:cubicBezTo>
                <a:close/>
                <a:moveTo>
                  <a:pt x="159678" y="95449"/>
                </a:moveTo>
                <a:cubicBezTo>
                  <a:pt x="159678" y="103101"/>
                  <a:pt x="158670" y="110145"/>
                  <a:pt x="156655" y="116581"/>
                </a:cubicBezTo>
                <a:cubicBezTo>
                  <a:pt x="154639" y="123017"/>
                  <a:pt x="151633" y="128567"/>
                  <a:pt x="147636" y="133230"/>
                </a:cubicBezTo>
                <a:cubicBezTo>
                  <a:pt x="143640" y="137891"/>
                  <a:pt x="138635" y="141526"/>
                  <a:pt x="132623" y="144135"/>
                </a:cubicBezTo>
                <a:cubicBezTo>
                  <a:pt x="126611" y="146744"/>
                  <a:pt x="119643" y="148048"/>
                  <a:pt x="111719" y="148048"/>
                </a:cubicBezTo>
                <a:cubicBezTo>
                  <a:pt x="104004" y="148048"/>
                  <a:pt x="97279" y="146900"/>
                  <a:pt x="91545" y="144604"/>
                </a:cubicBezTo>
                <a:cubicBezTo>
                  <a:pt x="85811" y="142308"/>
                  <a:pt x="81032" y="138969"/>
                  <a:pt x="77209" y="134585"/>
                </a:cubicBezTo>
                <a:cubicBezTo>
                  <a:pt x="73386" y="130202"/>
                  <a:pt x="70537" y="124880"/>
                  <a:pt x="68660" y="118618"/>
                </a:cubicBezTo>
                <a:cubicBezTo>
                  <a:pt x="66783" y="112355"/>
                  <a:pt x="65845" y="105258"/>
                  <a:pt x="65845" y="97326"/>
                </a:cubicBezTo>
                <a:cubicBezTo>
                  <a:pt x="65845" y="89674"/>
                  <a:pt x="66835" y="82630"/>
                  <a:pt x="68816" y="76194"/>
                </a:cubicBezTo>
                <a:cubicBezTo>
                  <a:pt x="70797" y="69758"/>
                  <a:pt x="73786" y="64209"/>
                  <a:pt x="77783" y="59548"/>
                </a:cubicBezTo>
                <a:cubicBezTo>
                  <a:pt x="81779" y="54885"/>
                  <a:pt x="86766" y="51266"/>
                  <a:pt x="92744" y="48692"/>
                </a:cubicBezTo>
                <a:cubicBezTo>
                  <a:pt x="98721" y="46118"/>
                  <a:pt x="105707" y="44831"/>
                  <a:pt x="113700" y="44831"/>
                </a:cubicBezTo>
                <a:cubicBezTo>
                  <a:pt x="121415" y="44831"/>
                  <a:pt x="128140" y="45979"/>
                  <a:pt x="133874" y="48275"/>
                </a:cubicBezTo>
                <a:cubicBezTo>
                  <a:pt x="139608" y="50571"/>
                  <a:pt x="144387" y="53911"/>
                  <a:pt x="148210" y="58294"/>
                </a:cubicBezTo>
                <a:cubicBezTo>
                  <a:pt x="152033" y="62677"/>
                  <a:pt x="154900" y="68000"/>
                  <a:pt x="156811" y="74262"/>
                </a:cubicBezTo>
                <a:cubicBezTo>
                  <a:pt x="158722" y="80524"/>
                  <a:pt x="159678" y="87586"/>
                  <a:pt x="159678" y="95449"/>
                </a:cubicBezTo>
                <a:moveTo>
                  <a:pt x="141537" y="96596"/>
                </a:moveTo>
                <a:cubicBezTo>
                  <a:pt x="141537" y="91516"/>
                  <a:pt x="141068" y="86713"/>
                  <a:pt x="140130" y="82189"/>
                </a:cubicBezTo>
                <a:cubicBezTo>
                  <a:pt x="139191" y="77664"/>
                  <a:pt x="137645" y="73697"/>
                  <a:pt x="135490" y="70287"/>
                </a:cubicBezTo>
                <a:cubicBezTo>
                  <a:pt x="133335" y="66877"/>
                  <a:pt x="130416" y="64180"/>
                  <a:pt x="126732" y="62197"/>
                </a:cubicBezTo>
                <a:cubicBezTo>
                  <a:pt x="123048" y="60212"/>
                  <a:pt x="118461" y="59219"/>
                  <a:pt x="112970" y="59219"/>
                </a:cubicBezTo>
                <a:cubicBezTo>
                  <a:pt x="107896" y="59219"/>
                  <a:pt x="103535" y="60124"/>
                  <a:pt x="99886" y="61933"/>
                </a:cubicBezTo>
                <a:cubicBezTo>
                  <a:pt x="96237" y="63743"/>
                  <a:pt x="93230" y="66301"/>
                  <a:pt x="90867" y="69609"/>
                </a:cubicBezTo>
                <a:cubicBezTo>
                  <a:pt x="88504" y="72915"/>
                  <a:pt x="86749" y="76830"/>
                  <a:pt x="85602" y="81355"/>
                </a:cubicBezTo>
                <a:cubicBezTo>
                  <a:pt x="84455" y="85877"/>
                  <a:pt x="83882" y="90818"/>
                  <a:pt x="83882" y="96179"/>
                </a:cubicBezTo>
                <a:cubicBezTo>
                  <a:pt x="83882" y="101329"/>
                  <a:pt x="84351" y="106166"/>
                  <a:pt x="85289" y="110691"/>
                </a:cubicBezTo>
                <a:cubicBezTo>
                  <a:pt x="86228" y="115215"/>
                  <a:pt x="87792" y="119165"/>
                  <a:pt x="89981" y="122540"/>
                </a:cubicBezTo>
                <a:cubicBezTo>
                  <a:pt x="92170" y="125916"/>
                  <a:pt x="95107" y="128596"/>
                  <a:pt x="98791" y="130581"/>
                </a:cubicBezTo>
                <a:cubicBezTo>
                  <a:pt x="102475" y="132564"/>
                  <a:pt x="107062" y="133556"/>
                  <a:pt x="112553" y="133556"/>
                </a:cubicBezTo>
                <a:cubicBezTo>
                  <a:pt x="117558" y="133556"/>
                  <a:pt x="121902" y="132651"/>
                  <a:pt x="125585" y="130842"/>
                </a:cubicBezTo>
                <a:cubicBezTo>
                  <a:pt x="129269" y="129033"/>
                  <a:pt x="132293" y="126492"/>
                  <a:pt x="134656" y="123221"/>
                </a:cubicBezTo>
                <a:cubicBezTo>
                  <a:pt x="137019" y="119948"/>
                  <a:pt x="138757" y="116050"/>
                  <a:pt x="139869" y="111528"/>
                </a:cubicBezTo>
                <a:cubicBezTo>
                  <a:pt x="140981" y="107004"/>
                  <a:pt x="141537" y="102026"/>
                  <a:pt x="141537" y="96596"/>
                </a:cubicBezTo>
                <a:close/>
                <a:moveTo>
                  <a:pt x="239673" y="55674"/>
                </a:moveTo>
                <a:cubicBezTo>
                  <a:pt x="239673" y="57204"/>
                  <a:pt x="239639" y="58489"/>
                  <a:pt x="239569" y="59532"/>
                </a:cubicBezTo>
                <a:cubicBezTo>
                  <a:pt x="239500" y="60575"/>
                  <a:pt x="239361" y="61391"/>
                  <a:pt x="239152" y="61982"/>
                </a:cubicBezTo>
                <a:cubicBezTo>
                  <a:pt x="238944" y="62573"/>
                  <a:pt x="238683" y="63025"/>
                  <a:pt x="238370" y="63337"/>
                </a:cubicBezTo>
                <a:cubicBezTo>
                  <a:pt x="238057" y="63650"/>
                  <a:pt x="237623" y="63807"/>
                  <a:pt x="237067" y="63807"/>
                </a:cubicBezTo>
                <a:cubicBezTo>
                  <a:pt x="236511" y="63807"/>
                  <a:pt x="235833" y="63650"/>
                  <a:pt x="235034" y="63337"/>
                </a:cubicBezTo>
                <a:cubicBezTo>
                  <a:pt x="234235" y="63025"/>
                  <a:pt x="233331" y="62712"/>
                  <a:pt x="232323" y="62399"/>
                </a:cubicBezTo>
                <a:cubicBezTo>
                  <a:pt x="231315" y="62086"/>
                  <a:pt x="230186" y="61791"/>
                  <a:pt x="228935" y="61513"/>
                </a:cubicBezTo>
                <a:cubicBezTo>
                  <a:pt x="227684" y="61235"/>
                  <a:pt x="226328" y="61096"/>
                  <a:pt x="224869" y="61096"/>
                </a:cubicBezTo>
                <a:cubicBezTo>
                  <a:pt x="223131" y="61096"/>
                  <a:pt x="221428" y="61443"/>
                  <a:pt x="219760" y="62138"/>
                </a:cubicBezTo>
                <a:cubicBezTo>
                  <a:pt x="218092" y="62833"/>
                  <a:pt x="216337" y="63980"/>
                  <a:pt x="214495" y="65579"/>
                </a:cubicBezTo>
                <a:cubicBezTo>
                  <a:pt x="212653" y="67178"/>
                  <a:pt x="210724" y="69298"/>
                  <a:pt x="208708" y="71939"/>
                </a:cubicBezTo>
                <a:cubicBezTo>
                  <a:pt x="206693" y="74580"/>
                  <a:pt x="204469" y="77812"/>
                  <a:pt x="202036" y="81635"/>
                </a:cubicBezTo>
                <a:lnTo>
                  <a:pt x="202036" y="143356"/>
                </a:lnTo>
                <a:cubicBezTo>
                  <a:pt x="202036" y="143912"/>
                  <a:pt x="201897" y="144381"/>
                  <a:pt x="201619" y="144764"/>
                </a:cubicBezTo>
                <a:cubicBezTo>
                  <a:pt x="201341" y="145146"/>
                  <a:pt x="200889" y="145476"/>
                  <a:pt x="200263" y="145754"/>
                </a:cubicBezTo>
                <a:cubicBezTo>
                  <a:pt x="199638" y="146032"/>
                  <a:pt x="198769" y="146241"/>
                  <a:pt x="197657" y="146380"/>
                </a:cubicBezTo>
                <a:cubicBezTo>
                  <a:pt x="196545" y="146519"/>
                  <a:pt x="195120" y="146588"/>
                  <a:pt x="193382" y="146588"/>
                </a:cubicBezTo>
                <a:cubicBezTo>
                  <a:pt x="191714" y="146588"/>
                  <a:pt x="190324" y="146519"/>
                  <a:pt x="189212" y="146380"/>
                </a:cubicBezTo>
                <a:cubicBezTo>
                  <a:pt x="188100" y="146241"/>
                  <a:pt x="187214" y="146032"/>
                  <a:pt x="186553" y="145754"/>
                </a:cubicBezTo>
                <a:cubicBezTo>
                  <a:pt x="185893" y="145476"/>
                  <a:pt x="185441" y="145146"/>
                  <a:pt x="185198" y="144764"/>
                </a:cubicBezTo>
                <a:cubicBezTo>
                  <a:pt x="184955" y="144381"/>
                  <a:pt x="184833" y="143912"/>
                  <a:pt x="184833" y="143356"/>
                </a:cubicBezTo>
                <a:lnTo>
                  <a:pt x="184833" y="49523"/>
                </a:lnTo>
                <a:cubicBezTo>
                  <a:pt x="184833" y="48967"/>
                  <a:pt x="184937" y="48498"/>
                  <a:pt x="185146" y="48116"/>
                </a:cubicBezTo>
                <a:cubicBezTo>
                  <a:pt x="185354" y="47733"/>
                  <a:pt x="185771" y="47386"/>
                  <a:pt x="186397" y="47073"/>
                </a:cubicBezTo>
                <a:cubicBezTo>
                  <a:pt x="187023" y="46760"/>
                  <a:pt x="187822" y="46552"/>
                  <a:pt x="188795" y="46447"/>
                </a:cubicBezTo>
                <a:cubicBezTo>
                  <a:pt x="189768" y="46343"/>
                  <a:pt x="191054" y="46291"/>
                  <a:pt x="192653" y="46291"/>
                </a:cubicBezTo>
                <a:cubicBezTo>
                  <a:pt x="194182" y="46291"/>
                  <a:pt x="195450" y="46343"/>
                  <a:pt x="196458" y="46447"/>
                </a:cubicBezTo>
                <a:cubicBezTo>
                  <a:pt x="197466" y="46552"/>
                  <a:pt x="198248" y="46760"/>
                  <a:pt x="198804" y="47073"/>
                </a:cubicBezTo>
                <a:cubicBezTo>
                  <a:pt x="199360" y="47386"/>
                  <a:pt x="199760" y="47733"/>
                  <a:pt x="200003" y="48116"/>
                </a:cubicBezTo>
                <a:cubicBezTo>
                  <a:pt x="200246" y="48498"/>
                  <a:pt x="200368" y="48967"/>
                  <a:pt x="200368" y="49523"/>
                </a:cubicBezTo>
                <a:lnTo>
                  <a:pt x="200368" y="63181"/>
                </a:lnTo>
                <a:cubicBezTo>
                  <a:pt x="202939" y="59428"/>
                  <a:pt x="205355" y="56369"/>
                  <a:pt x="207614" y="54006"/>
                </a:cubicBezTo>
                <a:cubicBezTo>
                  <a:pt x="209873" y="51643"/>
                  <a:pt x="212010" y="49784"/>
                  <a:pt x="214026" y="48428"/>
                </a:cubicBezTo>
                <a:cubicBezTo>
                  <a:pt x="216041" y="47073"/>
                  <a:pt x="218040" y="46135"/>
                  <a:pt x="220021" y="45613"/>
                </a:cubicBezTo>
                <a:cubicBezTo>
                  <a:pt x="222001" y="45092"/>
                  <a:pt x="224000" y="44831"/>
                  <a:pt x="226015" y="44831"/>
                </a:cubicBezTo>
                <a:cubicBezTo>
                  <a:pt x="226919" y="44831"/>
                  <a:pt x="227944" y="44884"/>
                  <a:pt x="229091" y="44988"/>
                </a:cubicBezTo>
                <a:cubicBezTo>
                  <a:pt x="230238" y="45092"/>
                  <a:pt x="231437" y="45283"/>
                  <a:pt x="232688" y="45561"/>
                </a:cubicBezTo>
                <a:cubicBezTo>
                  <a:pt x="233939" y="45839"/>
                  <a:pt x="235069" y="46152"/>
                  <a:pt x="236076" y="46500"/>
                </a:cubicBezTo>
                <a:cubicBezTo>
                  <a:pt x="237084" y="46847"/>
                  <a:pt x="237797" y="47195"/>
                  <a:pt x="238214" y="47542"/>
                </a:cubicBezTo>
                <a:cubicBezTo>
                  <a:pt x="238631" y="47890"/>
                  <a:pt x="238909" y="48220"/>
                  <a:pt x="239048" y="48533"/>
                </a:cubicBezTo>
                <a:cubicBezTo>
                  <a:pt x="239187" y="48845"/>
                  <a:pt x="239308" y="49245"/>
                  <a:pt x="239413" y="49732"/>
                </a:cubicBezTo>
                <a:cubicBezTo>
                  <a:pt x="239517" y="50218"/>
                  <a:pt x="239586" y="50931"/>
                  <a:pt x="239621" y="51869"/>
                </a:cubicBezTo>
                <a:cubicBezTo>
                  <a:pt x="239656" y="52807"/>
                  <a:pt x="239673" y="54076"/>
                  <a:pt x="239673" y="556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Text ∀'">
            <a:extLst xmlns:a="http://schemas.openxmlformats.org/drawingml/2006/main">
              <a:ext uri="{FF2B5EF4-FFF2-40B4-BE49-F238E27FC236}">
                <a16:creationId xmlns:a16="http://schemas.microsoft.com/office/drawing/2014/main" id="{C4F20265-0683-4E34-89C6-2A9CB1FD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80" y="3097382"/>
            <a:ext cx="286519" cy="135120"/>
          </a:xfrm>
          <a:custGeom xmlns:a="http://schemas.openxmlformats.org/drawingml/2006/main">
            <a:pathLst>
              <a:path w="286519" h="135120">
                <a:moveTo>
                  <a:pt x="18767" y="0"/>
                </a:moveTo>
                <a:lnTo>
                  <a:pt x="31903" y="37846"/>
                </a:lnTo>
                <a:lnTo>
                  <a:pt x="91122" y="37846"/>
                </a:lnTo>
                <a:lnTo>
                  <a:pt x="107074" y="0"/>
                </a:lnTo>
                <a:lnTo>
                  <a:pt x="124277" y="0"/>
                </a:lnTo>
                <a:lnTo>
                  <a:pt x="65788" y="133556"/>
                </a:lnTo>
                <a:lnTo>
                  <a:pt x="49836" y="133556"/>
                </a:lnTo>
                <a:lnTo>
                  <a:pt x="0" y="0"/>
                </a:lnTo>
                <a:lnTo>
                  <a:pt x="18767" y="0"/>
                </a:lnTo>
                <a:moveTo>
                  <a:pt x="85075" y="52130"/>
                </a:moveTo>
                <a:lnTo>
                  <a:pt x="36803" y="52130"/>
                </a:lnTo>
                <a:lnTo>
                  <a:pt x="58698" y="114059"/>
                </a:lnTo>
                <a:lnTo>
                  <a:pt x="85075" y="52130"/>
                </a:lnTo>
                <a:close/>
                <a:moveTo>
                  <a:pt x="225736" y="86327"/>
                </a:moveTo>
                <a:cubicBezTo>
                  <a:pt x="224694" y="80836"/>
                  <a:pt x="223616" y="75553"/>
                  <a:pt x="222504" y="70479"/>
                </a:cubicBezTo>
                <a:cubicBezTo>
                  <a:pt x="221392" y="65405"/>
                  <a:pt x="220245" y="60679"/>
                  <a:pt x="219064" y="56300"/>
                </a:cubicBezTo>
                <a:cubicBezTo>
                  <a:pt x="217882" y="51921"/>
                  <a:pt x="216909" y="49054"/>
                  <a:pt x="216144" y="47699"/>
                </a:cubicBezTo>
                <a:cubicBezTo>
                  <a:pt x="215380" y="46343"/>
                  <a:pt x="214563" y="45405"/>
                  <a:pt x="213694" y="44884"/>
                </a:cubicBezTo>
                <a:cubicBezTo>
                  <a:pt x="212825" y="44362"/>
                  <a:pt x="211731" y="44102"/>
                  <a:pt x="210410" y="44102"/>
                </a:cubicBezTo>
                <a:cubicBezTo>
                  <a:pt x="208950" y="44102"/>
                  <a:pt x="207630" y="44432"/>
                  <a:pt x="206448" y="45092"/>
                </a:cubicBezTo>
                <a:cubicBezTo>
                  <a:pt x="205267" y="45752"/>
                  <a:pt x="203981" y="46899"/>
                  <a:pt x="202591" y="48533"/>
                </a:cubicBezTo>
                <a:cubicBezTo>
                  <a:pt x="201200" y="50166"/>
                  <a:pt x="199359" y="52720"/>
                  <a:pt x="197065" y="56196"/>
                </a:cubicBezTo>
                <a:lnTo>
                  <a:pt x="190288" y="51713"/>
                </a:lnTo>
                <a:cubicBezTo>
                  <a:pt x="194667" y="45109"/>
                  <a:pt x="198872" y="40175"/>
                  <a:pt x="202903" y="36908"/>
                </a:cubicBezTo>
                <a:cubicBezTo>
                  <a:pt x="206935" y="33641"/>
                  <a:pt x="211696" y="32008"/>
                  <a:pt x="217187" y="32008"/>
                </a:cubicBezTo>
                <a:cubicBezTo>
                  <a:pt x="219342" y="32008"/>
                  <a:pt x="221236" y="32251"/>
                  <a:pt x="222869" y="32737"/>
                </a:cubicBezTo>
                <a:cubicBezTo>
                  <a:pt x="224502" y="33224"/>
                  <a:pt x="225945" y="33971"/>
                  <a:pt x="227196" y="34979"/>
                </a:cubicBezTo>
                <a:cubicBezTo>
                  <a:pt x="228447" y="35987"/>
                  <a:pt x="229559" y="37290"/>
                  <a:pt x="230532" y="38889"/>
                </a:cubicBezTo>
                <a:cubicBezTo>
                  <a:pt x="231505" y="40487"/>
                  <a:pt x="232443" y="42659"/>
                  <a:pt x="233347" y="45405"/>
                </a:cubicBezTo>
                <a:cubicBezTo>
                  <a:pt x="234251" y="48150"/>
                  <a:pt x="235102" y="51556"/>
                  <a:pt x="235901" y="55622"/>
                </a:cubicBezTo>
                <a:cubicBezTo>
                  <a:pt x="236701" y="59688"/>
                  <a:pt x="237413" y="63911"/>
                  <a:pt x="238039" y="68290"/>
                </a:cubicBezTo>
                <a:lnTo>
                  <a:pt x="239081" y="68290"/>
                </a:lnTo>
                <a:cubicBezTo>
                  <a:pt x="245754" y="58906"/>
                  <a:pt x="250810" y="52043"/>
                  <a:pt x="254251" y="47699"/>
                </a:cubicBezTo>
                <a:cubicBezTo>
                  <a:pt x="257692" y="43354"/>
                  <a:pt x="260593" y="40122"/>
                  <a:pt x="262957" y="38002"/>
                </a:cubicBezTo>
                <a:cubicBezTo>
                  <a:pt x="265320" y="35883"/>
                  <a:pt x="267596" y="34388"/>
                  <a:pt x="269786" y="33519"/>
                </a:cubicBezTo>
                <a:cubicBezTo>
                  <a:pt x="271975" y="32650"/>
                  <a:pt x="274877" y="32216"/>
                  <a:pt x="278491" y="32216"/>
                </a:cubicBezTo>
                <a:cubicBezTo>
                  <a:pt x="281758" y="32216"/>
                  <a:pt x="284434" y="32633"/>
                  <a:pt x="286519" y="33467"/>
                </a:cubicBezTo>
                <a:lnTo>
                  <a:pt x="282349" y="52338"/>
                </a:lnTo>
                <a:lnTo>
                  <a:pt x="275051" y="52338"/>
                </a:lnTo>
                <a:cubicBezTo>
                  <a:pt x="274634" y="49419"/>
                  <a:pt x="273417" y="47959"/>
                  <a:pt x="271402" y="47959"/>
                </a:cubicBezTo>
                <a:cubicBezTo>
                  <a:pt x="270776" y="47959"/>
                  <a:pt x="270116" y="48063"/>
                  <a:pt x="269421" y="48272"/>
                </a:cubicBezTo>
                <a:cubicBezTo>
                  <a:pt x="268726" y="48480"/>
                  <a:pt x="267874" y="48932"/>
                  <a:pt x="266866" y="49627"/>
                </a:cubicBezTo>
                <a:cubicBezTo>
                  <a:pt x="265858" y="50322"/>
                  <a:pt x="264381" y="51678"/>
                  <a:pt x="262435" y="53693"/>
                </a:cubicBezTo>
                <a:cubicBezTo>
                  <a:pt x="260489" y="55709"/>
                  <a:pt x="258300" y="58177"/>
                  <a:pt x="255867" y="61096"/>
                </a:cubicBezTo>
                <a:cubicBezTo>
                  <a:pt x="253434" y="64015"/>
                  <a:pt x="250932" y="67073"/>
                  <a:pt x="248360" y="70271"/>
                </a:cubicBezTo>
                <a:lnTo>
                  <a:pt x="241271" y="79133"/>
                </a:lnTo>
                <a:cubicBezTo>
                  <a:pt x="242522" y="85805"/>
                  <a:pt x="243703" y="91574"/>
                  <a:pt x="244816" y="96440"/>
                </a:cubicBezTo>
                <a:cubicBezTo>
                  <a:pt x="245928" y="101305"/>
                  <a:pt x="246918" y="105354"/>
                  <a:pt x="247787" y="108586"/>
                </a:cubicBezTo>
                <a:cubicBezTo>
                  <a:pt x="248656" y="111818"/>
                  <a:pt x="249420" y="114372"/>
                  <a:pt x="250081" y="116249"/>
                </a:cubicBezTo>
                <a:cubicBezTo>
                  <a:pt x="250741" y="118126"/>
                  <a:pt x="251453" y="119533"/>
                  <a:pt x="252218" y="120471"/>
                </a:cubicBezTo>
                <a:cubicBezTo>
                  <a:pt x="252982" y="121410"/>
                  <a:pt x="253764" y="122070"/>
                  <a:pt x="254564" y="122452"/>
                </a:cubicBezTo>
                <a:cubicBezTo>
                  <a:pt x="255363" y="122835"/>
                  <a:pt x="256284" y="123026"/>
                  <a:pt x="257327" y="123026"/>
                </a:cubicBezTo>
                <a:cubicBezTo>
                  <a:pt x="259203" y="123026"/>
                  <a:pt x="261028" y="122296"/>
                  <a:pt x="262800" y="120836"/>
                </a:cubicBezTo>
                <a:cubicBezTo>
                  <a:pt x="264573" y="119377"/>
                  <a:pt x="267127" y="116075"/>
                  <a:pt x="270463" y="110932"/>
                </a:cubicBezTo>
                <a:lnTo>
                  <a:pt x="277240" y="115415"/>
                </a:lnTo>
                <a:cubicBezTo>
                  <a:pt x="272375" y="122643"/>
                  <a:pt x="267978" y="127735"/>
                  <a:pt x="264051" y="130689"/>
                </a:cubicBezTo>
                <a:cubicBezTo>
                  <a:pt x="260124" y="133643"/>
                  <a:pt x="255450" y="135120"/>
                  <a:pt x="250028" y="135120"/>
                </a:cubicBezTo>
                <a:cubicBezTo>
                  <a:pt x="247040" y="135120"/>
                  <a:pt x="244503" y="134581"/>
                  <a:pt x="242418" y="133504"/>
                </a:cubicBezTo>
                <a:cubicBezTo>
                  <a:pt x="240332" y="132426"/>
                  <a:pt x="238525" y="130706"/>
                  <a:pt x="236996" y="128343"/>
                </a:cubicBezTo>
                <a:cubicBezTo>
                  <a:pt x="235467" y="125980"/>
                  <a:pt x="234112" y="122296"/>
                  <a:pt x="232930" y="117291"/>
                </a:cubicBezTo>
                <a:cubicBezTo>
                  <a:pt x="230775" y="108395"/>
                  <a:pt x="229455" y="101583"/>
                  <a:pt x="228968" y="96857"/>
                </a:cubicBezTo>
                <a:lnTo>
                  <a:pt x="227926" y="96857"/>
                </a:lnTo>
                <a:cubicBezTo>
                  <a:pt x="220558" y="107213"/>
                  <a:pt x="215084" y="114650"/>
                  <a:pt x="211505" y="119168"/>
                </a:cubicBezTo>
                <a:cubicBezTo>
                  <a:pt x="207925" y="123686"/>
                  <a:pt x="204971" y="127022"/>
                  <a:pt x="202643" y="129177"/>
                </a:cubicBezTo>
                <a:cubicBezTo>
                  <a:pt x="200314" y="131332"/>
                  <a:pt x="198055" y="132843"/>
                  <a:pt x="195866" y="133712"/>
                </a:cubicBezTo>
                <a:cubicBezTo>
                  <a:pt x="193676" y="134581"/>
                  <a:pt x="190775" y="135016"/>
                  <a:pt x="187160" y="135016"/>
                </a:cubicBezTo>
                <a:cubicBezTo>
                  <a:pt x="183893" y="135016"/>
                  <a:pt x="181217" y="134599"/>
                  <a:pt x="179132" y="133764"/>
                </a:cubicBezTo>
                <a:lnTo>
                  <a:pt x="183303" y="114894"/>
                </a:lnTo>
                <a:lnTo>
                  <a:pt x="190601" y="114894"/>
                </a:lnTo>
                <a:cubicBezTo>
                  <a:pt x="191018" y="117813"/>
                  <a:pt x="192234" y="119272"/>
                  <a:pt x="194250" y="119272"/>
                </a:cubicBezTo>
                <a:cubicBezTo>
                  <a:pt x="195223" y="119272"/>
                  <a:pt x="196248" y="119012"/>
                  <a:pt x="197326" y="118490"/>
                </a:cubicBezTo>
                <a:cubicBezTo>
                  <a:pt x="198403" y="117969"/>
                  <a:pt x="199949" y="116718"/>
                  <a:pt x="201965" y="114737"/>
                </a:cubicBezTo>
                <a:cubicBezTo>
                  <a:pt x="203981" y="112756"/>
                  <a:pt x="206761" y="109646"/>
                  <a:pt x="210306" y="105406"/>
                </a:cubicBezTo>
                <a:cubicBezTo>
                  <a:pt x="213851" y="101166"/>
                  <a:pt x="218994" y="94806"/>
                  <a:pt x="225736" y="863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Text 4">
            <a:extLst xmlns:a="http://schemas.openxmlformats.org/drawingml/2006/main">
              <a:ext uri="{FF2B5EF4-FFF2-40B4-BE49-F238E27FC236}">
                <a16:creationId xmlns:a16="http://schemas.microsoft.com/office/drawing/2014/main" id="{4B1F5987-CCD5-4D16-B60B-6BC540D1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745" y="3198723"/>
            <a:ext cx="65311" cy="77375"/>
          </a:xfrm>
          <a:custGeom xmlns:a="http://schemas.openxmlformats.org/drawingml/2006/main">
            <a:pathLst>
              <a:path w="65311" h="77375">
                <a:moveTo>
                  <a:pt x="52353" y="20703"/>
                </a:moveTo>
                <a:cubicBezTo>
                  <a:pt x="52303" y="18121"/>
                  <a:pt x="52117" y="15974"/>
                  <a:pt x="51794" y="14261"/>
                </a:cubicBezTo>
                <a:cubicBezTo>
                  <a:pt x="51472" y="12548"/>
                  <a:pt x="50950" y="11195"/>
                  <a:pt x="50231" y="10202"/>
                </a:cubicBezTo>
                <a:cubicBezTo>
                  <a:pt x="49511" y="9210"/>
                  <a:pt x="48567" y="8502"/>
                  <a:pt x="47401" y="8080"/>
                </a:cubicBezTo>
                <a:cubicBezTo>
                  <a:pt x="46234" y="7658"/>
                  <a:pt x="44807" y="7422"/>
                  <a:pt x="43119" y="7373"/>
                </a:cubicBezTo>
                <a:cubicBezTo>
                  <a:pt x="40438" y="7373"/>
                  <a:pt x="37868" y="7968"/>
                  <a:pt x="35411" y="9160"/>
                </a:cubicBezTo>
                <a:cubicBezTo>
                  <a:pt x="32953" y="10351"/>
                  <a:pt x="30670" y="12002"/>
                  <a:pt x="28560" y="14112"/>
                </a:cubicBezTo>
                <a:cubicBezTo>
                  <a:pt x="26450" y="16222"/>
                  <a:pt x="24526" y="18692"/>
                  <a:pt x="22788" y="21522"/>
                </a:cubicBezTo>
                <a:cubicBezTo>
                  <a:pt x="21050" y="24352"/>
                  <a:pt x="19561" y="27405"/>
                  <a:pt x="18320" y="30682"/>
                </a:cubicBezTo>
                <a:cubicBezTo>
                  <a:pt x="17079" y="33959"/>
                  <a:pt x="16123" y="37372"/>
                  <a:pt x="15453" y="40922"/>
                </a:cubicBezTo>
                <a:cubicBezTo>
                  <a:pt x="14782" y="44471"/>
                  <a:pt x="14447" y="48009"/>
                  <a:pt x="14447" y="51534"/>
                </a:cubicBezTo>
                <a:cubicBezTo>
                  <a:pt x="14447" y="56796"/>
                  <a:pt x="15490" y="60805"/>
                  <a:pt x="17575" y="63561"/>
                </a:cubicBezTo>
                <a:cubicBezTo>
                  <a:pt x="19660" y="66316"/>
                  <a:pt x="22788" y="67694"/>
                  <a:pt x="26958" y="67694"/>
                </a:cubicBezTo>
                <a:cubicBezTo>
                  <a:pt x="29292" y="67694"/>
                  <a:pt x="31451" y="67483"/>
                  <a:pt x="33437" y="67061"/>
                </a:cubicBezTo>
                <a:cubicBezTo>
                  <a:pt x="35423" y="66639"/>
                  <a:pt x="37360" y="65931"/>
                  <a:pt x="39246" y="64939"/>
                </a:cubicBezTo>
                <a:cubicBezTo>
                  <a:pt x="41133" y="63946"/>
                  <a:pt x="43081" y="62642"/>
                  <a:pt x="45092" y="61029"/>
                </a:cubicBezTo>
                <a:cubicBezTo>
                  <a:pt x="47103" y="59415"/>
                  <a:pt x="49324" y="57417"/>
                  <a:pt x="51757" y="55034"/>
                </a:cubicBezTo>
                <a:cubicBezTo>
                  <a:pt x="52700" y="56027"/>
                  <a:pt x="53607" y="57007"/>
                  <a:pt x="54475" y="57976"/>
                </a:cubicBezTo>
                <a:cubicBezTo>
                  <a:pt x="55344" y="58944"/>
                  <a:pt x="56250" y="59924"/>
                  <a:pt x="57194" y="60917"/>
                </a:cubicBezTo>
                <a:cubicBezTo>
                  <a:pt x="51832" y="66478"/>
                  <a:pt x="46470" y="70611"/>
                  <a:pt x="41108" y="73316"/>
                </a:cubicBezTo>
                <a:cubicBezTo>
                  <a:pt x="35746" y="76022"/>
                  <a:pt x="29987" y="77375"/>
                  <a:pt x="23831" y="77375"/>
                </a:cubicBezTo>
                <a:cubicBezTo>
                  <a:pt x="16135" y="77375"/>
                  <a:pt x="10240" y="75129"/>
                  <a:pt x="6144" y="70636"/>
                </a:cubicBezTo>
                <a:cubicBezTo>
                  <a:pt x="2048" y="66142"/>
                  <a:pt x="0" y="59726"/>
                  <a:pt x="0" y="51385"/>
                </a:cubicBezTo>
                <a:cubicBezTo>
                  <a:pt x="0" y="46718"/>
                  <a:pt x="521" y="42213"/>
                  <a:pt x="1564" y="37868"/>
                </a:cubicBezTo>
                <a:cubicBezTo>
                  <a:pt x="2606" y="33524"/>
                  <a:pt x="4108" y="29441"/>
                  <a:pt x="6069" y="25618"/>
                </a:cubicBezTo>
                <a:cubicBezTo>
                  <a:pt x="8030" y="21795"/>
                  <a:pt x="10376" y="18320"/>
                  <a:pt x="13107" y="15192"/>
                </a:cubicBezTo>
                <a:cubicBezTo>
                  <a:pt x="15837" y="12064"/>
                  <a:pt x="18891" y="9371"/>
                  <a:pt x="22267" y="7112"/>
                </a:cubicBezTo>
                <a:cubicBezTo>
                  <a:pt x="25643" y="4853"/>
                  <a:pt x="29292" y="3103"/>
                  <a:pt x="33214" y="1862"/>
                </a:cubicBezTo>
                <a:cubicBezTo>
                  <a:pt x="37136" y="621"/>
                  <a:pt x="41257" y="0"/>
                  <a:pt x="45576" y="0"/>
                </a:cubicBezTo>
                <a:cubicBezTo>
                  <a:pt x="49200" y="0"/>
                  <a:pt x="52564" y="199"/>
                  <a:pt x="55667" y="596"/>
                </a:cubicBezTo>
                <a:cubicBezTo>
                  <a:pt x="58770" y="993"/>
                  <a:pt x="61985" y="1614"/>
                  <a:pt x="65311" y="2458"/>
                </a:cubicBezTo>
                <a:lnTo>
                  <a:pt x="61141" y="20703"/>
                </a:lnTo>
                <a:lnTo>
                  <a:pt x="52353" y="20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Text ∈6">
            <a:extLst xmlns:a="http://schemas.openxmlformats.org/drawingml/2006/main">
              <a:ext uri="{FF2B5EF4-FFF2-40B4-BE49-F238E27FC236}">
                <a16:creationId xmlns:a16="http://schemas.microsoft.com/office/drawing/2014/main" id="{54CA3F5E-B52D-49F3-8118-04351A8F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626" y="3088520"/>
            <a:ext cx="313825" cy="142314"/>
          </a:xfrm>
          <a:custGeom xmlns:a="http://schemas.openxmlformats.org/drawingml/2006/main">
            <a:pathLst>
              <a:path w="313825" h="142314">
                <a:moveTo>
                  <a:pt x="102591" y="73086"/>
                </a:moveTo>
                <a:lnTo>
                  <a:pt x="102591" y="87578"/>
                </a:lnTo>
                <a:lnTo>
                  <a:pt x="16473" y="87578"/>
                </a:lnTo>
                <a:cubicBezTo>
                  <a:pt x="16820" y="94042"/>
                  <a:pt x="17759" y="99776"/>
                  <a:pt x="19288" y="104780"/>
                </a:cubicBezTo>
                <a:cubicBezTo>
                  <a:pt x="20817" y="109785"/>
                  <a:pt x="23128" y="114042"/>
                  <a:pt x="26221" y="117552"/>
                </a:cubicBezTo>
                <a:cubicBezTo>
                  <a:pt x="29314" y="121062"/>
                  <a:pt x="33311" y="123651"/>
                  <a:pt x="38211" y="125319"/>
                </a:cubicBezTo>
                <a:cubicBezTo>
                  <a:pt x="43111" y="126988"/>
                  <a:pt x="49871" y="127822"/>
                  <a:pt x="58489" y="127822"/>
                </a:cubicBezTo>
                <a:lnTo>
                  <a:pt x="102591" y="127822"/>
                </a:lnTo>
                <a:lnTo>
                  <a:pt x="102591" y="142314"/>
                </a:lnTo>
                <a:lnTo>
                  <a:pt x="58072" y="142314"/>
                </a:lnTo>
                <a:cubicBezTo>
                  <a:pt x="51261" y="142314"/>
                  <a:pt x="45353" y="141897"/>
                  <a:pt x="40348" y="141063"/>
                </a:cubicBezTo>
                <a:cubicBezTo>
                  <a:pt x="35344" y="140229"/>
                  <a:pt x="30826" y="138873"/>
                  <a:pt x="26795" y="136996"/>
                </a:cubicBezTo>
                <a:cubicBezTo>
                  <a:pt x="22763" y="135120"/>
                  <a:pt x="18958" y="132287"/>
                  <a:pt x="15378" y="128499"/>
                </a:cubicBezTo>
                <a:cubicBezTo>
                  <a:pt x="11799" y="124711"/>
                  <a:pt x="8897" y="120524"/>
                  <a:pt x="6673" y="115936"/>
                </a:cubicBezTo>
                <a:cubicBezTo>
                  <a:pt x="4448" y="111349"/>
                  <a:pt x="2780" y="106171"/>
                  <a:pt x="1668" y="100402"/>
                </a:cubicBezTo>
                <a:cubicBezTo>
                  <a:pt x="556" y="94633"/>
                  <a:pt x="0" y="88377"/>
                  <a:pt x="0" y="81635"/>
                </a:cubicBezTo>
                <a:cubicBezTo>
                  <a:pt x="0" y="70653"/>
                  <a:pt x="1077" y="61565"/>
                  <a:pt x="3232" y="54371"/>
                </a:cubicBezTo>
                <a:cubicBezTo>
                  <a:pt x="5387" y="47177"/>
                  <a:pt x="9001" y="40783"/>
                  <a:pt x="14075" y="35187"/>
                </a:cubicBezTo>
                <a:cubicBezTo>
                  <a:pt x="19149" y="29592"/>
                  <a:pt x="25231" y="25578"/>
                  <a:pt x="32320" y="23146"/>
                </a:cubicBezTo>
                <a:cubicBezTo>
                  <a:pt x="39410" y="20713"/>
                  <a:pt x="48585" y="19496"/>
                  <a:pt x="59845" y="19496"/>
                </a:cubicBezTo>
                <a:lnTo>
                  <a:pt x="102591" y="19496"/>
                </a:lnTo>
                <a:lnTo>
                  <a:pt x="102591" y="33988"/>
                </a:lnTo>
                <a:lnTo>
                  <a:pt x="59740" y="33988"/>
                </a:lnTo>
                <a:cubicBezTo>
                  <a:pt x="52859" y="33988"/>
                  <a:pt x="47282" y="34371"/>
                  <a:pt x="43007" y="35135"/>
                </a:cubicBezTo>
                <a:cubicBezTo>
                  <a:pt x="38732" y="35900"/>
                  <a:pt x="35170" y="37134"/>
                  <a:pt x="32320" y="38837"/>
                </a:cubicBezTo>
                <a:cubicBezTo>
                  <a:pt x="29471" y="40539"/>
                  <a:pt x="26881" y="42955"/>
                  <a:pt x="24553" y="46083"/>
                </a:cubicBezTo>
                <a:cubicBezTo>
                  <a:pt x="22225" y="49210"/>
                  <a:pt x="20400" y="53051"/>
                  <a:pt x="19079" y="57603"/>
                </a:cubicBezTo>
                <a:cubicBezTo>
                  <a:pt x="17759" y="62156"/>
                  <a:pt x="16925" y="67317"/>
                  <a:pt x="16577" y="73086"/>
                </a:cubicBezTo>
                <a:lnTo>
                  <a:pt x="102591" y="73086"/>
                </a:lnTo>
                <a:close/>
                <a:moveTo>
                  <a:pt x="249080" y="0"/>
                </a:moveTo>
                <a:lnTo>
                  <a:pt x="247933" y="5109"/>
                </a:lnTo>
                <a:cubicBezTo>
                  <a:pt x="244944" y="5595"/>
                  <a:pt x="242564" y="6620"/>
                  <a:pt x="240791" y="8184"/>
                </a:cubicBezTo>
                <a:cubicBezTo>
                  <a:pt x="239019" y="9748"/>
                  <a:pt x="238133" y="12025"/>
                  <a:pt x="238133" y="15013"/>
                </a:cubicBezTo>
                <a:cubicBezTo>
                  <a:pt x="238133" y="19462"/>
                  <a:pt x="239280" y="25057"/>
                  <a:pt x="241573" y="31799"/>
                </a:cubicBezTo>
                <a:lnTo>
                  <a:pt x="250227" y="57030"/>
                </a:lnTo>
                <a:lnTo>
                  <a:pt x="269515" y="32633"/>
                </a:lnTo>
                <a:cubicBezTo>
                  <a:pt x="272504" y="28880"/>
                  <a:pt x="274832" y="25804"/>
                  <a:pt x="276500" y="23406"/>
                </a:cubicBezTo>
                <a:cubicBezTo>
                  <a:pt x="278168" y="21008"/>
                  <a:pt x="279367" y="18888"/>
                  <a:pt x="280097" y="17046"/>
                </a:cubicBezTo>
                <a:cubicBezTo>
                  <a:pt x="280827" y="15204"/>
                  <a:pt x="281192" y="13588"/>
                  <a:pt x="281192" y="12198"/>
                </a:cubicBezTo>
                <a:cubicBezTo>
                  <a:pt x="281192" y="10322"/>
                  <a:pt x="280636" y="8723"/>
                  <a:pt x="279524" y="7402"/>
                </a:cubicBezTo>
                <a:cubicBezTo>
                  <a:pt x="278412" y="6082"/>
                  <a:pt x="276500" y="5317"/>
                  <a:pt x="273789" y="5109"/>
                </a:cubicBezTo>
                <a:lnTo>
                  <a:pt x="274936" y="0"/>
                </a:lnTo>
                <a:lnTo>
                  <a:pt x="313825" y="0"/>
                </a:lnTo>
                <a:lnTo>
                  <a:pt x="312678" y="5109"/>
                </a:lnTo>
                <a:cubicBezTo>
                  <a:pt x="310593" y="5734"/>
                  <a:pt x="308629" y="6742"/>
                  <a:pt x="306787" y="8132"/>
                </a:cubicBezTo>
                <a:cubicBezTo>
                  <a:pt x="304946" y="9522"/>
                  <a:pt x="302756" y="11608"/>
                  <a:pt x="300219" y="14388"/>
                </a:cubicBezTo>
                <a:cubicBezTo>
                  <a:pt x="297682" y="17168"/>
                  <a:pt x="292973" y="22659"/>
                  <a:pt x="286092" y="30861"/>
                </a:cubicBezTo>
                <a:lnTo>
                  <a:pt x="255023" y="67977"/>
                </a:lnTo>
                <a:lnTo>
                  <a:pt x="270245" y="110306"/>
                </a:lnTo>
                <a:cubicBezTo>
                  <a:pt x="272538" y="116701"/>
                  <a:pt x="274415" y="121583"/>
                  <a:pt x="275875" y="124955"/>
                </a:cubicBezTo>
                <a:cubicBezTo>
                  <a:pt x="277334" y="128326"/>
                  <a:pt x="278620" y="130810"/>
                  <a:pt x="279732" y="132409"/>
                </a:cubicBezTo>
                <a:cubicBezTo>
                  <a:pt x="280636" y="133591"/>
                  <a:pt x="281574" y="134512"/>
                  <a:pt x="282547" y="135172"/>
                </a:cubicBezTo>
                <a:cubicBezTo>
                  <a:pt x="283520" y="135832"/>
                  <a:pt x="285154" y="136510"/>
                  <a:pt x="287447" y="137205"/>
                </a:cubicBezTo>
                <a:lnTo>
                  <a:pt x="286405" y="142314"/>
                </a:lnTo>
                <a:lnTo>
                  <a:pt x="244284" y="142314"/>
                </a:lnTo>
                <a:lnTo>
                  <a:pt x="245327" y="137205"/>
                </a:lnTo>
                <a:cubicBezTo>
                  <a:pt x="248524" y="136718"/>
                  <a:pt x="250974" y="135624"/>
                  <a:pt x="252677" y="133921"/>
                </a:cubicBezTo>
                <a:cubicBezTo>
                  <a:pt x="254380" y="132218"/>
                  <a:pt x="255231" y="130011"/>
                  <a:pt x="255231" y="127300"/>
                </a:cubicBezTo>
                <a:cubicBezTo>
                  <a:pt x="255231" y="123200"/>
                  <a:pt x="254397" y="118647"/>
                  <a:pt x="252729" y="113642"/>
                </a:cubicBezTo>
                <a:lnTo>
                  <a:pt x="241886" y="81843"/>
                </a:lnTo>
                <a:lnTo>
                  <a:pt x="218115" y="111557"/>
                </a:lnTo>
                <a:cubicBezTo>
                  <a:pt x="214570" y="116006"/>
                  <a:pt x="211999" y="119637"/>
                  <a:pt x="210400" y="122452"/>
                </a:cubicBezTo>
                <a:cubicBezTo>
                  <a:pt x="208801" y="125267"/>
                  <a:pt x="208002" y="127683"/>
                  <a:pt x="208002" y="129698"/>
                </a:cubicBezTo>
                <a:cubicBezTo>
                  <a:pt x="208002" y="132409"/>
                  <a:pt x="208645" y="134268"/>
                  <a:pt x="209931" y="135276"/>
                </a:cubicBezTo>
                <a:cubicBezTo>
                  <a:pt x="211217" y="136284"/>
                  <a:pt x="213041" y="136927"/>
                  <a:pt x="215404" y="137205"/>
                </a:cubicBezTo>
                <a:lnTo>
                  <a:pt x="214257" y="142314"/>
                </a:lnTo>
                <a:lnTo>
                  <a:pt x="175473" y="142314"/>
                </a:lnTo>
                <a:lnTo>
                  <a:pt x="176516" y="137205"/>
                </a:lnTo>
                <a:cubicBezTo>
                  <a:pt x="178670" y="136510"/>
                  <a:pt x="180634" y="135502"/>
                  <a:pt x="182406" y="134181"/>
                </a:cubicBezTo>
                <a:cubicBezTo>
                  <a:pt x="184179" y="132861"/>
                  <a:pt x="186472" y="130619"/>
                  <a:pt x="189287" y="127457"/>
                </a:cubicBezTo>
                <a:cubicBezTo>
                  <a:pt x="192102" y="124294"/>
                  <a:pt x="197020" y="118543"/>
                  <a:pt x="204040" y="110202"/>
                </a:cubicBezTo>
                <a:lnTo>
                  <a:pt x="237090" y="70896"/>
                </a:lnTo>
                <a:lnTo>
                  <a:pt x="221660" y="28046"/>
                </a:lnTo>
                <a:cubicBezTo>
                  <a:pt x="219088" y="20887"/>
                  <a:pt x="217072" y="15934"/>
                  <a:pt x="215613" y="13189"/>
                </a:cubicBezTo>
                <a:cubicBezTo>
                  <a:pt x="214153" y="10443"/>
                  <a:pt x="212711" y="8514"/>
                  <a:pt x="211286" y="7402"/>
                </a:cubicBezTo>
                <a:cubicBezTo>
                  <a:pt x="209861" y="6290"/>
                  <a:pt x="208037" y="5526"/>
                  <a:pt x="205812" y="5109"/>
                </a:cubicBezTo>
                <a:lnTo>
                  <a:pt x="206959" y="0"/>
                </a:lnTo>
                <a:lnTo>
                  <a:pt x="24908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Text 4">
            <a:extLst xmlns:a="http://schemas.openxmlformats.org/drawingml/2006/main">
              <a:ext uri="{FF2B5EF4-FFF2-40B4-BE49-F238E27FC236}">
                <a16:creationId xmlns:a16="http://schemas.microsoft.com/office/drawing/2014/main" id="{D894A91B-5B46-41F8-BDF9-2F62EBB7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2706" y="3198723"/>
            <a:ext cx="65311" cy="77375"/>
          </a:xfrm>
          <a:custGeom xmlns:a="http://schemas.openxmlformats.org/drawingml/2006/main">
            <a:pathLst>
              <a:path w="65311" h="77375">
                <a:moveTo>
                  <a:pt x="52353" y="20703"/>
                </a:moveTo>
                <a:cubicBezTo>
                  <a:pt x="52303" y="18121"/>
                  <a:pt x="52117" y="15974"/>
                  <a:pt x="51794" y="14261"/>
                </a:cubicBezTo>
                <a:cubicBezTo>
                  <a:pt x="51472" y="12548"/>
                  <a:pt x="50950" y="11195"/>
                  <a:pt x="50231" y="10202"/>
                </a:cubicBezTo>
                <a:cubicBezTo>
                  <a:pt x="49511" y="9210"/>
                  <a:pt x="48567" y="8502"/>
                  <a:pt x="47401" y="8080"/>
                </a:cubicBezTo>
                <a:cubicBezTo>
                  <a:pt x="46234" y="7658"/>
                  <a:pt x="44807" y="7422"/>
                  <a:pt x="43119" y="7373"/>
                </a:cubicBezTo>
                <a:cubicBezTo>
                  <a:pt x="40438" y="7373"/>
                  <a:pt x="37868" y="7968"/>
                  <a:pt x="35411" y="9160"/>
                </a:cubicBezTo>
                <a:cubicBezTo>
                  <a:pt x="32953" y="10351"/>
                  <a:pt x="30670" y="12002"/>
                  <a:pt x="28560" y="14112"/>
                </a:cubicBezTo>
                <a:cubicBezTo>
                  <a:pt x="26450" y="16222"/>
                  <a:pt x="24526" y="18692"/>
                  <a:pt x="22788" y="21522"/>
                </a:cubicBezTo>
                <a:cubicBezTo>
                  <a:pt x="21050" y="24352"/>
                  <a:pt x="19561" y="27405"/>
                  <a:pt x="18320" y="30682"/>
                </a:cubicBezTo>
                <a:cubicBezTo>
                  <a:pt x="17079" y="33959"/>
                  <a:pt x="16123" y="37372"/>
                  <a:pt x="15453" y="40922"/>
                </a:cubicBezTo>
                <a:cubicBezTo>
                  <a:pt x="14782" y="44471"/>
                  <a:pt x="14447" y="48009"/>
                  <a:pt x="14447" y="51534"/>
                </a:cubicBezTo>
                <a:cubicBezTo>
                  <a:pt x="14447" y="56796"/>
                  <a:pt x="15490" y="60805"/>
                  <a:pt x="17575" y="63561"/>
                </a:cubicBezTo>
                <a:cubicBezTo>
                  <a:pt x="19660" y="66316"/>
                  <a:pt x="22788" y="67694"/>
                  <a:pt x="26958" y="67694"/>
                </a:cubicBezTo>
                <a:cubicBezTo>
                  <a:pt x="29292" y="67694"/>
                  <a:pt x="31451" y="67483"/>
                  <a:pt x="33437" y="67061"/>
                </a:cubicBezTo>
                <a:cubicBezTo>
                  <a:pt x="35423" y="66639"/>
                  <a:pt x="37360" y="65931"/>
                  <a:pt x="39246" y="64939"/>
                </a:cubicBezTo>
                <a:cubicBezTo>
                  <a:pt x="41133" y="63946"/>
                  <a:pt x="43081" y="62642"/>
                  <a:pt x="45092" y="61029"/>
                </a:cubicBezTo>
                <a:cubicBezTo>
                  <a:pt x="47103" y="59415"/>
                  <a:pt x="49324" y="57417"/>
                  <a:pt x="51757" y="55034"/>
                </a:cubicBezTo>
                <a:cubicBezTo>
                  <a:pt x="52700" y="56027"/>
                  <a:pt x="53607" y="57007"/>
                  <a:pt x="54475" y="57976"/>
                </a:cubicBezTo>
                <a:cubicBezTo>
                  <a:pt x="55344" y="58944"/>
                  <a:pt x="56250" y="59924"/>
                  <a:pt x="57194" y="60917"/>
                </a:cubicBezTo>
                <a:cubicBezTo>
                  <a:pt x="51832" y="66478"/>
                  <a:pt x="46470" y="70611"/>
                  <a:pt x="41108" y="73316"/>
                </a:cubicBezTo>
                <a:cubicBezTo>
                  <a:pt x="35746" y="76022"/>
                  <a:pt x="29987" y="77375"/>
                  <a:pt x="23831" y="77375"/>
                </a:cubicBezTo>
                <a:cubicBezTo>
                  <a:pt x="16135" y="77375"/>
                  <a:pt x="10240" y="75129"/>
                  <a:pt x="6144" y="70636"/>
                </a:cubicBezTo>
                <a:cubicBezTo>
                  <a:pt x="2048" y="66142"/>
                  <a:pt x="0" y="59726"/>
                  <a:pt x="0" y="51385"/>
                </a:cubicBezTo>
                <a:cubicBezTo>
                  <a:pt x="0" y="46718"/>
                  <a:pt x="521" y="42213"/>
                  <a:pt x="1564" y="37868"/>
                </a:cubicBezTo>
                <a:cubicBezTo>
                  <a:pt x="2606" y="33524"/>
                  <a:pt x="4108" y="29441"/>
                  <a:pt x="6069" y="25618"/>
                </a:cubicBezTo>
                <a:cubicBezTo>
                  <a:pt x="8030" y="21795"/>
                  <a:pt x="10376" y="18320"/>
                  <a:pt x="13107" y="15192"/>
                </a:cubicBezTo>
                <a:cubicBezTo>
                  <a:pt x="15837" y="12064"/>
                  <a:pt x="18891" y="9371"/>
                  <a:pt x="22267" y="7112"/>
                </a:cubicBezTo>
                <a:cubicBezTo>
                  <a:pt x="25643" y="4853"/>
                  <a:pt x="29292" y="3103"/>
                  <a:pt x="33214" y="1862"/>
                </a:cubicBezTo>
                <a:cubicBezTo>
                  <a:pt x="37136" y="621"/>
                  <a:pt x="41257" y="0"/>
                  <a:pt x="45576" y="0"/>
                </a:cubicBezTo>
                <a:cubicBezTo>
                  <a:pt x="49200" y="0"/>
                  <a:pt x="52564" y="199"/>
                  <a:pt x="55667" y="596"/>
                </a:cubicBezTo>
                <a:cubicBezTo>
                  <a:pt x="58770" y="993"/>
                  <a:pt x="61985" y="1614"/>
                  <a:pt x="65311" y="2458"/>
                </a:cubicBezTo>
                <a:lnTo>
                  <a:pt x="61141" y="20703"/>
                </a:lnTo>
                <a:lnTo>
                  <a:pt x="52353" y="20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Text ∀(%">
            <a:extLst xmlns:a="http://schemas.openxmlformats.org/drawingml/2006/main">
              <a:ext uri="{FF2B5EF4-FFF2-40B4-BE49-F238E27FC236}">
                <a16:creationId xmlns:a16="http://schemas.microsoft.com/office/drawing/2014/main" id="{35CB8E84-CF26-4272-A105-05F9E04A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80" y="3340068"/>
            <a:ext cx="355450" cy="197780"/>
          </a:xfrm>
          <a:custGeom xmlns:a="http://schemas.openxmlformats.org/drawingml/2006/main">
            <a:pathLst>
              <a:path w="355450" h="197780">
                <a:moveTo>
                  <a:pt x="18767" y="17203"/>
                </a:moveTo>
                <a:lnTo>
                  <a:pt x="31903" y="55049"/>
                </a:lnTo>
                <a:lnTo>
                  <a:pt x="91122" y="55049"/>
                </a:lnTo>
                <a:lnTo>
                  <a:pt x="107074" y="17203"/>
                </a:lnTo>
                <a:lnTo>
                  <a:pt x="124277" y="17203"/>
                </a:lnTo>
                <a:lnTo>
                  <a:pt x="65788" y="150759"/>
                </a:lnTo>
                <a:lnTo>
                  <a:pt x="49836" y="150759"/>
                </a:lnTo>
                <a:lnTo>
                  <a:pt x="0" y="17203"/>
                </a:lnTo>
                <a:lnTo>
                  <a:pt x="18767" y="17203"/>
                </a:lnTo>
                <a:moveTo>
                  <a:pt x="85075" y="69332"/>
                </a:moveTo>
                <a:lnTo>
                  <a:pt x="36803" y="69332"/>
                </a:lnTo>
                <a:lnTo>
                  <a:pt x="58698" y="131262"/>
                </a:lnTo>
                <a:lnTo>
                  <a:pt x="85075" y="69332"/>
                </a:lnTo>
                <a:close/>
                <a:moveTo>
                  <a:pt x="212808" y="97899"/>
                </a:moveTo>
                <a:cubicBezTo>
                  <a:pt x="212808" y="122226"/>
                  <a:pt x="216718" y="142279"/>
                  <a:pt x="224537" y="158057"/>
                </a:cubicBezTo>
                <a:cubicBezTo>
                  <a:pt x="232357" y="173835"/>
                  <a:pt x="244294" y="184400"/>
                  <a:pt x="260350" y="189752"/>
                </a:cubicBezTo>
                <a:lnTo>
                  <a:pt x="257848" y="197780"/>
                </a:lnTo>
                <a:cubicBezTo>
                  <a:pt x="237483" y="192428"/>
                  <a:pt x="221879" y="180907"/>
                  <a:pt x="211036" y="163218"/>
                </a:cubicBezTo>
                <a:cubicBezTo>
                  <a:pt x="200193" y="145528"/>
                  <a:pt x="194771" y="124103"/>
                  <a:pt x="194771" y="98942"/>
                </a:cubicBezTo>
                <a:cubicBezTo>
                  <a:pt x="194771" y="73850"/>
                  <a:pt x="200210" y="52425"/>
                  <a:pt x="211088" y="34666"/>
                </a:cubicBezTo>
                <a:cubicBezTo>
                  <a:pt x="221965" y="16907"/>
                  <a:pt x="237552" y="5352"/>
                  <a:pt x="257848" y="0"/>
                </a:cubicBezTo>
                <a:lnTo>
                  <a:pt x="260663" y="8028"/>
                </a:lnTo>
                <a:cubicBezTo>
                  <a:pt x="244398" y="13380"/>
                  <a:pt x="232357" y="23823"/>
                  <a:pt x="224537" y="39358"/>
                </a:cubicBezTo>
                <a:cubicBezTo>
                  <a:pt x="216718" y="54892"/>
                  <a:pt x="212808" y="74406"/>
                  <a:pt x="212808" y="97899"/>
                </a:cubicBezTo>
                <a:close/>
                <a:moveTo>
                  <a:pt x="342313" y="76318"/>
                </a:moveTo>
                <a:cubicBezTo>
                  <a:pt x="341549" y="70132"/>
                  <a:pt x="339516" y="65440"/>
                  <a:pt x="336214" y="62243"/>
                </a:cubicBezTo>
                <a:cubicBezTo>
                  <a:pt x="332913" y="59045"/>
                  <a:pt x="327717" y="57447"/>
                  <a:pt x="320628" y="57447"/>
                </a:cubicBezTo>
                <a:cubicBezTo>
                  <a:pt x="315137" y="57447"/>
                  <a:pt x="310688" y="58854"/>
                  <a:pt x="307282" y="61669"/>
                </a:cubicBezTo>
                <a:cubicBezTo>
                  <a:pt x="303877" y="64484"/>
                  <a:pt x="302174" y="68185"/>
                  <a:pt x="302174" y="72773"/>
                </a:cubicBezTo>
                <a:cubicBezTo>
                  <a:pt x="302174" y="75275"/>
                  <a:pt x="302608" y="77482"/>
                  <a:pt x="303477" y="79393"/>
                </a:cubicBezTo>
                <a:cubicBezTo>
                  <a:pt x="304346" y="81305"/>
                  <a:pt x="306101" y="83407"/>
                  <a:pt x="308742" y="85701"/>
                </a:cubicBezTo>
                <a:cubicBezTo>
                  <a:pt x="311383" y="87995"/>
                  <a:pt x="315484" y="90810"/>
                  <a:pt x="321045" y="94146"/>
                </a:cubicBezTo>
                <a:cubicBezTo>
                  <a:pt x="325423" y="96787"/>
                  <a:pt x="328933" y="99203"/>
                  <a:pt x="331575" y="101392"/>
                </a:cubicBezTo>
                <a:cubicBezTo>
                  <a:pt x="334216" y="103581"/>
                  <a:pt x="336301" y="105753"/>
                  <a:pt x="337830" y="107908"/>
                </a:cubicBezTo>
                <a:cubicBezTo>
                  <a:pt x="339359" y="110063"/>
                  <a:pt x="340472" y="112339"/>
                  <a:pt x="341167" y="114737"/>
                </a:cubicBezTo>
                <a:cubicBezTo>
                  <a:pt x="341862" y="117135"/>
                  <a:pt x="342209" y="120037"/>
                  <a:pt x="342209" y="123443"/>
                </a:cubicBezTo>
                <a:cubicBezTo>
                  <a:pt x="342209" y="129629"/>
                  <a:pt x="340558" y="134929"/>
                  <a:pt x="337257" y="139342"/>
                </a:cubicBezTo>
                <a:cubicBezTo>
                  <a:pt x="333955" y="143756"/>
                  <a:pt x="329472" y="147040"/>
                  <a:pt x="323807" y="149195"/>
                </a:cubicBezTo>
                <a:cubicBezTo>
                  <a:pt x="318143" y="151349"/>
                  <a:pt x="311696" y="152427"/>
                  <a:pt x="304467" y="152427"/>
                </a:cubicBezTo>
                <a:cubicBezTo>
                  <a:pt x="298698" y="152427"/>
                  <a:pt x="293034" y="151992"/>
                  <a:pt x="287473" y="151124"/>
                </a:cubicBezTo>
                <a:cubicBezTo>
                  <a:pt x="281913" y="150255"/>
                  <a:pt x="275727" y="148778"/>
                  <a:pt x="268915" y="146693"/>
                </a:cubicBezTo>
                <a:lnTo>
                  <a:pt x="273919" y="123964"/>
                </a:lnTo>
                <a:lnTo>
                  <a:pt x="282052" y="123964"/>
                </a:lnTo>
                <a:cubicBezTo>
                  <a:pt x="282330" y="130637"/>
                  <a:pt x="284206" y="135676"/>
                  <a:pt x="287682" y="139082"/>
                </a:cubicBezTo>
                <a:cubicBezTo>
                  <a:pt x="291157" y="142487"/>
                  <a:pt x="296683" y="144190"/>
                  <a:pt x="304259" y="144190"/>
                </a:cubicBezTo>
                <a:cubicBezTo>
                  <a:pt x="310862" y="144190"/>
                  <a:pt x="316023" y="142713"/>
                  <a:pt x="319741" y="139759"/>
                </a:cubicBezTo>
                <a:cubicBezTo>
                  <a:pt x="323460" y="136805"/>
                  <a:pt x="325319" y="132618"/>
                  <a:pt x="325319" y="127196"/>
                </a:cubicBezTo>
                <a:cubicBezTo>
                  <a:pt x="325319" y="124068"/>
                  <a:pt x="324798" y="121375"/>
                  <a:pt x="323755" y="119116"/>
                </a:cubicBezTo>
                <a:cubicBezTo>
                  <a:pt x="322713" y="116857"/>
                  <a:pt x="321010" y="114685"/>
                  <a:pt x="318647" y="112600"/>
                </a:cubicBezTo>
                <a:cubicBezTo>
                  <a:pt x="316283" y="110515"/>
                  <a:pt x="312530" y="107908"/>
                  <a:pt x="307387" y="104780"/>
                </a:cubicBezTo>
                <a:cubicBezTo>
                  <a:pt x="301965" y="101514"/>
                  <a:pt x="297743" y="98560"/>
                  <a:pt x="294719" y="95918"/>
                </a:cubicBezTo>
                <a:cubicBezTo>
                  <a:pt x="291696" y="93277"/>
                  <a:pt x="289419" y="90410"/>
                  <a:pt x="287890" y="87317"/>
                </a:cubicBezTo>
                <a:cubicBezTo>
                  <a:pt x="286361" y="84224"/>
                  <a:pt x="285596" y="80662"/>
                  <a:pt x="285596" y="76630"/>
                </a:cubicBezTo>
                <a:cubicBezTo>
                  <a:pt x="285596" y="71139"/>
                  <a:pt x="287073" y="66326"/>
                  <a:pt x="290027" y="62191"/>
                </a:cubicBezTo>
                <a:cubicBezTo>
                  <a:pt x="292981" y="58055"/>
                  <a:pt x="297204" y="54875"/>
                  <a:pt x="302695" y="52651"/>
                </a:cubicBezTo>
                <a:cubicBezTo>
                  <a:pt x="308186" y="50427"/>
                  <a:pt x="314580" y="49315"/>
                  <a:pt x="321879" y="49315"/>
                </a:cubicBezTo>
                <a:cubicBezTo>
                  <a:pt x="328343" y="49315"/>
                  <a:pt x="334233" y="49697"/>
                  <a:pt x="339551" y="50461"/>
                </a:cubicBezTo>
                <a:cubicBezTo>
                  <a:pt x="344868" y="51226"/>
                  <a:pt x="350168" y="52547"/>
                  <a:pt x="355450" y="54423"/>
                </a:cubicBezTo>
                <a:lnTo>
                  <a:pt x="350758" y="76318"/>
                </a:lnTo>
                <a:lnTo>
                  <a:pt x="342313" y="763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Text -">
            <a:extLst xmlns:a="http://schemas.openxmlformats.org/drawingml/2006/main">
              <a:ext uri="{FF2B5EF4-FFF2-40B4-BE49-F238E27FC236}">
                <a16:creationId xmlns:a16="http://schemas.microsoft.com/office/drawing/2014/main" id="{9CA1ABF4-AA0B-45E9-8428-E50B0706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1105" y="3441259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Text ,'">
            <a:extLst xmlns:a="http://schemas.openxmlformats.org/drawingml/2006/main">
              <a:ext uri="{FF2B5EF4-FFF2-40B4-BE49-F238E27FC236}">
                <a16:creationId xmlns:a16="http://schemas.microsoft.com/office/drawing/2014/main" id="{5876B699-73B0-4CCD-B114-B920049B0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705" y="3389278"/>
            <a:ext cx="187475" cy="130220"/>
          </a:xfrm>
          <a:custGeom xmlns:a="http://schemas.openxmlformats.org/drawingml/2006/main">
            <a:pathLst>
              <a:path w="187475" h="130220">
                <a:moveTo>
                  <a:pt x="29714" y="77256"/>
                </a:moveTo>
                <a:cubicBezTo>
                  <a:pt x="30687" y="82121"/>
                  <a:pt x="31173" y="86917"/>
                  <a:pt x="31173" y="91644"/>
                </a:cubicBezTo>
                <a:cubicBezTo>
                  <a:pt x="31173" y="96509"/>
                  <a:pt x="30339" y="100958"/>
                  <a:pt x="28671" y="104989"/>
                </a:cubicBezTo>
                <a:cubicBezTo>
                  <a:pt x="27003" y="109020"/>
                  <a:pt x="24345" y="113034"/>
                  <a:pt x="20695" y="117031"/>
                </a:cubicBezTo>
                <a:cubicBezTo>
                  <a:pt x="17046" y="121027"/>
                  <a:pt x="12025" y="125424"/>
                  <a:pt x="5630" y="130220"/>
                </a:cubicBezTo>
                <a:lnTo>
                  <a:pt x="0" y="123860"/>
                </a:lnTo>
                <a:cubicBezTo>
                  <a:pt x="3545" y="120524"/>
                  <a:pt x="6117" y="117517"/>
                  <a:pt x="7715" y="114841"/>
                </a:cubicBezTo>
                <a:cubicBezTo>
                  <a:pt x="9314" y="112165"/>
                  <a:pt x="10461" y="109125"/>
                  <a:pt x="11156" y="105719"/>
                </a:cubicBezTo>
                <a:cubicBezTo>
                  <a:pt x="11851" y="102313"/>
                  <a:pt x="12198" y="98038"/>
                  <a:pt x="12198" y="92895"/>
                </a:cubicBezTo>
                <a:cubicBezTo>
                  <a:pt x="12198" y="87612"/>
                  <a:pt x="11955" y="82399"/>
                  <a:pt x="11469" y="77256"/>
                </a:cubicBezTo>
                <a:lnTo>
                  <a:pt x="29714" y="77256"/>
                </a:lnTo>
                <a:close/>
                <a:moveTo>
                  <a:pt x="126692" y="54319"/>
                </a:moveTo>
                <a:cubicBezTo>
                  <a:pt x="125649" y="48828"/>
                  <a:pt x="124572" y="43546"/>
                  <a:pt x="123460" y="38472"/>
                </a:cubicBezTo>
                <a:cubicBezTo>
                  <a:pt x="122347" y="33398"/>
                  <a:pt x="121201" y="28671"/>
                  <a:pt x="120019" y="24292"/>
                </a:cubicBezTo>
                <a:cubicBezTo>
                  <a:pt x="118837" y="19913"/>
                  <a:pt x="117864" y="17046"/>
                  <a:pt x="117100" y="15691"/>
                </a:cubicBezTo>
                <a:cubicBezTo>
                  <a:pt x="116335" y="14336"/>
                  <a:pt x="115518" y="13397"/>
                  <a:pt x="114650" y="12876"/>
                </a:cubicBezTo>
                <a:cubicBezTo>
                  <a:pt x="113781" y="12355"/>
                  <a:pt x="112686" y="12094"/>
                  <a:pt x="111366" y="12094"/>
                </a:cubicBezTo>
                <a:cubicBezTo>
                  <a:pt x="109906" y="12094"/>
                  <a:pt x="108585" y="12424"/>
                  <a:pt x="107404" y="13085"/>
                </a:cubicBezTo>
                <a:cubicBezTo>
                  <a:pt x="106222" y="13745"/>
                  <a:pt x="104936" y="14892"/>
                  <a:pt x="103546" y="16525"/>
                </a:cubicBezTo>
                <a:cubicBezTo>
                  <a:pt x="102156" y="18158"/>
                  <a:pt x="100314" y="20713"/>
                  <a:pt x="98020" y="24188"/>
                </a:cubicBezTo>
                <a:lnTo>
                  <a:pt x="91243" y="19705"/>
                </a:lnTo>
                <a:cubicBezTo>
                  <a:pt x="95622" y="13102"/>
                  <a:pt x="99827" y="8167"/>
                  <a:pt x="103859" y="4900"/>
                </a:cubicBezTo>
                <a:cubicBezTo>
                  <a:pt x="107890" y="1633"/>
                  <a:pt x="112651" y="0"/>
                  <a:pt x="118142" y="0"/>
                </a:cubicBezTo>
                <a:cubicBezTo>
                  <a:pt x="120297" y="0"/>
                  <a:pt x="122191" y="243"/>
                  <a:pt x="123824" y="730"/>
                </a:cubicBezTo>
                <a:cubicBezTo>
                  <a:pt x="125458" y="1216"/>
                  <a:pt x="126900" y="1964"/>
                  <a:pt x="128151" y="2971"/>
                </a:cubicBezTo>
                <a:cubicBezTo>
                  <a:pt x="129402" y="3979"/>
                  <a:pt x="130514" y="5282"/>
                  <a:pt x="131488" y="6881"/>
                </a:cubicBezTo>
                <a:cubicBezTo>
                  <a:pt x="132461" y="8480"/>
                  <a:pt x="133399" y="10652"/>
                  <a:pt x="134303" y="13397"/>
                </a:cubicBezTo>
                <a:cubicBezTo>
                  <a:pt x="135206" y="16143"/>
                  <a:pt x="136058" y="19549"/>
                  <a:pt x="136857" y="23615"/>
                </a:cubicBezTo>
                <a:cubicBezTo>
                  <a:pt x="137656" y="27681"/>
                  <a:pt x="138369" y="31903"/>
                  <a:pt x="138994" y="36282"/>
                </a:cubicBezTo>
                <a:lnTo>
                  <a:pt x="140037" y="36282"/>
                </a:lnTo>
                <a:cubicBezTo>
                  <a:pt x="146709" y="26899"/>
                  <a:pt x="151766" y="20035"/>
                  <a:pt x="155206" y="15691"/>
                </a:cubicBezTo>
                <a:cubicBezTo>
                  <a:pt x="158647" y="11347"/>
                  <a:pt x="161549" y="8115"/>
                  <a:pt x="163912" y="5995"/>
                </a:cubicBezTo>
                <a:cubicBezTo>
                  <a:pt x="166275" y="3875"/>
                  <a:pt x="168552" y="2381"/>
                  <a:pt x="170741" y="1512"/>
                </a:cubicBezTo>
                <a:cubicBezTo>
                  <a:pt x="172931" y="643"/>
                  <a:pt x="175832" y="209"/>
                  <a:pt x="179447" y="209"/>
                </a:cubicBezTo>
                <a:cubicBezTo>
                  <a:pt x="182713" y="209"/>
                  <a:pt x="185389" y="626"/>
                  <a:pt x="187475" y="1460"/>
                </a:cubicBezTo>
                <a:lnTo>
                  <a:pt x="183304" y="20331"/>
                </a:lnTo>
                <a:lnTo>
                  <a:pt x="176006" y="20331"/>
                </a:lnTo>
                <a:cubicBezTo>
                  <a:pt x="175589" y="17411"/>
                  <a:pt x="174373" y="15952"/>
                  <a:pt x="172357" y="15952"/>
                </a:cubicBezTo>
                <a:cubicBezTo>
                  <a:pt x="171732" y="15952"/>
                  <a:pt x="171071" y="16056"/>
                  <a:pt x="170376" y="16264"/>
                </a:cubicBezTo>
                <a:cubicBezTo>
                  <a:pt x="169681" y="16473"/>
                  <a:pt x="168830" y="16925"/>
                  <a:pt x="167822" y="17620"/>
                </a:cubicBezTo>
                <a:cubicBezTo>
                  <a:pt x="166814" y="18315"/>
                  <a:pt x="165337" y="19670"/>
                  <a:pt x="163391" y="21686"/>
                </a:cubicBezTo>
                <a:cubicBezTo>
                  <a:pt x="161445" y="23702"/>
                  <a:pt x="159255" y="26169"/>
                  <a:pt x="156822" y="29088"/>
                </a:cubicBezTo>
                <a:cubicBezTo>
                  <a:pt x="154390" y="32008"/>
                  <a:pt x="151888" y="35066"/>
                  <a:pt x="149316" y="38263"/>
                </a:cubicBezTo>
                <a:lnTo>
                  <a:pt x="142226" y="47125"/>
                </a:lnTo>
                <a:cubicBezTo>
                  <a:pt x="143477" y="53798"/>
                  <a:pt x="144659" y="59567"/>
                  <a:pt x="145771" y="64432"/>
                </a:cubicBezTo>
                <a:cubicBezTo>
                  <a:pt x="146883" y="69298"/>
                  <a:pt x="147874" y="73346"/>
                  <a:pt x="148742" y="76578"/>
                </a:cubicBezTo>
                <a:cubicBezTo>
                  <a:pt x="149611" y="79810"/>
                  <a:pt x="150376" y="82365"/>
                  <a:pt x="151036" y="84241"/>
                </a:cubicBezTo>
                <a:cubicBezTo>
                  <a:pt x="151696" y="86118"/>
                  <a:pt x="152409" y="87526"/>
                  <a:pt x="153173" y="88464"/>
                </a:cubicBezTo>
                <a:cubicBezTo>
                  <a:pt x="153938" y="89402"/>
                  <a:pt x="154720" y="90062"/>
                  <a:pt x="155519" y="90445"/>
                </a:cubicBezTo>
                <a:cubicBezTo>
                  <a:pt x="156319" y="90827"/>
                  <a:pt x="157240" y="91018"/>
                  <a:pt x="158282" y="91018"/>
                </a:cubicBezTo>
                <a:cubicBezTo>
                  <a:pt x="160159" y="91018"/>
                  <a:pt x="161983" y="90288"/>
                  <a:pt x="163756" y="88829"/>
                </a:cubicBezTo>
                <a:cubicBezTo>
                  <a:pt x="165528" y="87369"/>
                  <a:pt x="168082" y="84068"/>
                  <a:pt x="171419" y="78924"/>
                </a:cubicBezTo>
                <a:lnTo>
                  <a:pt x="178196" y="83407"/>
                </a:lnTo>
                <a:cubicBezTo>
                  <a:pt x="173330" y="90636"/>
                  <a:pt x="168934" y="95727"/>
                  <a:pt x="165007" y="98681"/>
                </a:cubicBezTo>
                <a:cubicBezTo>
                  <a:pt x="161080" y="101635"/>
                  <a:pt x="156405" y="103112"/>
                  <a:pt x="150984" y="103112"/>
                </a:cubicBezTo>
                <a:cubicBezTo>
                  <a:pt x="147995" y="103112"/>
                  <a:pt x="145458" y="102574"/>
                  <a:pt x="143373" y="101496"/>
                </a:cubicBezTo>
                <a:cubicBezTo>
                  <a:pt x="141288" y="100419"/>
                  <a:pt x="139481" y="98699"/>
                  <a:pt x="137952" y="96335"/>
                </a:cubicBezTo>
                <a:cubicBezTo>
                  <a:pt x="136422" y="93972"/>
                  <a:pt x="135067" y="90288"/>
                  <a:pt x="133885" y="85284"/>
                </a:cubicBezTo>
                <a:cubicBezTo>
                  <a:pt x="131731" y="76387"/>
                  <a:pt x="130410" y="69576"/>
                  <a:pt x="129924" y="64849"/>
                </a:cubicBezTo>
                <a:lnTo>
                  <a:pt x="128881" y="64849"/>
                </a:lnTo>
                <a:cubicBezTo>
                  <a:pt x="121513" y="75206"/>
                  <a:pt x="116040" y="82643"/>
                  <a:pt x="112460" y="87161"/>
                </a:cubicBezTo>
                <a:cubicBezTo>
                  <a:pt x="108881" y="91679"/>
                  <a:pt x="105927" y="95015"/>
                  <a:pt x="103598" y="97169"/>
                </a:cubicBezTo>
                <a:cubicBezTo>
                  <a:pt x="101270" y="99324"/>
                  <a:pt x="99011" y="100836"/>
                  <a:pt x="96821" y="101705"/>
                </a:cubicBezTo>
                <a:cubicBezTo>
                  <a:pt x="94632" y="102574"/>
                  <a:pt x="91730" y="103008"/>
                  <a:pt x="88116" y="103008"/>
                </a:cubicBezTo>
                <a:cubicBezTo>
                  <a:pt x="84849" y="103008"/>
                  <a:pt x="82173" y="102591"/>
                  <a:pt x="80088" y="101757"/>
                </a:cubicBezTo>
                <a:lnTo>
                  <a:pt x="84258" y="82886"/>
                </a:lnTo>
                <a:lnTo>
                  <a:pt x="91556" y="82886"/>
                </a:lnTo>
                <a:cubicBezTo>
                  <a:pt x="91973" y="85805"/>
                  <a:pt x="93190" y="87265"/>
                  <a:pt x="95205" y="87265"/>
                </a:cubicBezTo>
                <a:cubicBezTo>
                  <a:pt x="96178" y="87265"/>
                  <a:pt x="97204" y="87004"/>
                  <a:pt x="98281" y="86483"/>
                </a:cubicBezTo>
                <a:cubicBezTo>
                  <a:pt x="99358" y="85962"/>
                  <a:pt x="100905" y="84711"/>
                  <a:pt x="102921" y="82730"/>
                </a:cubicBezTo>
                <a:cubicBezTo>
                  <a:pt x="104936" y="80749"/>
                  <a:pt x="107716" y="77638"/>
                  <a:pt x="111261" y="73398"/>
                </a:cubicBezTo>
                <a:cubicBezTo>
                  <a:pt x="114806" y="69159"/>
                  <a:pt x="119950" y="62799"/>
                  <a:pt x="126692" y="54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Text -">
            <a:extLst xmlns:a="http://schemas.openxmlformats.org/drawingml/2006/main">
              <a:ext uri="{FF2B5EF4-FFF2-40B4-BE49-F238E27FC236}">
                <a16:creationId xmlns:a16="http://schemas.microsoft.com/office/drawing/2014/main" id="{24B3E2C6-285B-41A1-B397-CD1F2C9A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567" y="3441259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Text ,(">
            <a:extLst xmlns:a="http://schemas.openxmlformats.org/drawingml/2006/main">
              <a:ext uri="{FF2B5EF4-FFF2-40B4-BE49-F238E27FC236}">
                <a16:creationId xmlns:a16="http://schemas.microsoft.com/office/drawing/2014/main" id="{9D83AF16-9B4B-4852-9083-BF0F4DB3B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8168" y="3389382"/>
            <a:ext cx="193313" cy="146797"/>
          </a:xfrm>
          <a:custGeom xmlns:a="http://schemas.openxmlformats.org/drawingml/2006/main">
            <a:pathLst>
              <a:path w="193313" h="146797">
                <a:moveTo>
                  <a:pt x="29714" y="77152"/>
                </a:moveTo>
                <a:cubicBezTo>
                  <a:pt x="30687" y="82017"/>
                  <a:pt x="31173" y="86813"/>
                  <a:pt x="31173" y="91539"/>
                </a:cubicBezTo>
                <a:cubicBezTo>
                  <a:pt x="31173" y="96405"/>
                  <a:pt x="30339" y="100853"/>
                  <a:pt x="28671" y="104885"/>
                </a:cubicBezTo>
                <a:cubicBezTo>
                  <a:pt x="27003" y="108916"/>
                  <a:pt x="24345" y="112930"/>
                  <a:pt x="20695" y="116927"/>
                </a:cubicBezTo>
                <a:cubicBezTo>
                  <a:pt x="17046" y="120923"/>
                  <a:pt x="12025" y="125319"/>
                  <a:pt x="5630" y="130115"/>
                </a:cubicBezTo>
                <a:lnTo>
                  <a:pt x="0" y="123756"/>
                </a:lnTo>
                <a:cubicBezTo>
                  <a:pt x="3545" y="120419"/>
                  <a:pt x="6117" y="117413"/>
                  <a:pt x="7715" y="114737"/>
                </a:cubicBezTo>
                <a:cubicBezTo>
                  <a:pt x="9314" y="112061"/>
                  <a:pt x="10461" y="109020"/>
                  <a:pt x="11156" y="105614"/>
                </a:cubicBezTo>
                <a:cubicBezTo>
                  <a:pt x="11851" y="102209"/>
                  <a:pt x="12198" y="97934"/>
                  <a:pt x="12198" y="92791"/>
                </a:cubicBezTo>
                <a:cubicBezTo>
                  <a:pt x="12198" y="87508"/>
                  <a:pt x="11955" y="82295"/>
                  <a:pt x="11469" y="77152"/>
                </a:cubicBezTo>
                <a:lnTo>
                  <a:pt x="29714" y="77152"/>
                </a:lnTo>
                <a:close/>
                <a:moveTo>
                  <a:pt x="127942" y="101548"/>
                </a:moveTo>
                <a:cubicBezTo>
                  <a:pt x="125927" y="89385"/>
                  <a:pt x="123181" y="74719"/>
                  <a:pt x="119706" y="57551"/>
                </a:cubicBezTo>
                <a:cubicBezTo>
                  <a:pt x="116022" y="39201"/>
                  <a:pt x="113589" y="27837"/>
                  <a:pt x="112408" y="23458"/>
                </a:cubicBezTo>
                <a:cubicBezTo>
                  <a:pt x="110948" y="18176"/>
                  <a:pt x="109419" y="14805"/>
                  <a:pt x="107820" y="13345"/>
                </a:cubicBezTo>
                <a:cubicBezTo>
                  <a:pt x="106847" y="12442"/>
                  <a:pt x="105631" y="11990"/>
                  <a:pt x="104171" y="11990"/>
                </a:cubicBezTo>
                <a:cubicBezTo>
                  <a:pt x="101947" y="11990"/>
                  <a:pt x="99862" y="12893"/>
                  <a:pt x="97916" y="14701"/>
                </a:cubicBezTo>
                <a:cubicBezTo>
                  <a:pt x="95970" y="16508"/>
                  <a:pt x="93572" y="19635"/>
                  <a:pt x="90722" y="24084"/>
                </a:cubicBezTo>
                <a:lnTo>
                  <a:pt x="83945" y="19601"/>
                </a:lnTo>
                <a:cubicBezTo>
                  <a:pt x="88741" y="12442"/>
                  <a:pt x="93224" y="7385"/>
                  <a:pt x="97394" y="4431"/>
                </a:cubicBezTo>
                <a:cubicBezTo>
                  <a:pt x="101565" y="1477"/>
                  <a:pt x="106222" y="0"/>
                  <a:pt x="111365" y="0"/>
                </a:cubicBezTo>
                <a:cubicBezTo>
                  <a:pt x="114215" y="0"/>
                  <a:pt x="116648" y="382"/>
                  <a:pt x="118663" y="1147"/>
                </a:cubicBezTo>
                <a:cubicBezTo>
                  <a:pt x="120053" y="1703"/>
                  <a:pt x="121444" y="2624"/>
                  <a:pt x="122834" y="3910"/>
                </a:cubicBezTo>
                <a:cubicBezTo>
                  <a:pt x="124224" y="5196"/>
                  <a:pt x="125458" y="6985"/>
                  <a:pt x="126535" y="9279"/>
                </a:cubicBezTo>
                <a:cubicBezTo>
                  <a:pt x="127612" y="11573"/>
                  <a:pt x="128551" y="14144"/>
                  <a:pt x="129350" y="16994"/>
                </a:cubicBezTo>
                <a:cubicBezTo>
                  <a:pt x="130149" y="19844"/>
                  <a:pt x="131035" y="23945"/>
                  <a:pt x="132009" y="29297"/>
                </a:cubicBezTo>
                <a:cubicBezTo>
                  <a:pt x="133677" y="38263"/>
                  <a:pt x="135293" y="47699"/>
                  <a:pt x="136857" y="57603"/>
                </a:cubicBezTo>
                <a:cubicBezTo>
                  <a:pt x="138420" y="67508"/>
                  <a:pt x="139758" y="76700"/>
                  <a:pt x="140871" y="85180"/>
                </a:cubicBezTo>
                <a:cubicBezTo>
                  <a:pt x="147613" y="75449"/>
                  <a:pt x="153330" y="65927"/>
                  <a:pt x="158021" y="56613"/>
                </a:cubicBezTo>
                <a:cubicBezTo>
                  <a:pt x="162713" y="47299"/>
                  <a:pt x="166084" y="39201"/>
                  <a:pt x="168134" y="32320"/>
                </a:cubicBezTo>
                <a:cubicBezTo>
                  <a:pt x="170185" y="25439"/>
                  <a:pt x="171210" y="19844"/>
                  <a:pt x="171210" y="15535"/>
                </a:cubicBezTo>
                <a:cubicBezTo>
                  <a:pt x="171210" y="12268"/>
                  <a:pt x="170515" y="10044"/>
                  <a:pt x="169125" y="8862"/>
                </a:cubicBezTo>
                <a:cubicBezTo>
                  <a:pt x="167735" y="7680"/>
                  <a:pt x="165371" y="6985"/>
                  <a:pt x="162035" y="6777"/>
                </a:cubicBezTo>
                <a:lnTo>
                  <a:pt x="163078" y="1668"/>
                </a:lnTo>
                <a:lnTo>
                  <a:pt x="190498" y="1668"/>
                </a:lnTo>
                <a:lnTo>
                  <a:pt x="193313" y="6881"/>
                </a:lnTo>
                <a:cubicBezTo>
                  <a:pt x="188030" y="21338"/>
                  <a:pt x="180871" y="36803"/>
                  <a:pt x="171836" y="53276"/>
                </a:cubicBezTo>
                <a:cubicBezTo>
                  <a:pt x="162939" y="69402"/>
                  <a:pt x="152756" y="85458"/>
                  <a:pt x="141288" y="101444"/>
                </a:cubicBezTo>
                <a:cubicBezTo>
                  <a:pt x="130306" y="116666"/>
                  <a:pt x="121166" y="127683"/>
                  <a:pt x="113867" y="134494"/>
                </a:cubicBezTo>
                <a:cubicBezTo>
                  <a:pt x="108793" y="139151"/>
                  <a:pt x="103893" y="142487"/>
                  <a:pt x="99167" y="144503"/>
                </a:cubicBezTo>
                <a:cubicBezTo>
                  <a:pt x="95414" y="146032"/>
                  <a:pt x="91417" y="146797"/>
                  <a:pt x="87177" y="146797"/>
                </a:cubicBezTo>
                <a:cubicBezTo>
                  <a:pt x="85717" y="146797"/>
                  <a:pt x="84032" y="146675"/>
                  <a:pt x="82121" y="146432"/>
                </a:cubicBezTo>
                <a:cubicBezTo>
                  <a:pt x="80209" y="146189"/>
                  <a:pt x="78732" y="145858"/>
                  <a:pt x="77690" y="145441"/>
                </a:cubicBezTo>
                <a:lnTo>
                  <a:pt x="82173" y="125215"/>
                </a:lnTo>
                <a:lnTo>
                  <a:pt x="90409" y="125215"/>
                </a:lnTo>
                <a:cubicBezTo>
                  <a:pt x="90409" y="129664"/>
                  <a:pt x="91938" y="131888"/>
                  <a:pt x="94997" y="131888"/>
                </a:cubicBezTo>
                <a:cubicBezTo>
                  <a:pt x="99028" y="131888"/>
                  <a:pt x="103720" y="129368"/>
                  <a:pt x="109072" y="124329"/>
                </a:cubicBezTo>
                <a:cubicBezTo>
                  <a:pt x="114423" y="119290"/>
                  <a:pt x="120714" y="111696"/>
                  <a:pt x="127942" y="1015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Text -">
            <a:extLst xmlns:a="http://schemas.openxmlformats.org/drawingml/2006/main">
              <a:ext uri="{FF2B5EF4-FFF2-40B4-BE49-F238E27FC236}">
                <a16:creationId xmlns:a16="http://schemas.microsoft.com/office/drawing/2014/main" id="{5906E7AE-1918-46FD-8785-81318B46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9325" y="3441259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Text )∈!">
            <a:extLst xmlns:a="http://schemas.openxmlformats.org/drawingml/2006/main">
              <a:ext uri="{FF2B5EF4-FFF2-40B4-BE49-F238E27FC236}">
                <a16:creationId xmlns:a16="http://schemas.microsoft.com/office/drawing/2014/main" id="{09C0E808-79E6-40E5-930E-0A384981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4384" y="3340068"/>
            <a:ext cx="469506" cy="197780"/>
          </a:xfrm>
          <a:custGeom xmlns:a="http://schemas.openxmlformats.org/drawingml/2006/main">
            <a:pathLst>
              <a:path w="469506" h="197780">
                <a:moveTo>
                  <a:pt x="47855" y="97899"/>
                </a:moveTo>
                <a:cubicBezTo>
                  <a:pt x="47855" y="74406"/>
                  <a:pt x="43963" y="54892"/>
                  <a:pt x="36178" y="39358"/>
                </a:cubicBezTo>
                <a:cubicBezTo>
                  <a:pt x="28393" y="23823"/>
                  <a:pt x="16334" y="13380"/>
                  <a:pt x="0" y="8028"/>
                </a:cubicBezTo>
                <a:lnTo>
                  <a:pt x="2815" y="0"/>
                </a:lnTo>
                <a:cubicBezTo>
                  <a:pt x="23111" y="5352"/>
                  <a:pt x="38698" y="16907"/>
                  <a:pt x="49575" y="34666"/>
                </a:cubicBezTo>
                <a:cubicBezTo>
                  <a:pt x="60453" y="52425"/>
                  <a:pt x="65892" y="73850"/>
                  <a:pt x="65892" y="98942"/>
                </a:cubicBezTo>
                <a:cubicBezTo>
                  <a:pt x="65892" y="124103"/>
                  <a:pt x="60470" y="145528"/>
                  <a:pt x="49627" y="163218"/>
                </a:cubicBezTo>
                <a:cubicBezTo>
                  <a:pt x="38784" y="180907"/>
                  <a:pt x="23180" y="192428"/>
                  <a:pt x="2815" y="197780"/>
                </a:cubicBezTo>
                <a:lnTo>
                  <a:pt x="313" y="189752"/>
                </a:lnTo>
                <a:cubicBezTo>
                  <a:pt x="16369" y="184400"/>
                  <a:pt x="28306" y="173835"/>
                  <a:pt x="36126" y="158057"/>
                </a:cubicBezTo>
                <a:cubicBezTo>
                  <a:pt x="43945" y="142279"/>
                  <a:pt x="47855" y="122226"/>
                  <a:pt x="47855" y="97899"/>
                </a:cubicBezTo>
                <a:close/>
                <a:moveTo>
                  <a:pt x="260773" y="81426"/>
                </a:moveTo>
                <a:lnTo>
                  <a:pt x="260773" y="95918"/>
                </a:lnTo>
                <a:lnTo>
                  <a:pt x="174654" y="95918"/>
                </a:lnTo>
                <a:cubicBezTo>
                  <a:pt x="175002" y="102382"/>
                  <a:pt x="175940" y="108117"/>
                  <a:pt x="177469" y="113121"/>
                </a:cubicBezTo>
                <a:cubicBezTo>
                  <a:pt x="178999" y="118126"/>
                  <a:pt x="181310" y="122383"/>
                  <a:pt x="184403" y="125893"/>
                </a:cubicBezTo>
                <a:cubicBezTo>
                  <a:pt x="187496" y="129403"/>
                  <a:pt x="191492" y="131992"/>
                  <a:pt x="196392" y="133660"/>
                </a:cubicBezTo>
                <a:cubicBezTo>
                  <a:pt x="201293" y="135328"/>
                  <a:pt x="208052" y="136162"/>
                  <a:pt x="216671" y="136162"/>
                </a:cubicBezTo>
                <a:lnTo>
                  <a:pt x="260773" y="136162"/>
                </a:lnTo>
                <a:lnTo>
                  <a:pt x="260773" y="150654"/>
                </a:lnTo>
                <a:lnTo>
                  <a:pt x="216254" y="150654"/>
                </a:lnTo>
                <a:cubicBezTo>
                  <a:pt x="209442" y="150654"/>
                  <a:pt x="203534" y="150237"/>
                  <a:pt x="198530" y="149403"/>
                </a:cubicBezTo>
                <a:cubicBezTo>
                  <a:pt x="193525" y="148569"/>
                  <a:pt x="189007" y="147214"/>
                  <a:pt x="184976" y="145337"/>
                </a:cubicBezTo>
                <a:cubicBezTo>
                  <a:pt x="180945" y="143461"/>
                  <a:pt x="177139" y="140628"/>
                  <a:pt x="173560" y="136840"/>
                </a:cubicBezTo>
                <a:cubicBezTo>
                  <a:pt x="169980" y="133052"/>
                  <a:pt x="167078" y="128864"/>
                  <a:pt x="164854" y="124277"/>
                </a:cubicBezTo>
                <a:cubicBezTo>
                  <a:pt x="162630" y="119689"/>
                  <a:pt x="160962" y="114511"/>
                  <a:pt x="159850" y="108742"/>
                </a:cubicBezTo>
                <a:cubicBezTo>
                  <a:pt x="158738" y="102973"/>
                  <a:pt x="158182" y="96718"/>
                  <a:pt x="158182" y="89976"/>
                </a:cubicBezTo>
                <a:cubicBezTo>
                  <a:pt x="158182" y="78994"/>
                  <a:pt x="159259" y="69906"/>
                  <a:pt x="161414" y="62712"/>
                </a:cubicBezTo>
                <a:cubicBezTo>
                  <a:pt x="163568" y="55518"/>
                  <a:pt x="167183" y="49123"/>
                  <a:pt x="172257" y="43528"/>
                </a:cubicBezTo>
                <a:cubicBezTo>
                  <a:pt x="177330" y="37933"/>
                  <a:pt x="183412" y="33919"/>
                  <a:pt x="190502" y="31486"/>
                </a:cubicBezTo>
                <a:cubicBezTo>
                  <a:pt x="197591" y="29054"/>
                  <a:pt x="206766" y="27837"/>
                  <a:pt x="218026" y="27837"/>
                </a:cubicBezTo>
                <a:lnTo>
                  <a:pt x="260773" y="27837"/>
                </a:lnTo>
                <a:lnTo>
                  <a:pt x="260773" y="42329"/>
                </a:lnTo>
                <a:lnTo>
                  <a:pt x="217922" y="42329"/>
                </a:lnTo>
                <a:cubicBezTo>
                  <a:pt x="211041" y="42329"/>
                  <a:pt x="205463" y="42711"/>
                  <a:pt x="201188" y="43476"/>
                </a:cubicBezTo>
                <a:cubicBezTo>
                  <a:pt x="196914" y="44241"/>
                  <a:pt x="193352" y="45474"/>
                  <a:pt x="190502" y="47177"/>
                </a:cubicBezTo>
                <a:cubicBezTo>
                  <a:pt x="187652" y="48880"/>
                  <a:pt x="185063" y="51295"/>
                  <a:pt x="182735" y="54423"/>
                </a:cubicBezTo>
                <a:cubicBezTo>
                  <a:pt x="180406" y="57551"/>
                  <a:pt x="178582" y="61391"/>
                  <a:pt x="177261" y="65944"/>
                </a:cubicBezTo>
                <a:cubicBezTo>
                  <a:pt x="175940" y="70497"/>
                  <a:pt x="175106" y="75657"/>
                  <a:pt x="174759" y="81426"/>
                </a:cubicBezTo>
                <a:lnTo>
                  <a:pt x="260773" y="81426"/>
                </a:lnTo>
                <a:close/>
                <a:moveTo>
                  <a:pt x="408619" y="8341"/>
                </a:moveTo>
                <a:cubicBezTo>
                  <a:pt x="419114" y="8341"/>
                  <a:pt x="427629" y="9140"/>
                  <a:pt x="434162" y="10739"/>
                </a:cubicBezTo>
                <a:cubicBezTo>
                  <a:pt x="440696" y="12337"/>
                  <a:pt x="446795" y="15222"/>
                  <a:pt x="452460" y="19392"/>
                </a:cubicBezTo>
                <a:cubicBezTo>
                  <a:pt x="458124" y="23563"/>
                  <a:pt x="462382" y="29106"/>
                  <a:pt x="465231" y="36022"/>
                </a:cubicBezTo>
                <a:cubicBezTo>
                  <a:pt x="468081" y="42937"/>
                  <a:pt x="469506" y="51122"/>
                  <a:pt x="469506" y="60575"/>
                </a:cubicBezTo>
                <a:cubicBezTo>
                  <a:pt x="469506" y="69958"/>
                  <a:pt x="468429" y="78924"/>
                  <a:pt x="466274" y="87473"/>
                </a:cubicBezTo>
                <a:cubicBezTo>
                  <a:pt x="464119" y="96023"/>
                  <a:pt x="461026" y="103894"/>
                  <a:pt x="456995" y="111088"/>
                </a:cubicBezTo>
                <a:cubicBezTo>
                  <a:pt x="452964" y="118282"/>
                  <a:pt x="448133" y="124538"/>
                  <a:pt x="442503" y="129855"/>
                </a:cubicBezTo>
                <a:cubicBezTo>
                  <a:pt x="436873" y="135172"/>
                  <a:pt x="431417" y="139255"/>
                  <a:pt x="426134" y="142105"/>
                </a:cubicBezTo>
                <a:cubicBezTo>
                  <a:pt x="420852" y="144955"/>
                  <a:pt x="414944" y="147092"/>
                  <a:pt x="408410" y="148517"/>
                </a:cubicBezTo>
                <a:cubicBezTo>
                  <a:pt x="401877" y="149942"/>
                  <a:pt x="394266" y="150654"/>
                  <a:pt x="385577" y="150654"/>
                </a:cubicBezTo>
                <a:lnTo>
                  <a:pt x="341789" y="150654"/>
                </a:lnTo>
                <a:lnTo>
                  <a:pt x="342935" y="145546"/>
                </a:lnTo>
                <a:cubicBezTo>
                  <a:pt x="345577" y="145129"/>
                  <a:pt x="347558" y="144451"/>
                  <a:pt x="348878" y="143513"/>
                </a:cubicBezTo>
                <a:cubicBezTo>
                  <a:pt x="350199" y="142574"/>
                  <a:pt x="351311" y="141271"/>
                  <a:pt x="352214" y="139603"/>
                </a:cubicBezTo>
                <a:cubicBezTo>
                  <a:pt x="353118" y="137935"/>
                  <a:pt x="353952" y="135902"/>
                  <a:pt x="354717" y="133504"/>
                </a:cubicBezTo>
                <a:cubicBezTo>
                  <a:pt x="355481" y="131106"/>
                  <a:pt x="356628" y="126466"/>
                  <a:pt x="358157" y="119585"/>
                </a:cubicBezTo>
                <a:lnTo>
                  <a:pt x="375881" y="39306"/>
                </a:lnTo>
                <a:cubicBezTo>
                  <a:pt x="377410" y="32355"/>
                  <a:pt x="378175" y="26760"/>
                  <a:pt x="378175" y="22520"/>
                </a:cubicBezTo>
                <a:cubicBezTo>
                  <a:pt x="378175" y="19253"/>
                  <a:pt x="377358" y="16977"/>
                  <a:pt x="375725" y="15691"/>
                </a:cubicBezTo>
                <a:cubicBezTo>
                  <a:pt x="374091" y="14405"/>
                  <a:pt x="371502" y="13658"/>
                  <a:pt x="367958" y="13449"/>
                </a:cubicBezTo>
                <a:lnTo>
                  <a:pt x="369104" y="8341"/>
                </a:lnTo>
                <a:lnTo>
                  <a:pt x="408619" y="8341"/>
                </a:lnTo>
                <a:moveTo>
                  <a:pt x="372024" y="141063"/>
                </a:moveTo>
                <a:cubicBezTo>
                  <a:pt x="374039" y="141271"/>
                  <a:pt x="377897" y="141375"/>
                  <a:pt x="383596" y="141375"/>
                </a:cubicBezTo>
                <a:cubicBezTo>
                  <a:pt x="394856" y="141375"/>
                  <a:pt x="404414" y="139412"/>
                  <a:pt x="412268" y="135485"/>
                </a:cubicBezTo>
                <a:cubicBezTo>
                  <a:pt x="420122" y="131558"/>
                  <a:pt x="426899" y="125406"/>
                  <a:pt x="432598" y="117031"/>
                </a:cubicBezTo>
                <a:cubicBezTo>
                  <a:pt x="438298" y="108655"/>
                  <a:pt x="442503" y="99828"/>
                  <a:pt x="445214" y="90549"/>
                </a:cubicBezTo>
                <a:cubicBezTo>
                  <a:pt x="447924" y="81270"/>
                  <a:pt x="449280" y="71487"/>
                  <a:pt x="449280" y="61200"/>
                </a:cubicBezTo>
                <a:cubicBezTo>
                  <a:pt x="449280" y="46673"/>
                  <a:pt x="445891" y="35744"/>
                  <a:pt x="439114" y="28411"/>
                </a:cubicBezTo>
                <a:cubicBezTo>
                  <a:pt x="432338" y="21078"/>
                  <a:pt x="422277" y="17411"/>
                  <a:pt x="408931" y="17411"/>
                </a:cubicBezTo>
                <a:cubicBezTo>
                  <a:pt x="405873" y="17411"/>
                  <a:pt x="402572" y="17516"/>
                  <a:pt x="399027" y="17724"/>
                </a:cubicBezTo>
                <a:lnTo>
                  <a:pt x="372024" y="1410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Text -">
            <a:extLst xmlns:a="http://schemas.openxmlformats.org/drawingml/2006/main">
              <a:ext uri="{FF2B5EF4-FFF2-40B4-BE49-F238E27FC236}">
                <a16:creationId xmlns:a16="http://schemas.microsoft.com/office/drawing/2014/main" id="{FA19D108-881F-495E-88F7-85EDAFCC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000" y="3441259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Text for">
            <a:extLst xmlns:a="http://schemas.openxmlformats.org/drawingml/2006/main">
              <a:ext uri="{FF2B5EF4-FFF2-40B4-BE49-F238E27FC236}">
                <a16:creationId xmlns:a16="http://schemas.microsoft.com/office/drawing/2014/main" id="{47643426-C5B2-49BE-ACA8-0411DB85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2378" y="3183702"/>
            <a:ext cx="239674" cy="148048"/>
          </a:xfrm>
          <a:custGeom xmlns:a="http://schemas.openxmlformats.org/drawingml/2006/main">
            <a:pathLst>
              <a:path w="239674" h="148048">
                <a:moveTo>
                  <a:pt x="63494" y="10947"/>
                </a:moveTo>
                <a:cubicBezTo>
                  <a:pt x="63494" y="12268"/>
                  <a:pt x="63424" y="13328"/>
                  <a:pt x="63285" y="14127"/>
                </a:cubicBezTo>
                <a:cubicBezTo>
                  <a:pt x="63146" y="14926"/>
                  <a:pt x="62990" y="15569"/>
                  <a:pt x="62816" y="16056"/>
                </a:cubicBezTo>
                <a:cubicBezTo>
                  <a:pt x="62642" y="16542"/>
                  <a:pt x="62416" y="16873"/>
                  <a:pt x="62138" y="17046"/>
                </a:cubicBezTo>
                <a:cubicBezTo>
                  <a:pt x="61860" y="17220"/>
                  <a:pt x="61513" y="17307"/>
                  <a:pt x="61096" y="17307"/>
                </a:cubicBezTo>
                <a:cubicBezTo>
                  <a:pt x="60609" y="17307"/>
                  <a:pt x="60001" y="17151"/>
                  <a:pt x="59271" y="16838"/>
                </a:cubicBezTo>
                <a:cubicBezTo>
                  <a:pt x="58541" y="16525"/>
                  <a:pt x="57655" y="16178"/>
                  <a:pt x="56613" y="15795"/>
                </a:cubicBezTo>
                <a:cubicBezTo>
                  <a:pt x="55570" y="15413"/>
                  <a:pt x="54336" y="15065"/>
                  <a:pt x="52912" y="14753"/>
                </a:cubicBezTo>
                <a:cubicBezTo>
                  <a:pt x="51487" y="14440"/>
                  <a:pt x="49836" y="14284"/>
                  <a:pt x="47959" y="14284"/>
                </a:cubicBezTo>
                <a:cubicBezTo>
                  <a:pt x="45387" y="14284"/>
                  <a:pt x="43198" y="14699"/>
                  <a:pt x="41391" y="15531"/>
                </a:cubicBezTo>
                <a:cubicBezTo>
                  <a:pt x="39584" y="16363"/>
                  <a:pt x="38124" y="17662"/>
                  <a:pt x="37012" y="19428"/>
                </a:cubicBezTo>
                <a:cubicBezTo>
                  <a:pt x="35900" y="21194"/>
                  <a:pt x="35101" y="23480"/>
                  <a:pt x="34614" y="26286"/>
                </a:cubicBezTo>
                <a:cubicBezTo>
                  <a:pt x="34127" y="29093"/>
                  <a:pt x="33884" y="32505"/>
                  <a:pt x="33884" y="36523"/>
                </a:cubicBezTo>
                <a:lnTo>
                  <a:pt x="33884" y="46708"/>
                </a:lnTo>
                <a:lnTo>
                  <a:pt x="54840" y="46708"/>
                </a:lnTo>
                <a:cubicBezTo>
                  <a:pt x="55396" y="46708"/>
                  <a:pt x="55866" y="46830"/>
                  <a:pt x="56248" y="47073"/>
                </a:cubicBezTo>
                <a:cubicBezTo>
                  <a:pt x="56630" y="47316"/>
                  <a:pt x="56978" y="47733"/>
                  <a:pt x="57290" y="48324"/>
                </a:cubicBezTo>
                <a:cubicBezTo>
                  <a:pt x="57603" y="48915"/>
                  <a:pt x="57846" y="49662"/>
                  <a:pt x="58020" y="50566"/>
                </a:cubicBezTo>
                <a:cubicBezTo>
                  <a:pt x="58194" y="51469"/>
                  <a:pt x="58281" y="52581"/>
                  <a:pt x="58281" y="53902"/>
                </a:cubicBezTo>
                <a:cubicBezTo>
                  <a:pt x="58281" y="56404"/>
                  <a:pt x="57968" y="58211"/>
                  <a:pt x="57343" y="59323"/>
                </a:cubicBezTo>
                <a:cubicBezTo>
                  <a:pt x="56717" y="60436"/>
                  <a:pt x="55883" y="60992"/>
                  <a:pt x="54840" y="60992"/>
                </a:cubicBezTo>
                <a:lnTo>
                  <a:pt x="33884" y="60992"/>
                </a:lnTo>
                <a:lnTo>
                  <a:pt x="33884" y="143353"/>
                </a:lnTo>
                <a:cubicBezTo>
                  <a:pt x="33884" y="143909"/>
                  <a:pt x="33745" y="144379"/>
                  <a:pt x="33467" y="144764"/>
                </a:cubicBezTo>
                <a:cubicBezTo>
                  <a:pt x="33189" y="145146"/>
                  <a:pt x="32720" y="145476"/>
                  <a:pt x="32060" y="145754"/>
                </a:cubicBezTo>
                <a:cubicBezTo>
                  <a:pt x="31399" y="146032"/>
                  <a:pt x="30513" y="146241"/>
                  <a:pt x="29401" y="146380"/>
                </a:cubicBezTo>
                <a:cubicBezTo>
                  <a:pt x="28289" y="146519"/>
                  <a:pt x="26899" y="146588"/>
                  <a:pt x="25231" y="146588"/>
                </a:cubicBezTo>
                <a:cubicBezTo>
                  <a:pt x="23563" y="146588"/>
                  <a:pt x="22172" y="146519"/>
                  <a:pt x="21060" y="146380"/>
                </a:cubicBezTo>
                <a:cubicBezTo>
                  <a:pt x="19948" y="146241"/>
                  <a:pt x="19062" y="146032"/>
                  <a:pt x="18402" y="145754"/>
                </a:cubicBezTo>
                <a:cubicBezTo>
                  <a:pt x="17741" y="145476"/>
                  <a:pt x="17272" y="145146"/>
                  <a:pt x="16994" y="144764"/>
                </a:cubicBezTo>
                <a:cubicBezTo>
                  <a:pt x="16716" y="144379"/>
                  <a:pt x="16577" y="143909"/>
                  <a:pt x="16577" y="143353"/>
                </a:cubicBezTo>
                <a:lnTo>
                  <a:pt x="16577" y="60992"/>
                </a:lnTo>
                <a:lnTo>
                  <a:pt x="3336" y="60992"/>
                </a:lnTo>
                <a:cubicBezTo>
                  <a:pt x="2224" y="60992"/>
                  <a:pt x="1390" y="60436"/>
                  <a:pt x="834" y="59323"/>
                </a:cubicBezTo>
                <a:cubicBezTo>
                  <a:pt x="278" y="58211"/>
                  <a:pt x="0" y="56404"/>
                  <a:pt x="0" y="53902"/>
                </a:cubicBezTo>
                <a:cubicBezTo>
                  <a:pt x="0" y="52581"/>
                  <a:pt x="70" y="51469"/>
                  <a:pt x="209" y="50566"/>
                </a:cubicBezTo>
                <a:cubicBezTo>
                  <a:pt x="348" y="49662"/>
                  <a:pt x="556" y="48915"/>
                  <a:pt x="834" y="48324"/>
                </a:cubicBezTo>
                <a:cubicBezTo>
                  <a:pt x="1112" y="47733"/>
                  <a:pt x="1460" y="47316"/>
                  <a:pt x="1877" y="47073"/>
                </a:cubicBezTo>
                <a:cubicBezTo>
                  <a:pt x="2294" y="46830"/>
                  <a:pt x="2780" y="46708"/>
                  <a:pt x="3336" y="46708"/>
                </a:cubicBezTo>
                <a:lnTo>
                  <a:pt x="16577" y="46708"/>
                </a:lnTo>
                <a:lnTo>
                  <a:pt x="16577" y="37035"/>
                </a:lnTo>
                <a:cubicBezTo>
                  <a:pt x="16577" y="30514"/>
                  <a:pt x="17185" y="24914"/>
                  <a:pt x="18402" y="20233"/>
                </a:cubicBezTo>
                <a:cubicBezTo>
                  <a:pt x="19618" y="15552"/>
                  <a:pt x="21477" y="11720"/>
                  <a:pt x="23980" y="8738"/>
                </a:cubicBezTo>
                <a:cubicBezTo>
                  <a:pt x="26482" y="5756"/>
                  <a:pt x="29627" y="3555"/>
                  <a:pt x="33415" y="2134"/>
                </a:cubicBezTo>
                <a:cubicBezTo>
                  <a:pt x="37203" y="711"/>
                  <a:pt x="41669" y="0"/>
                  <a:pt x="46812" y="0"/>
                </a:cubicBezTo>
                <a:cubicBezTo>
                  <a:pt x="49245" y="0"/>
                  <a:pt x="51608" y="226"/>
                  <a:pt x="53902" y="678"/>
                </a:cubicBezTo>
                <a:cubicBezTo>
                  <a:pt x="56196" y="1129"/>
                  <a:pt x="57968" y="1616"/>
                  <a:pt x="59219" y="2137"/>
                </a:cubicBezTo>
                <a:cubicBezTo>
                  <a:pt x="60470" y="2659"/>
                  <a:pt x="61304" y="3128"/>
                  <a:pt x="61721" y="3545"/>
                </a:cubicBezTo>
                <a:cubicBezTo>
                  <a:pt x="62138" y="3962"/>
                  <a:pt x="62486" y="4501"/>
                  <a:pt x="62764" y="5161"/>
                </a:cubicBezTo>
                <a:cubicBezTo>
                  <a:pt x="63042" y="5821"/>
                  <a:pt x="63233" y="6620"/>
                  <a:pt x="63337" y="7559"/>
                </a:cubicBezTo>
                <a:cubicBezTo>
                  <a:pt x="63442" y="8497"/>
                  <a:pt x="63494" y="9627"/>
                  <a:pt x="63494" y="10947"/>
                </a:cubicBezTo>
                <a:close/>
                <a:moveTo>
                  <a:pt x="159679" y="95449"/>
                </a:moveTo>
                <a:cubicBezTo>
                  <a:pt x="159679" y="103101"/>
                  <a:pt x="158671" y="110145"/>
                  <a:pt x="156656" y="116581"/>
                </a:cubicBezTo>
                <a:cubicBezTo>
                  <a:pt x="154640" y="123017"/>
                  <a:pt x="151634" y="128567"/>
                  <a:pt x="147637" y="133230"/>
                </a:cubicBezTo>
                <a:cubicBezTo>
                  <a:pt x="143641" y="137891"/>
                  <a:pt x="138636" y="141526"/>
                  <a:pt x="132624" y="144135"/>
                </a:cubicBezTo>
                <a:cubicBezTo>
                  <a:pt x="126612" y="146744"/>
                  <a:pt x="119644" y="148048"/>
                  <a:pt x="111720" y="148048"/>
                </a:cubicBezTo>
                <a:cubicBezTo>
                  <a:pt x="104005" y="148048"/>
                  <a:pt x="97280" y="146900"/>
                  <a:pt x="91546" y="144604"/>
                </a:cubicBezTo>
                <a:cubicBezTo>
                  <a:pt x="85811" y="142308"/>
                  <a:pt x="81033" y="138969"/>
                  <a:pt x="77210" y="134585"/>
                </a:cubicBezTo>
                <a:cubicBezTo>
                  <a:pt x="73387" y="130202"/>
                  <a:pt x="70538" y="124880"/>
                  <a:pt x="68661" y="118618"/>
                </a:cubicBezTo>
                <a:cubicBezTo>
                  <a:pt x="66784" y="112355"/>
                  <a:pt x="65846" y="105258"/>
                  <a:pt x="65846" y="97326"/>
                </a:cubicBezTo>
                <a:cubicBezTo>
                  <a:pt x="65846" y="89674"/>
                  <a:pt x="66836" y="82630"/>
                  <a:pt x="68817" y="76194"/>
                </a:cubicBezTo>
                <a:cubicBezTo>
                  <a:pt x="70798" y="69758"/>
                  <a:pt x="73787" y="64209"/>
                  <a:pt x="77784" y="59548"/>
                </a:cubicBezTo>
                <a:cubicBezTo>
                  <a:pt x="81780" y="54885"/>
                  <a:pt x="86767" y="51266"/>
                  <a:pt x="92745" y="48692"/>
                </a:cubicBezTo>
                <a:cubicBezTo>
                  <a:pt x="98722" y="46118"/>
                  <a:pt x="105708" y="44831"/>
                  <a:pt x="113701" y="44831"/>
                </a:cubicBezTo>
                <a:cubicBezTo>
                  <a:pt x="121416" y="44831"/>
                  <a:pt x="128141" y="45979"/>
                  <a:pt x="133875" y="48275"/>
                </a:cubicBezTo>
                <a:cubicBezTo>
                  <a:pt x="139609" y="50571"/>
                  <a:pt x="144388" y="53911"/>
                  <a:pt x="148211" y="58294"/>
                </a:cubicBezTo>
                <a:cubicBezTo>
                  <a:pt x="152033" y="62677"/>
                  <a:pt x="154901" y="68000"/>
                  <a:pt x="156812" y="74262"/>
                </a:cubicBezTo>
                <a:cubicBezTo>
                  <a:pt x="158723" y="80524"/>
                  <a:pt x="159679" y="87586"/>
                  <a:pt x="159679" y="95449"/>
                </a:cubicBezTo>
                <a:moveTo>
                  <a:pt x="141538" y="96596"/>
                </a:moveTo>
                <a:cubicBezTo>
                  <a:pt x="141538" y="91516"/>
                  <a:pt x="141069" y="86713"/>
                  <a:pt x="140130" y="82189"/>
                </a:cubicBezTo>
                <a:cubicBezTo>
                  <a:pt x="139192" y="77664"/>
                  <a:pt x="137646" y="73697"/>
                  <a:pt x="135491" y="70287"/>
                </a:cubicBezTo>
                <a:cubicBezTo>
                  <a:pt x="133336" y="66877"/>
                  <a:pt x="130417" y="64180"/>
                  <a:pt x="126733" y="62197"/>
                </a:cubicBezTo>
                <a:cubicBezTo>
                  <a:pt x="123049" y="60212"/>
                  <a:pt x="118462" y="59219"/>
                  <a:pt x="112971" y="59219"/>
                </a:cubicBezTo>
                <a:cubicBezTo>
                  <a:pt x="107897" y="59219"/>
                  <a:pt x="103536" y="60124"/>
                  <a:pt x="99886" y="61933"/>
                </a:cubicBezTo>
                <a:cubicBezTo>
                  <a:pt x="96237" y="63743"/>
                  <a:pt x="93231" y="66301"/>
                  <a:pt x="90868" y="69609"/>
                </a:cubicBezTo>
                <a:cubicBezTo>
                  <a:pt x="88505" y="72915"/>
                  <a:pt x="86750" y="76830"/>
                  <a:pt x="85603" y="81355"/>
                </a:cubicBezTo>
                <a:cubicBezTo>
                  <a:pt x="84456" y="85877"/>
                  <a:pt x="83883" y="90818"/>
                  <a:pt x="83883" y="96179"/>
                </a:cubicBezTo>
                <a:cubicBezTo>
                  <a:pt x="83883" y="101329"/>
                  <a:pt x="84352" y="106166"/>
                  <a:pt x="85290" y="110691"/>
                </a:cubicBezTo>
                <a:cubicBezTo>
                  <a:pt x="86228" y="115215"/>
                  <a:pt x="87792" y="119165"/>
                  <a:pt x="89982" y="122540"/>
                </a:cubicBezTo>
                <a:cubicBezTo>
                  <a:pt x="92171" y="125916"/>
                  <a:pt x="95108" y="128596"/>
                  <a:pt x="98792" y="130581"/>
                </a:cubicBezTo>
                <a:cubicBezTo>
                  <a:pt x="102476" y="132564"/>
                  <a:pt x="107063" y="133556"/>
                  <a:pt x="112554" y="133556"/>
                </a:cubicBezTo>
                <a:cubicBezTo>
                  <a:pt x="117558" y="133556"/>
                  <a:pt x="121902" y="132651"/>
                  <a:pt x="125586" y="130842"/>
                </a:cubicBezTo>
                <a:cubicBezTo>
                  <a:pt x="129270" y="129033"/>
                  <a:pt x="132294" y="126492"/>
                  <a:pt x="134657" y="123221"/>
                </a:cubicBezTo>
                <a:cubicBezTo>
                  <a:pt x="137020" y="119948"/>
                  <a:pt x="138758" y="116050"/>
                  <a:pt x="139870" y="111528"/>
                </a:cubicBezTo>
                <a:cubicBezTo>
                  <a:pt x="140982" y="107004"/>
                  <a:pt x="141538" y="102026"/>
                  <a:pt x="141538" y="96596"/>
                </a:cubicBezTo>
                <a:close/>
                <a:moveTo>
                  <a:pt x="239674" y="55674"/>
                </a:moveTo>
                <a:cubicBezTo>
                  <a:pt x="239674" y="57204"/>
                  <a:pt x="239639" y="58489"/>
                  <a:pt x="239570" y="59532"/>
                </a:cubicBezTo>
                <a:cubicBezTo>
                  <a:pt x="239500" y="60575"/>
                  <a:pt x="239361" y="61391"/>
                  <a:pt x="239153" y="61982"/>
                </a:cubicBezTo>
                <a:cubicBezTo>
                  <a:pt x="238944" y="62573"/>
                  <a:pt x="238684" y="63025"/>
                  <a:pt x="238371" y="63337"/>
                </a:cubicBezTo>
                <a:cubicBezTo>
                  <a:pt x="238058" y="63650"/>
                  <a:pt x="237624" y="63807"/>
                  <a:pt x="237068" y="63807"/>
                </a:cubicBezTo>
                <a:cubicBezTo>
                  <a:pt x="236512" y="63807"/>
                  <a:pt x="235834" y="63650"/>
                  <a:pt x="235035" y="63337"/>
                </a:cubicBezTo>
                <a:cubicBezTo>
                  <a:pt x="234235" y="63025"/>
                  <a:pt x="233332" y="62712"/>
                  <a:pt x="232324" y="62399"/>
                </a:cubicBezTo>
                <a:cubicBezTo>
                  <a:pt x="231316" y="62086"/>
                  <a:pt x="230187" y="61791"/>
                  <a:pt x="228936" y="61513"/>
                </a:cubicBezTo>
                <a:cubicBezTo>
                  <a:pt x="227684" y="61235"/>
                  <a:pt x="226329" y="61096"/>
                  <a:pt x="224869" y="61096"/>
                </a:cubicBezTo>
                <a:cubicBezTo>
                  <a:pt x="223132" y="61096"/>
                  <a:pt x="221429" y="61443"/>
                  <a:pt x="219761" y="62138"/>
                </a:cubicBezTo>
                <a:cubicBezTo>
                  <a:pt x="218093" y="62833"/>
                  <a:pt x="216338" y="63980"/>
                  <a:pt x="214496" y="65579"/>
                </a:cubicBezTo>
                <a:cubicBezTo>
                  <a:pt x="212654" y="67178"/>
                  <a:pt x="210725" y="69298"/>
                  <a:pt x="208709" y="71939"/>
                </a:cubicBezTo>
                <a:cubicBezTo>
                  <a:pt x="206694" y="74580"/>
                  <a:pt x="204469" y="77812"/>
                  <a:pt x="202037" y="81635"/>
                </a:cubicBezTo>
                <a:lnTo>
                  <a:pt x="202037" y="143356"/>
                </a:lnTo>
                <a:cubicBezTo>
                  <a:pt x="202037" y="143912"/>
                  <a:pt x="201898" y="144381"/>
                  <a:pt x="201620" y="144764"/>
                </a:cubicBezTo>
                <a:cubicBezTo>
                  <a:pt x="201342" y="145146"/>
                  <a:pt x="200890" y="145476"/>
                  <a:pt x="200264" y="145754"/>
                </a:cubicBezTo>
                <a:cubicBezTo>
                  <a:pt x="199639" y="146032"/>
                  <a:pt x="198770" y="146241"/>
                  <a:pt x="197658" y="146380"/>
                </a:cubicBezTo>
                <a:cubicBezTo>
                  <a:pt x="196546" y="146519"/>
                  <a:pt x="195121" y="146588"/>
                  <a:pt x="193383" y="146588"/>
                </a:cubicBezTo>
                <a:cubicBezTo>
                  <a:pt x="191715" y="146588"/>
                  <a:pt x="190325" y="146519"/>
                  <a:pt x="189213" y="146380"/>
                </a:cubicBezTo>
                <a:cubicBezTo>
                  <a:pt x="188101" y="146241"/>
                  <a:pt x="187215" y="146032"/>
                  <a:pt x="186554" y="145754"/>
                </a:cubicBezTo>
                <a:cubicBezTo>
                  <a:pt x="185894" y="145476"/>
                  <a:pt x="185442" y="145146"/>
                  <a:pt x="185199" y="144764"/>
                </a:cubicBezTo>
                <a:cubicBezTo>
                  <a:pt x="184956" y="144381"/>
                  <a:pt x="184834" y="143912"/>
                  <a:pt x="184834" y="143356"/>
                </a:cubicBezTo>
                <a:lnTo>
                  <a:pt x="184834" y="49523"/>
                </a:lnTo>
                <a:cubicBezTo>
                  <a:pt x="184834" y="48967"/>
                  <a:pt x="184938" y="48498"/>
                  <a:pt x="185147" y="48116"/>
                </a:cubicBezTo>
                <a:cubicBezTo>
                  <a:pt x="185355" y="47733"/>
                  <a:pt x="185772" y="47386"/>
                  <a:pt x="186398" y="47073"/>
                </a:cubicBezTo>
                <a:cubicBezTo>
                  <a:pt x="187023" y="46760"/>
                  <a:pt x="187823" y="46552"/>
                  <a:pt x="188796" y="46447"/>
                </a:cubicBezTo>
                <a:cubicBezTo>
                  <a:pt x="189769" y="46343"/>
                  <a:pt x="191055" y="46291"/>
                  <a:pt x="192653" y="46291"/>
                </a:cubicBezTo>
                <a:cubicBezTo>
                  <a:pt x="194183" y="46291"/>
                  <a:pt x="195451" y="46343"/>
                  <a:pt x="196459" y="46447"/>
                </a:cubicBezTo>
                <a:cubicBezTo>
                  <a:pt x="197467" y="46552"/>
                  <a:pt x="198249" y="46760"/>
                  <a:pt x="198805" y="47073"/>
                </a:cubicBezTo>
                <a:cubicBezTo>
                  <a:pt x="199361" y="47386"/>
                  <a:pt x="199760" y="47733"/>
                  <a:pt x="200004" y="48116"/>
                </a:cubicBezTo>
                <a:cubicBezTo>
                  <a:pt x="200247" y="48498"/>
                  <a:pt x="200369" y="48967"/>
                  <a:pt x="200369" y="49523"/>
                </a:cubicBezTo>
                <a:lnTo>
                  <a:pt x="200369" y="63181"/>
                </a:lnTo>
                <a:cubicBezTo>
                  <a:pt x="202940" y="59428"/>
                  <a:pt x="205356" y="56369"/>
                  <a:pt x="207615" y="54006"/>
                </a:cubicBezTo>
                <a:cubicBezTo>
                  <a:pt x="209873" y="51643"/>
                  <a:pt x="212011" y="49784"/>
                  <a:pt x="214026" y="48428"/>
                </a:cubicBezTo>
                <a:cubicBezTo>
                  <a:pt x="216042" y="47073"/>
                  <a:pt x="218040" y="46135"/>
                  <a:pt x="220021" y="45613"/>
                </a:cubicBezTo>
                <a:cubicBezTo>
                  <a:pt x="222002" y="45092"/>
                  <a:pt x="224001" y="44831"/>
                  <a:pt x="226016" y="44831"/>
                </a:cubicBezTo>
                <a:cubicBezTo>
                  <a:pt x="226920" y="44831"/>
                  <a:pt x="227945" y="44884"/>
                  <a:pt x="229092" y="44988"/>
                </a:cubicBezTo>
                <a:cubicBezTo>
                  <a:pt x="230239" y="45092"/>
                  <a:pt x="231438" y="45283"/>
                  <a:pt x="232689" y="45561"/>
                </a:cubicBezTo>
                <a:cubicBezTo>
                  <a:pt x="233940" y="45839"/>
                  <a:pt x="235069" y="46152"/>
                  <a:pt x="236077" y="46500"/>
                </a:cubicBezTo>
                <a:cubicBezTo>
                  <a:pt x="237085" y="46847"/>
                  <a:pt x="237798" y="47195"/>
                  <a:pt x="238215" y="47542"/>
                </a:cubicBezTo>
                <a:cubicBezTo>
                  <a:pt x="238632" y="47890"/>
                  <a:pt x="238910" y="48220"/>
                  <a:pt x="239049" y="48533"/>
                </a:cubicBezTo>
                <a:cubicBezTo>
                  <a:pt x="239188" y="48845"/>
                  <a:pt x="239309" y="49245"/>
                  <a:pt x="239414" y="49732"/>
                </a:cubicBezTo>
                <a:cubicBezTo>
                  <a:pt x="239518" y="50218"/>
                  <a:pt x="239587" y="50931"/>
                  <a:pt x="239622" y="51869"/>
                </a:cubicBezTo>
                <a:cubicBezTo>
                  <a:pt x="239657" y="52807"/>
                  <a:pt x="239674" y="54076"/>
                  <a:pt x="239674" y="5567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D82EA6-ED41-4920-9735-00F14D79C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052" y="2384524"/>
            <a:ext cx="1942509" cy="1077847"/>
          </a:xfrm>
          <a:custGeom xmlns:a="http://schemas.openxmlformats.org/drawingml/2006/main">
            <a:pathLst>
              <a:path w="1942509" h="1077847">
                <a:moveTo>
                  <a:pt x="0" y="179644"/>
                </a:moveTo>
                <a:cubicBezTo>
                  <a:pt x="0" y="80429"/>
                  <a:pt x="80429" y="0"/>
                  <a:pt x="179643" y="0"/>
                </a:cubicBezTo>
                <a:lnTo>
                  <a:pt x="1762865" y="0"/>
                </a:lnTo>
                <a:cubicBezTo>
                  <a:pt x="1862079" y="0"/>
                  <a:pt x="1942509" y="80429"/>
                  <a:pt x="1942509" y="179644"/>
                </a:cubicBezTo>
                <a:lnTo>
                  <a:pt x="1942509" y="898203"/>
                </a:lnTo>
                <a:cubicBezTo>
                  <a:pt x="1942509" y="997418"/>
                  <a:pt x="1862079" y="1077847"/>
                  <a:pt x="1762865" y="1077847"/>
                </a:cubicBezTo>
                <a:lnTo>
                  <a:pt x="179643" y="1077847"/>
                </a:lnTo>
                <a:cubicBezTo>
                  <a:pt x="80429" y="1077847"/>
                  <a:pt x="0" y="997418"/>
                  <a:pt x="0" y="898203"/>
                </a:cubicBezTo>
                <a:lnTo>
                  <a:pt x="0" y="179644"/>
                </a:lnTo>
                <a:close/>
              </a:path>
            </a:pathLst>
          </a:custGeom>
          <a:solidFill xmlns:a="http://schemas.openxmlformats.org/drawingml/2006/main">
            <a:srgbClr val="E2F0D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765CCC-84E8-45F0-ABD1-F20724E73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8051" y="2384524"/>
            <a:ext cx="1942509" cy="1077848"/>
          </a:xfrm>
          <a:custGeom xmlns:a="http://schemas.openxmlformats.org/drawingml/2006/main">
            <a:pathLst>
              <a:path w="1942509" h="1077848" fill="none">
                <a:moveTo>
                  <a:pt x="0" y="179644"/>
                </a:moveTo>
                <a:cubicBezTo>
                  <a:pt x="0" y="80429"/>
                  <a:pt x="80429" y="0"/>
                  <a:pt x="179644" y="0"/>
                </a:cubicBezTo>
                <a:lnTo>
                  <a:pt x="1762865" y="0"/>
                </a:lnTo>
                <a:cubicBezTo>
                  <a:pt x="1862080" y="0"/>
                  <a:pt x="1942509" y="80429"/>
                  <a:pt x="1942509" y="179644"/>
                </a:cubicBezTo>
                <a:lnTo>
                  <a:pt x="1942509" y="898203"/>
                </a:lnTo>
                <a:cubicBezTo>
                  <a:pt x="1942509" y="997418"/>
                  <a:pt x="1862080" y="1077848"/>
                  <a:pt x="1762865" y="1077848"/>
                </a:cubicBezTo>
                <a:lnTo>
                  <a:pt x="179644" y="1077848"/>
                </a:lnTo>
                <a:cubicBezTo>
                  <a:pt x="80429" y="1077848"/>
                  <a:pt x="0" y="997418"/>
                  <a:pt x="0" y="898203"/>
                </a:cubicBezTo>
                <a:lnTo>
                  <a:pt x="0" y="1796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252" cap="flat">
            <a:solidFill>
              <a:srgbClr val="172C51"/>
            </a:solidFill>
            <a:miter/>
          </a:ln>
        </p:spPr>
      </p:sp>
      <p:sp>
        <p:nvSpPr>
          <p:cNvPr id="230" name="Text “Repeat’DGDSGNH’">
            <a:extLst xmlns:a="http://schemas.openxmlformats.org/drawingml/2006/main">
              <a:ext uri="{FF2B5EF4-FFF2-40B4-BE49-F238E27FC236}">
                <a16:creationId xmlns:a16="http://schemas.microsoft.com/office/drawing/2014/main" id="{64B200A1-0BF7-4F73-A7D0-AC61D48D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4043" y="2594379"/>
            <a:ext cx="1695906" cy="184122"/>
          </a:xfrm>
          <a:custGeom xmlns:a="http://schemas.openxmlformats.org/drawingml/2006/main">
            <a:pathLst>
              <a:path w="1695906" h="184122">
                <a:moveTo>
                  <a:pt x="50774" y="31239"/>
                </a:moveTo>
                <a:lnTo>
                  <a:pt x="50774" y="42834"/>
                </a:lnTo>
                <a:cubicBezTo>
                  <a:pt x="50774" y="44368"/>
                  <a:pt x="50618" y="45605"/>
                  <a:pt x="50305" y="46545"/>
                </a:cubicBezTo>
                <a:cubicBezTo>
                  <a:pt x="49992" y="47486"/>
                  <a:pt x="49523" y="48218"/>
                  <a:pt x="48898" y="48741"/>
                </a:cubicBezTo>
                <a:cubicBezTo>
                  <a:pt x="48272" y="49262"/>
                  <a:pt x="47473" y="49610"/>
                  <a:pt x="46500" y="49784"/>
                </a:cubicBezTo>
                <a:cubicBezTo>
                  <a:pt x="45526" y="49957"/>
                  <a:pt x="44380" y="50044"/>
                  <a:pt x="43059" y="50044"/>
                </a:cubicBezTo>
                <a:cubicBezTo>
                  <a:pt x="41738" y="50044"/>
                  <a:pt x="40592" y="49957"/>
                  <a:pt x="39618" y="49784"/>
                </a:cubicBezTo>
                <a:cubicBezTo>
                  <a:pt x="38645" y="49610"/>
                  <a:pt x="37846" y="49262"/>
                  <a:pt x="37221" y="48741"/>
                </a:cubicBezTo>
                <a:cubicBezTo>
                  <a:pt x="36595" y="48218"/>
                  <a:pt x="36126" y="47486"/>
                  <a:pt x="35813" y="46545"/>
                </a:cubicBezTo>
                <a:cubicBezTo>
                  <a:pt x="35500" y="45605"/>
                  <a:pt x="35344" y="44368"/>
                  <a:pt x="35344" y="42834"/>
                </a:cubicBezTo>
                <a:cubicBezTo>
                  <a:pt x="35344" y="41025"/>
                  <a:pt x="35431" y="39355"/>
                  <a:pt x="35604" y="37823"/>
                </a:cubicBezTo>
                <a:cubicBezTo>
                  <a:pt x="35778" y="36290"/>
                  <a:pt x="36074" y="34827"/>
                  <a:pt x="36491" y="33435"/>
                </a:cubicBezTo>
                <a:cubicBezTo>
                  <a:pt x="36908" y="32040"/>
                  <a:pt x="37464" y="30647"/>
                  <a:pt x="38159" y="29254"/>
                </a:cubicBezTo>
                <a:cubicBezTo>
                  <a:pt x="38854" y="27860"/>
                  <a:pt x="39723" y="26397"/>
                  <a:pt x="40765" y="24866"/>
                </a:cubicBezTo>
                <a:lnTo>
                  <a:pt x="55257" y="2509"/>
                </a:lnTo>
                <a:cubicBezTo>
                  <a:pt x="55535" y="2090"/>
                  <a:pt x="55848" y="1724"/>
                  <a:pt x="56196" y="1411"/>
                </a:cubicBezTo>
                <a:cubicBezTo>
                  <a:pt x="56543" y="1098"/>
                  <a:pt x="56978" y="837"/>
                  <a:pt x="57499" y="629"/>
                </a:cubicBezTo>
                <a:cubicBezTo>
                  <a:pt x="58020" y="418"/>
                  <a:pt x="58646" y="261"/>
                  <a:pt x="59376" y="156"/>
                </a:cubicBezTo>
                <a:cubicBezTo>
                  <a:pt x="60105" y="52"/>
                  <a:pt x="60992" y="0"/>
                  <a:pt x="62034" y="0"/>
                </a:cubicBezTo>
                <a:cubicBezTo>
                  <a:pt x="62799" y="0"/>
                  <a:pt x="63459" y="35"/>
                  <a:pt x="64015" y="104"/>
                </a:cubicBezTo>
                <a:cubicBezTo>
                  <a:pt x="64571" y="174"/>
                  <a:pt x="64971" y="314"/>
                  <a:pt x="65214" y="525"/>
                </a:cubicBezTo>
                <a:cubicBezTo>
                  <a:pt x="65457" y="733"/>
                  <a:pt x="65596" y="994"/>
                  <a:pt x="65631" y="1306"/>
                </a:cubicBezTo>
                <a:cubicBezTo>
                  <a:pt x="65666" y="1619"/>
                  <a:pt x="65544" y="2020"/>
                  <a:pt x="65266" y="2509"/>
                </a:cubicBezTo>
                <a:lnTo>
                  <a:pt x="50774" y="31239"/>
                </a:lnTo>
                <a:moveTo>
                  <a:pt x="15430" y="31239"/>
                </a:moveTo>
                <a:lnTo>
                  <a:pt x="15430" y="42834"/>
                </a:lnTo>
                <a:cubicBezTo>
                  <a:pt x="15430" y="44368"/>
                  <a:pt x="15274" y="45605"/>
                  <a:pt x="14961" y="46545"/>
                </a:cubicBezTo>
                <a:cubicBezTo>
                  <a:pt x="14648" y="47486"/>
                  <a:pt x="14179" y="48218"/>
                  <a:pt x="13554" y="48741"/>
                </a:cubicBezTo>
                <a:cubicBezTo>
                  <a:pt x="12928" y="49262"/>
                  <a:pt x="12129" y="49610"/>
                  <a:pt x="11156" y="49784"/>
                </a:cubicBezTo>
                <a:cubicBezTo>
                  <a:pt x="10183" y="49957"/>
                  <a:pt x="9036" y="50044"/>
                  <a:pt x="7715" y="50044"/>
                </a:cubicBezTo>
                <a:cubicBezTo>
                  <a:pt x="6395" y="50044"/>
                  <a:pt x="5248" y="49957"/>
                  <a:pt x="4275" y="49784"/>
                </a:cubicBezTo>
                <a:cubicBezTo>
                  <a:pt x="3302" y="49610"/>
                  <a:pt x="2502" y="49262"/>
                  <a:pt x="1877" y="48741"/>
                </a:cubicBezTo>
                <a:cubicBezTo>
                  <a:pt x="1251" y="48218"/>
                  <a:pt x="782" y="47486"/>
                  <a:pt x="469" y="46545"/>
                </a:cubicBezTo>
                <a:cubicBezTo>
                  <a:pt x="156" y="45605"/>
                  <a:pt x="0" y="44368"/>
                  <a:pt x="0" y="42834"/>
                </a:cubicBezTo>
                <a:cubicBezTo>
                  <a:pt x="0" y="41025"/>
                  <a:pt x="87" y="39355"/>
                  <a:pt x="261" y="37823"/>
                </a:cubicBezTo>
                <a:cubicBezTo>
                  <a:pt x="434" y="36290"/>
                  <a:pt x="730" y="34827"/>
                  <a:pt x="1147" y="33435"/>
                </a:cubicBezTo>
                <a:cubicBezTo>
                  <a:pt x="1564" y="32040"/>
                  <a:pt x="2120" y="30647"/>
                  <a:pt x="2815" y="29254"/>
                </a:cubicBezTo>
                <a:cubicBezTo>
                  <a:pt x="3510" y="27860"/>
                  <a:pt x="4379" y="26397"/>
                  <a:pt x="5421" y="24866"/>
                </a:cubicBezTo>
                <a:lnTo>
                  <a:pt x="19913" y="2509"/>
                </a:lnTo>
                <a:cubicBezTo>
                  <a:pt x="20192" y="2090"/>
                  <a:pt x="20504" y="1724"/>
                  <a:pt x="20852" y="1411"/>
                </a:cubicBezTo>
                <a:cubicBezTo>
                  <a:pt x="21199" y="1098"/>
                  <a:pt x="21634" y="837"/>
                  <a:pt x="22155" y="629"/>
                </a:cubicBezTo>
                <a:cubicBezTo>
                  <a:pt x="22676" y="418"/>
                  <a:pt x="23302" y="261"/>
                  <a:pt x="24032" y="156"/>
                </a:cubicBezTo>
                <a:cubicBezTo>
                  <a:pt x="24762" y="52"/>
                  <a:pt x="25648" y="0"/>
                  <a:pt x="26690" y="0"/>
                </a:cubicBezTo>
                <a:cubicBezTo>
                  <a:pt x="27455" y="0"/>
                  <a:pt x="28098" y="35"/>
                  <a:pt x="28619" y="104"/>
                </a:cubicBezTo>
                <a:cubicBezTo>
                  <a:pt x="29140" y="174"/>
                  <a:pt x="29540" y="314"/>
                  <a:pt x="29818" y="525"/>
                </a:cubicBezTo>
                <a:cubicBezTo>
                  <a:pt x="30096" y="733"/>
                  <a:pt x="30235" y="994"/>
                  <a:pt x="30235" y="1306"/>
                </a:cubicBezTo>
                <a:cubicBezTo>
                  <a:pt x="30235" y="1619"/>
                  <a:pt x="30131" y="2020"/>
                  <a:pt x="29922" y="2509"/>
                </a:cubicBezTo>
                <a:lnTo>
                  <a:pt x="15430" y="31239"/>
                </a:lnTo>
                <a:close/>
                <a:moveTo>
                  <a:pt x="175585" y="143672"/>
                </a:moveTo>
                <a:cubicBezTo>
                  <a:pt x="175585" y="144159"/>
                  <a:pt x="175498" y="144576"/>
                  <a:pt x="175324" y="144923"/>
                </a:cubicBezTo>
                <a:cubicBezTo>
                  <a:pt x="175150" y="145269"/>
                  <a:pt x="174820" y="145563"/>
                  <a:pt x="174333" y="145806"/>
                </a:cubicBezTo>
                <a:cubicBezTo>
                  <a:pt x="173847" y="146050"/>
                  <a:pt x="173169" y="146241"/>
                  <a:pt x="172300" y="146380"/>
                </a:cubicBezTo>
                <a:cubicBezTo>
                  <a:pt x="171432" y="146519"/>
                  <a:pt x="170337" y="146588"/>
                  <a:pt x="169016" y="146588"/>
                </a:cubicBezTo>
                <a:cubicBezTo>
                  <a:pt x="167835" y="146588"/>
                  <a:pt x="166844" y="146536"/>
                  <a:pt x="166045" y="146432"/>
                </a:cubicBezTo>
                <a:cubicBezTo>
                  <a:pt x="165246" y="146328"/>
                  <a:pt x="164568" y="146120"/>
                  <a:pt x="164012" y="145810"/>
                </a:cubicBezTo>
                <a:cubicBezTo>
                  <a:pt x="163456" y="145497"/>
                  <a:pt x="163004" y="145080"/>
                  <a:pt x="162656" y="144559"/>
                </a:cubicBezTo>
                <a:cubicBezTo>
                  <a:pt x="162309" y="144037"/>
                  <a:pt x="161996" y="143361"/>
                  <a:pt x="161718" y="142529"/>
                </a:cubicBezTo>
                <a:lnTo>
                  <a:pt x="149103" y="109847"/>
                </a:lnTo>
                <a:cubicBezTo>
                  <a:pt x="147643" y="106167"/>
                  <a:pt x="146079" y="102697"/>
                  <a:pt x="144411" y="99437"/>
                </a:cubicBezTo>
                <a:cubicBezTo>
                  <a:pt x="142743" y="96175"/>
                  <a:pt x="140727" y="93347"/>
                  <a:pt x="138364" y="90953"/>
                </a:cubicBezTo>
                <a:cubicBezTo>
                  <a:pt x="136001" y="88559"/>
                  <a:pt x="133151" y="86669"/>
                  <a:pt x="129815" y="85281"/>
                </a:cubicBezTo>
                <a:cubicBezTo>
                  <a:pt x="126478" y="83893"/>
                  <a:pt x="122482" y="83199"/>
                  <a:pt x="117825" y="83199"/>
                </a:cubicBezTo>
                <a:lnTo>
                  <a:pt x="103854" y="83199"/>
                </a:lnTo>
                <a:lnTo>
                  <a:pt x="103854" y="143881"/>
                </a:lnTo>
                <a:cubicBezTo>
                  <a:pt x="103854" y="144298"/>
                  <a:pt x="103750" y="144680"/>
                  <a:pt x="103541" y="145028"/>
                </a:cubicBezTo>
                <a:cubicBezTo>
                  <a:pt x="103333" y="145375"/>
                  <a:pt x="102985" y="145653"/>
                  <a:pt x="102499" y="145862"/>
                </a:cubicBezTo>
                <a:cubicBezTo>
                  <a:pt x="102012" y="146068"/>
                  <a:pt x="101369" y="146241"/>
                  <a:pt x="100570" y="146380"/>
                </a:cubicBezTo>
                <a:cubicBezTo>
                  <a:pt x="99771" y="146519"/>
                  <a:pt x="98746" y="146588"/>
                  <a:pt x="97494" y="146588"/>
                </a:cubicBezTo>
                <a:cubicBezTo>
                  <a:pt x="96313" y="146588"/>
                  <a:pt x="95305" y="146519"/>
                  <a:pt x="94471" y="146380"/>
                </a:cubicBezTo>
                <a:cubicBezTo>
                  <a:pt x="93637" y="146241"/>
                  <a:pt x="92977" y="146067"/>
                  <a:pt x="92490" y="145858"/>
                </a:cubicBezTo>
                <a:cubicBezTo>
                  <a:pt x="92003" y="145650"/>
                  <a:pt x="91656" y="145372"/>
                  <a:pt x="91447" y="145024"/>
                </a:cubicBezTo>
                <a:cubicBezTo>
                  <a:pt x="91239" y="144677"/>
                  <a:pt x="91135" y="144295"/>
                  <a:pt x="91135" y="143878"/>
                </a:cubicBezTo>
                <a:lnTo>
                  <a:pt x="91135" y="17620"/>
                </a:lnTo>
                <a:cubicBezTo>
                  <a:pt x="91135" y="15118"/>
                  <a:pt x="91795" y="13397"/>
                  <a:pt x="93116" y="12459"/>
                </a:cubicBezTo>
                <a:cubicBezTo>
                  <a:pt x="94436" y="11521"/>
                  <a:pt x="95722" y="11051"/>
                  <a:pt x="96973" y="11051"/>
                </a:cubicBezTo>
                <a:lnTo>
                  <a:pt x="122308" y="11051"/>
                </a:lnTo>
                <a:cubicBezTo>
                  <a:pt x="125644" y="11051"/>
                  <a:pt x="128407" y="11138"/>
                  <a:pt x="130597" y="11312"/>
                </a:cubicBezTo>
                <a:cubicBezTo>
                  <a:pt x="132786" y="11486"/>
                  <a:pt x="134784" y="11712"/>
                  <a:pt x="136592" y="11990"/>
                </a:cubicBezTo>
                <a:cubicBezTo>
                  <a:pt x="141735" y="12896"/>
                  <a:pt x="146218" y="14357"/>
                  <a:pt x="150041" y="16375"/>
                </a:cubicBezTo>
                <a:cubicBezTo>
                  <a:pt x="153864" y="18391"/>
                  <a:pt x="157026" y="20878"/>
                  <a:pt x="159529" y="23836"/>
                </a:cubicBezTo>
                <a:cubicBezTo>
                  <a:pt x="162031" y="26792"/>
                  <a:pt x="163890" y="30132"/>
                  <a:pt x="165106" y="33855"/>
                </a:cubicBezTo>
                <a:cubicBezTo>
                  <a:pt x="166323" y="37576"/>
                  <a:pt x="166931" y="41593"/>
                  <a:pt x="166931" y="45907"/>
                </a:cubicBezTo>
                <a:cubicBezTo>
                  <a:pt x="166931" y="50359"/>
                  <a:pt x="166305" y="54343"/>
                  <a:pt x="165054" y="57857"/>
                </a:cubicBezTo>
                <a:cubicBezTo>
                  <a:pt x="163803" y="61370"/>
                  <a:pt x="162031" y="64466"/>
                  <a:pt x="159737" y="67146"/>
                </a:cubicBezTo>
                <a:cubicBezTo>
                  <a:pt x="157443" y="69824"/>
                  <a:pt x="154698" y="72138"/>
                  <a:pt x="151501" y="74086"/>
                </a:cubicBezTo>
                <a:cubicBezTo>
                  <a:pt x="148303" y="76032"/>
                  <a:pt x="144793" y="77667"/>
                  <a:pt x="140971" y="78989"/>
                </a:cubicBezTo>
                <a:cubicBezTo>
                  <a:pt x="143264" y="80032"/>
                  <a:pt x="145332" y="81317"/>
                  <a:pt x="147174" y="82844"/>
                </a:cubicBezTo>
                <a:cubicBezTo>
                  <a:pt x="149016" y="84371"/>
                  <a:pt x="150719" y="86210"/>
                  <a:pt x="152283" y="88363"/>
                </a:cubicBezTo>
                <a:cubicBezTo>
                  <a:pt x="153847" y="90515"/>
                  <a:pt x="155324" y="92998"/>
                  <a:pt x="156714" y="95811"/>
                </a:cubicBezTo>
                <a:cubicBezTo>
                  <a:pt x="158104" y="98624"/>
                  <a:pt x="159494" y="101766"/>
                  <a:pt x="160884" y="105237"/>
                </a:cubicBezTo>
                <a:lnTo>
                  <a:pt x="173499" y="136693"/>
                </a:lnTo>
                <a:cubicBezTo>
                  <a:pt x="174403" y="139124"/>
                  <a:pt x="174976" y="140791"/>
                  <a:pt x="175220" y="141695"/>
                </a:cubicBezTo>
                <a:cubicBezTo>
                  <a:pt x="175463" y="142596"/>
                  <a:pt x="175585" y="143255"/>
                  <a:pt x="175585" y="143672"/>
                </a:cubicBezTo>
                <a:moveTo>
                  <a:pt x="153169" y="47282"/>
                </a:moveTo>
                <a:cubicBezTo>
                  <a:pt x="153169" y="41526"/>
                  <a:pt x="151883" y="36654"/>
                  <a:pt x="149311" y="32666"/>
                </a:cubicBezTo>
                <a:cubicBezTo>
                  <a:pt x="146740" y="28676"/>
                  <a:pt x="142430" y="25814"/>
                  <a:pt x="136383" y="24081"/>
                </a:cubicBezTo>
                <a:cubicBezTo>
                  <a:pt x="134367" y="23527"/>
                  <a:pt x="132178" y="23128"/>
                  <a:pt x="129815" y="22885"/>
                </a:cubicBezTo>
                <a:cubicBezTo>
                  <a:pt x="127452" y="22642"/>
                  <a:pt x="124359" y="22520"/>
                  <a:pt x="120536" y="22520"/>
                </a:cubicBezTo>
                <a:lnTo>
                  <a:pt x="103854" y="22520"/>
                </a:lnTo>
                <a:lnTo>
                  <a:pt x="103854" y="71939"/>
                </a:lnTo>
                <a:lnTo>
                  <a:pt x="123246" y="71939"/>
                </a:lnTo>
                <a:cubicBezTo>
                  <a:pt x="128459" y="71939"/>
                  <a:pt x="132943" y="71297"/>
                  <a:pt x="136696" y="70013"/>
                </a:cubicBezTo>
                <a:cubicBezTo>
                  <a:pt x="140449" y="68730"/>
                  <a:pt x="143560" y="66979"/>
                  <a:pt x="146027" y="64761"/>
                </a:cubicBezTo>
                <a:cubicBezTo>
                  <a:pt x="148495" y="62541"/>
                  <a:pt x="150302" y="59940"/>
                  <a:pt x="151449" y="56958"/>
                </a:cubicBezTo>
                <a:cubicBezTo>
                  <a:pt x="152595" y="53976"/>
                  <a:pt x="153169" y="50750"/>
                  <a:pt x="153169" y="47282"/>
                </a:cubicBezTo>
                <a:close/>
                <a:moveTo>
                  <a:pt x="275898" y="91852"/>
                </a:moveTo>
                <a:cubicBezTo>
                  <a:pt x="275898" y="94354"/>
                  <a:pt x="275237" y="96075"/>
                  <a:pt x="273917" y="97013"/>
                </a:cubicBezTo>
                <a:cubicBezTo>
                  <a:pt x="272596" y="97951"/>
                  <a:pt x="271310" y="98421"/>
                  <a:pt x="270059" y="98421"/>
                </a:cubicBezTo>
                <a:lnTo>
                  <a:pt x="205731" y="98421"/>
                </a:lnTo>
                <a:cubicBezTo>
                  <a:pt x="205731" y="104274"/>
                  <a:pt x="206305" y="109571"/>
                  <a:pt x="207452" y="114310"/>
                </a:cubicBezTo>
                <a:cubicBezTo>
                  <a:pt x="208598" y="119050"/>
                  <a:pt x="210492" y="123109"/>
                  <a:pt x="213134" y="126489"/>
                </a:cubicBezTo>
                <a:cubicBezTo>
                  <a:pt x="215775" y="129869"/>
                  <a:pt x="219215" y="132466"/>
                  <a:pt x="223455" y="134279"/>
                </a:cubicBezTo>
                <a:cubicBezTo>
                  <a:pt x="227695" y="136091"/>
                  <a:pt x="232908" y="136996"/>
                  <a:pt x="239094" y="136996"/>
                </a:cubicBezTo>
                <a:cubicBezTo>
                  <a:pt x="243473" y="136996"/>
                  <a:pt x="247400" y="136609"/>
                  <a:pt x="250875" y="135833"/>
                </a:cubicBezTo>
                <a:cubicBezTo>
                  <a:pt x="254351" y="135058"/>
                  <a:pt x="257357" y="134195"/>
                  <a:pt x="259894" y="133243"/>
                </a:cubicBezTo>
                <a:cubicBezTo>
                  <a:pt x="262431" y="132292"/>
                  <a:pt x="264516" y="131428"/>
                  <a:pt x="266149" y="130653"/>
                </a:cubicBezTo>
                <a:cubicBezTo>
                  <a:pt x="267783" y="129878"/>
                  <a:pt x="268947" y="129490"/>
                  <a:pt x="269642" y="129490"/>
                </a:cubicBezTo>
                <a:cubicBezTo>
                  <a:pt x="270059" y="129490"/>
                  <a:pt x="270441" y="129595"/>
                  <a:pt x="270789" y="129806"/>
                </a:cubicBezTo>
                <a:cubicBezTo>
                  <a:pt x="271136" y="130017"/>
                  <a:pt x="271415" y="130350"/>
                  <a:pt x="271623" y="130806"/>
                </a:cubicBezTo>
                <a:cubicBezTo>
                  <a:pt x="271832" y="131262"/>
                  <a:pt x="271988" y="131841"/>
                  <a:pt x="272092" y="132543"/>
                </a:cubicBezTo>
                <a:cubicBezTo>
                  <a:pt x="272196" y="133244"/>
                  <a:pt x="272249" y="134121"/>
                  <a:pt x="272249" y="135172"/>
                </a:cubicBezTo>
                <a:cubicBezTo>
                  <a:pt x="272249" y="135665"/>
                  <a:pt x="272214" y="136140"/>
                  <a:pt x="272144" y="136596"/>
                </a:cubicBezTo>
                <a:cubicBezTo>
                  <a:pt x="272075" y="137052"/>
                  <a:pt x="271988" y="137473"/>
                  <a:pt x="271884" y="137860"/>
                </a:cubicBezTo>
                <a:cubicBezTo>
                  <a:pt x="271779" y="138244"/>
                  <a:pt x="271623" y="138612"/>
                  <a:pt x="271415" y="138964"/>
                </a:cubicBezTo>
                <a:cubicBezTo>
                  <a:pt x="271206" y="139314"/>
                  <a:pt x="270928" y="139665"/>
                  <a:pt x="270580" y="140017"/>
                </a:cubicBezTo>
                <a:cubicBezTo>
                  <a:pt x="270233" y="140366"/>
                  <a:pt x="269156" y="140976"/>
                  <a:pt x="267348" y="141845"/>
                </a:cubicBezTo>
                <a:cubicBezTo>
                  <a:pt x="265541" y="142713"/>
                  <a:pt x="263178" y="143582"/>
                  <a:pt x="260259" y="144451"/>
                </a:cubicBezTo>
                <a:cubicBezTo>
                  <a:pt x="257340" y="145320"/>
                  <a:pt x="253951" y="146102"/>
                  <a:pt x="250094" y="146797"/>
                </a:cubicBezTo>
                <a:cubicBezTo>
                  <a:pt x="246236" y="147492"/>
                  <a:pt x="242083" y="147839"/>
                  <a:pt x="237635" y="147839"/>
                </a:cubicBezTo>
                <a:cubicBezTo>
                  <a:pt x="230336" y="147839"/>
                  <a:pt x="223872" y="146744"/>
                  <a:pt x="218242" y="144552"/>
                </a:cubicBezTo>
                <a:cubicBezTo>
                  <a:pt x="212612" y="142360"/>
                  <a:pt x="207886" y="139125"/>
                  <a:pt x="204063" y="134846"/>
                </a:cubicBezTo>
                <a:cubicBezTo>
                  <a:pt x="200240" y="130567"/>
                  <a:pt x="197338" y="125262"/>
                  <a:pt x="195357" y="118930"/>
                </a:cubicBezTo>
                <a:cubicBezTo>
                  <a:pt x="193377" y="112599"/>
                  <a:pt x="192386" y="105258"/>
                  <a:pt x="192386" y="96909"/>
                </a:cubicBezTo>
                <a:cubicBezTo>
                  <a:pt x="192386" y="88907"/>
                  <a:pt x="193411" y="81740"/>
                  <a:pt x="195462" y="75409"/>
                </a:cubicBezTo>
                <a:cubicBezTo>
                  <a:pt x="197512" y="69077"/>
                  <a:pt x="200449" y="63702"/>
                  <a:pt x="204272" y="59284"/>
                </a:cubicBezTo>
                <a:cubicBezTo>
                  <a:pt x="208094" y="54866"/>
                  <a:pt x="212699" y="51492"/>
                  <a:pt x="218086" y="49161"/>
                </a:cubicBezTo>
                <a:cubicBezTo>
                  <a:pt x="223473" y="46831"/>
                  <a:pt x="229468" y="45665"/>
                  <a:pt x="236071" y="45665"/>
                </a:cubicBezTo>
                <a:cubicBezTo>
                  <a:pt x="243160" y="45665"/>
                  <a:pt x="249207" y="46847"/>
                  <a:pt x="254212" y="49210"/>
                </a:cubicBezTo>
                <a:cubicBezTo>
                  <a:pt x="259216" y="51574"/>
                  <a:pt x="263334" y="54753"/>
                  <a:pt x="266566" y="58750"/>
                </a:cubicBezTo>
                <a:cubicBezTo>
                  <a:pt x="269798" y="62747"/>
                  <a:pt x="272162" y="67386"/>
                  <a:pt x="273656" y="72669"/>
                </a:cubicBezTo>
                <a:cubicBezTo>
                  <a:pt x="275150" y="77951"/>
                  <a:pt x="275898" y="83512"/>
                  <a:pt x="275898" y="89350"/>
                </a:cubicBezTo>
                <a:lnTo>
                  <a:pt x="275898" y="91852"/>
                </a:lnTo>
                <a:moveTo>
                  <a:pt x="263074" y="88203"/>
                </a:moveTo>
                <a:cubicBezTo>
                  <a:pt x="263282" y="78194"/>
                  <a:pt x="260989" y="70375"/>
                  <a:pt x="256193" y="64745"/>
                </a:cubicBezTo>
                <a:cubicBezTo>
                  <a:pt x="251397" y="59115"/>
                  <a:pt x="244411" y="56300"/>
                  <a:pt x="235237" y="56300"/>
                </a:cubicBezTo>
                <a:cubicBezTo>
                  <a:pt x="230510" y="56300"/>
                  <a:pt x="226357" y="57186"/>
                  <a:pt x="222778" y="58959"/>
                </a:cubicBezTo>
                <a:cubicBezTo>
                  <a:pt x="219198" y="60731"/>
                  <a:pt x="216175" y="63077"/>
                  <a:pt x="213707" y="65996"/>
                </a:cubicBezTo>
                <a:cubicBezTo>
                  <a:pt x="211240" y="68915"/>
                  <a:pt x="209346" y="72304"/>
                  <a:pt x="208025" y="76161"/>
                </a:cubicBezTo>
                <a:cubicBezTo>
                  <a:pt x="206704" y="80019"/>
                  <a:pt x="205940" y="84033"/>
                  <a:pt x="205731" y="88203"/>
                </a:cubicBezTo>
                <a:lnTo>
                  <a:pt x="263074" y="88203"/>
                </a:lnTo>
                <a:close/>
                <a:moveTo>
                  <a:pt x="386095" y="95345"/>
                </a:moveTo>
                <a:cubicBezTo>
                  <a:pt x="386095" y="103414"/>
                  <a:pt x="385208" y="110684"/>
                  <a:pt x="383436" y="117155"/>
                </a:cubicBezTo>
                <a:cubicBezTo>
                  <a:pt x="381663" y="123625"/>
                  <a:pt x="379057" y="129123"/>
                  <a:pt x="375616" y="133647"/>
                </a:cubicBezTo>
                <a:cubicBezTo>
                  <a:pt x="372176" y="138169"/>
                  <a:pt x="367919" y="141665"/>
                  <a:pt x="362845" y="144135"/>
                </a:cubicBezTo>
                <a:cubicBezTo>
                  <a:pt x="357771" y="146605"/>
                  <a:pt x="351967" y="147839"/>
                  <a:pt x="345433" y="147839"/>
                </a:cubicBezTo>
                <a:cubicBezTo>
                  <a:pt x="342653" y="147839"/>
                  <a:pt x="340047" y="147543"/>
                  <a:pt x="337614" y="146950"/>
                </a:cubicBezTo>
                <a:cubicBezTo>
                  <a:pt x="335181" y="146359"/>
                  <a:pt x="332801" y="145438"/>
                  <a:pt x="330472" y="144187"/>
                </a:cubicBezTo>
                <a:cubicBezTo>
                  <a:pt x="328144" y="142934"/>
                  <a:pt x="325815" y="141368"/>
                  <a:pt x="323487" y="139489"/>
                </a:cubicBezTo>
                <a:cubicBezTo>
                  <a:pt x="321158" y="137610"/>
                  <a:pt x="318708" y="135349"/>
                  <a:pt x="316137" y="132706"/>
                </a:cubicBezTo>
                <a:lnTo>
                  <a:pt x="316137" y="181411"/>
                </a:lnTo>
                <a:cubicBezTo>
                  <a:pt x="316137" y="181828"/>
                  <a:pt x="316032" y="182210"/>
                  <a:pt x="315824" y="182558"/>
                </a:cubicBezTo>
                <a:cubicBezTo>
                  <a:pt x="315615" y="182905"/>
                  <a:pt x="315285" y="183201"/>
                  <a:pt x="314833" y="183444"/>
                </a:cubicBezTo>
                <a:cubicBezTo>
                  <a:pt x="314382" y="183687"/>
                  <a:pt x="313756" y="183861"/>
                  <a:pt x="312957" y="183965"/>
                </a:cubicBezTo>
                <a:cubicBezTo>
                  <a:pt x="312157" y="184069"/>
                  <a:pt x="311132" y="184122"/>
                  <a:pt x="309881" y="184122"/>
                </a:cubicBezTo>
                <a:cubicBezTo>
                  <a:pt x="308699" y="184122"/>
                  <a:pt x="307709" y="184069"/>
                  <a:pt x="306910" y="183965"/>
                </a:cubicBezTo>
                <a:cubicBezTo>
                  <a:pt x="306110" y="183861"/>
                  <a:pt x="305467" y="183687"/>
                  <a:pt x="304981" y="183444"/>
                </a:cubicBezTo>
                <a:cubicBezTo>
                  <a:pt x="304494" y="183201"/>
                  <a:pt x="304164" y="182904"/>
                  <a:pt x="303990" y="182554"/>
                </a:cubicBezTo>
                <a:cubicBezTo>
                  <a:pt x="303817" y="182207"/>
                  <a:pt x="303730" y="181825"/>
                  <a:pt x="303730" y="181408"/>
                </a:cubicBezTo>
                <a:lnTo>
                  <a:pt x="303730" y="49422"/>
                </a:lnTo>
                <a:cubicBezTo>
                  <a:pt x="303730" y="48936"/>
                  <a:pt x="303817" y="48518"/>
                  <a:pt x="303990" y="48171"/>
                </a:cubicBezTo>
                <a:cubicBezTo>
                  <a:pt x="304164" y="47821"/>
                  <a:pt x="304477" y="47542"/>
                  <a:pt x="304929" y="47334"/>
                </a:cubicBezTo>
                <a:cubicBezTo>
                  <a:pt x="305381" y="47125"/>
                  <a:pt x="305971" y="46969"/>
                  <a:pt x="306701" y="46864"/>
                </a:cubicBezTo>
                <a:cubicBezTo>
                  <a:pt x="307431" y="46760"/>
                  <a:pt x="308317" y="46708"/>
                  <a:pt x="309360" y="46708"/>
                </a:cubicBezTo>
                <a:cubicBezTo>
                  <a:pt x="310402" y="46708"/>
                  <a:pt x="311271" y="46761"/>
                  <a:pt x="311966" y="46868"/>
                </a:cubicBezTo>
                <a:cubicBezTo>
                  <a:pt x="312661" y="46972"/>
                  <a:pt x="313252" y="47129"/>
                  <a:pt x="313739" y="47340"/>
                </a:cubicBezTo>
                <a:cubicBezTo>
                  <a:pt x="314225" y="47549"/>
                  <a:pt x="314573" y="47828"/>
                  <a:pt x="314781" y="48177"/>
                </a:cubicBezTo>
                <a:cubicBezTo>
                  <a:pt x="314990" y="48527"/>
                  <a:pt x="315094" y="48947"/>
                  <a:pt x="315094" y="49438"/>
                </a:cubicBezTo>
                <a:lnTo>
                  <a:pt x="315094" y="63197"/>
                </a:lnTo>
                <a:cubicBezTo>
                  <a:pt x="318013" y="60206"/>
                  <a:pt x="320794" y="57615"/>
                  <a:pt x="323435" y="55423"/>
                </a:cubicBezTo>
                <a:cubicBezTo>
                  <a:pt x="326076" y="53232"/>
                  <a:pt x="328717" y="51406"/>
                  <a:pt x="331358" y="49947"/>
                </a:cubicBezTo>
                <a:cubicBezTo>
                  <a:pt x="334000" y="48485"/>
                  <a:pt x="336710" y="47406"/>
                  <a:pt x="339491" y="46711"/>
                </a:cubicBezTo>
                <a:cubicBezTo>
                  <a:pt x="342271" y="46014"/>
                  <a:pt x="345225" y="45665"/>
                  <a:pt x="348353" y="45665"/>
                </a:cubicBezTo>
                <a:cubicBezTo>
                  <a:pt x="355164" y="45665"/>
                  <a:pt x="360968" y="46970"/>
                  <a:pt x="365764" y="49578"/>
                </a:cubicBezTo>
                <a:cubicBezTo>
                  <a:pt x="370560" y="52187"/>
                  <a:pt x="374470" y="55754"/>
                  <a:pt x="377493" y="60278"/>
                </a:cubicBezTo>
                <a:cubicBezTo>
                  <a:pt x="380517" y="64800"/>
                  <a:pt x="382706" y="70071"/>
                  <a:pt x="384061" y="76090"/>
                </a:cubicBezTo>
                <a:cubicBezTo>
                  <a:pt x="385417" y="82106"/>
                  <a:pt x="386095" y="88525"/>
                  <a:pt x="386095" y="95345"/>
                </a:cubicBezTo>
                <a:moveTo>
                  <a:pt x="373062" y="97326"/>
                </a:moveTo>
                <a:cubicBezTo>
                  <a:pt x="373062" y="92037"/>
                  <a:pt x="372645" y="86939"/>
                  <a:pt x="371811" y="82032"/>
                </a:cubicBezTo>
                <a:cubicBezTo>
                  <a:pt x="370977" y="77126"/>
                  <a:pt x="369569" y="72759"/>
                  <a:pt x="367589" y="68932"/>
                </a:cubicBezTo>
                <a:cubicBezTo>
                  <a:pt x="365608" y="65104"/>
                  <a:pt x="362966" y="62043"/>
                  <a:pt x="359665" y="59747"/>
                </a:cubicBezTo>
                <a:cubicBezTo>
                  <a:pt x="356363" y="57449"/>
                  <a:pt x="352210" y="56300"/>
                  <a:pt x="347206" y="56300"/>
                </a:cubicBezTo>
                <a:cubicBezTo>
                  <a:pt x="344704" y="56300"/>
                  <a:pt x="342254" y="56649"/>
                  <a:pt x="339856" y="57346"/>
                </a:cubicBezTo>
                <a:cubicBezTo>
                  <a:pt x="337458" y="58041"/>
                  <a:pt x="335008" y="59189"/>
                  <a:pt x="332505" y="60790"/>
                </a:cubicBezTo>
                <a:cubicBezTo>
                  <a:pt x="330003" y="62390"/>
                  <a:pt x="327397" y="64461"/>
                  <a:pt x="324686" y="67003"/>
                </a:cubicBezTo>
                <a:cubicBezTo>
                  <a:pt x="321975" y="69544"/>
                  <a:pt x="319125" y="72695"/>
                  <a:pt x="316137" y="76455"/>
                </a:cubicBezTo>
                <a:lnTo>
                  <a:pt x="316137" y="117575"/>
                </a:lnTo>
                <a:cubicBezTo>
                  <a:pt x="321350" y="123909"/>
                  <a:pt x="326337" y="128764"/>
                  <a:pt x="331098" y="132142"/>
                </a:cubicBezTo>
                <a:cubicBezTo>
                  <a:pt x="335859" y="135517"/>
                  <a:pt x="340846" y="137205"/>
                  <a:pt x="346059" y="137205"/>
                </a:cubicBezTo>
                <a:cubicBezTo>
                  <a:pt x="350855" y="137205"/>
                  <a:pt x="354973" y="136040"/>
                  <a:pt x="358414" y="133709"/>
                </a:cubicBezTo>
                <a:cubicBezTo>
                  <a:pt x="361854" y="131376"/>
                  <a:pt x="364652" y="128314"/>
                  <a:pt x="366807" y="124521"/>
                </a:cubicBezTo>
                <a:cubicBezTo>
                  <a:pt x="368961" y="120729"/>
                  <a:pt x="370543" y="116449"/>
                  <a:pt x="371550" y="111681"/>
                </a:cubicBezTo>
                <a:cubicBezTo>
                  <a:pt x="372558" y="106913"/>
                  <a:pt x="373062" y="102128"/>
                  <a:pt x="373062" y="97326"/>
                </a:cubicBezTo>
                <a:close/>
                <a:moveTo>
                  <a:pt x="491214" y="91852"/>
                </a:moveTo>
                <a:cubicBezTo>
                  <a:pt x="491214" y="94354"/>
                  <a:pt x="490553" y="96075"/>
                  <a:pt x="489233" y="97013"/>
                </a:cubicBezTo>
                <a:cubicBezTo>
                  <a:pt x="487912" y="97951"/>
                  <a:pt x="486626" y="98421"/>
                  <a:pt x="485375" y="98421"/>
                </a:cubicBezTo>
                <a:lnTo>
                  <a:pt x="421047" y="98421"/>
                </a:lnTo>
                <a:cubicBezTo>
                  <a:pt x="421047" y="104274"/>
                  <a:pt x="421621" y="109571"/>
                  <a:pt x="422768" y="114310"/>
                </a:cubicBezTo>
                <a:cubicBezTo>
                  <a:pt x="423914" y="119050"/>
                  <a:pt x="425808" y="123109"/>
                  <a:pt x="428450" y="126489"/>
                </a:cubicBezTo>
                <a:cubicBezTo>
                  <a:pt x="431091" y="129869"/>
                  <a:pt x="434532" y="132466"/>
                  <a:pt x="438771" y="134279"/>
                </a:cubicBezTo>
                <a:cubicBezTo>
                  <a:pt x="443011" y="136091"/>
                  <a:pt x="448224" y="136996"/>
                  <a:pt x="454410" y="136996"/>
                </a:cubicBezTo>
                <a:cubicBezTo>
                  <a:pt x="458789" y="136996"/>
                  <a:pt x="462716" y="136609"/>
                  <a:pt x="466192" y="135833"/>
                </a:cubicBezTo>
                <a:cubicBezTo>
                  <a:pt x="469667" y="135058"/>
                  <a:pt x="472673" y="134195"/>
                  <a:pt x="475210" y="133243"/>
                </a:cubicBezTo>
                <a:cubicBezTo>
                  <a:pt x="477747" y="132292"/>
                  <a:pt x="479832" y="131428"/>
                  <a:pt x="481465" y="130653"/>
                </a:cubicBezTo>
                <a:cubicBezTo>
                  <a:pt x="483099" y="129878"/>
                  <a:pt x="484263" y="129490"/>
                  <a:pt x="484958" y="129490"/>
                </a:cubicBezTo>
                <a:cubicBezTo>
                  <a:pt x="485375" y="129490"/>
                  <a:pt x="485757" y="129595"/>
                  <a:pt x="486105" y="129806"/>
                </a:cubicBezTo>
                <a:cubicBezTo>
                  <a:pt x="486453" y="130017"/>
                  <a:pt x="486731" y="130350"/>
                  <a:pt x="486939" y="130806"/>
                </a:cubicBezTo>
                <a:cubicBezTo>
                  <a:pt x="487148" y="131262"/>
                  <a:pt x="487304" y="131841"/>
                  <a:pt x="487408" y="132543"/>
                </a:cubicBezTo>
                <a:cubicBezTo>
                  <a:pt x="487513" y="133244"/>
                  <a:pt x="487565" y="134121"/>
                  <a:pt x="487565" y="135172"/>
                </a:cubicBezTo>
                <a:cubicBezTo>
                  <a:pt x="487565" y="135665"/>
                  <a:pt x="487530" y="136140"/>
                  <a:pt x="487460" y="136596"/>
                </a:cubicBezTo>
                <a:cubicBezTo>
                  <a:pt x="487391" y="137052"/>
                  <a:pt x="487304" y="137473"/>
                  <a:pt x="487200" y="137860"/>
                </a:cubicBezTo>
                <a:cubicBezTo>
                  <a:pt x="487095" y="138244"/>
                  <a:pt x="486939" y="138612"/>
                  <a:pt x="486731" y="138964"/>
                </a:cubicBezTo>
                <a:cubicBezTo>
                  <a:pt x="486522" y="139314"/>
                  <a:pt x="486244" y="139665"/>
                  <a:pt x="485896" y="140017"/>
                </a:cubicBezTo>
                <a:cubicBezTo>
                  <a:pt x="485549" y="140366"/>
                  <a:pt x="484472" y="140976"/>
                  <a:pt x="482664" y="141845"/>
                </a:cubicBezTo>
                <a:cubicBezTo>
                  <a:pt x="480857" y="142713"/>
                  <a:pt x="478494" y="143582"/>
                  <a:pt x="475575" y="144451"/>
                </a:cubicBezTo>
                <a:cubicBezTo>
                  <a:pt x="472656" y="145320"/>
                  <a:pt x="469267" y="146102"/>
                  <a:pt x="465410" y="146797"/>
                </a:cubicBezTo>
                <a:cubicBezTo>
                  <a:pt x="461552" y="147492"/>
                  <a:pt x="457399" y="147839"/>
                  <a:pt x="452951" y="147839"/>
                </a:cubicBezTo>
                <a:cubicBezTo>
                  <a:pt x="445652" y="147839"/>
                  <a:pt x="439188" y="146744"/>
                  <a:pt x="433558" y="144552"/>
                </a:cubicBezTo>
                <a:cubicBezTo>
                  <a:pt x="427928" y="142360"/>
                  <a:pt x="423202" y="139125"/>
                  <a:pt x="419379" y="134846"/>
                </a:cubicBezTo>
                <a:cubicBezTo>
                  <a:pt x="415556" y="130567"/>
                  <a:pt x="412654" y="125262"/>
                  <a:pt x="410674" y="118930"/>
                </a:cubicBezTo>
                <a:cubicBezTo>
                  <a:pt x="408693" y="112599"/>
                  <a:pt x="407702" y="105258"/>
                  <a:pt x="407702" y="96909"/>
                </a:cubicBezTo>
                <a:cubicBezTo>
                  <a:pt x="407702" y="88907"/>
                  <a:pt x="408727" y="81740"/>
                  <a:pt x="410778" y="75409"/>
                </a:cubicBezTo>
                <a:cubicBezTo>
                  <a:pt x="412828" y="69077"/>
                  <a:pt x="415765" y="63702"/>
                  <a:pt x="419588" y="59284"/>
                </a:cubicBezTo>
                <a:cubicBezTo>
                  <a:pt x="423411" y="54866"/>
                  <a:pt x="428015" y="51492"/>
                  <a:pt x="433402" y="49161"/>
                </a:cubicBezTo>
                <a:cubicBezTo>
                  <a:pt x="438789" y="46831"/>
                  <a:pt x="444784" y="45665"/>
                  <a:pt x="451387" y="45665"/>
                </a:cubicBezTo>
                <a:cubicBezTo>
                  <a:pt x="458476" y="45665"/>
                  <a:pt x="464523" y="46847"/>
                  <a:pt x="469528" y="49210"/>
                </a:cubicBezTo>
                <a:cubicBezTo>
                  <a:pt x="474532" y="51574"/>
                  <a:pt x="478650" y="54753"/>
                  <a:pt x="481883" y="58750"/>
                </a:cubicBezTo>
                <a:cubicBezTo>
                  <a:pt x="485115" y="62747"/>
                  <a:pt x="487478" y="67386"/>
                  <a:pt x="488972" y="72669"/>
                </a:cubicBezTo>
                <a:cubicBezTo>
                  <a:pt x="490467" y="77951"/>
                  <a:pt x="491214" y="83512"/>
                  <a:pt x="491214" y="89350"/>
                </a:cubicBezTo>
                <a:lnTo>
                  <a:pt x="491214" y="91852"/>
                </a:lnTo>
                <a:moveTo>
                  <a:pt x="478390" y="88203"/>
                </a:moveTo>
                <a:cubicBezTo>
                  <a:pt x="478598" y="78194"/>
                  <a:pt x="476305" y="70375"/>
                  <a:pt x="471509" y="64745"/>
                </a:cubicBezTo>
                <a:cubicBezTo>
                  <a:pt x="466713" y="59115"/>
                  <a:pt x="459727" y="56300"/>
                  <a:pt x="450553" y="56300"/>
                </a:cubicBezTo>
                <a:cubicBezTo>
                  <a:pt x="445826" y="56300"/>
                  <a:pt x="441673" y="57186"/>
                  <a:pt x="438094" y="58959"/>
                </a:cubicBezTo>
                <a:cubicBezTo>
                  <a:pt x="434514" y="60731"/>
                  <a:pt x="431491" y="63077"/>
                  <a:pt x="429023" y="65996"/>
                </a:cubicBezTo>
                <a:cubicBezTo>
                  <a:pt x="426556" y="68915"/>
                  <a:pt x="424662" y="72304"/>
                  <a:pt x="423341" y="76161"/>
                </a:cubicBezTo>
                <a:cubicBezTo>
                  <a:pt x="422020" y="80019"/>
                  <a:pt x="421256" y="84033"/>
                  <a:pt x="421047" y="88203"/>
                </a:cubicBezTo>
                <a:lnTo>
                  <a:pt x="478390" y="88203"/>
                </a:lnTo>
                <a:close/>
                <a:moveTo>
                  <a:pt x="585146" y="143878"/>
                </a:moveTo>
                <a:cubicBezTo>
                  <a:pt x="585146" y="144573"/>
                  <a:pt x="584921" y="145111"/>
                  <a:pt x="584469" y="145494"/>
                </a:cubicBezTo>
                <a:cubicBezTo>
                  <a:pt x="584017" y="145876"/>
                  <a:pt x="583426" y="146154"/>
                  <a:pt x="582696" y="146328"/>
                </a:cubicBezTo>
                <a:cubicBezTo>
                  <a:pt x="581967" y="146501"/>
                  <a:pt x="580976" y="146588"/>
                  <a:pt x="579725" y="146588"/>
                </a:cubicBezTo>
                <a:cubicBezTo>
                  <a:pt x="578543" y="146588"/>
                  <a:pt x="577536" y="146501"/>
                  <a:pt x="576701" y="146328"/>
                </a:cubicBezTo>
                <a:cubicBezTo>
                  <a:pt x="575867" y="146154"/>
                  <a:pt x="575224" y="145876"/>
                  <a:pt x="574773" y="145494"/>
                </a:cubicBezTo>
                <a:cubicBezTo>
                  <a:pt x="574321" y="145111"/>
                  <a:pt x="574095" y="144573"/>
                  <a:pt x="574095" y="143878"/>
                </a:cubicBezTo>
                <a:lnTo>
                  <a:pt x="574095" y="133347"/>
                </a:lnTo>
                <a:cubicBezTo>
                  <a:pt x="569855" y="137935"/>
                  <a:pt x="565181" y="141497"/>
                  <a:pt x="560072" y="144034"/>
                </a:cubicBezTo>
                <a:cubicBezTo>
                  <a:pt x="554963" y="146571"/>
                  <a:pt x="549664" y="147839"/>
                  <a:pt x="544173" y="147839"/>
                </a:cubicBezTo>
                <a:cubicBezTo>
                  <a:pt x="539238" y="147839"/>
                  <a:pt x="534807" y="147196"/>
                  <a:pt x="530880" y="145911"/>
                </a:cubicBezTo>
                <a:cubicBezTo>
                  <a:pt x="526952" y="144625"/>
                  <a:pt x="523634" y="142783"/>
                  <a:pt x="520923" y="140385"/>
                </a:cubicBezTo>
                <a:cubicBezTo>
                  <a:pt x="518212" y="137987"/>
                  <a:pt x="516127" y="135085"/>
                  <a:pt x="514667" y="131679"/>
                </a:cubicBezTo>
                <a:cubicBezTo>
                  <a:pt x="513208" y="128273"/>
                  <a:pt x="512478" y="124451"/>
                  <a:pt x="512478" y="120211"/>
                </a:cubicBezTo>
                <a:cubicBezTo>
                  <a:pt x="512478" y="114998"/>
                  <a:pt x="513555" y="110463"/>
                  <a:pt x="515710" y="106605"/>
                </a:cubicBezTo>
                <a:cubicBezTo>
                  <a:pt x="517865" y="102747"/>
                  <a:pt x="520923" y="99533"/>
                  <a:pt x="524885" y="96961"/>
                </a:cubicBezTo>
                <a:cubicBezTo>
                  <a:pt x="528847" y="94389"/>
                  <a:pt x="533608" y="92460"/>
                  <a:pt x="539168" y="91175"/>
                </a:cubicBezTo>
                <a:cubicBezTo>
                  <a:pt x="544729" y="89889"/>
                  <a:pt x="550915" y="89246"/>
                  <a:pt x="557726" y="89246"/>
                </a:cubicBezTo>
                <a:lnTo>
                  <a:pt x="572740" y="89246"/>
                </a:lnTo>
                <a:lnTo>
                  <a:pt x="572740" y="81088"/>
                </a:lnTo>
                <a:cubicBezTo>
                  <a:pt x="572740" y="77043"/>
                  <a:pt x="572323" y="73470"/>
                  <a:pt x="571488" y="70368"/>
                </a:cubicBezTo>
                <a:cubicBezTo>
                  <a:pt x="570654" y="67265"/>
                  <a:pt x="569299" y="64667"/>
                  <a:pt x="567422" y="62575"/>
                </a:cubicBezTo>
                <a:cubicBezTo>
                  <a:pt x="565546" y="60483"/>
                  <a:pt x="563113" y="58915"/>
                  <a:pt x="560124" y="57870"/>
                </a:cubicBezTo>
                <a:cubicBezTo>
                  <a:pt x="557135" y="56823"/>
                  <a:pt x="553486" y="56300"/>
                  <a:pt x="549177" y="56300"/>
                </a:cubicBezTo>
                <a:cubicBezTo>
                  <a:pt x="545007" y="56300"/>
                  <a:pt x="541253" y="56804"/>
                  <a:pt x="537917" y="57812"/>
                </a:cubicBezTo>
                <a:cubicBezTo>
                  <a:pt x="534581" y="58820"/>
                  <a:pt x="531662" y="59949"/>
                  <a:pt x="529159" y="61200"/>
                </a:cubicBezTo>
                <a:cubicBezTo>
                  <a:pt x="526657" y="62451"/>
                  <a:pt x="524589" y="63581"/>
                  <a:pt x="522956" y="64589"/>
                </a:cubicBezTo>
                <a:cubicBezTo>
                  <a:pt x="521322" y="65596"/>
                  <a:pt x="520158" y="66100"/>
                  <a:pt x="519463" y="66100"/>
                </a:cubicBezTo>
                <a:cubicBezTo>
                  <a:pt x="519046" y="66100"/>
                  <a:pt x="518664" y="66031"/>
                  <a:pt x="518316" y="65892"/>
                </a:cubicBezTo>
                <a:cubicBezTo>
                  <a:pt x="517969" y="65751"/>
                  <a:pt x="517673" y="65488"/>
                  <a:pt x="517430" y="65103"/>
                </a:cubicBezTo>
                <a:cubicBezTo>
                  <a:pt x="517187" y="64717"/>
                  <a:pt x="517013" y="64226"/>
                  <a:pt x="516909" y="63631"/>
                </a:cubicBezTo>
                <a:cubicBezTo>
                  <a:pt x="516805" y="63033"/>
                  <a:pt x="516752" y="62314"/>
                  <a:pt x="516752" y="61474"/>
                </a:cubicBezTo>
                <a:cubicBezTo>
                  <a:pt x="516752" y="60001"/>
                  <a:pt x="516857" y="58827"/>
                  <a:pt x="517065" y="57952"/>
                </a:cubicBezTo>
                <a:cubicBezTo>
                  <a:pt x="517274" y="57074"/>
                  <a:pt x="517812" y="56198"/>
                  <a:pt x="518681" y="55322"/>
                </a:cubicBezTo>
                <a:cubicBezTo>
                  <a:pt x="519550" y="54445"/>
                  <a:pt x="521097" y="53423"/>
                  <a:pt x="523321" y="52257"/>
                </a:cubicBezTo>
                <a:cubicBezTo>
                  <a:pt x="525545" y="51088"/>
                  <a:pt x="528099" y="50006"/>
                  <a:pt x="530984" y="49012"/>
                </a:cubicBezTo>
                <a:cubicBezTo>
                  <a:pt x="533868" y="48017"/>
                  <a:pt x="536979" y="47211"/>
                  <a:pt x="540315" y="46594"/>
                </a:cubicBezTo>
                <a:cubicBezTo>
                  <a:pt x="543651" y="45975"/>
                  <a:pt x="546988" y="45665"/>
                  <a:pt x="550324" y="45665"/>
                </a:cubicBezTo>
                <a:cubicBezTo>
                  <a:pt x="556788" y="45665"/>
                  <a:pt x="562244" y="46447"/>
                  <a:pt x="566693" y="48011"/>
                </a:cubicBezTo>
                <a:cubicBezTo>
                  <a:pt x="571141" y="49575"/>
                  <a:pt x="574738" y="51817"/>
                  <a:pt x="577483" y="54736"/>
                </a:cubicBezTo>
                <a:cubicBezTo>
                  <a:pt x="580229" y="57655"/>
                  <a:pt x="582192" y="61252"/>
                  <a:pt x="583374" y="65527"/>
                </a:cubicBezTo>
                <a:cubicBezTo>
                  <a:pt x="584556" y="69801"/>
                  <a:pt x="585146" y="74650"/>
                  <a:pt x="585146" y="80071"/>
                </a:cubicBezTo>
                <a:lnTo>
                  <a:pt x="585146" y="143878"/>
                </a:lnTo>
                <a:moveTo>
                  <a:pt x="572740" y="99463"/>
                </a:moveTo>
                <a:lnTo>
                  <a:pt x="555537" y="99463"/>
                </a:lnTo>
                <a:cubicBezTo>
                  <a:pt x="550532" y="99463"/>
                  <a:pt x="546154" y="99915"/>
                  <a:pt x="542400" y="100819"/>
                </a:cubicBezTo>
                <a:cubicBezTo>
                  <a:pt x="538647" y="101722"/>
                  <a:pt x="535519" y="103043"/>
                  <a:pt x="533017" y="104780"/>
                </a:cubicBezTo>
                <a:cubicBezTo>
                  <a:pt x="530515" y="106518"/>
                  <a:pt x="528655" y="108603"/>
                  <a:pt x="527439" y="111036"/>
                </a:cubicBezTo>
                <a:cubicBezTo>
                  <a:pt x="526223" y="113469"/>
                  <a:pt x="525614" y="116249"/>
                  <a:pt x="525614" y="119377"/>
                </a:cubicBezTo>
                <a:cubicBezTo>
                  <a:pt x="525614" y="124798"/>
                  <a:pt x="527335" y="129125"/>
                  <a:pt x="530775" y="132357"/>
                </a:cubicBezTo>
                <a:cubicBezTo>
                  <a:pt x="534216" y="135589"/>
                  <a:pt x="539064" y="137205"/>
                  <a:pt x="545319" y="137205"/>
                </a:cubicBezTo>
                <a:cubicBezTo>
                  <a:pt x="550254" y="137205"/>
                  <a:pt x="554859" y="135937"/>
                  <a:pt x="559134" y="133400"/>
                </a:cubicBezTo>
                <a:cubicBezTo>
                  <a:pt x="563408" y="130863"/>
                  <a:pt x="567944" y="126953"/>
                  <a:pt x="572740" y="121670"/>
                </a:cubicBezTo>
                <a:lnTo>
                  <a:pt x="572740" y="99463"/>
                </a:lnTo>
                <a:close/>
                <a:moveTo>
                  <a:pt x="663513" y="138352"/>
                </a:moveTo>
                <a:cubicBezTo>
                  <a:pt x="663513" y="139811"/>
                  <a:pt x="663392" y="140993"/>
                  <a:pt x="663149" y="141897"/>
                </a:cubicBezTo>
                <a:cubicBezTo>
                  <a:pt x="662905" y="142800"/>
                  <a:pt x="662523" y="143513"/>
                  <a:pt x="662002" y="144034"/>
                </a:cubicBezTo>
                <a:cubicBezTo>
                  <a:pt x="661480" y="144555"/>
                  <a:pt x="660716" y="145042"/>
                  <a:pt x="659708" y="145494"/>
                </a:cubicBezTo>
                <a:cubicBezTo>
                  <a:pt x="658700" y="145945"/>
                  <a:pt x="657536" y="146328"/>
                  <a:pt x="656215" y="146640"/>
                </a:cubicBezTo>
                <a:cubicBezTo>
                  <a:pt x="654895" y="146953"/>
                  <a:pt x="653505" y="147196"/>
                  <a:pt x="652045" y="147370"/>
                </a:cubicBezTo>
                <a:cubicBezTo>
                  <a:pt x="650585" y="147544"/>
                  <a:pt x="649160" y="147631"/>
                  <a:pt x="647770" y="147631"/>
                </a:cubicBezTo>
                <a:cubicBezTo>
                  <a:pt x="643113" y="147631"/>
                  <a:pt x="639152" y="147005"/>
                  <a:pt x="635885" y="145754"/>
                </a:cubicBezTo>
                <a:cubicBezTo>
                  <a:pt x="632618" y="144503"/>
                  <a:pt x="629942" y="142609"/>
                  <a:pt x="627857" y="140072"/>
                </a:cubicBezTo>
                <a:cubicBezTo>
                  <a:pt x="625772" y="137535"/>
                  <a:pt x="624260" y="134320"/>
                  <a:pt x="623322" y="130428"/>
                </a:cubicBezTo>
                <a:cubicBezTo>
                  <a:pt x="622383" y="126536"/>
                  <a:pt x="621914" y="121948"/>
                  <a:pt x="621914" y="116666"/>
                </a:cubicBezTo>
                <a:lnTo>
                  <a:pt x="621914" y="57968"/>
                </a:lnTo>
                <a:lnTo>
                  <a:pt x="607839" y="57968"/>
                </a:lnTo>
                <a:cubicBezTo>
                  <a:pt x="606866" y="57968"/>
                  <a:pt x="606101" y="57529"/>
                  <a:pt x="605545" y="56652"/>
                </a:cubicBezTo>
                <a:cubicBezTo>
                  <a:pt x="604989" y="55774"/>
                  <a:pt x="604711" y="54458"/>
                  <a:pt x="604711" y="52703"/>
                </a:cubicBezTo>
                <a:cubicBezTo>
                  <a:pt x="604711" y="51791"/>
                  <a:pt x="604781" y="51001"/>
                  <a:pt x="604920" y="50334"/>
                </a:cubicBezTo>
                <a:cubicBezTo>
                  <a:pt x="605059" y="49668"/>
                  <a:pt x="605267" y="49106"/>
                  <a:pt x="605545" y="48650"/>
                </a:cubicBezTo>
                <a:cubicBezTo>
                  <a:pt x="605823" y="48194"/>
                  <a:pt x="606154" y="47860"/>
                  <a:pt x="606536" y="47650"/>
                </a:cubicBezTo>
                <a:cubicBezTo>
                  <a:pt x="606918" y="47439"/>
                  <a:pt x="607353" y="47334"/>
                  <a:pt x="607839" y="47334"/>
                </a:cubicBezTo>
                <a:lnTo>
                  <a:pt x="621914" y="47334"/>
                </a:lnTo>
                <a:lnTo>
                  <a:pt x="621914" y="24188"/>
                </a:lnTo>
                <a:cubicBezTo>
                  <a:pt x="621914" y="23771"/>
                  <a:pt x="622001" y="23389"/>
                  <a:pt x="622175" y="23041"/>
                </a:cubicBezTo>
                <a:cubicBezTo>
                  <a:pt x="622349" y="22694"/>
                  <a:pt x="622679" y="22398"/>
                  <a:pt x="623165" y="22155"/>
                </a:cubicBezTo>
                <a:cubicBezTo>
                  <a:pt x="623652" y="21912"/>
                  <a:pt x="624295" y="21738"/>
                  <a:pt x="625094" y="21634"/>
                </a:cubicBezTo>
                <a:cubicBezTo>
                  <a:pt x="625893" y="21530"/>
                  <a:pt x="626884" y="21477"/>
                  <a:pt x="628065" y="21477"/>
                </a:cubicBezTo>
                <a:cubicBezTo>
                  <a:pt x="629317" y="21477"/>
                  <a:pt x="630342" y="21530"/>
                  <a:pt x="631141" y="21634"/>
                </a:cubicBezTo>
                <a:cubicBezTo>
                  <a:pt x="631940" y="21738"/>
                  <a:pt x="632566" y="21912"/>
                  <a:pt x="633018" y="22155"/>
                </a:cubicBezTo>
                <a:cubicBezTo>
                  <a:pt x="633469" y="22398"/>
                  <a:pt x="633800" y="22694"/>
                  <a:pt x="634008" y="23041"/>
                </a:cubicBezTo>
                <a:cubicBezTo>
                  <a:pt x="634217" y="23389"/>
                  <a:pt x="634321" y="23771"/>
                  <a:pt x="634321" y="24188"/>
                </a:cubicBezTo>
                <a:lnTo>
                  <a:pt x="634321" y="47334"/>
                </a:lnTo>
                <a:lnTo>
                  <a:pt x="660386" y="47334"/>
                </a:lnTo>
                <a:cubicBezTo>
                  <a:pt x="660872" y="47334"/>
                  <a:pt x="661307" y="47439"/>
                  <a:pt x="661689" y="47650"/>
                </a:cubicBezTo>
                <a:cubicBezTo>
                  <a:pt x="662071" y="47860"/>
                  <a:pt x="662401" y="48194"/>
                  <a:pt x="662679" y="48650"/>
                </a:cubicBezTo>
                <a:cubicBezTo>
                  <a:pt x="662957" y="49106"/>
                  <a:pt x="663166" y="49668"/>
                  <a:pt x="663305" y="50334"/>
                </a:cubicBezTo>
                <a:cubicBezTo>
                  <a:pt x="663444" y="51001"/>
                  <a:pt x="663513" y="51791"/>
                  <a:pt x="663513" y="52703"/>
                </a:cubicBezTo>
                <a:cubicBezTo>
                  <a:pt x="663513" y="54458"/>
                  <a:pt x="663218" y="55774"/>
                  <a:pt x="662627" y="56652"/>
                </a:cubicBezTo>
                <a:cubicBezTo>
                  <a:pt x="662036" y="57529"/>
                  <a:pt x="661289" y="57968"/>
                  <a:pt x="660386" y="57968"/>
                </a:cubicBezTo>
                <a:lnTo>
                  <a:pt x="634321" y="57968"/>
                </a:lnTo>
                <a:lnTo>
                  <a:pt x="634321" y="114998"/>
                </a:lnTo>
                <a:cubicBezTo>
                  <a:pt x="634321" y="122157"/>
                  <a:pt x="635346" y="127613"/>
                  <a:pt x="637397" y="131366"/>
                </a:cubicBezTo>
                <a:cubicBezTo>
                  <a:pt x="639447" y="135120"/>
                  <a:pt x="643183" y="136996"/>
                  <a:pt x="648604" y="136996"/>
                </a:cubicBezTo>
                <a:cubicBezTo>
                  <a:pt x="650273" y="136996"/>
                  <a:pt x="651784" y="136823"/>
                  <a:pt x="653140" y="136475"/>
                </a:cubicBezTo>
                <a:cubicBezTo>
                  <a:pt x="654495" y="136128"/>
                  <a:pt x="655694" y="135745"/>
                  <a:pt x="656737" y="135328"/>
                </a:cubicBezTo>
                <a:cubicBezTo>
                  <a:pt x="657779" y="134911"/>
                  <a:pt x="658665" y="134529"/>
                  <a:pt x="659395" y="134181"/>
                </a:cubicBezTo>
                <a:cubicBezTo>
                  <a:pt x="660125" y="133834"/>
                  <a:pt x="660768" y="133660"/>
                  <a:pt x="661324" y="133660"/>
                </a:cubicBezTo>
                <a:cubicBezTo>
                  <a:pt x="661672" y="133660"/>
                  <a:pt x="661984" y="133730"/>
                  <a:pt x="662262" y="133869"/>
                </a:cubicBezTo>
                <a:cubicBezTo>
                  <a:pt x="662540" y="134008"/>
                  <a:pt x="662766" y="134268"/>
                  <a:pt x="662940" y="134651"/>
                </a:cubicBezTo>
                <a:cubicBezTo>
                  <a:pt x="663114" y="135033"/>
                  <a:pt x="663253" y="135519"/>
                  <a:pt x="663357" y="136110"/>
                </a:cubicBezTo>
                <a:cubicBezTo>
                  <a:pt x="663461" y="136701"/>
                  <a:pt x="663513" y="137448"/>
                  <a:pt x="663513" y="138352"/>
                </a:cubicBezTo>
                <a:close/>
                <a:moveTo>
                  <a:pt x="754569" y="7210"/>
                </a:moveTo>
                <a:cubicBezTo>
                  <a:pt x="754569" y="9019"/>
                  <a:pt x="754483" y="10691"/>
                  <a:pt x="754309" y="12224"/>
                </a:cubicBezTo>
                <a:cubicBezTo>
                  <a:pt x="754135" y="13756"/>
                  <a:pt x="753840" y="15219"/>
                  <a:pt x="753423" y="16613"/>
                </a:cubicBezTo>
                <a:cubicBezTo>
                  <a:pt x="753006" y="18005"/>
                  <a:pt x="752450" y="19399"/>
                  <a:pt x="751754" y="20793"/>
                </a:cubicBezTo>
                <a:cubicBezTo>
                  <a:pt x="751059" y="22185"/>
                  <a:pt x="750191" y="23647"/>
                  <a:pt x="749148" y="25179"/>
                </a:cubicBezTo>
                <a:lnTo>
                  <a:pt x="734656" y="47431"/>
                </a:lnTo>
                <a:cubicBezTo>
                  <a:pt x="734378" y="47851"/>
                  <a:pt x="734048" y="48234"/>
                  <a:pt x="733666" y="48581"/>
                </a:cubicBezTo>
                <a:cubicBezTo>
                  <a:pt x="733283" y="48929"/>
                  <a:pt x="732831" y="49208"/>
                  <a:pt x="732310" y="49419"/>
                </a:cubicBezTo>
                <a:cubicBezTo>
                  <a:pt x="731789" y="49627"/>
                  <a:pt x="731181" y="49784"/>
                  <a:pt x="730486" y="49888"/>
                </a:cubicBezTo>
                <a:cubicBezTo>
                  <a:pt x="729791" y="49992"/>
                  <a:pt x="728922" y="50044"/>
                  <a:pt x="727879" y="50044"/>
                </a:cubicBezTo>
                <a:cubicBezTo>
                  <a:pt x="727115" y="50044"/>
                  <a:pt x="726454" y="50010"/>
                  <a:pt x="725898" y="49940"/>
                </a:cubicBezTo>
                <a:cubicBezTo>
                  <a:pt x="725342" y="49871"/>
                  <a:pt x="724943" y="49732"/>
                  <a:pt x="724699" y="49523"/>
                </a:cubicBezTo>
                <a:cubicBezTo>
                  <a:pt x="724456" y="49312"/>
                  <a:pt x="724317" y="49033"/>
                  <a:pt x="724282" y="48686"/>
                </a:cubicBezTo>
                <a:cubicBezTo>
                  <a:pt x="724247" y="48338"/>
                  <a:pt x="724369" y="47920"/>
                  <a:pt x="724647" y="47431"/>
                </a:cubicBezTo>
                <a:lnTo>
                  <a:pt x="739139" y="18806"/>
                </a:lnTo>
                <a:lnTo>
                  <a:pt x="739139" y="7210"/>
                </a:lnTo>
                <a:cubicBezTo>
                  <a:pt x="739139" y="5677"/>
                  <a:pt x="739278" y="4440"/>
                  <a:pt x="739556" y="3499"/>
                </a:cubicBezTo>
                <a:cubicBezTo>
                  <a:pt x="739834" y="2559"/>
                  <a:pt x="740286" y="1828"/>
                  <a:pt x="740912" y="1306"/>
                </a:cubicBezTo>
                <a:cubicBezTo>
                  <a:pt x="741537" y="783"/>
                  <a:pt x="742336" y="434"/>
                  <a:pt x="743309" y="261"/>
                </a:cubicBezTo>
                <a:cubicBezTo>
                  <a:pt x="744283" y="87"/>
                  <a:pt x="745464" y="0"/>
                  <a:pt x="746854" y="0"/>
                </a:cubicBezTo>
                <a:cubicBezTo>
                  <a:pt x="748175" y="0"/>
                  <a:pt x="749322" y="87"/>
                  <a:pt x="750295" y="261"/>
                </a:cubicBezTo>
                <a:cubicBezTo>
                  <a:pt x="751268" y="434"/>
                  <a:pt x="752067" y="783"/>
                  <a:pt x="752693" y="1306"/>
                </a:cubicBezTo>
                <a:cubicBezTo>
                  <a:pt x="753318" y="1828"/>
                  <a:pt x="753788" y="2559"/>
                  <a:pt x="754100" y="3499"/>
                </a:cubicBezTo>
                <a:cubicBezTo>
                  <a:pt x="754413" y="4440"/>
                  <a:pt x="754569" y="5677"/>
                  <a:pt x="754569" y="7210"/>
                </a:cubicBezTo>
                <a:close/>
                <a:moveTo>
                  <a:pt x="889059" y="76526"/>
                </a:moveTo>
                <a:cubicBezTo>
                  <a:pt x="889059" y="87856"/>
                  <a:pt x="887634" y="97847"/>
                  <a:pt x="884784" y="106501"/>
                </a:cubicBezTo>
                <a:cubicBezTo>
                  <a:pt x="881935" y="115154"/>
                  <a:pt x="877729" y="122400"/>
                  <a:pt x="872169" y="128239"/>
                </a:cubicBezTo>
                <a:cubicBezTo>
                  <a:pt x="866609" y="134077"/>
                  <a:pt x="859745" y="138491"/>
                  <a:pt x="851578" y="141480"/>
                </a:cubicBezTo>
                <a:cubicBezTo>
                  <a:pt x="843411" y="144468"/>
                  <a:pt x="833663" y="145963"/>
                  <a:pt x="822333" y="145963"/>
                </a:cubicBezTo>
                <a:lnTo>
                  <a:pt x="795747" y="145963"/>
                </a:lnTo>
                <a:cubicBezTo>
                  <a:pt x="794496" y="145963"/>
                  <a:pt x="793210" y="145494"/>
                  <a:pt x="791889" y="144555"/>
                </a:cubicBezTo>
                <a:cubicBezTo>
                  <a:pt x="790569" y="143617"/>
                  <a:pt x="789909" y="141897"/>
                  <a:pt x="789909" y="139394"/>
                </a:cubicBezTo>
                <a:lnTo>
                  <a:pt x="789909" y="17620"/>
                </a:lnTo>
                <a:cubicBezTo>
                  <a:pt x="789909" y="15118"/>
                  <a:pt x="790569" y="13397"/>
                  <a:pt x="791889" y="12459"/>
                </a:cubicBezTo>
                <a:cubicBezTo>
                  <a:pt x="793210" y="11521"/>
                  <a:pt x="794496" y="11051"/>
                  <a:pt x="795747" y="11051"/>
                </a:cubicBezTo>
                <a:lnTo>
                  <a:pt x="824106" y="11051"/>
                </a:lnTo>
                <a:cubicBezTo>
                  <a:pt x="835574" y="11051"/>
                  <a:pt x="845253" y="12615"/>
                  <a:pt x="853142" y="15743"/>
                </a:cubicBezTo>
                <a:cubicBezTo>
                  <a:pt x="861031" y="18871"/>
                  <a:pt x="867634" y="23302"/>
                  <a:pt x="872951" y="29036"/>
                </a:cubicBezTo>
                <a:cubicBezTo>
                  <a:pt x="878268" y="34770"/>
                  <a:pt x="882282" y="41652"/>
                  <a:pt x="884993" y="49679"/>
                </a:cubicBezTo>
                <a:cubicBezTo>
                  <a:pt x="887704" y="57707"/>
                  <a:pt x="889059" y="66656"/>
                  <a:pt x="889059" y="76526"/>
                </a:cubicBezTo>
                <a:moveTo>
                  <a:pt x="875401" y="77155"/>
                </a:moveTo>
                <a:cubicBezTo>
                  <a:pt x="875401" y="69314"/>
                  <a:pt x="874411" y="62046"/>
                  <a:pt x="872430" y="55352"/>
                </a:cubicBezTo>
                <a:cubicBezTo>
                  <a:pt x="870449" y="48658"/>
                  <a:pt x="867390" y="42882"/>
                  <a:pt x="863255" y="38025"/>
                </a:cubicBezTo>
                <a:cubicBezTo>
                  <a:pt x="859119" y="33169"/>
                  <a:pt x="853889" y="29371"/>
                  <a:pt x="847564" y="26632"/>
                </a:cubicBezTo>
                <a:cubicBezTo>
                  <a:pt x="841239" y="23891"/>
                  <a:pt x="833176" y="22520"/>
                  <a:pt x="823376" y="22520"/>
                </a:cubicBezTo>
                <a:lnTo>
                  <a:pt x="802628" y="22520"/>
                </a:lnTo>
                <a:lnTo>
                  <a:pt x="802628" y="134494"/>
                </a:lnTo>
                <a:lnTo>
                  <a:pt x="823480" y="134494"/>
                </a:lnTo>
                <a:cubicBezTo>
                  <a:pt x="832655" y="134494"/>
                  <a:pt x="840422" y="133367"/>
                  <a:pt x="846782" y="131112"/>
                </a:cubicBezTo>
                <a:cubicBezTo>
                  <a:pt x="853142" y="128858"/>
                  <a:pt x="858442" y="125372"/>
                  <a:pt x="862681" y="120654"/>
                </a:cubicBezTo>
                <a:cubicBezTo>
                  <a:pt x="866921" y="115936"/>
                  <a:pt x="870101" y="109987"/>
                  <a:pt x="872221" y="102806"/>
                </a:cubicBezTo>
                <a:cubicBezTo>
                  <a:pt x="874341" y="95625"/>
                  <a:pt x="875401" y="87075"/>
                  <a:pt x="875401" y="77155"/>
                </a:cubicBezTo>
                <a:close/>
                <a:moveTo>
                  <a:pt x="1017040" y="28091"/>
                </a:moveTo>
                <a:cubicBezTo>
                  <a:pt x="1017040" y="29004"/>
                  <a:pt x="1016970" y="29846"/>
                  <a:pt x="1016831" y="30620"/>
                </a:cubicBezTo>
                <a:cubicBezTo>
                  <a:pt x="1016692" y="31391"/>
                  <a:pt x="1016501" y="32040"/>
                  <a:pt x="1016258" y="32568"/>
                </a:cubicBezTo>
                <a:cubicBezTo>
                  <a:pt x="1016014" y="33094"/>
                  <a:pt x="1015702" y="33496"/>
                  <a:pt x="1015319" y="33777"/>
                </a:cubicBezTo>
                <a:cubicBezTo>
                  <a:pt x="1014937" y="34057"/>
                  <a:pt x="1014537" y="34197"/>
                  <a:pt x="1014120" y="34197"/>
                </a:cubicBezTo>
                <a:cubicBezTo>
                  <a:pt x="1013286" y="34197"/>
                  <a:pt x="1011914" y="33496"/>
                  <a:pt x="1010002" y="32096"/>
                </a:cubicBezTo>
                <a:cubicBezTo>
                  <a:pt x="1008091" y="30695"/>
                  <a:pt x="1005536" y="29171"/>
                  <a:pt x="1002339" y="27524"/>
                </a:cubicBezTo>
                <a:cubicBezTo>
                  <a:pt x="999142" y="25878"/>
                  <a:pt x="995267" y="24354"/>
                  <a:pt x="990714" y="22953"/>
                </a:cubicBezTo>
                <a:cubicBezTo>
                  <a:pt x="986161" y="21552"/>
                  <a:pt x="980757" y="20852"/>
                  <a:pt x="974502" y="20852"/>
                </a:cubicBezTo>
                <a:cubicBezTo>
                  <a:pt x="966509" y="20852"/>
                  <a:pt x="959384" y="22329"/>
                  <a:pt x="953129" y="25283"/>
                </a:cubicBezTo>
                <a:cubicBezTo>
                  <a:pt x="946873" y="28237"/>
                  <a:pt x="941591" y="32286"/>
                  <a:pt x="937281" y="37429"/>
                </a:cubicBezTo>
                <a:cubicBezTo>
                  <a:pt x="932972" y="42572"/>
                  <a:pt x="929688" y="48672"/>
                  <a:pt x="927429" y="55726"/>
                </a:cubicBezTo>
                <a:cubicBezTo>
                  <a:pt x="925170" y="62781"/>
                  <a:pt x="924040" y="70375"/>
                  <a:pt x="924040" y="78507"/>
                </a:cubicBezTo>
                <a:cubicBezTo>
                  <a:pt x="924040" y="87612"/>
                  <a:pt x="925326" y="95727"/>
                  <a:pt x="927898" y="102852"/>
                </a:cubicBezTo>
                <a:cubicBezTo>
                  <a:pt x="930470" y="109976"/>
                  <a:pt x="934032" y="115988"/>
                  <a:pt x="938585" y="120888"/>
                </a:cubicBezTo>
                <a:cubicBezTo>
                  <a:pt x="943137" y="125789"/>
                  <a:pt x="948559" y="129525"/>
                  <a:pt x="954849" y="132096"/>
                </a:cubicBezTo>
                <a:cubicBezTo>
                  <a:pt x="961139" y="134668"/>
                  <a:pt x="968003" y="135954"/>
                  <a:pt x="975440" y="135954"/>
                </a:cubicBezTo>
                <a:cubicBezTo>
                  <a:pt x="980236" y="135954"/>
                  <a:pt x="985102" y="135363"/>
                  <a:pt x="990036" y="134181"/>
                </a:cubicBezTo>
                <a:cubicBezTo>
                  <a:pt x="994971" y="133000"/>
                  <a:pt x="999594" y="131193"/>
                  <a:pt x="1003903" y="128760"/>
                </a:cubicBezTo>
                <a:lnTo>
                  <a:pt x="1003903" y="85075"/>
                </a:lnTo>
                <a:lnTo>
                  <a:pt x="969497" y="85075"/>
                </a:lnTo>
                <a:cubicBezTo>
                  <a:pt x="968385" y="85075"/>
                  <a:pt x="967551" y="84585"/>
                  <a:pt x="966995" y="83603"/>
                </a:cubicBezTo>
                <a:cubicBezTo>
                  <a:pt x="966439" y="82621"/>
                  <a:pt x="966161" y="81218"/>
                  <a:pt x="966161" y="79393"/>
                </a:cubicBezTo>
                <a:cubicBezTo>
                  <a:pt x="966161" y="78412"/>
                  <a:pt x="966231" y="77552"/>
                  <a:pt x="966370" y="76816"/>
                </a:cubicBezTo>
                <a:cubicBezTo>
                  <a:pt x="966509" y="76080"/>
                  <a:pt x="966717" y="75484"/>
                  <a:pt x="966995" y="75027"/>
                </a:cubicBezTo>
                <a:cubicBezTo>
                  <a:pt x="967273" y="74571"/>
                  <a:pt x="967621" y="74221"/>
                  <a:pt x="968038" y="73975"/>
                </a:cubicBezTo>
                <a:cubicBezTo>
                  <a:pt x="968455" y="73730"/>
                  <a:pt x="968941" y="73607"/>
                  <a:pt x="969497" y="73607"/>
                </a:cubicBezTo>
                <a:lnTo>
                  <a:pt x="1010784" y="73607"/>
                </a:lnTo>
                <a:cubicBezTo>
                  <a:pt x="1011410" y="73607"/>
                  <a:pt x="1012070" y="73712"/>
                  <a:pt x="1012765" y="73923"/>
                </a:cubicBezTo>
                <a:cubicBezTo>
                  <a:pt x="1013460" y="74131"/>
                  <a:pt x="1014103" y="74480"/>
                  <a:pt x="1014694" y="74969"/>
                </a:cubicBezTo>
                <a:cubicBezTo>
                  <a:pt x="1015285" y="75455"/>
                  <a:pt x="1015754" y="76134"/>
                  <a:pt x="1016101" y="77005"/>
                </a:cubicBezTo>
                <a:cubicBezTo>
                  <a:pt x="1016449" y="77876"/>
                  <a:pt x="1016623" y="78939"/>
                  <a:pt x="1016623" y="80195"/>
                </a:cubicBezTo>
                <a:lnTo>
                  <a:pt x="1016623" y="130484"/>
                </a:lnTo>
                <a:cubicBezTo>
                  <a:pt x="1016623" y="132156"/>
                  <a:pt x="1016362" y="133585"/>
                  <a:pt x="1015841" y="134771"/>
                </a:cubicBezTo>
                <a:cubicBezTo>
                  <a:pt x="1015319" y="135955"/>
                  <a:pt x="1014120" y="137088"/>
                  <a:pt x="1012244" y="138169"/>
                </a:cubicBezTo>
                <a:cubicBezTo>
                  <a:pt x="1010367" y="139249"/>
                  <a:pt x="1007865" y="140434"/>
                  <a:pt x="1004737" y="141724"/>
                </a:cubicBezTo>
                <a:cubicBezTo>
                  <a:pt x="1001609" y="143014"/>
                  <a:pt x="998377" y="144095"/>
                  <a:pt x="995041" y="144966"/>
                </a:cubicBezTo>
                <a:cubicBezTo>
                  <a:pt x="991705" y="145837"/>
                  <a:pt x="988351" y="146498"/>
                  <a:pt x="984980" y="146950"/>
                </a:cubicBezTo>
                <a:cubicBezTo>
                  <a:pt x="981609" y="147404"/>
                  <a:pt x="978290" y="147631"/>
                  <a:pt x="975023" y="147631"/>
                </a:cubicBezTo>
                <a:cubicBezTo>
                  <a:pt x="964806" y="147631"/>
                  <a:pt x="955683" y="145978"/>
                  <a:pt x="947655" y="142672"/>
                </a:cubicBezTo>
                <a:cubicBezTo>
                  <a:pt x="939627" y="139364"/>
                  <a:pt x="932850" y="134700"/>
                  <a:pt x="927325" y="128679"/>
                </a:cubicBezTo>
                <a:cubicBezTo>
                  <a:pt x="921799" y="122658"/>
                  <a:pt x="917576" y="115488"/>
                  <a:pt x="914657" y="107169"/>
                </a:cubicBezTo>
                <a:cubicBezTo>
                  <a:pt x="911738" y="98850"/>
                  <a:pt x="910278" y="89679"/>
                  <a:pt x="910278" y="79657"/>
                </a:cubicBezTo>
                <a:cubicBezTo>
                  <a:pt x="910278" y="69144"/>
                  <a:pt x="911859" y="59555"/>
                  <a:pt x="915022" y="50888"/>
                </a:cubicBezTo>
                <a:cubicBezTo>
                  <a:pt x="918185" y="42222"/>
                  <a:pt x="922633" y="34826"/>
                  <a:pt x="928367" y="28701"/>
                </a:cubicBezTo>
                <a:cubicBezTo>
                  <a:pt x="934101" y="22575"/>
                  <a:pt x="940965" y="17825"/>
                  <a:pt x="948958" y="14450"/>
                </a:cubicBezTo>
                <a:cubicBezTo>
                  <a:pt x="956952" y="11072"/>
                  <a:pt x="965779" y="9383"/>
                  <a:pt x="975440" y="9383"/>
                </a:cubicBezTo>
                <a:cubicBezTo>
                  <a:pt x="980306" y="9383"/>
                  <a:pt x="984910" y="9838"/>
                  <a:pt x="989255" y="10748"/>
                </a:cubicBezTo>
                <a:cubicBezTo>
                  <a:pt x="993599" y="11659"/>
                  <a:pt x="997508" y="12762"/>
                  <a:pt x="1000984" y="14059"/>
                </a:cubicBezTo>
                <a:cubicBezTo>
                  <a:pt x="1004459" y="15353"/>
                  <a:pt x="1007413" y="16754"/>
                  <a:pt x="1009846" y="18262"/>
                </a:cubicBezTo>
                <a:cubicBezTo>
                  <a:pt x="1012278" y="19767"/>
                  <a:pt x="1013929" y="20957"/>
                  <a:pt x="1014798" y="21833"/>
                </a:cubicBezTo>
                <a:cubicBezTo>
                  <a:pt x="1015667" y="22708"/>
                  <a:pt x="1016258" y="23567"/>
                  <a:pt x="1016570" y="24410"/>
                </a:cubicBezTo>
                <a:cubicBezTo>
                  <a:pt x="1016883" y="25250"/>
                  <a:pt x="1017040" y="26477"/>
                  <a:pt x="1017040" y="28091"/>
                </a:cubicBezTo>
                <a:close/>
                <a:moveTo>
                  <a:pt x="1151991" y="76526"/>
                </a:moveTo>
                <a:cubicBezTo>
                  <a:pt x="1151991" y="87856"/>
                  <a:pt x="1150566" y="97847"/>
                  <a:pt x="1147716" y="106501"/>
                </a:cubicBezTo>
                <a:cubicBezTo>
                  <a:pt x="1144866" y="115154"/>
                  <a:pt x="1140661" y="122400"/>
                  <a:pt x="1135101" y="128239"/>
                </a:cubicBezTo>
                <a:cubicBezTo>
                  <a:pt x="1129540" y="134077"/>
                  <a:pt x="1122677" y="138491"/>
                  <a:pt x="1114510" y="141480"/>
                </a:cubicBezTo>
                <a:cubicBezTo>
                  <a:pt x="1106343" y="144468"/>
                  <a:pt x="1096594" y="145963"/>
                  <a:pt x="1085265" y="145963"/>
                </a:cubicBezTo>
                <a:lnTo>
                  <a:pt x="1058679" y="145963"/>
                </a:lnTo>
                <a:cubicBezTo>
                  <a:pt x="1057428" y="145963"/>
                  <a:pt x="1056142" y="145494"/>
                  <a:pt x="1054821" y="144555"/>
                </a:cubicBezTo>
                <a:cubicBezTo>
                  <a:pt x="1053501" y="143617"/>
                  <a:pt x="1052840" y="141897"/>
                  <a:pt x="1052840" y="139394"/>
                </a:cubicBezTo>
                <a:lnTo>
                  <a:pt x="1052840" y="17620"/>
                </a:lnTo>
                <a:cubicBezTo>
                  <a:pt x="1052840" y="15118"/>
                  <a:pt x="1053501" y="13397"/>
                  <a:pt x="1054821" y="12459"/>
                </a:cubicBezTo>
                <a:cubicBezTo>
                  <a:pt x="1056142" y="11521"/>
                  <a:pt x="1057428" y="11051"/>
                  <a:pt x="1058679" y="11051"/>
                </a:cubicBezTo>
                <a:lnTo>
                  <a:pt x="1087037" y="11051"/>
                </a:lnTo>
                <a:cubicBezTo>
                  <a:pt x="1098506" y="11051"/>
                  <a:pt x="1108184" y="12615"/>
                  <a:pt x="1116073" y="15743"/>
                </a:cubicBezTo>
                <a:cubicBezTo>
                  <a:pt x="1123962" y="18871"/>
                  <a:pt x="1130565" y="23302"/>
                  <a:pt x="1135883" y="29036"/>
                </a:cubicBezTo>
                <a:cubicBezTo>
                  <a:pt x="1141200" y="34770"/>
                  <a:pt x="1145214" y="41652"/>
                  <a:pt x="1147925" y="49679"/>
                </a:cubicBezTo>
                <a:cubicBezTo>
                  <a:pt x="1150635" y="57707"/>
                  <a:pt x="1151991" y="66656"/>
                  <a:pt x="1151991" y="76526"/>
                </a:cubicBezTo>
                <a:moveTo>
                  <a:pt x="1138333" y="77155"/>
                </a:moveTo>
                <a:cubicBezTo>
                  <a:pt x="1138333" y="69314"/>
                  <a:pt x="1137342" y="62046"/>
                  <a:pt x="1135361" y="55352"/>
                </a:cubicBezTo>
                <a:cubicBezTo>
                  <a:pt x="1133380" y="48658"/>
                  <a:pt x="1130322" y="42882"/>
                  <a:pt x="1126187" y="38025"/>
                </a:cubicBezTo>
                <a:cubicBezTo>
                  <a:pt x="1122051" y="33169"/>
                  <a:pt x="1116821" y="29371"/>
                  <a:pt x="1110496" y="26632"/>
                </a:cubicBezTo>
                <a:cubicBezTo>
                  <a:pt x="1104171" y="23891"/>
                  <a:pt x="1096108" y="22520"/>
                  <a:pt x="1086307" y="22520"/>
                </a:cubicBezTo>
                <a:lnTo>
                  <a:pt x="1065560" y="22520"/>
                </a:lnTo>
                <a:lnTo>
                  <a:pt x="1065560" y="134494"/>
                </a:lnTo>
                <a:lnTo>
                  <a:pt x="1086412" y="134494"/>
                </a:lnTo>
                <a:cubicBezTo>
                  <a:pt x="1095587" y="134494"/>
                  <a:pt x="1103354" y="133367"/>
                  <a:pt x="1109714" y="131112"/>
                </a:cubicBezTo>
                <a:cubicBezTo>
                  <a:pt x="1116073" y="128858"/>
                  <a:pt x="1121373" y="125372"/>
                  <a:pt x="1125613" y="120654"/>
                </a:cubicBezTo>
                <a:cubicBezTo>
                  <a:pt x="1129853" y="115936"/>
                  <a:pt x="1133033" y="109987"/>
                  <a:pt x="1135153" y="102806"/>
                </a:cubicBezTo>
                <a:cubicBezTo>
                  <a:pt x="1137273" y="95625"/>
                  <a:pt x="1138333" y="87075"/>
                  <a:pt x="1138333" y="77155"/>
                </a:cubicBezTo>
                <a:close/>
                <a:moveTo>
                  <a:pt x="1250674" y="109527"/>
                </a:moveTo>
                <a:cubicBezTo>
                  <a:pt x="1250674" y="115514"/>
                  <a:pt x="1249597" y="120873"/>
                  <a:pt x="1247442" y="125606"/>
                </a:cubicBezTo>
                <a:cubicBezTo>
                  <a:pt x="1245287" y="130337"/>
                  <a:pt x="1242264" y="134355"/>
                  <a:pt x="1238372" y="137661"/>
                </a:cubicBezTo>
                <a:cubicBezTo>
                  <a:pt x="1234479" y="140967"/>
                  <a:pt x="1229857" y="143490"/>
                  <a:pt x="1224505" y="145230"/>
                </a:cubicBezTo>
                <a:cubicBezTo>
                  <a:pt x="1219153" y="146970"/>
                  <a:pt x="1213315" y="147839"/>
                  <a:pt x="1206990" y="147839"/>
                </a:cubicBezTo>
                <a:cubicBezTo>
                  <a:pt x="1202680" y="147839"/>
                  <a:pt x="1198614" y="147435"/>
                  <a:pt x="1194791" y="146627"/>
                </a:cubicBezTo>
                <a:cubicBezTo>
                  <a:pt x="1190968" y="145822"/>
                  <a:pt x="1187563" y="144858"/>
                  <a:pt x="1184574" y="143737"/>
                </a:cubicBezTo>
                <a:cubicBezTo>
                  <a:pt x="1181585" y="142615"/>
                  <a:pt x="1179066" y="141475"/>
                  <a:pt x="1177015" y="140320"/>
                </a:cubicBezTo>
                <a:cubicBezTo>
                  <a:pt x="1174965" y="139162"/>
                  <a:pt x="1173557" y="138180"/>
                  <a:pt x="1172793" y="137374"/>
                </a:cubicBezTo>
                <a:cubicBezTo>
                  <a:pt x="1172028" y="136566"/>
                  <a:pt x="1171472" y="135624"/>
                  <a:pt x="1171124" y="134546"/>
                </a:cubicBezTo>
                <a:cubicBezTo>
                  <a:pt x="1170777" y="133469"/>
                  <a:pt x="1170603" y="132131"/>
                  <a:pt x="1170603" y="130532"/>
                </a:cubicBezTo>
                <a:cubicBezTo>
                  <a:pt x="1170603" y="129351"/>
                  <a:pt x="1170673" y="128378"/>
                  <a:pt x="1170812" y="127613"/>
                </a:cubicBezTo>
                <a:cubicBezTo>
                  <a:pt x="1170951" y="126849"/>
                  <a:pt x="1171142" y="126223"/>
                  <a:pt x="1171385" y="125736"/>
                </a:cubicBezTo>
                <a:cubicBezTo>
                  <a:pt x="1171628" y="125250"/>
                  <a:pt x="1171941" y="124920"/>
                  <a:pt x="1172323" y="124746"/>
                </a:cubicBezTo>
                <a:cubicBezTo>
                  <a:pt x="1172706" y="124572"/>
                  <a:pt x="1173105" y="124485"/>
                  <a:pt x="1173522" y="124485"/>
                </a:cubicBezTo>
                <a:cubicBezTo>
                  <a:pt x="1174496" y="124485"/>
                  <a:pt x="1175868" y="125099"/>
                  <a:pt x="1177641" y="126326"/>
                </a:cubicBezTo>
                <a:cubicBezTo>
                  <a:pt x="1179413" y="127553"/>
                  <a:pt x="1181707" y="128886"/>
                  <a:pt x="1184522" y="130324"/>
                </a:cubicBezTo>
                <a:cubicBezTo>
                  <a:pt x="1187337" y="131762"/>
                  <a:pt x="1190708" y="133094"/>
                  <a:pt x="1194635" y="134322"/>
                </a:cubicBezTo>
                <a:cubicBezTo>
                  <a:pt x="1198562" y="135549"/>
                  <a:pt x="1203132" y="136162"/>
                  <a:pt x="1208345" y="136162"/>
                </a:cubicBezTo>
                <a:cubicBezTo>
                  <a:pt x="1212585" y="136162"/>
                  <a:pt x="1216477" y="135588"/>
                  <a:pt x="1220022" y="134439"/>
                </a:cubicBezTo>
                <a:cubicBezTo>
                  <a:pt x="1223567" y="133290"/>
                  <a:pt x="1226625" y="131636"/>
                  <a:pt x="1229197" y="129477"/>
                </a:cubicBezTo>
                <a:cubicBezTo>
                  <a:pt x="1231769" y="127316"/>
                  <a:pt x="1233767" y="124650"/>
                  <a:pt x="1235192" y="121481"/>
                </a:cubicBezTo>
                <a:cubicBezTo>
                  <a:pt x="1236617" y="118312"/>
                  <a:pt x="1237329" y="114708"/>
                  <a:pt x="1237329" y="110668"/>
                </a:cubicBezTo>
                <a:cubicBezTo>
                  <a:pt x="1237329" y="106491"/>
                  <a:pt x="1236425" y="102906"/>
                  <a:pt x="1234618" y="99913"/>
                </a:cubicBezTo>
                <a:cubicBezTo>
                  <a:pt x="1232811" y="96918"/>
                  <a:pt x="1230431" y="94289"/>
                  <a:pt x="1227477" y="92028"/>
                </a:cubicBezTo>
                <a:cubicBezTo>
                  <a:pt x="1224523" y="89765"/>
                  <a:pt x="1221169" y="87711"/>
                  <a:pt x="1217416" y="85867"/>
                </a:cubicBezTo>
                <a:cubicBezTo>
                  <a:pt x="1213662" y="84021"/>
                  <a:pt x="1209822" y="82176"/>
                  <a:pt x="1205895" y="80332"/>
                </a:cubicBezTo>
                <a:cubicBezTo>
                  <a:pt x="1201968" y="78485"/>
                  <a:pt x="1198128" y="76484"/>
                  <a:pt x="1194374" y="74327"/>
                </a:cubicBezTo>
                <a:cubicBezTo>
                  <a:pt x="1190621" y="72168"/>
                  <a:pt x="1187267" y="69644"/>
                  <a:pt x="1184313" y="66755"/>
                </a:cubicBezTo>
                <a:cubicBezTo>
                  <a:pt x="1181359" y="63864"/>
                  <a:pt x="1178979" y="60469"/>
                  <a:pt x="1177172" y="56570"/>
                </a:cubicBezTo>
                <a:cubicBezTo>
                  <a:pt x="1175364" y="52671"/>
                  <a:pt x="1174461" y="48043"/>
                  <a:pt x="1174461" y="42684"/>
                </a:cubicBezTo>
                <a:cubicBezTo>
                  <a:pt x="1174461" y="37465"/>
                  <a:pt x="1175399" y="32785"/>
                  <a:pt x="1177276" y="28645"/>
                </a:cubicBezTo>
                <a:cubicBezTo>
                  <a:pt x="1179152" y="24503"/>
                  <a:pt x="1181794" y="20989"/>
                  <a:pt x="1185199" y="18102"/>
                </a:cubicBezTo>
                <a:cubicBezTo>
                  <a:pt x="1188605" y="15213"/>
                  <a:pt x="1192689" y="13003"/>
                  <a:pt x="1197450" y="11472"/>
                </a:cubicBezTo>
                <a:cubicBezTo>
                  <a:pt x="1202211" y="9940"/>
                  <a:pt x="1207441" y="9175"/>
                  <a:pt x="1213141" y="9175"/>
                </a:cubicBezTo>
                <a:cubicBezTo>
                  <a:pt x="1215991" y="9175"/>
                  <a:pt x="1218875" y="9450"/>
                  <a:pt x="1221794" y="9999"/>
                </a:cubicBezTo>
                <a:cubicBezTo>
                  <a:pt x="1224714" y="10549"/>
                  <a:pt x="1227477" y="11253"/>
                  <a:pt x="1230083" y="12114"/>
                </a:cubicBezTo>
                <a:cubicBezTo>
                  <a:pt x="1232689" y="12974"/>
                  <a:pt x="1235018" y="13937"/>
                  <a:pt x="1237068" y="15004"/>
                </a:cubicBezTo>
                <a:cubicBezTo>
                  <a:pt x="1239119" y="16068"/>
                  <a:pt x="1240474" y="16927"/>
                  <a:pt x="1241134" y="17581"/>
                </a:cubicBezTo>
                <a:cubicBezTo>
                  <a:pt x="1241795" y="18232"/>
                  <a:pt x="1242212" y="18717"/>
                  <a:pt x="1242386" y="19034"/>
                </a:cubicBezTo>
                <a:cubicBezTo>
                  <a:pt x="1242559" y="19349"/>
                  <a:pt x="1242716" y="19752"/>
                  <a:pt x="1242855" y="20243"/>
                </a:cubicBezTo>
                <a:cubicBezTo>
                  <a:pt x="1242994" y="20733"/>
                  <a:pt x="1243098" y="21312"/>
                  <a:pt x="1243168" y="21979"/>
                </a:cubicBezTo>
                <a:cubicBezTo>
                  <a:pt x="1243237" y="22644"/>
                  <a:pt x="1243272" y="23467"/>
                  <a:pt x="1243272" y="24449"/>
                </a:cubicBezTo>
                <a:cubicBezTo>
                  <a:pt x="1243272" y="25361"/>
                  <a:pt x="1243220" y="26185"/>
                  <a:pt x="1243115" y="26922"/>
                </a:cubicBezTo>
                <a:cubicBezTo>
                  <a:pt x="1243011" y="27656"/>
                  <a:pt x="1242855" y="28287"/>
                  <a:pt x="1242646" y="28815"/>
                </a:cubicBezTo>
                <a:cubicBezTo>
                  <a:pt x="1242438" y="29340"/>
                  <a:pt x="1242177" y="29743"/>
                  <a:pt x="1241864" y="30023"/>
                </a:cubicBezTo>
                <a:cubicBezTo>
                  <a:pt x="1241552" y="30304"/>
                  <a:pt x="1241187" y="30444"/>
                  <a:pt x="1240770" y="30444"/>
                </a:cubicBezTo>
                <a:cubicBezTo>
                  <a:pt x="1240005" y="30444"/>
                  <a:pt x="1238841" y="29940"/>
                  <a:pt x="1237277" y="28932"/>
                </a:cubicBezTo>
                <a:cubicBezTo>
                  <a:pt x="1235713" y="27924"/>
                  <a:pt x="1233749" y="26795"/>
                  <a:pt x="1231386" y="25543"/>
                </a:cubicBezTo>
                <a:cubicBezTo>
                  <a:pt x="1229023" y="24292"/>
                  <a:pt x="1226208" y="23163"/>
                  <a:pt x="1222941" y="22155"/>
                </a:cubicBezTo>
                <a:cubicBezTo>
                  <a:pt x="1219674" y="21147"/>
                  <a:pt x="1215956" y="20643"/>
                  <a:pt x="1211786" y="20643"/>
                </a:cubicBezTo>
                <a:cubicBezTo>
                  <a:pt x="1207685" y="20643"/>
                  <a:pt x="1204105" y="21200"/>
                  <a:pt x="1201047" y="22315"/>
                </a:cubicBezTo>
                <a:cubicBezTo>
                  <a:pt x="1197989" y="23429"/>
                  <a:pt x="1195452" y="24944"/>
                  <a:pt x="1193436" y="26860"/>
                </a:cubicBezTo>
                <a:cubicBezTo>
                  <a:pt x="1191420" y="28776"/>
                  <a:pt x="1189909" y="31023"/>
                  <a:pt x="1188901" y="33601"/>
                </a:cubicBezTo>
                <a:cubicBezTo>
                  <a:pt x="1187893" y="36179"/>
                  <a:pt x="1187389" y="38896"/>
                  <a:pt x="1187389" y="41753"/>
                </a:cubicBezTo>
                <a:cubicBezTo>
                  <a:pt x="1187389" y="45929"/>
                  <a:pt x="1188292" y="49515"/>
                  <a:pt x="1190100" y="52511"/>
                </a:cubicBezTo>
                <a:cubicBezTo>
                  <a:pt x="1191907" y="55504"/>
                  <a:pt x="1194305" y="58149"/>
                  <a:pt x="1197294" y="60447"/>
                </a:cubicBezTo>
                <a:cubicBezTo>
                  <a:pt x="1200282" y="62743"/>
                  <a:pt x="1203671" y="64814"/>
                  <a:pt x="1207459" y="66661"/>
                </a:cubicBezTo>
                <a:cubicBezTo>
                  <a:pt x="1211247" y="68505"/>
                  <a:pt x="1215104" y="70350"/>
                  <a:pt x="1219032" y="72196"/>
                </a:cubicBezTo>
                <a:cubicBezTo>
                  <a:pt x="1222959" y="74040"/>
                  <a:pt x="1226816" y="76024"/>
                  <a:pt x="1230604" y="78149"/>
                </a:cubicBezTo>
                <a:cubicBezTo>
                  <a:pt x="1234392" y="80273"/>
                  <a:pt x="1237781" y="82780"/>
                  <a:pt x="1240770" y="85668"/>
                </a:cubicBezTo>
                <a:cubicBezTo>
                  <a:pt x="1243758" y="88557"/>
                  <a:pt x="1246156" y="91934"/>
                  <a:pt x="1247963" y="95798"/>
                </a:cubicBezTo>
                <a:cubicBezTo>
                  <a:pt x="1249771" y="99662"/>
                  <a:pt x="1250674" y="104238"/>
                  <a:pt x="1250674" y="109527"/>
                </a:cubicBezTo>
                <a:close/>
                <a:moveTo>
                  <a:pt x="1377273" y="28091"/>
                </a:moveTo>
                <a:cubicBezTo>
                  <a:pt x="1377273" y="29004"/>
                  <a:pt x="1377204" y="29846"/>
                  <a:pt x="1377065" y="30620"/>
                </a:cubicBezTo>
                <a:cubicBezTo>
                  <a:pt x="1376926" y="31391"/>
                  <a:pt x="1376734" y="32040"/>
                  <a:pt x="1376491" y="32568"/>
                </a:cubicBezTo>
                <a:cubicBezTo>
                  <a:pt x="1376248" y="33094"/>
                  <a:pt x="1375935" y="33496"/>
                  <a:pt x="1375553" y="33777"/>
                </a:cubicBezTo>
                <a:cubicBezTo>
                  <a:pt x="1375171" y="34057"/>
                  <a:pt x="1374771" y="34197"/>
                  <a:pt x="1374354" y="34197"/>
                </a:cubicBezTo>
                <a:cubicBezTo>
                  <a:pt x="1373520" y="34197"/>
                  <a:pt x="1372147" y="33496"/>
                  <a:pt x="1370236" y="32096"/>
                </a:cubicBezTo>
                <a:cubicBezTo>
                  <a:pt x="1368324" y="30695"/>
                  <a:pt x="1365770" y="29171"/>
                  <a:pt x="1362573" y="27524"/>
                </a:cubicBezTo>
                <a:cubicBezTo>
                  <a:pt x="1359375" y="25878"/>
                  <a:pt x="1355500" y="24354"/>
                  <a:pt x="1350948" y="22953"/>
                </a:cubicBezTo>
                <a:cubicBezTo>
                  <a:pt x="1346395" y="21552"/>
                  <a:pt x="1340991" y="20852"/>
                  <a:pt x="1334735" y="20852"/>
                </a:cubicBezTo>
                <a:cubicBezTo>
                  <a:pt x="1326742" y="20852"/>
                  <a:pt x="1319618" y="22329"/>
                  <a:pt x="1313362" y="25283"/>
                </a:cubicBezTo>
                <a:cubicBezTo>
                  <a:pt x="1307107" y="28237"/>
                  <a:pt x="1301824" y="32286"/>
                  <a:pt x="1297515" y="37429"/>
                </a:cubicBezTo>
                <a:cubicBezTo>
                  <a:pt x="1293206" y="42572"/>
                  <a:pt x="1289921" y="48672"/>
                  <a:pt x="1287662" y="55726"/>
                </a:cubicBezTo>
                <a:cubicBezTo>
                  <a:pt x="1285404" y="62781"/>
                  <a:pt x="1284274" y="70375"/>
                  <a:pt x="1284274" y="78507"/>
                </a:cubicBezTo>
                <a:cubicBezTo>
                  <a:pt x="1284274" y="87612"/>
                  <a:pt x="1285560" y="95727"/>
                  <a:pt x="1288132" y="102852"/>
                </a:cubicBezTo>
                <a:cubicBezTo>
                  <a:pt x="1290703" y="109976"/>
                  <a:pt x="1294266" y="115988"/>
                  <a:pt x="1298818" y="120888"/>
                </a:cubicBezTo>
                <a:cubicBezTo>
                  <a:pt x="1303371" y="125789"/>
                  <a:pt x="1308792" y="129525"/>
                  <a:pt x="1315083" y="132096"/>
                </a:cubicBezTo>
                <a:cubicBezTo>
                  <a:pt x="1321373" y="134668"/>
                  <a:pt x="1328237" y="135954"/>
                  <a:pt x="1335674" y="135954"/>
                </a:cubicBezTo>
                <a:cubicBezTo>
                  <a:pt x="1340470" y="135954"/>
                  <a:pt x="1345335" y="135363"/>
                  <a:pt x="1350270" y="134181"/>
                </a:cubicBezTo>
                <a:cubicBezTo>
                  <a:pt x="1355205" y="133000"/>
                  <a:pt x="1359827" y="131193"/>
                  <a:pt x="1364137" y="128760"/>
                </a:cubicBezTo>
                <a:lnTo>
                  <a:pt x="1364137" y="85075"/>
                </a:lnTo>
                <a:lnTo>
                  <a:pt x="1329731" y="85075"/>
                </a:lnTo>
                <a:cubicBezTo>
                  <a:pt x="1328619" y="85075"/>
                  <a:pt x="1327785" y="84585"/>
                  <a:pt x="1327229" y="83603"/>
                </a:cubicBezTo>
                <a:cubicBezTo>
                  <a:pt x="1326673" y="82621"/>
                  <a:pt x="1326395" y="81218"/>
                  <a:pt x="1326395" y="79393"/>
                </a:cubicBezTo>
                <a:cubicBezTo>
                  <a:pt x="1326395" y="78412"/>
                  <a:pt x="1326464" y="77552"/>
                  <a:pt x="1326603" y="76816"/>
                </a:cubicBezTo>
                <a:cubicBezTo>
                  <a:pt x="1326742" y="76080"/>
                  <a:pt x="1326951" y="75484"/>
                  <a:pt x="1327229" y="75027"/>
                </a:cubicBezTo>
                <a:cubicBezTo>
                  <a:pt x="1327507" y="74571"/>
                  <a:pt x="1327854" y="74221"/>
                  <a:pt x="1328271" y="73975"/>
                </a:cubicBezTo>
                <a:cubicBezTo>
                  <a:pt x="1328688" y="73730"/>
                  <a:pt x="1329175" y="73607"/>
                  <a:pt x="1329731" y="73607"/>
                </a:cubicBezTo>
                <a:lnTo>
                  <a:pt x="1371018" y="73607"/>
                </a:lnTo>
                <a:cubicBezTo>
                  <a:pt x="1371643" y="73607"/>
                  <a:pt x="1372303" y="73712"/>
                  <a:pt x="1372999" y="73923"/>
                </a:cubicBezTo>
                <a:cubicBezTo>
                  <a:pt x="1373694" y="74131"/>
                  <a:pt x="1374337" y="74480"/>
                  <a:pt x="1374927" y="74969"/>
                </a:cubicBezTo>
                <a:cubicBezTo>
                  <a:pt x="1375518" y="75455"/>
                  <a:pt x="1375987" y="76134"/>
                  <a:pt x="1376335" y="77005"/>
                </a:cubicBezTo>
                <a:cubicBezTo>
                  <a:pt x="1376682" y="77876"/>
                  <a:pt x="1376856" y="78939"/>
                  <a:pt x="1376856" y="80195"/>
                </a:cubicBezTo>
                <a:lnTo>
                  <a:pt x="1376856" y="130484"/>
                </a:lnTo>
                <a:cubicBezTo>
                  <a:pt x="1376856" y="132156"/>
                  <a:pt x="1376595" y="133585"/>
                  <a:pt x="1376074" y="134771"/>
                </a:cubicBezTo>
                <a:cubicBezTo>
                  <a:pt x="1375553" y="135955"/>
                  <a:pt x="1374354" y="137088"/>
                  <a:pt x="1372477" y="138169"/>
                </a:cubicBezTo>
                <a:cubicBezTo>
                  <a:pt x="1370601" y="139249"/>
                  <a:pt x="1368098" y="140434"/>
                  <a:pt x="1364971" y="141724"/>
                </a:cubicBezTo>
                <a:cubicBezTo>
                  <a:pt x="1361843" y="143014"/>
                  <a:pt x="1358611" y="144095"/>
                  <a:pt x="1355274" y="144966"/>
                </a:cubicBezTo>
                <a:cubicBezTo>
                  <a:pt x="1351938" y="145837"/>
                  <a:pt x="1348585" y="146498"/>
                  <a:pt x="1345213" y="146950"/>
                </a:cubicBezTo>
                <a:cubicBezTo>
                  <a:pt x="1341842" y="147404"/>
                  <a:pt x="1338524" y="147631"/>
                  <a:pt x="1335257" y="147631"/>
                </a:cubicBezTo>
                <a:cubicBezTo>
                  <a:pt x="1325039" y="147631"/>
                  <a:pt x="1315917" y="145978"/>
                  <a:pt x="1307889" y="142672"/>
                </a:cubicBezTo>
                <a:cubicBezTo>
                  <a:pt x="1299861" y="139364"/>
                  <a:pt x="1293084" y="134700"/>
                  <a:pt x="1287558" y="128679"/>
                </a:cubicBezTo>
                <a:cubicBezTo>
                  <a:pt x="1282032" y="122658"/>
                  <a:pt x="1277810" y="115488"/>
                  <a:pt x="1274891" y="107169"/>
                </a:cubicBezTo>
                <a:cubicBezTo>
                  <a:pt x="1271971" y="98850"/>
                  <a:pt x="1270512" y="89679"/>
                  <a:pt x="1270512" y="79657"/>
                </a:cubicBezTo>
                <a:cubicBezTo>
                  <a:pt x="1270512" y="69144"/>
                  <a:pt x="1272093" y="59555"/>
                  <a:pt x="1275256" y="50888"/>
                </a:cubicBezTo>
                <a:cubicBezTo>
                  <a:pt x="1278418" y="42222"/>
                  <a:pt x="1282867" y="34826"/>
                  <a:pt x="1288601" y="28701"/>
                </a:cubicBezTo>
                <a:cubicBezTo>
                  <a:pt x="1294335" y="22575"/>
                  <a:pt x="1301199" y="17825"/>
                  <a:pt x="1309192" y="14450"/>
                </a:cubicBezTo>
                <a:cubicBezTo>
                  <a:pt x="1317185" y="11072"/>
                  <a:pt x="1326012" y="9383"/>
                  <a:pt x="1335674" y="9383"/>
                </a:cubicBezTo>
                <a:cubicBezTo>
                  <a:pt x="1340539" y="9383"/>
                  <a:pt x="1345144" y="9838"/>
                  <a:pt x="1349488" y="10748"/>
                </a:cubicBezTo>
                <a:cubicBezTo>
                  <a:pt x="1353832" y="11659"/>
                  <a:pt x="1357742" y="12762"/>
                  <a:pt x="1361217" y="14059"/>
                </a:cubicBezTo>
                <a:cubicBezTo>
                  <a:pt x="1364693" y="15353"/>
                  <a:pt x="1367647" y="16754"/>
                  <a:pt x="1370079" y="18262"/>
                </a:cubicBezTo>
                <a:cubicBezTo>
                  <a:pt x="1372512" y="19767"/>
                  <a:pt x="1374163" y="20957"/>
                  <a:pt x="1375032" y="21833"/>
                </a:cubicBezTo>
                <a:cubicBezTo>
                  <a:pt x="1375900" y="22708"/>
                  <a:pt x="1376491" y="23567"/>
                  <a:pt x="1376804" y="24410"/>
                </a:cubicBezTo>
                <a:cubicBezTo>
                  <a:pt x="1377117" y="25250"/>
                  <a:pt x="1377273" y="26477"/>
                  <a:pt x="1377273" y="28091"/>
                </a:cubicBezTo>
                <a:close/>
                <a:moveTo>
                  <a:pt x="1509931" y="139811"/>
                </a:moveTo>
                <a:cubicBezTo>
                  <a:pt x="1509931" y="141063"/>
                  <a:pt x="1509740" y="142105"/>
                  <a:pt x="1509358" y="142939"/>
                </a:cubicBezTo>
                <a:cubicBezTo>
                  <a:pt x="1508976" y="143773"/>
                  <a:pt x="1508489" y="144451"/>
                  <a:pt x="1507898" y="144972"/>
                </a:cubicBezTo>
                <a:cubicBezTo>
                  <a:pt x="1507308" y="145494"/>
                  <a:pt x="1506647" y="145858"/>
                  <a:pt x="1505917" y="146067"/>
                </a:cubicBezTo>
                <a:cubicBezTo>
                  <a:pt x="1505188" y="146276"/>
                  <a:pt x="1504510" y="146380"/>
                  <a:pt x="1503884" y="146380"/>
                </a:cubicBezTo>
                <a:lnTo>
                  <a:pt x="1501278" y="146380"/>
                </a:lnTo>
                <a:cubicBezTo>
                  <a:pt x="1499888" y="146380"/>
                  <a:pt x="1498619" y="146206"/>
                  <a:pt x="1497472" y="145858"/>
                </a:cubicBezTo>
                <a:cubicBezTo>
                  <a:pt x="1496326" y="145511"/>
                  <a:pt x="1495214" y="144903"/>
                  <a:pt x="1494136" y="144034"/>
                </a:cubicBezTo>
                <a:cubicBezTo>
                  <a:pt x="1493059" y="143165"/>
                  <a:pt x="1491982" y="142001"/>
                  <a:pt x="1490904" y="140541"/>
                </a:cubicBezTo>
                <a:cubicBezTo>
                  <a:pt x="1489827" y="139082"/>
                  <a:pt x="1488628" y="137205"/>
                  <a:pt x="1487307" y="134911"/>
                </a:cubicBezTo>
                <a:lnTo>
                  <a:pt x="1439765" y="50670"/>
                </a:lnTo>
                <a:cubicBezTo>
                  <a:pt x="1437402" y="46569"/>
                  <a:pt x="1435021" y="42347"/>
                  <a:pt x="1432623" y="38002"/>
                </a:cubicBezTo>
                <a:cubicBezTo>
                  <a:pt x="1430225" y="33658"/>
                  <a:pt x="1427949" y="29436"/>
                  <a:pt x="1425794" y="25335"/>
                </a:cubicBezTo>
                <a:lnTo>
                  <a:pt x="1425690" y="25335"/>
                </a:lnTo>
                <a:cubicBezTo>
                  <a:pt x="1425760" y="30409"/>
                  <a:pt x="1425794" y="35604"/>
                  <a:pt x="1425794" y="40922"/>
                </a:cubicBezTo>
                <a:cubicBezTo>
                  <a:pt x="1425794" y="46239"/>
                  <a:pt x="1425794" y="51434"/>
                  <a:pt x="1425794" y="56508"/>
                </a:cubicBezTo>
                <a:lnTo>
                  <a:pt x="1425794" y="143878"/>
                </a:lnTo>
                <a:cubicBezTo>
                  <a:pt x="1425794" y="144295"/>
                  <a:pt x="1425690" y="144677"/>
                  <a:pt x="1425482" y="145024"/>
                </a:cubicBezTo>
                <a:cubicBezTo>
                  <a:pt x="1425273" y="145372"/>
                  <a:pt x="1424926" y="145650"/>
                  <a:pt x="1424439" y="145858"/>
                </a:cubicBezTo>
                <a:cubicBezTo>
                  <a:pt x="1423952" y="146067"/>
                  <a:pt x="1423310" y="146241"/>
                  <a:pt x="1422510" y="146380"/>
                </a:cubicBezTo>
                <a:cubicBezTo>
                  <a:pt x="1421711" y="146519"/>
                  <a:pt x="1420686" y="146588"/>
                  <a:pt x="1419435" y="146588"/>
                </a:cubicBezTo>
                <a:cubicBezTo>
                  <a:pt x="1418253" y="146588"/>
                  <a:pt x="1417245" y="146519"/>
                  <a:pt x="1416411" y="146380"/>
                </a:cubicBezTo>
                <a:cubicBezTo>
                  <a:pt x="1415577" y="146241"/>
                  <a:pt x="1414917" y="146067"/>
                  <a:pt x="1414430" y="145858"/>
                </a:cubicBezTo>
                <a:cubicBezTo>
                  <a:pt x="1413944" y="145650"/>
                  <a:pt x="1413596" y="145372"/>
                  <a:pt x="1413388" y="145024"/>
                </a:cubicBezTo>
                <a:cubicBezTo>
                  <a:pt x="1413179" y="144677"/>
                  <a:pt x="1413075" y="144295"/>
                  <a:pt x="1413075" y="143878"/>
                </a:cubicBezTo>
                <a:lnTo>
                  <a:pt x="1413075" y="17620"/>
                </a:lnTo>
                <a:cubicBezTo>
                  <a:pt x="1413075" y="15118"/>
                  <a:pt x="1413735" y="13397"/>
                  <a:pt x="1415056" y="12459"/>
                </a:cubicBezTo>
                <a:cubicBezTo>
                  <a:pt x="1416376" y="11521"/>
                  <a:pt x="1417662" y="11051"/>
                  <a:pt x="1418913" y="11051"/>
                </a:cubicBezTo>
                <a:lnTo>
                  <a:pt x="1424126" y="11051"/>
                </a:lnTo>
                <a:cubicBezTo>
                  <a:pt x="1425794" y="11051"/>
                  <a:pt x="1427184" y="11190"/>
                  <a:pt x="1428297" y="11469"/>
                </a:cubicBezTo>
                <a:cubicBezTo>
                  <a:pt x="1429409" y="11747"/>
                  <a:pt x="1430416" y="12216"/>
                  <a:pt x="1431320" y="12876"/>
                </a:cubicBezTo>
                <a:cubicBezTo>
                  <a:pt x="1432224" y="13536"/>
                  <a:pt x="1433110" y="14475"/>
                  <a:pt x="1433979" y="15691"/>
                </a:cubicBezTo>
                <a:cubicBezTo>
                  <a:pt x="1434848" y="16907"/>
                  <a:pt x="1435803" y="18454"/>
                  <a:pt x="1436846" y="20331"/>
                </a:cubicBezTo>
                <a:lnTo>
                  <a:pt x="1473232" y="84867"/>
                </a:lnTo>
                <a:cubicBezTo>
                  <a:pt x="1475526" y="88898"/>
                  <a:pt x="1477698" y="92773"/>
                  <a:pt x="1479748" y="96492"/>
                </a:cubicBezTo>
                <a:cubicBezTo>
                  <a:pt x="1481799" y="100210"/>
                  <a:pt x="1483797" y="103859"/>
                  <a:pt x="1485743" y="107439"/>
                </a:cubicBezTo>
                <a:cubicBezTo>
                  <a:pt x="1487690" y="111019"/>
                  <a:pt x="1489618" y="114546"/>
                  <a:pt x="1491530" y="118021"/>
                </a:cubicBezTo>
                <a:cubicBezTo>
                  <a:pt x="1493441" y="121497"/>
                  <a:pt x="1495335" y="125007"/>
                  <a:pt x="1497212" y="128551"/>
                </a:cubicBezTo>
                <a:lnTo>
                  <a:pt x="1497316" y="128551"/>
                </a:lnTo>
                <a:cubicBezTo>
                  <a:pt x="1497247" y="122713"/>
                  <a:pt x="1497212" y="116631"/>
                  <a:pt x="1497212" y="110306"/>
                </a:cubicBezTo>
                <a:cubicBezTo>
                  <a:pt x="1497212" y="103981"/>
                  <a:pt x="1497212" y="97899"/>
                  <a:pt x="1497212" y="92061"/>
                </a:cubicBezTo>
                <a:lnTo>
                  <a:pt x="1497212" y="13554"/>
                </a:lnTo>
                <a:cubicBezTo>
                  <a:pt x="1497212" y="13137"/>
                  <a:pt x="1497316" y="12754"/>
                  <a:pt x="1497525" y="12407"/>
                </a:cubicBezTo>
                <a:cubicBezTo>
                  <a:pt x="1497733" y="12059"/>
                  <a:pt x="1498081" y="11764"/>
                  <a:pt x="1498567" y="11521"/>
                </a:cubicBezTo>
                <a:cubicBezTo>
                  <a:pt x="1499054" y="11277"/>
                  <a:pt x="1499697" y="11104"/>
                  <a:pt x="1500496" y="10999"/>
                </a:cubicBezTo>
                <a:cubicBezTo>
                  <a:pt x="1501295" y="10895"/>
                  <a:pt x="1502321" y="10843"/>
                  <a:pt x="1503572" y="10843"/>
                </a:cubicBezTo>
                <a:cubicBezTo>
                  <a:pt x="1504684" y="10843"/>
                  <a:pt x="1505657" y="10895"/>
                  <a:pt x="1506491" y="10999"/>
                </a:cubicBezTo>
                <a:cubicBezTo>
                  <a:pt x="1507325" y="11104"/>
                  <a:pt x="1507985" y="11277"/>
                  <a:pt x="1508472" y="11521"/>
                </a:cubicBezTo>
                <a:cubicBezTo>
                  <a:pt x="1508958" y="11764"/>
                  <a:pt x="1509323" y="12059"/>
                  <a:pt x="1509567" y="12407"/>
                </a:cubicBezTo>
                <a:cubicBezTo>
                  <a:pt x="1509810" y="12754"/>
                  <a:pt x="1509931" y="13137"/>
                  <a:pt x="1509931" y="13554"/>
                </a:cubicBezTo>
                <a:lnTo>
                  <a:pt x="1509931" y="139811"/>
                </a:lnTo>
                <a:close/>
                <a:moveTo>
                  <a:pt x="1641174" y="143878"/>
                </a:moveTo>
                <a:cubicBezTo>
                  <a:pt x="1641174" y="144295"/>
                  <a:pt x="1641070" y="144677"/>
                  <a:pt x="1640861" y="145024"/>
                </a:cubicBezTo>
                <a:cubicBezTo>
                  <a:pt x="1640653" y="145372"/>
                  <a:pt x="1640305" y="145650"/>
                  <a:pt x="1639819" y="145858"/>
                </a:cubicBezTo>
                <a:cubicBezTo>
                  <a:pt x="1639332" y="146067"/>
                  <a:pt x="1638672" y="146241"/>
                  <a:pt x="1637838" y="146380"/>
                </a:cubicBezTo>
                <a:cubicBezTo>
                  <a:pt x="1637004" y="146519"/>
                  <a:pt x="1635996" y="146588"/>
                  <a:pt x="1634814" y="146588"/>
                </a:cubicBezTo>
                <a:cubicBezTo>
                  <a:pt x="1633563" y="146588"/>
                  <a:pt x="1632538" y="146519"/>
                  <a:pt x="1631739" y="146380"/>
                </a:cubicBezTo>
                <a:cubicBezTo>
                  <a:pt x="1630939" y="146241"/>
                  <a:pt x="1630296" y="146067"/>
                  <a:pt x="1629810" y="145858"/>
                </a:cubicBezTo>
                <a:cubicBezTo>
                  <a:pt x="1629323" y="145648"/>
                  <a:pt x="1628976" y="145369"/>
                  <a:pt x="1628767" y="145021"/>
                </a:cubicBezTo>
                <a:cubicBezTo>
                  <a:pt x="1628559" y="144674"/>
                  <a:pt x="1628454" y="144291"/>
                  <a:pt x="1628454" y="143874"/>
                </a:cubicBezTo>
                <a:lnTo>
                  <a:pt x="1628454" y="80905"/>
                </a:lnTo>
                <a:lnTo>
                  <a:pt x="1561103" y="80905"/>
                </a:lnTo>
                <a:lnTo>
                  <a:pt x="1561103" y="143874"/>
                </a:lnTo>
                <a:cubicBezTo>
                  <a:pt x="1561103" y="144291"/>
                  <a:pt x="1560999" y="144674"/>
                  <a:pt x="1560790" y="145021"/>
                </a:cubicBezTo>
                <a:cubicBezTo>
                  <a:pt x="1560582" y="145369"/>
                  <a:pt x="1560234" y="145648"/>
                  <a:pt x="1559748" y="145858"/>
                </a:cubicBezTo>
                <a:cubicBezTo>
                  <a:pt x="1559261" y="146067"/>
                  <a:pt x="1558618" y="146241"/>
                  <a:pt x="1557819" y="146380"/>
                </a:cubicBezTo>
                <a:cubicBezTo>
                  <a:pt x="1557019" y="146519"/>
                  <a:pt x="1555994" y="146588"/>
                  <a:pt x="1554743" y="146588"/>
                </a:cubicBezTo>
                <a:cubicBezTo>
                  <a:pt x="1553562" y="146588"/>
                  <a:pt x="1552554" y="146519"/>
                  <a:pt x="1551720" y="146380"/>
                </a:cubicBezTo>
                <a:cubicBezTo>
                  <a:pt x="1550886" y="146241"/>
                  <a:pt x="1550225" y="146067"/>
                  <a:pt x="1549739" y="145858"/>
                </a:cubicBezTo>
                <a:cubicBezTo>
                  <a:pt x="1549252" y="145650"/>
                  <a:pt x="1548905" y="145372"/>
                  <a:pt x="1548696" y="145024"/>
                </a:cubicBezTo>
                <a:cubicBezTo>
                  <a:pt x="1548488" y="144677"/>
                  <a:pt x="1548383" y="144295"/>
                  <a:pt x="1548383" y="143878"/>
                </a:cubicBezTo>
                <a:lnTo>
                  <a:pt x="1548383" y="13137"/>
                </a:lnTo>
                <a:cubicBezTo>
                  <a:pt x="1548383" y="12720"/>
                  <a:pt x="1548488" y="12337"/>
                  <a:pt x="1548696" y="11990"/>
                </a:cubicBezTo>
                <a:cubicBezTo>
                  <a:pt x="1548905" y="11642"/>
                  <a:pt x="1549252" y="11364"/>
                  <a:pt x="1549739" y="11156"/>
                </a:cubicBezTo>
                <a:cubicBezTo>
                  <a:pt x="1550225" y="10947"/>
                  <a:pt x="1550886" y="10773"/>
                  <a:pt x="1551720" y="10634"/>
                </a:cubicBezTo>
                <a:cubicBezTo>
                  <a:pt x="1552554" y="10495"/>
                  <a:pt x="1553562" y="10426"/>
                  <a:pt x="1554743" y="10426"/>
                </a:cubicBezTo>
                <a:cubicBezTo>
                  <a:pt x="1555994" y="10426"/>
                  <a:pt x="1557019" y="10495"/>
                  <a:pt x="1557819" y="10634"/>
                </a:cubicBezTo>
                <a:cubicBezTo>
                  <a:pt x="1558618" y="10773"/>
                  <a:pt x="1559261" y="10947"/>
                  <a:pt x="1559748" y="11156"/>
                </a:cubicBezTo>
                <a:cubicBezTo>
                  <a:pt x="1560234" y="11362"/>
                  <a:pt x="1560582" y="11639"/>
                  <a:pt x="1560790" y="11987"/>
                </a:cubicBezTo>
                <a:cubicBezTo>
                  <a:pt x="1560999" y="12332"/>
                  <a:pt x="1561103" y="12712"/>
                  <a:pt x="1561103" y="13127"/>
                </a:cubicBezTo>
                <a:lnTo>
                  <a:pt x="1561103" y="69437"/>
                </a:lnTo>
                <a:lnTo>
                  <a:pt x="1628454" y="69437"/>
                </a:lnTo>
                <a:lnTo>
                  <a:pt x="1628454" y="13127"/>
                </a:lnTo>
                <a:cubicBezTo>
                  <a:pt x="1628454" y="12712"/>
                  <a:pt x="1628559" y="12332"/>
                  <a:pt x="1628767" y="11987"/>
                </a:cubicBezTo>
                <a:cubicBezTo>
                  <a:pt x="1628976" y="11639"/>
                  <a:pt x="1629323" y="11362"/>
                  <a:pt x="1629810" y="11156"/>
                </a:cubicBezTo>
                <a:cubicBezTo>
                  <a:pt x="1630296" y="10947"/>
                  <a:pt x="1630939" y="10773"/>
                  <a:pt x="1631739" y="10634"/>
                </a:cubicBezTo>
                <a:cubicBezTo>
                  <a:pt x="1632538" y="10495"/>
                  <a:pt x="1633563" y="10426"/>
                  <a:pt x="1634814" y="10426"/>
                </a:cubicBezTo>
                <a:cubicBezTo>
                  <a:pt x="1635996" y="10426"/>
                  <a:pt x="1637004" y="10495"/>
                  <a:pt x="1637838" y="10634"/>
                </a:cubicBezTo>
                <a:cubicBezTo>
                  <a:pt x="1638672" y="10773"/>
                  <a:pt x="1639332" y="10947"/>
                  <a:pt x="1639819" y="11156"/>
                </a:cubicBezTo>
                <a:cubicBezTo>
                  <a:pt x="1640305" y="11364"/>
                  <a:pt x="1640653" y="11642"/>
                  <a:pt x="1640861" y="11990"/>
                </a:cubicBezTo>
                <a:cubicBezTo>
                  <a:pt x="1641070" y="12337"/>
                  <a:pt x="1641174" y="12720"/>
                  <a:pt x="1641174" y="13137"/>
                </a:cubicBezTo>
                <a:lnTo>
                  <a:pt x="1641174" y="143878"/>
                </a:lnTo>
                <a:close/>
                <a:moveTo>
                  <a:pt x="1695906" y="7210"/>
                </a:moveTo>
                <a:cubicBezTo>
                  <a:pt x="1695906" y="9019"/>
                  <a:pt x="1695819" y="10691"/>
                  <a:pt x="1695645" y="12224"/>
                </a:cubicBezTo>
                <a:cubicBezTo>
                  <a:pt x="1695471" y="13756"/>
                  <a:pt x="1695176" y="15219"/>
                  <a:pt x="1694759" y="16613"/>
                </a:cubicBezTo>
                <a:cubicBezTo>
                  <a:pt x="1694342" y="18005"/>
                  <a:pt x="1693786" y="19399"/>
                  <a:pt x="1693091" y="20793"/>
                </a:cubicBezTo>
                <a:cubicBezTo>
                  <a:pt x="1692396" y="22185"/>
                  <a:pt x="1691527" y="23647"/>
                  <a:pt x="1690484" y="25179"/>
                </a:cubicBezTo>
                <a:lnTo>
                  <a:pt x="1675992" y="47431"/>
                </a:lnTo>
                <a:cubicBezTo>
                  <a:pt x="1675714" y="47851"/>
                  <a:pt x="1675384" y="48234"/>
                  <a:pt x="1675002" y="48581"/>
                </a:cubicBezTo>
                <a:cubicBezTo>
                  <a:pt x="1674619" y="48929"/>
                  <a:pt x="1674168" y="49208"/>
                  <a:pt x="1673646" y="49419"/>
                </a:cubicBezTo>
                <a:cubicBezTo>
                  <a:pt x="1673125" y="49627"/>
                  <a:pt x="1672517" y="49784"/>
                  <a:pt x="1671822" y="49888"/>
                </a:cubicBezTo>
                <a:cubicBezTo>
                  <a:pt x="1671127" y="49992"/>
                  <a:pt x="1670258" y="50044"/>
                  <a:pt x="1669215" y="50044"/>
                </a:cubicBezTo>
                <a:cubicBezTo>
                  <a:pt x="1668451" y="50044"/>
                  <a:pt x="1667790" y="50010"/>
                  <a:pt x="1667234" y="49940"/>
                </a:cubicBezTo>
                <a:cubicBezTo>
                  <a:pt x="1666678" y="49871"/>
                  <a:pt x="1666279" y="49732"/>
                  <a:pt x="1666035" y="49523"/>
                </a:cubicBezTo>
                <a:cubicBezTo>
                  <a:pt x="1665792" y="49312"/>
                  <a:pt x="1665653" y="49033"/>
                  <a:pt x="1665618" y="48686"/>
                </a:cubicBezTo>
                <a:cubicBezTo>
                  <a:pt x="1665584" y="48338"/>
                  <a:pt x="1665705" y="47920"/>
                  <a:pt x="1665983" y="47431"/>
                </a:cubicBezTo>
                <a:lnTo>
                  <a:pt x="1680475" y="18806"/>
                </a:lnTo>
                <a:lnTo>
                  <a:pt x="1680475" y="7210"/>
                </a:lnTo>
                <a:cubicBezTo>
                  <a:pt x="1680475" y="5677"/>
                  <a:pt x="1680614" y="4440"/>
                  <a:pt x="1680892" y="3499"/>
                </a:cubicBezTo>
                <a:cubicBezTo>
                  <a:pt x="1681170" y="2559"/>
                  <a:pt x="1681622" y="1828"/>
                  <a:pt x="1682248" y="1306"/>
                </a:cubicBezTo>
                <a:cubicBezTo>
                  <a:pt x="1682873" y="783"/>
                  <a:pt x="1683673" y="434"/>
                  <a:pt x="1684646" y="261"/>
                </a:cubicBezTo>
                <a:cubicBezTo>
                  <a:pt x="1685619" y="87"/>
                  <a:pt x="1686800" y="0"/>
                  <a:pt x="1688191" y="0"/>
                </a:cubicBezTo>
                <a:cubicBezTo>
                  <a:pt x="1689511" y="0"/>
                  <a:pt x="1690658" y="87"/>
                  <a:pt x="1691631" y="261"/>
                </a:cubicBezTo>
                <a:cubicBezTo>
                  <a:pt x="1692604" y="434"/>
                  <a:pt x="1693403" y="783"/>
                  <a:pt x="1694029" y="1306"/>
                </a:cubicBezTo>
                <a:cubicBezTo>
                  <a:pt x="1694655" y="1828"/>
                  <a:pt x="1695124" y="2559"/>
                  <a:pt x="1695437" y="3499"/>
                </a:cubicBezTo>
                <a:cubicBezTo>
                  <a:pt x="1695749" y="4440"/>
                  <a:pt x="1695906" y="5677"/>
                  <a:pt x="1695906" y="72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Text oncewhileignoring">
            <a:extLst xmlns:a="http://schemas.openxmlformats.org/drawingml/2006/main">
              <a:ext uri="{FF2B5EF4-FFF2-40B4-BE49-F238E27FC236}">
                <a16:creationId xmlns:a16="http://schemas.microsoft.com/office/drawing/2014/main" id="{91A6FAE5-2992-49BA-8097-A5ED0335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4588" y="2854892"/>
            <a:ext cx="1656918" cy="183496"/>
          </a:xfrm>
          <a:custGeom xmlns:a="http://schemas.openxmlformats.org/drawingml/2006/main">
            <a:pathLst>
              <a:path w="1656918" h="183496">
                <a:moveTo>
                  <a:pt x="90497" y="95136"/>
                </a:moveTo>
                <a:cubicBezTo>
                  <a:pt x="90497" y="102650"/>
                  <a:pt x="89524" y="109572"/>
                  <a:pt x="87578" y="115904"/>
                </a:cubicBezTo>
                <a:cubicBezTo>
                  <a:pt x="85631" y="122235"/>
                  <a:pt x="82730" y="127733"/>
                  <a:pt x="78872" y="132396"/>
                </a:cubicBezTo>
                <a:cubicBezTo>
                  <a:pt x="75014" y="137057"/>
                  <a:pt x="70201" y="140692"/>
                  <a:pt x="64432" y="143301"/>
                </a:cubicBezTo>
                <a:cubicBezTo>
                  <a:pt x="58663" y="145910"/>
                  <a:pt x="51956" y="147214"/>
                  <a:pt x="44310" y="147214"/>
                </a:cubicBezTo>
                <a:cubicBezTo>
                  <a:pt x="36942" y="147214"/>
                  <a:pt x="30496" y="146049"/>
                  <a:pt x="24970" y="143718"/>
                </a:cubicBezTo>
                <a:cubicBezTo>
                  <a:pt x="19444" y="141387"/>
                  <a:pt x="14822" y="138048"/>
                  <a:pt x="11104" y="133699"/>
                </a:cubicBezTo>
                <a:cubicBezTo>
                  <a:pt x="7385" y="129351"/>
                  <a:pt x="4605" y="124080"/>
                  <a:pt x="2763" y="117888"/>
                </a:cubicBezTo>
                <a:cubicBezTo>
                  <a:pt x="921" y="111695"/>
                  <a:pt x="0" y="104702"/>
                  <a:pt x="0" y="96909"/>
                </a:cubicBezTo>
                <a:cubicBezTo>
                  <a:pt x="0" y="89396"/>
                  <a:pt x="956" y="82473"/>
                  <a:pt x="2867" y="76142"/>
                </a:cubicBezTo>
                <a:cubicBezTo>
                  <a:pt x="4779" y="69810"/>
                  <a:pt x="7663" y="64331"/>
                  <a:pt x="11521" y="59705"/>
                </a:cubicBezTo>
                <a:cubicBezTo>
                  <a:pt x="15378" y="55076"/>
                  <a:pt x="20192" y="51475"/>
                  <a:pt x="25961" y="48901"/>
                </a:cubicBezTo>
                <a:cubicBezTo>
                  <a:pt x="31730" y="46327"/>
                  <a:pt x="38472" y="45040"/>
                  <a:pt x="46187" y="45040"/>
                </a:cubicBezTo>
                <a:cubicBezTo>
                  <a:pt x="53554" y="45040"/>
                  <a:pt x="60001" y="46188"/>
                  <a:pt x="65527" y="48484"/>
                </a:cubicBezTo>
                <a:cubicBezTo>
                  <a:pt x="71053" y="50780"/>
                  <a:pt x="75657" y="54102"/>
                  <a:pt x="79341" y="58450"/>
                </a:cubicBezTo>
                <a:cubicBezTo>
                  <a:pt x="83025" y="62799"/>
                  <a:pt x="85805" y="68069"/>
                  <a:pt x="87682" y="74262"/>
                </a:cubicBezTo>
                <a:cubicBezTo>
                  <a:pt x="89559" y="80454"/>
                  <a:pt x="90497" y="87413"/>
                  <a:pt x="90497" y="95136"/>
                </a:cubicBezTo>
                <a:moveTo>
                  <a:pt x="77360" y="96283"/>
                </a:moveTo>
                <a:cubicBezTo>
                  <a:pt x="77360" y="90925"/>
                  <a:pt x="76839" y="85810"/>
                  <a:pt x="75796" y="80938"/>
                </a:cubicBezTo>
                <a:cubicBezTo>
                  <a:pt x="74754" y="76066"/>
                  <a:pt x="73016" y="71768"/>
                  <a:pt x="70583" y="68045"/>
                </a:cubicBezTo>
                <a:cubicBezTo>
                  <a:pt x="68151" y="64322"/>
                  <a:pt x="64884" y="61365"/>
                  <a:pt x="60783" y="59174"/>
                </a:cubicBezTo>
                <a:cubicBezTo>
                  <a:pt x="56682" y="56980"/>
                  <a:pt x="51574" y="55883"/>
                  <a:pt x="45457" y="55883"/>
                </a:cubicBezTo>
                <a:cubicBezTo>
                  <a:pt x="39827" y="55883"/>
                  <a:pt x="34962" y="56892"/>
                  <a:pt x="30861" y="58910"/>
                </a:cubicBezTo>
                <a:cubicBezTo>
                  <a:pt x="26760" y="60928"/>
                  <a:pt x="23406" y="63729"/>
                  <a:pt x="20800" y="67316"/>
                </a:cubicBezTo>
                <a:cubicBezTo>
                  <a:pt x="18193" y="70899"/>
                  <a:pt x="16264" y="75127"/>
                  <a:pt x="15013" y="79999"/>
                </a:cubicBezTo>
                <a:cubicBezTo>
                  <a:pt x="13762" y="84871"/>
                  <a:pt x="13137" y="90125"/>
                  <a:pt x="13137" y="95762"/>
                </a:cubicBezTo>
                <a:cubicBezTo>
                  <a:pt x="13137" y="101190"/>
                  <a:pt x="13658" y="106357"/>
                  <a:pt x="14701" y="111264"/>
                </a:cubicBezTo>
                <a:cubicBezTo>
                  <a:pt x="15743" y="116171"/>
                  <a:pt x="17481" y="120468"/>
                  <a:pt x="19913" y="124156"/>
                </a:cubicBezTo>
                <a:cubicBezTo>
                  <a:pt x="22346" y="127844"/>
                  <a:pt x="25613" y="130768"/>
                  <a:pt x="29714" y="132927"/>
                </a:cubicBezTo>
                <a:cubicBezTo>
                  <a:pt x="33815" y="135084"/>
                  <a:pt x="38923" y="136162"/>
                  <a:pt x="45040" y="136162"/>
                </a:cubicBezTo>
                <a:cubicBezTo>
                  <a:pt x="50670" y="136162"/>
                  <a:pt x="55535" y="135153"/>
                  <a:pt x="59636" y="133136"/>
                </a:cubicBezTo>
                <a:cubicBezTo>
                  <a:pt x="63737" y="131118"/>
                  <a:pt x="67091" y="128334"/>
                  <a:pt x="69697" y="124785"/>
                </a:cubicBezTo>
                <a:cubicBezTo>
                  <a:pt x="72304" y="121234"/>
                  <a:pt x="74232" y="117023"/>
                  <a:pt x="75484" y="112153"/>
                </a:cubicBezTo>
                <a:cubicBezTo>
                  <a:pt x="76735" y="107282"/>
                  <a:pt x="77360" y="101991"/>
                  <a:pt x="77360" y="96283"/>
                </a:cubicBezTo>
                <a:close/>
                <a:moveTo>
                  <a:pt x="194095" y="143252"/>
                </a:moveTo>
                <a:cubicBezTo>
                  <a:pt x="194095" y="143669"/>
                  <a:pt x="193991" y="144051"/>
                  <a:pt x="193782" y="144399"/>
                </a:cubicBezTo>
                <a:cubicBezTo>
                  <a:pt x="193574" y="144746"/>
                  <a:pt x="193243" y="145024"/>
                  <a:pt x="192792" y="145233"/>
                </a:cubicBezTo>
                <a:cubicBezTo>
                  <a:pt x="192340" y="145441"/>
                  <a:pt x="191714" y="145615"/>
                  <a:pt x="190915" y="145754"/>
                </a:cubicBezTo>
                <a:cubicBezTo>
                  <a:pt x="190116" y="145893"/>
                  <a:pt x="189125" y="145963"/>
                  <a:pt x="187944" y="145963"/>
                </a:cubicBezTo>
                <a:cubicBezTo>
                  <a:pt x="186692" y="145963"/>
                  <a:pt x="185667" y="145893"/>
                  <a:pt x="184868" y="145754"/>
                </a:cubicBezTo>
                <a:cubicBezTo>
                  <a:pt x="184069" y="145615"/>
                  <a:pt x="183443" y="145441"/>
                  <a:pt x="182991" y="145233"/>
                </a:cubicBezTo>
                <a:cubicBezTo>
                  <a:pt x="182539" y="145024"/>
                  <a:pt x="182209" y="144746"/>
                  <a:pt x="182001" y="144399"/>
                </a:cubicBezTo>
                <a:cubicBezTo>
                  <a:pt x="181792" y="144051"/>
                  <a:pt x="181688" y="143669"/>
                  <a:pt x="181688" y="143252"/>
                </a:cubicBezTo>
                <a:lnTo>
                  <a:pt x="181688" y="87265"/>
                </a:lnTo>
                <a:cubicBezTo>
                  <a:pt x="181688" y="81426"/>
                  <a:pt x="181236" y="76683"/>
                  <a:pt x="180333" y="73034"/>
                </a:cubicBezTo>
                <a:cubicBezTo>
                  <a:pt x="179429" y="69384"/>
                  <a:pt x="178074" y="66257"/>
                  <a:pt x="176266" y="63650"/>
                </a:cubicBezTo>
                <a:cubicBezTo>
                  <a:pt x="174459" y="61044"/>
                  <a:pt x="172148" y="59028"/>
                  <a:pt x="169333" y="57603"/>
                </a:cubicBezTo>
                <a:cubicBezTo>
                  <a:pt x="166518" y="56178"/>
                  <a:pt x="163234" y="55466"/>
                  <a:pt x="159481" y="55466"/>
                </a:cubicBezTo>
                <a:cubicBezTo>
                  <a:pt x="154685" y="55466"/>
                  <a:pt x="149889" y="57169"/>
                  <a:pt x="145093" y="60575"/>
                </a:cubicBezTo>
                <a:cubicBezTo>
                  <a:pt x="140297" y="63980"/>
                  <a:pt x="135258" y="68985"/>
                  <a:pt x="129975" y="75588"/>
                </a:cubicBezTo>
                <a:lnTo>
                  <a:pt x="129975" y="143252"/>
                </a:lnTo>
                <a:cubicBezTo>
                  <a:pt x="129975" y="143669"/>
                  <a:pt x="129871" y="144051"/>
                  <a:pt x="129663" y="144399"/>
                </a:cubicBezTo>
                <a:cubicBezTo>
                  <a:pt x="129454" y="144746"/>
                  <a:pt x="129124" y="145024"/>
                  <a:pt x="128672" y="145233"/>
                </a:cubicBezTo>
                <a:cubicBezTo>
                  <a:pt x="128220" y="145441"/>
                  <a:pt x="127595" y="145615"/>
                  <a:pt x="126796" y="145754"/>
                </a:cubicBezTo>
                <a:cubicBezTo>
                  <a:pt x="125996" y="145893"/>
                  <a:pt x="124971" y="145963"/>
                  <a:pt x="123720" y="145963"/>
                </a:cubicBezTo>
                <a:cubicBezTo>
                  <a:pt x="122538" y="145963"/>
                  <a:pt x="121548" y="145893"/>
                  <a:pt x="120749" y="145754"/>
                </a:cubicBezTo>
                <a:cubicBezTo>
                  <a:pt x="119949" y="145615"/>
                  <a:pt x="119306" y="145441"/>
                  <a:pt x="118820" y="145233"/>
                </a:cubicBezTo>
                <a:cubicBezTo>
                  <a:pt x="118333" y="145024"/>
                  <a:pt x="118003" y="144746"/>
                  <a:pt x="117829" y="144399"/>
                </a:cubicBezTo>
                <a:cubicBezTo>
                  <a:pt x="117655" y="144049"/>
                  <a:pt x="117569" y="143666"/>
                  <a:pt x="117569" y="143249"/>
                </a:cubicBezTo>
                <a:lnTo>
                  <a:pt x="117569" y="48797"/>
                </a:lnTo>
                <a:cubicBezTo>
                  <a:pt x="117569" y="48379"/>
                  <a:pt x="117655" y="47997"/>
                  <a:pt x="117829" y="47650"/>
                </a:cubicBezTo>
                <a:cubicBezTo>
                  <a:pt x="118003" y="47300"/>
                  <a:pt x="118333" y="47003"/>
                  <a:pt x="118820" y="46760"/>
                </a:cubicBezTo>
                <a:cubicBezTo>
                  <a:pt x="119306" y="46517"/>
                  <a:pt x="119914" y="46343"/>
                  <a:pt x="120644" y="46239"/>
                </a:cubicBezTo>
                <a:cubicBezTo>
                  <a:pt x="121374" y="46135"/>
                  <a:pt x="122330" y="46083"/>
                  <a:pt x="123511" y="46083"/>
                </a:cubicBezTo>
                <a:cubicBezTo>
                  <a:pt x="124693" y="46083"/>
                  <a:pt x="125666" y="46135"/>
                  <a:pt x="126431" y="46239"/>
                </a:cubicBezTo>
                <a:cubicBezTo>
                  <a:pt x="127195" y="46343"/>
                  <a:pt x="127786" y="46517"/>
                  <a:pt x="128203" y="46760"/>
                </a:cubicBezTo>
                <a:cubicBezTo>
                  <a:pt x="128620" y="47003"/>
                  <a:pt x="128915" y="47300"/>
                  <a:pt x="129089" y="47650"/>
                </a:cubicBezTo>
                <a:cubicBezTo>
                  <a:pt x="129263" y="47997"/>
                  <a:pt x="129350" y="48379"/>
                  <a:pt x="129350" y="48797"/>
                </a:cubicBezTo>
                <a:lnTo>
                  <a:pt x="129350" y="62155"/>
                </a:lnTo>
                <a:cubicBezTo>
                  <a:pt x="134771" y="56138"/>
                  <a:pt x="140089" y="51782"/>
                  <a:pt x="145302" y="49086"/>
                </a:cubicBezTo>
                <a:cubicBezTo>
                  <a:pt x="150514" y="46389"/>
                  <a:pt x="155693" y="45040"/>
                  <a:pt x="160836" y="45040"/>
                </a:cubicBezTo>
                <a:cubicBezTo>
                  <a:pt x="167022" y="45040"/>
                  <a:pt x="172235" y="46083"/>
                  <a:pt x="176475" y="48168"/>
                </a:cubicBezTo>
                <a:cubicBezTo>
                  <a:pt x="180715" y="50253"/>
                  <a:pt x="184138" y="53068"/>
                  <a:pt x="186745" y="56613"/>
                </a:cubicBezTo>
                <a:cubicBezTo>
                  <a:pt x="189351" y="60158"/>
                  <a:pt x="191228" y="64293"/>
                  <a:pt x="192375" y="69020"/>
                </a:cubicBezTo>
                <a:cubicBezTo>
                  <a:pt x="193521" y="73746"/>
                  <a:pt x="194095" y="79445"/>
                  <a:pt x="194095" y="86118"/>
                </a:cubicBezTo>
                <a:lnTo>
                  <a:pt x="194095" y="143252"/>
                </a:lnTo>
                <a:close/>
                <a:moveTo>
                  <a:pt x="294044" y="129386"/>
                </a:moveTo>
                <a:cubicBezTo>
                  <a:pt x="294044" y="130220"/>
                  <a:pt x="294009" y="130967"/>
                  <a:pt x="293940" y="131627"/>
                </a:cubicBezTo>
                <a:cubicBezTo>
                  <a:pt x="293870" y="132287"/>
                  <a:pt x="293766" y="132861"/>
                  <a:pt x="293627" y="133347"/>
                </a:cubicBezTo>
                <a:cubicBezTo>
                  <a:pt x="293488" y="133834"/>
                  <a:pt x="293297" y="134268"/>
                  <a:pt x="293053" y="134651"/>
                </a:cubicBezTo>
                <a:cubicBezTo>
                  <a:pt x="292810" y="135033"/>
                  <a:pt x="292237" y="135676"/>
                  <a:pt x="291333" y="136579"/>
                </a:cubicBezTo>
                <a:cubicBezTo>
                  <a:pt x="290430" y="137483"/>
                  <a:pt x="288918" y="138630"/>
                  <a:pt x="286798" y="140020"/>
                </a:cubicBezTo>
                <a:cubicBezTo>
                  <a:pt x="284678" y="141410"/>
                  <a:pt x="282297" y="142626"/>
                  <a:pt x="279656" y="143669"/>
                </a:cubicBezTo>
                <a:cubicBezTo>
                  <a:pt x="277015" y="144712"/>
                  <a:pt x="274165" y="145563"/>
                  <a:pt x="271107" y="146223"/>
                </a:cubicBezTo>
                <a:cubicBezTo>
                  <a:pt x="268049" y="146884"/>
                  <a:pt x="264886" y="147214"/>
                  <a:pt x="261619" y="147214"/>
                </a:cubicBezTo>
                <a:cubicBezTo>
                  <a:pt x="255086" y="147214"/>
                  <a:pt x="249299" y="146118"/>
                  <a:pt x="244260" y="143926"/>
                </a:cubicBezTo>
                <a:cubicBezTo>
                  <a:pt x="239221" y="141735"/>
                  <a:pt x="234998" y="138500"/>
                  <a:pt x="231593" y="134221"/>
                </a:cubicBezTo>
                <a:cubicBezTo>
                  <a:pt x="228187" y="129942"/>
                  <a:pt x="225598" y="124688"/>
                  <a:pt x="223825" y="118461"/>
                </a:cubicBezTo>
                <a:cubicBezTo>
                  <a:pt x="222053" y="112234"/>
                  <a:pt x="221167" y="105050"/>
                  <a:pt x="221167" y="96909"/>
                </a:cubicBezTo>
                <a:cubicBezTo>
                  <a:pt x="221167" y="87725"/>
                  <a:pt x="222262" y="79864"/>
                  <a:pt x="224451" y="73323"/>
                </a:cubicBezTo>
                <a:cubicBezTo>
                  <a:pt x="226640" y="66783"/>
                  <a:pt x="229647" y="61426"/>
                  <a:pt x="233469" y="57251"/>
                </a:cubicBezTo>
                <a:cubicBezTo>
                  <a:pt x="237292" y="53077"/>
                  <a:pt x="241758" y="49998"/>
                  <a:pt x="246867" y="48015"/>
                </a:cubicBezTo>
                <a:cubicBezTo>
                  <a:pt x="251975" y="46031"/>
                  <a:pt x="257449" y="45040"/>
                  <a:pt x="263287" y="45040"/>
                </a:cubicBezTo>
                <a:cubicBezTo>
                  <a:pt x="266415" y="45040"/>
                  <a:pt x="269404" y="45339"/>
                  <a:pt x="272254" y="45936"/>
                </a:cubicBezTo>
                <a:cubicBezTo>
                  <a:pt x="275103" y="46531"/>
                  <a:pt x="277727" y="47320"/>
                  <a:pt x="280125" y="48301"/>
                </a:cubicBezTo>
                <a:cubicBezTo>
                  <a:pt x="282523" y="49281"/>
                  <a:pt x="284661" y="50402"/>
                  <a:pt x="286537" y="51664"/>
                </a:cubicBezTo>
                <a:cubicBezTo>
                  <a:pt x="288414" y="52926"/>
                  <a:pt x="289787" y="53995"/>
                  <a:pt x="290655" y="54873"/>
                </a:cubicBezTo>
                <a:cubicBezTo>
                  <a:pt x="291524" y="55748"/>
                  <a:pt x="292115" y="56414"/>
                  <a:pt x="292428" y="56870"/>
                </a:cubicBezTo>
                <a:cubicBezTo>
                  <a:pt x="292741" y="57324"/>
                  <a:pt x="292984" y="57829"/>
                  <a:pt x="293158" y="58385"/>
                </a:cubicBezTo>
                <a:cubicBezTo>
                  <a:pt x="293331" y="58941"/>
                  <a:pt x="293453" y="59549"/>
                  <a:pt x="293523" y="60210"/>
                </a:cubicBezTo>
                <a:cubicBezTo>
                  <a:pt x="293592" y="60870"/>
                  <a:pt x="293627" y="61652"/>
                  <a:pt x="293627" y="62555"/>
                </a:cubicBezTo>
                <a:cubicBezTo>
                  <a:pt x="293627" y="64571"/>
                  <a:pt x="293331" y="65979"/>
                  <a:pt x="292741" y="66778"/>
                </a:cubicBezTo>
                <a:cubicBezTo>
                  <a:pt x="292150" y="67577"/>
                  <a:pt x="291507" y="67977"/>
                  <a:pt x="290812" y="67977"/>
                </a:cubicBezTo>
                <a:cubicBezTo>
                  <a:pt x="289839" y="67977"/>
                  <a:pt x="288640" y="67346"/>
                  <a:pt x="287215" y="66084"/>
                </a:cubicBezTo>
                <a:cubicBezTo>
                  <a:pt x="285790" y="64822"/>
                  <a:pt x="283966" y="63437"/>
                  <a:pt x="281741" y="61930"/>
                </a:cubicBezTo>
                <a:cubicBezTo>
                  <a:pt x="279517" y="60423"/>
                  <a:pt x="276824" y="59038"/>
                  <a:pt x="273661" y="57776"/>
                </a:cubicBezTo>
                <a:cubicBezTo>
                  <a:pt x="270499" y="56514"/>
                  <a:pt x="266728" y="55883"/>
                  <a:pt x="262349" y="55883"/>
                </a:cubicBezTo>
                <a:cubicBezTo>
                  <a:pt x="253313" y="55883"/>
                  <a:pt x="246345" y="59363"/>
                  <a:pt x="241445" y="66322"/>
                </a:cubicBezTo>
                <a:cubicBezTo>
                  <a:pt x="236545" y="73281"/>
                  <a:pt x="234095" y="83338"/>
                  <a:pt x="234095" y="96492"/>
                </a:cubicBezTo>
                <a:cubicBezTo>
                  <a:pt x="234095" y="103104"/>
                  <a:pt x="234755" y="108898"/>
                  <a:pt x="236076" y="113874"/>
                </a:cubicBezTo>
                <a:cubicBezTo>
                  <a:pt x="237396" y="118850"/>
                  <a:pt x="239290" y="122991"/>
                  <a:pt x="241758" y="126297"/>
                </a:cubicBezTo>
                <a:cubicBezTo>
                  <a:pt x="244225" y="129603"/>
                  <a:pt x="247232" y="132073"/>
                  <a:pt x="250776" y="133709"/>
                </a:cubicBezTo>
                <a:cubicBezTo>
                  <a:pt x="254321" y="135345"/>
                  <a:pt x="258318" y="136162"/>
                  <a:pt x="262766" y="136162"/>
                </a:cubicBezTo>
                <a:cubicBezTo>
                  <a:pt x="266937" y="136162"/>
                  <a:pt x="270620" y="135502"/>
                  <a:pt x="273818" y="134181"/>
                </a:cubicBezTo>
                <a:cubicBezTo>
                  <a:pt x="277015" y="132861"/>
                  <a:pt x="279795" y="131401"/>
                  <a:pt x="282158" y="129803"/>
                </a:cubicBezTo>
                <a:cubicBezTo>
                  <a:pt x="284522" y="128204"/>
                  <a:pt x="286485" y="126744"/>
                  <a:pt x="288049" y="125424"/>
                </a:cubicBezTo>
                <a:cubicBezTo>
                  <a:pt x="289613" y="124103"/>
                  <a:pt x="290777" y="123443"/>
                  <a:pt x="291542" y="123443"/>
                </a:cubicBezTo>
                <a:cubicBezTo>
                  <a:pt x="291959" y="123443"/>
                  <a:pt x="292324" y="123564"/>
                  <a:pt x="292636" y="123808"/>
                </a:cubicBezTo>
                <a:cubicBezTo>
                  <a:pt x="292949" y="124051"/>
                  <a:pt x="293210" y="124433"/>
                  <a:pt x="293418" y="124955"/>
                </a:cubicBezTo>
                <a:cubicBezTo>
                  <a:pt x="293627" y="125476"/>
                  <a:pt x="293783" y="126101"/>
                  <a:pt x="293888" y="126831"/>
                </a:cubicBezTo>
                <a:cubicBezTo>
                  <a:pt x="293992" y="127561"/>
                  <a:pt x="294044" y="128412"/>
                  <a:pt x="294044" y="129386"/>
                </a:cubicBezTo>
                <a:close/>
                <a:moveTo>
                  <a:pt x="396675" y="91227"/>
                </a:moveTo>
                <a:cubicBezTo>
                  <a:pt x="396675" y="93729"/>
                  <a:pt x="396015" y="95449"/>
                  <a:pt x="394694" y="96388"/>
                </a:cubicBezTo>
                <a:cubicBezTo>
                  <a:pt x="393374" y="97326"/>
                  <a:pt x="392088" y="97795"/>
                  <a:pt x="390837" y="97795"/>
                </a:cubicBezTo>
                <a:lnTo>
                  <a:pt x="326509" y="97795"/>
                </a:lnTo>
                <a:cubicBezTo>
                  <a:pt x="326509" y="103649"/>
                  <a:pt x="327082" y="108945"/>
                  <a:pt x="328229" y="113685"/>
                </a:cubicBezTo>
                <a:cubicBezTo>
                  <a:pt x="329376" y="118424"/>
                  <a:pt x="331270" y="122484"/>
                  <a:pt x="333911" y="125864"/>
                </a:cubicBezTo>
                <a:cubicBezTo>
                  <a:pt x="336553" y="129243"/>
                  <a:pt x="339993" y="131840"/>
                  <a:pt x="344233" y="133654"/>
                </a:cubicBezTo>
                <a:cubicBezTo>
                  <a:pt x="348473" y="135465"/>
                  <a:pt x="353686" y="136371"/>
                  <a:pt x="359872" y="136371"/>
                </a:cubicBezTo>
                <a:cubicBezTo>
                  <a:pt x="364251" y="136371"/>
                  <a:pt x="368178" y="135983"/>
                  <a:pt x="371653" y="135208"/>
                </a:cubicBezTo>
                <a:cubicBezTo>
                  <a:pt x="375129" y="134432"/>
                  <a:pt x="378135" y="133569"/>
                  <a:pt x="380672" y="132618"/>
                </a:cubicBezTo>
                <a:cubicBezTo>
                  <a:pt x="383209" y="131666"/>
                  <a:pt x="385294" y="130803"/>
                  <a:pt x="386927" y="130027"/>
                </a:cubicBezTo>
                <a:cubicBezTo>
                  <a:pt x="388561" y="129252"/>
                  <a:pt x="389725" y="128864"/>
                  <a:pt x="390420" y="128864"/>
                </a:cubicBezTo>
                <a:cubicBezTo>
                  <a:pt x="390837" y="128864"/>
                  <a:pt x="391219" y="128970"/>
                  <a:pt x="391567" y="129180"/>
                </a:cubicBezTo>
                <a:cubicBezTo>
                  <a:pt x="391914" y="129391"/>
                  <a:pt x="392192" y="129724"/>
                  <a:pt x="392401" y="130181"/>
                </a:cubicBezTo>
                <a:cubicBezTo>
                  <a:pt x="392609" y="130637"/>
                  <a:pt x="392766" y="131216"/>
                  <a:pt x="392870" y="131917"/>
                </a:cubicBezTo>
                <a:cubicBezTo>
                  <a:pt x="392974" y="132619"/>
                  <a:pt x="393026" y="133495"/>
                  <a:pt x="393026" y="134546"/>
                </a:cubicBezTo>
                <a:cubicBezTo>
                  <a:pt x="393026" y="135039"/>
                  <a:pt x="392992" y="135514"/>
                  <a:pt x="392922" y="135970"/>
                </a:cubicBezTo>
                <a:cubicBezTo>
                  <a:pt x="392853" y="136426"/>
                  <a:pt x="392766" y="136848"/>
                  <a:pt x="392661" y="137234"/>
                </a:cubicBezTo>
                <a:cubicBezTo>
                  <a:pt x="392557" y="137619"/>
                  <a:pt x="392401" y="137987"/>
                  <a:pt x="392192" y="138339"/>
                </a:cubicBezTo>
                <a:cubicBezTo>
                  <a:pt x="391984" y="138689"/>
                  <a:pt x="391706" y="139039"/>
                  <a:pt x="391358" y="139391"/>
                </a:cubicBezTo>
                <a:cubicBezTo>
                  <a:pt x="391011" y="139741"/>
                  <a:pt x="389933" y="140350"/>
                  <a:pt x="388126" y="141219"/>
                </a:cubicBezTo>
                <a:cubicBezTo>
                  <a:pt x="386319" y="142088"/>
                  <a:pt x="383956" y="142957"/>
                  <a:pt x="381037" y="143825"/>
                </a:cubicBezTo>
                <a:cubicBezTo>
                  <a:pt x="378117" y="144694"/>
                  <a:pt x="374729" y="145476"/>
                  <a:pt x="370871" y="146171"/>
                </a:cubicBezTo>
                <a:cubicBezTo>
                  <a:pt x="367014" y="146866"/>
                  <a:pt x="362861" y="147214"/>
                  <a:pt x="358412" y="147214"/>
                </a:cubicBezTo>
                <a:cubicBezTo>
                  <a:pt x="351114" y="147214"/>
                  <a:pt x="344650" y="146118"/>
                  <a:pt x="339020" y="143926"/>
                </a:cubicBezTo>
                <a:cubicBezTo>
                  <a:pt x="333390" y="141735"/>
                  <a:pt x="328664" y="138500"/>
                  <a:pt x="324841" y="134221"/>
                </a:cubicBezTo>
                <a:cubicBezTo>
                  <a:pt x="321018" y="129942"/>
                  <a:pt x="318116" y="124636"/>
                  <a:pt x="316135" y="118305"/>
                </a:cubicBezTo>
                <a:cubicBezTo>
                  <a:pt x="314154" y="111973"/>
                  <a:pt x="313164" y="104633"/>
                  <a:pt x="313164" y="96283"/>
                </a:cubicBezTo>
                <a:cubicBezTo>
                  <a:pt x="313164" y="88281"/>
                  <a:pt x="314189" y="81115"/>
                  <a:pt x="316239" y="74783"/>
                </a:cubicBezTo>
                <a:cubicBezTo>
                  <a:pt x="318290" y="68452"/>
                  <a:pt x="321227" y="63077"/>
                  <a:pt x="325049" y="58659"/>
                </a:cubicBezTo>
                <a:cubicBezTo>
                  <a:pt x="328872" y="54241"/>
                  <a:pt x="333477" y="50867"/>
                  <a:pt x="338864" y="48536"/>
                </a:cubicBezTo>
                <a:cubicBezTo>
                  <a:pt x="344250" y="46205"/>
                  <a:pt x="350245" y="45040"/>
                  <a:pt x="356848" y="45040"/>
                </a:cubicBezTo>
                <a:cubicBezTo>
                  <a:pt x="363938" y="45040"/>
                  <a:pt x="369985" y="46222"/>
                  <a:pt x="374989" y="48585"/>
                </a:cubicBezTo>
                <a:cubicBezTo>
                  <a:pt x="379994" y="50948"/>
                  <a:pt x="384112" y="54128"/>
                  <a:pt x="387344" y="58124"/>
                </a:cubicBezTo>
                <a:cubicBezTo>
                  <a:pt x="390576" y="62121"/>
                  <a:pt x="392939" y="66761"/>
                  <a:pt x="394434" y="72043"/>
                </a:cubicBezTo>
                <a:cubicBezTo>
                  <a:pt x="395928" y="77326"/>
                  <a:pt x="396675" y="82886"/>
                  <a:pt x="396675" y="88725"/>
                </a:cubicBezTo>
                <a:lnTo>
                  <a:pt x="396675" y="91227"/>
                </a:lnTo>
                <a:moveTo>
                  <a:pt x="383852" y="87578"/>
                </a:moveTo>
                <a:cubicBezTo>
                  <a:pt x="384060" y="77569"/>
                  <a:pt x="381766" y="69749"/>
                  <a:pt x="376970" y="64119"/>
                </a:cubicBezTo>
                <a:cubicBezTo>
                  <a:pt x="372174" y="58489"/>
                  <a:pt x="365189" y="55674"/>
                  <a:pt x="356014" y="55674"/>
                </a:cubicBezTo>
                <a:cubicBezTo>
                  <a:pt x="351288" y="55674"/>
                  <a:pt x="347135" y="56561"/>
                  <a:pt x="343555" y="58333"/>
                </a:cubicBezTo>
                <a:cubicBezTo>
                  <a:pt x="339976" y="60105"/>
                  <a:pt x="336952" y="62451"/>
                  <a:pt x="334485" y="65370"/>
                </a:cubicBezTo>
                <a:cubicBezTo>
                  <a:pt x="332017" y="68290"/>
                  <a:pt x="330123" y="71678"/>
                  <a:pt x="328803" y="75536"/>
                </a:cubicBezTo>
                <a:cubicBezTo>
                  <a:pt x="327482" y="79393"/>
                  <a:pt x="326718" y="83407"/>
                  <a:pt x="326509" y="87578"/>
                </a:cubicBezTo>
                <a:lnTo>
                  <a:pt x="383852" y="87578"/>
                </a:lnTo>
                <a:close/>
                <a:moveTo>
                  <a:pt x="597360" y="48588"/>
                </a:moveTo>
                <a:cubicBezTo>
                  <a:pt x="597360" y="48936"/>
                  <a:pt x="597307" y="49335"/>
                  <a:pt x="597203" y="49787"/>
                </a:cubicBezTo>
                <a:cubicBezTo>
                  <a:pt x="597099" y="50239"/>
                  <a:pt x="596977" y="50744"/>
                  <a:pt x="596838" y="51302"/>
                </a:cubicBezTo>
                <a:lnTo>
                  <a:pt x="567646" y="143249"/>
                </a:lnTo>
                <a:cubicBezTo>
                  <a:pt x="567507" y="143805"/>
                  <a:pt x="567246" y="144258"/>
                  <a:pt x="566864" y="144607"/>
                </a:cubicBezTo>
                <a:cubicBezTo>
                  <a:pt x="566481" y="144955"/>
                  <a:pt x="565978" y="145233"/>
                  <a:pt x="565352" y="145441"/>
                </a:cubicBezTo>
                <a:cubicBezTo>
                  <a:pt x="564726" y="145650"/>
                  <a:pt x="563910" y="145789"/>
                  <a:pt x="562902" y="145859"/>
                </a:cubicBezTo>
                <a:cubicBezTo>
                  <a:pt x="561894" y="145928"/>
                  <a:pt x="560695" y="145963"/>
                  <a:pt x="559305" y="145963"/>
                </a:cubicBezTo>
                <a:cubicBezTo>
                  <a:pt x="557845" y="145963"/>
                  <a:pt x="556594" y="145911"/>
                  <a:pt x="555552" y="145806"/>
                </a:cubicBezTo>
                <a:cubicBezTo>
                  <a:pt x="554509" y="145702"/>
                  <a:pt x="553658" y="145546"/>
                  <a:pt x="552997" y="145337"/>
                </a:cubicBezTo>
                <a:cubicBezTo>
                  <a:pt x="552337" y="145129"/>
                  <a:pt x="551816" y="144851"/>
                  <a:pt x="551433" y="144503"/>
                </a:cubicBezTo>
                <a:cubicBezTo>
                  <a:pt x="551051" y="144153"/>
                  <a:pt x="550790" y="143735"/>
                  <a:pt x="550651" y="143249"/>
                </a:cubicBezTo>
                <a:lnTo>
                  <a:pt x="528757" y="68730"/>
                </a:lnTo>
                <a:lnTo>
                  <a:pt x="528549" y="67895"/>
                </a:lnTo>
                <a:lnTo>
                  <a:pt x="528340" y="68730"/>
                </a:lnTo>
                <a:lnTo>
                  <a:pt x="507905" y="143249"/>
                </a:lnTo>
                <a:cubicBezTo>
                  <a:pt x="507766" y="143805"/>
                  <a:pt x="507488" y="144258"/>
                  <a:pt x="507071" y="144607"/>
                </a:cubicBezTo>
                <a:cubicBezTo>
                  <a:pt x="506654" y="144955"/>
                  <a:pt x="506081" y="145233"/>
                  <a:pt x="505351" y="145441"/>
                </a:cubicBezTo>
                <a:cubicBezTo>
                  <a:pt x="504621" y="145650"/>
                  <a:pt x="503735" y="145789"/>
                  <a:pt x="502692" y="145859"/>
                </a:cubicBezTo>
                <a:cubicBezTo>
                  <a:pt x="501650" y="145928"/>
                  <a:pt x="500468" y="145963"/>
                  <a:pt x="499147" y="145963"/>
                </a:cubicBezTo>
                <a:cubicBezTo>
                  <a:pt x="497757" y="145963"/>
                  <a:pt x="496576" y="145911"/>
                  <a:pt x="495603" y="145806"/>
                </a:cubicBezTo>
                <a:cubicBezTo>
                  <a:pt x="494630" y="145702"/>
                  <a:pt x="493813" y="145546"/>
                  <a:pt x="493153" y="145337"/>
                </a:cubicBezTo>
                <a:cubicBezTo>
                  <a:pt x="492492" y="145129"/>
                  <a:pt x="491988" y="144851"/>
                  <a:pt x="491641" y="144503"/>
                </a:cubicBezTo>
                <a:cubicBezTo>
                  <a:pt x="491293" y="144153"/>
                  <a:pt x="491050" y="143735"/>
                  <a:pt x="490911" y="143249"/>
                </a:cubicBezTo>
                <a:lnTo>
                  <a:pt x="461927" y="51302"/>
                </a:lnTo>
                <a:cubicBezTo>
                  <a:pt x="461718" y="50813"/>
                  <a:pt x="461562" y="50326"/>
                  <a:pt x="461458" y="49839"/>
                </a:cubicBezTo>
                <a:cubicBezTo>
                  <a:pt x="461354" y="49353"/>
                  <a:pt x="461301" y="48936"/>
                  <a:pt x="461301" y="48588"/>
                </a:cubicBezTo>
                <a:cubicBezTo>
                  <a:pt x="461301" y="48101"/>
                  <a:pt x="461406" y="47684"/>
                  <a:pt x="461614" y="47337"/>
                </a:cubicBezTo>
                <a:cubicBezTo>
                  <a:pt x="461823" y="46987"/>
                  <a:pt x="462170" y="46725"/>
                  <a:pt x="462657" y="46552"/>
                </a:cubicBezTo>
                <a:cubicBezTo>
                  <a:pt x="463143" y="46378"/>
                  <a:pt x="463769" y="46256"/>
                  <a:pt x="464533" y="46187"/>
                </a:cubicBezTo>
                <a:cubicBezTo>
                  <a:pt x="465298" y="46117"/>
                  <a:pt x="466236" y="46083"/>
                  <a:pt x="467348" y="46083"/>
                </a:cubicBezTo>
                <a:cubicBezTo>
                  <a:pt x="468808" y="46083"/>
                  <a:pt x="469990" y="46135"/>
                  <a:pt x="470893" y="46239"/>
                </a:cubicBezTo>
                <a:cubicBezTo>
                  <a:pt x="471797" y="46343"/>
                  <a:pt x="472475" y="46500"/>
                  <a:pt x="472926" y="46708"/>
                </a:cubicBezTo>
                <a:cubicBezTo>
                  <a:pt x="473378" y="46917"/>
                  <a:pt x="473708" y="47196"/>
                  <a:pt x="473917" y="47545"/>
                </a:cubicBezTo>
                <a:cubicBezTo>
                  <a:pt x="474125" y="47893"/>
                  <a:pt x="474299" y="48310"/>
                  <a:pt x="474438" y="48797"/>
                </a:cubicBezTo>
                <a:lnTo>
                  <a:pt x="499356" y="131249"/>
                </a:lnTo>
                <a:lnTo>
                  <a:pt x="499565" y="131979"/>
                </a:lnTo>
                <a:lnTo>
                  <a:pt x="499773" y="131249"/>
                </a:lnTo>
                <a:lnTo>
                  <a:pt x="522397" y="48797"/>
                </a:lnTo>
                <a:cubicBezTo>
                  <a:pt x="522536" y="48310"/>
                  <a:pt x="522727" y="47893"/>
                  <a:pt x="522971" y="47545"/>
                </a:cubicBezTo>
                <a:cubicBezTo>
                  <a:pt x="523214" y="47196"/>
                  <a:pt x="523561" y="46917"/>
                  <a:pt x="524013" y="46708"/>
                </a:cubicBezTo>
                <a:cubicBezTo>
                  <a:pt x="524465" y="46500"/>
                  <a:pt x="525091" y="46343"/>
                  <a:pt x="525890" y="46239"/>
                </a:cubicBezTo>
                <a:cubicBezTo>
                  <a:pt x="526689" y="46135"/>
                  <a:pt x="527714" y="46083"/>
                  <a:pt x="528966" y="46083"/>
                </a:cubicBezTo>
                <a:cubicBezTo>
                  <a:pt x="530147" y="46083"/>
                  <a:pt x="531120" y="46135"/>
                  <a:pt x="531885" y="46239"/>
                </a:cubicBezTo>
                <a:cubicBezTo>
                  <a:pt x="532649" y="46343"/>
                  <a:pt x="533275" y="46500"/>
                  <a:pt x="533761" y="46708"/>
                </a:cubicBezTo>
                <a:cubicBezTo>
                  <a:pt x="534248" y="46917"/>
                  <a:pt x="534596" y="47196"/>
                  <a:pt x="534804" y="47545"/>
                </a:cubicBezTo>
                <a:cubicBezTo>
                  <a:pt x="535013" y="47893"/>
                  <a:pt x="535186" y="48310"/>
                  <a:pt x="535325" y="48797"/>
                </a:cubicBezTo>
                <a:lnTo>
                  <a:pt x="559722" y="131249"/>
                </a:lnTo>
                <a:lnTo>
                  <a:pt x="559931" y="131979"/>
                </a:lnTo>
                <a:lnTo>
                  <a:pt x="560035" y="131249"/>
                </a:lnTo>
                <a:lnTo>
                  <a:pt x="584848" y="48797"/>
                </a:lnTo>
                <a:cubicBezTo>
                  <a:pt x="584987" y="48310"/>
                  <a:pt x="585179" y="47893"/>
                  <a:pt x="585422" y="47545"/>
                </a:cubicBezTo>
                <a:cubicBezTo>
                  <a:pt x="585665" y="47196"/>
                  <a:pt x="586030" y="46917"/>
                  <a:pt x="586517" y="46708"/>
                </a:cubicBezTo>
                <a:cubicBezTo>
                  <a:pt x="587003" y="46500"/>
                  <a:pt x="587681" y="46343"/>
                  <a:pt x="588550" y="46239"/>
                </a:cubicBezTo>
                <a:cubicBezTo>
                  <a:pt x="589418" y="46135"/>
                  <a:pt x="590548" y="46083"/>
                  <a:pt x="591938" y="46083"/>
                </a:cubicBezTo>
                <a:cubicBezTo>
                  <a:pt x="593050" y="46083"/>
                  <a:pt x="593954" y="46117"/>
                  <a:pt x="594649" y="46187"/>
                </a:cubicBezTo>
                <a:cubicBezTo>
                  <a:pt x="595344" y="46256"/>
                  <a:pt x="595900" y="46395"/>
                  <a:pt x="596317" y="46604"/>
                </a:cubicBezTo>
                <a:cubicBezTo>
                  <a:pt x="596734" y="46812"/>
                  <a:pt x="597012" y="47074"/>
                  <a:pt x="597151" y="47389"/>
                </a:cubicBezTo>
                <a:cubicBezTo>
                  <a:pt x="597290" y="47702"/>
                  <a:pt x="597360" y="48101"/>
                  <a:pt x="597360" y="48588"/>
                </a:cubicBezTo>
                <a:close/>
                <a:moveTo>
                  <a:pt x="697475" y="143252"/>
                </a:moveTo>
                <a:cubicBezTo>
                  <a:pt x="697475" y="143669"/>
                  <a:pt x="697370" y="144051"/>
                  <a:pt x="697162" y="144399"/>
                </a:cubicBezTo>
                <a:cubicBezTo>
                  <a:pt x="696953" y="144746"/>
                  <a:pt x="696623" y="145024"/>
                  <a:pt x="696171" y="145233"/>
                </a:cubicBezTo>
                <a:cubicBezTo>
                  <a:pt x="695720" y="145441"/>
                  <a:pt x="695094" y="145615"/>
                  <a:pt x="694295" y="145754"/>
                </a:cubicBezTo>
                <a:cubicBezTo>
                  <a:pt x="693495" y="145893"/>
                  <a:pt x="692505" y="145963"/>
                  <a:pt x="691323" y="145963"/>
                </a:cubicBezTo>
                <a:cubicBezTo>
                  <a:pt x="690072" y="145963"/>
                  <a:pt x="689047" y="145893"/>
                  <a:pt x="688248" y="145754"/>
                </a:cubicBezTo>
                <a:cubicBezTo>
                  <a:pt x="687448" y="145615"/>
                  <a:pt x="686823" y="145441"/>
                  <a:pt x="686371" y="145233"/>
                </a:cubicBezTo>
                <a:cubicBezTo>
                  <a:pt x="685919" y="145024"/>
                  <a:pt x="685589" y="144746"/>
                  <a:pt x="685381" y="144399"/>
                </a:cubicBezTo>
                <a:cubicBezTo>
                  <a:pt x="685172" y="144051"/>
                  <a:pt x="685068" y="143669"/>
                  <a:pt x="685068" y="143252"/>
                </a:cubicBezTo>
                <a:lnTo>
                  <a:pt x="685068" y="87265"/>
                </a:lnTo>
                <a:cubicBezTo>
                  <a:pt x="685068" y="81426"/>
                  <a:pt x="684616" y="76683"/>
                  <a:pt x="683712" y="73034"/>
                </a:cubicBezTo>
                <a:cubicBezTo>
                  <a:pt x="682809" y="69384"/>
                  <a:pt x="681453" y="66257"/>
                  <a:pt x="679646" y="63650"/>
                </a:cubicBezTo>
                <a:cubicBezTo>
                  <a:pt x="677839" y="61044"/>
                  <a:pt x="675528" y="59028"/>
                  <a:pt x="672713" y="57603"/>
                </a:cubicBezTo>
                <a:cubicBezTo>
                  <a:pt x="669898" y="56178"/>
                  <a:pt x="666614" y="55466"/>
                  <a:pt x="662861" y="55466"/>
                </a:cubicBezTo>
                <a:cubicBezTo>
                  <a:pt x="658065" y="55466"/>
                  <a:pt x="653269" y="57169"/>
                  <a:pt x="648473" y="60575"/>
                </a:cubicBezTo>
                <a:cubicBezTo>
                  <a:pt x="643677" y="63980"/>
                  <a:pt x="638638" y="68985"/>
                  <a:pt x="633355" y="75588"/>
                </a:cubicBezTo>
                <a:lnTo>
                  <a:pt x="633355" y="143252"/>
                </a:lnTo>
                <a:cubicBezTo>
                  <a:pt x="633355" y="143669"/>
                  <a:pt x="633251" y="144051"/>
                  <a:pt x="633042" y="144399"/>
                </a:cubicBezTo>
                <a:cubicBezTo>
                  <a:pt x="632834" y="144746"/>
                  <a:pt x="632504" y="145024"/>
                  <a:pt x="632052" y="145233"/>
                </a:cubicBezTo>
                <a:cubicBezTo>
                  <a:pt x="631600" y="145441"/>
                  <a:pt x="630975" y="145615"/>
                  <a:pt x="630175" y="145754"/>
                </a:cubicBezTo>
                <a:cubicBezTo>
                  <a:pt x="629376" y="145893"/>
                  <a:pt x="628351" y="145963"/>
                  <a:pt x="627100" y="145963"/>
                </a:cubicBezTo>
                <a:cubicBezTo>
                  <a:pt x="625918" y="145963"/>
                  <a:pt x="624928" y="145893"/>
                  <a:pt x="624128" y="145754"/>
                </a:cubicBezTo>
                <a:cubicBezTo>
                  <a:pt x="623329" y="145615"/>
                  <a:pt x="622686" y="145441"/>
                  <a:pt x="622199" y="145233"/>
                </a:cubicBezTo>
                <a:cubicBezTo>
                  <a:pt x="621713" y="145024"/>
                  <a:pt x="621383" y="144746"/>
                  <a:pt x="621209" y="144399"/>
                </a:cubicBezTo>
                <a:cubicBezTo>
                  <a:pt x="621035" y="144051"/>
                  <a:pt x="620948" y="143669"/>
                  <a:pt x="620948" y="143252"/>
                </a:cubicBezTo>
                <a:lnTo>
                  <a:pt x="620948" y="2711"/>
                </a:lnTo>
                <a:cubicBezTo>
                  <a:pt x="620948" y="2294"/>
                  <a:pt x="621035" y="1911"/>
                  <a:pt x="621209" y="1564"/>
                </a:cubicBezTo>
                <a:cubicBezTo>
                  <a:pt x="621383" y="1216"/>
                  <a:pt x="621713" y="921"/>
                  <a:pt x="622199" y="678"/>
                </a:cubicBezTo>
                <a:cubicBezTo>
                  <a:pt x="622686" y="434"/>
                  <a:pt x="623329" y="261"/>
                  <a:pt x="624128" y="156"/>
                </a:cubicBezTo>
                <a:cubicBezTo>
                  <a:pt x="624928" y="52"/>
                  <a:pt x="625918" y="0"/>
                  <a:pt x="627100" y="0"/>
                </a:cubicBezTo>
                <a:cubicBezTo>
                  <a:pt x="628351" y="0"/>
                  <a:pt x="629376" y="52"/>
                  <a:pt x="630175" y="156"/>
                </a:cubicBezTo>
                <a:cubicBezTo>
                  <a:pt x="630975" y="261"/>
                  <a:pt x="631600" y="434"/>
                  <a:pt x="632052" y="678"/>
                </a:cubicBezTo>
                <a:cubicBezTo>
                  <a:pt x="632504" y="921"/>
                  <a:pt x="632834" y="1216"/>
                  <a:pt x="633042" y="1564"/>
                </a:cubicBezTo>
                <a:cubicBezTo>
                  <a:pt x="633251" y="1911"/>
                  <a:pt x="633355" y="2294"/>
                  <a:pt x="633355" y="2711"/>
                </a:cubicBezTo>
                <a:lnTo>
                  <a:pt x="633355" y="61617"/>
                </a:lnTo>
                <a:cubicBezTo>
                  <a:pt x="638499" y="55918"/>
                  <a:pt x="643642" y="51730"/>
                  <a:pt x="648786" y="49054"/>
                </a:cubicBezTo>
                <a:cubicBezTo>
                  <a:pt x="653929" y="46378"/>
                  <a:pt x="659072" y="45040"/>
                  <a:pt x="664216" y="45040"/>
                </a:cubicBezTo>
                <a:cubicBezTo>
                  <a:pt x="670402" y="45040"/>
                  <a:pt x="675615" y="46083"/>
                  <a:pt x="679855" y="48168"/>
                </a:cubicBezTo>
                <a:cubicBezTo>
                  <a:pt x="684095" y="50253"/>
                  <a:pt x="687518" y="53068"/>
                  <a:pt x="690124" y="56613"/>
                </a:cubicBezTo>
                <a:cubicBezTo>
                  <a:pt x="692731" y="60158"/>
                  <a:pt x="694607" y="64293"/>
                  <a:pt x="695754" y="69020"/>
                </a:cubicBezTo>
                <a:cubicBezTo>
                  <a:pt x="696901" y="73746"/>
                  <a:pt x="697475" y="79445"/>
                  <a:pt x="697475" y="86118"/>
                </a:cubicBezTo>
                <a:lnTo>
                  <a:pt x="697475" y="143252"/>
                </a:lnTo>
                <a:close/>
                <a:moveTo>
                  <a:pt x="743939" y="143249"/>
                </a:moveTo>
                <a:cubicBezTo>
                  <a:pt x="743939" y="143666"/>
                  <a:pt x="743834" y="144049"/>
                  <a:pt x="743626" y="144399"/>
                </a:cubicBezTo>
                <a:cubicBezTo>
                  <a:pt x="743417" y="144746"/>
                  <a:pt x="743087" y="145024"/>
                  <a:pt x="742636" y="145233"/>
                </a:cubicBezTo>
                <a:cubicBezTo>
                  <a:pt x="742184" y="145441"/>
                  <a:pt x="741558" y="145615"/>
                  <a:pt x="740759" y="145754"/>
                </a:cubicBezTo>
                <a:cubicBezTo>
                  <a:pt x="739960" y="145893"/>
                  <a:pt x="738934" y="145963"/>
                  <a:pt x="737683" y="145963"/>
                </a:cubicBezTo>
                <a:cubicBezTo>
                  <a:pt x="736502" y="145963"/>
                  <a:pt x="735511" y="145893"/>
                  <a:pt x="734712" y="145754"/>
                </a:cubicBezTo>
                <a:cubicBezTo>
                  <a:pt x="733913" y="145615"/>
                  <a:pt x="733270" y="145441"/>
                  <a:pt x="732783" y="145233"/>
                </a:cubicBezTo>
                <a:cubicBezTo>
                  <a:pt x="732296" y="145024"/>
                  <a:pt x="731966" y="144746"/>
                  <a:pt x="731793" y="144399"/>
                </a:cubicBezTo>
                <a:cubicBezTo>
                  <a:pt x="731619" y="144049"/>
                  <a:pt x="731532" y="143666"/>
                  <a:pt x="731532" y="143249"/>
                </a:cubicBezTo>
                <a:lnTo>
                  <a:pt x="731532" y="48797"/>
                </a:lnTo>
                <a:cubicBezTo>
                  <a:pt x="731532" y="48379"/>
                  <a:pt x="731619" y="47997"/>
                  <a:pt x="731793" y="47650"/>
                </a:cubicBezTo>
                <a:cubicBezTo>
                  <a:pt x="731966" y="47300"/>
                  <a:pt x="732296" y="47003"/>
                  <a:pt x="732783" y="46760"/>
                </a:cubicBezTo>
                <a:cubicBezTo>
                  <a:pt x="733270" y="46517"/>
                  <a:pt x="733913" y="46343"/>
                  <a:pt x="734712" y="46239"/>
                </a:cubicBezTo>
                <a:cubicBezTo>
                  <a:pt x="735511" y="46135"/>
                  <a:pt x="736502" y="46083"/>
                  <a:pt x="737683" y="46083"/>
                </a:cubicBezTo>
                <a:cubicBezTo>
                  <a:pt x="738934" y="46083"/>
                  <a:pt x="739960" y="46135"/>
                  <a:pt x="740759" y="46239"/>
                </a:cubicBezTo>
                <a:cubicBezTo>
                  <a:pt x="741558" y="46343"/>
                  <a:pt x="742184" y="46517"/>
                  <a:pt x="742636" y="46760"/>
                </a:cubicBezTo>
                <a:cubicBezTo>
                  <a:pt x="743087" y="47003"/>
                  <a:pt x="743417" y="47300"/>
                  <a:pt x="743626" y="47650"/>
                </a:cubicBezTo>
                <a:cubicBezTo>
                  <a:pt x="743834" y="47997"/>
                  <a:pt x="743939" y="48379"/>
                  <a:pt x="743939" y="48797"/>
                </a:cubicBezTo>
                <a:lnTo>
                  <a:pt x="743939" y="143249"/>
                </a:lnTo>
                <a:moveTo>
                  <a:pt x="745815" y="16838"/>
                </a:moveTo>
                <a:cubicBezTo>
                  <a:pt x="745815" y="20194"/>
                  <a:pt x="745225" y="22467"/>
                  <a:pt x="744043" y="23657"/>
                </a:cubicBezTo>
                <a:cubicBezTo>
                  <a:pt x="742861" y="24845"/>
                  <a:pt x="740707" y="25439"/>
                  <a:pt x="737579" y="25439"/>
                </a:cubicBezTo>
                <a:cubicBezTo>
                  <a:pt x="734521" y="25439"/>
                  <a:pt x="732418" y="24863"/>
                  <a:pt x="731271" y="23709"/>
                </a:cubicBezTo>
                <a:cubicBezTo>
                  <a:pt x="730124" y="22556"/>
                  <a:pt x="729551" y="20300"/>
                  <a:pt x="729551" y="16942"/>
                </a:cubicBezTo>
                <a:cubicBezTo>
                  <a:pt x="729551" y="13586"/>
                  <a:pt x="730142" y="11314"/>
                  <a:pt x="731323" y="10126"/>
                </a:cubicBezTo>
                <a:cubicBezTo>
                  <a:pt x="732505" y="8936"/>
                  <a:pt x="734660" y="8341"/>
                  <a:pt x="737787" y="8341"/>
                </a:cubicBezTo>
                <a:cubicBezTo>
                  <a:pt x="740846" y="8341"/>
                  <a:pt x="742948" y="8917"/>
                  <a:pt x="744095" y="10071"/>
                </a:cubicBezTo>
                <a:cubicBezTo>
                  <a:pt x="745242" y="11224"/>
                  <a:pt x="745815" y="13480"/>
                  <a:pt x="745815" y="16838"/>
                </a:cubicBezTo>
                <a:close/>
                <a:moveTo>
                  <a:pt x="791532" y="143252"/>
                </a:moveTo>
                <a:cubicBezTo>
                  <a:pt x="791532" y="143669"/>
                  <a:pt x="791428" y="144051"/>
                  <a:pt x="791220" y="144399"/>
                </a:cubicBezTo>
                <a:cubicBezTo>
                  <a:pt x="791011" y="144746"/>
                  <a:pt x="790681" y="145024"/>
                  <a:pt x="790229" y="145233"/>
                </a:cubicBezTo>
                <a:cubicBezTo>
                  <a:pt x="789777" y="145441"/>
                  <a:pt x="789152" y="145615"/>
                  <a:pt x="788353" y="145754"/>
                </a:cubicBezTo>
                <a:cubicBezTo>
                  <a:pt x="787553" y="145893"/>
                  <a:pt x="786528" y="145963"/>
                  <a:pt x="785277" y="145963"/>
                </a:cubicBezTo>
                <a:cubicBezTo>
                  <a:pt x="784095" y="145963"/>
                  <a:pt x="783105" y="145893"/>
                  <a:pt x="782305" y="145754"/>
                </a:cubicBezTo>
                <a:cubicBezTo>
                  <a:pt x="781506" y="145615"/>
                  <a:pt x="780863" y="145441"/>
                  <a:pt x="780377" y="145233"/>
                </a:cubicBezTo>
                <a:cubicBezTo>
                  <a:pt x="779890" y="145024"/>
                  <a:pt x="779560" y="144746"/>
                  <a:pt x="779386" y="144399"/>
                </a:cubicBezTo>
                <a:cubicBezTo>
                  <a:pt x="779212" y="144051"/>
                  <a:pt x="779126" y="143669"/>
                  <a:pt x="779126" y="143252"/>
                </a:cubicBezTo>
                <a:lnTo>
                  <a:pt x="779126" y="2711"/>
                </a:lnTo>
                <a:cubicBezTo>
                  <a:pt x="779126" y="2294"/>
                  <a:pt x="779212" y="1911"/>
                  <a:pt x="779386" y="1564"/>
                </a:cubicBezTo>
                <a:cubicBezTo>
                  <a:pt x="779560" y="1216"/>
                  <a:pt x="779890" y="921"/>
                  <a:pt x="780377" y="678"/>
                </a:cubicBezTo>
                <a:cubicBezTo>
                  <a:pt x="780863" y="434"/>
                  <a:pt x="781506" y="261"/>
                  <a:pt x="782305" y="156"/>
                </a:cubicBezTo>
                <a:cubicBezTo>
                  <a:pt x="783105" y="52"/>
                  <a:pt x="784095" y="0"/>
                  <a:pt x="785277" y="0"/>
                </a:cubicBezTo>
                <a:cubicBezTo>
                  <a:pt x="786528" y="0"/>
                  <a:pt x="787553" y="52"/>
                  <a:pt x="788353" y="156"/>
                </a:cubicBezTo>
                <a:cubicBezTo>
                  <a:pt x="789152" y="261"/>
                  <a:pt x="789777" y="434"/>
                  <a:pt x="790229" y="678"/>
                </a:cubicBezTo>
                <a:cubicBezTo>
                  <a:pt x="790681" y="921"/>
                  <a:pt x="791011" y="1216"/>
                  <a:pt x="791220" y="1564"/>
                </a:cubicBezTo>
                <a:cubicBezTo>
                  <a:pt x="791428" y="1911"/>
                  <a:pt x="791532" y="2294"/>
                  <a:pt x="791532" y="2711"/>
                </a:cubicBezTo>
                <a:lnTo>
                  <a:pt x="791532" y="143252"/>
                </a:lnTo>
                <a:close/>
                <a:moveTo>
                  <a:pt x="903663" y="91227"/>
                </a:moveTo>
                <a:cubicBezTo>
                  <a:pt x="903663" y="93729"/>
                  <a:pt x="903003" y="95449"/>
                  <a:pt x="901682" y="96388"/>
                </a:cubicBezTo>
                <a:cubicBezTo>
                  <a:pt x="900362" y="97326"/>
                  <a:pt x="899076" y="97795"/>
                  <a:pt x="897825" y="97795"/>
                </a:cubicBezTo>
                <a:lnTo>
                  <a:pt x="833497" y="97795"/>
                </a:lnTo>
                <a:cubicBezTo>
                  <a:pt x="833497" y="103649"/>
                  <a:pt x="834070" y="108945"/>
                  <a:pt x="835217" y="113685"/>
                </a:cubicBezTo>
                <a:cubicBezTo>
                  <a:pt x="836364" y="118424"/>
                  <a:pt x="838258" y="122484"/>
                  <a:pt x="840899" y="125864"/>
                </a:cubicBezTo>
                <a:cubicBezTo>
                  <a:pt x="843541" y="129243"/>
                  <a:pt x="846981" y="131840"/>
                  <a:pt x="851221" y="133654"/>
                </a:cubicBezTo>
                <a:cubicBezTo>
                  <a:pt x="855461" y="135465"/>
                  <a:pt x="860674" y="136371"/>
                  <a:pt x="866860" y="136371"/>
                </a:cubicBezTo>
                <a:cubicBezTo>
                  <a:pt x="871239" y="136371"/>
                  <a:pt x="875166" y="135983"/>
                  <a:pt x="878641" y="135208"/>
                </a:cubicBezTo>
                <a:cubicBezTo>
                  <a:pt x="882116" y="134432"/>
                  <a:pt x="885123" y="133569"/>
                  <a:pt x="887660" y="132618"/>
                </a:cubicBezTo>
                <a:cubicBezTo>
                  <a:pt x="890197" y="131666"/>
                  <a:pt x="892282" y="130803"/>
                  <a:pt x="893915" y="130027"/>
                </a:cubicBezTo>
                <a:cubicBezTo>
                  <a:pt x="895548" y="129252"/>
                  <a:pt x="896713" y="128864"/>
                  <a:pt x="897408" y="128864"/>
                </a:cubicBezTo>
                <a:cubicBezTo>
                  <a:pt x="897825" y="128864"/>
                  <a:pt x="898207" y="128970"/>
                  <a:pt x="898555" y="129180"/>
                </a:cubicBezTo>
                <a:cubicBezTo>
                  <a:pt x="898902" y="129391"/>
                  <a:pt x="899180" y="129724"/>
                  <a:pt x="899389" y="130181"/>
                </a:cubicBezTo>
                <a:cubicBezTo>
                  <a:pt x="899597" y="130637"/>
                  <a:pt x="899754" y="131216"/>
                  <a:pt x="899858" y="131917"/>
                </a:cubicBezTo>
                <a:cubicBezTo>
                  <a:pt x="899962" y="132619"/>
                  <a:pt x="900014" y="133495"/>
                  <a:pt x="900014" y="134546"/>
                </a:cubicBezTo>
                <a:cubicBezTo>
                  <a:pt x="900014" y="135039"/>
                  <a:pt x="899980" y="135514"/>
                  <a:pt x="899910" y="135970"/>
                </a:cubicBezTo>
                <a:cubicBezTo>
                  <a:pt x="899840" y="136426"/>
                  <a:pt x="899754" y="136848"/>
                  <a:pt x="899649" y="137234"/>
                </a:cubicBezTo>
                <a:cubicBezTo>
                  <a:pt x="899545" y="137619"/>
                  <a:pt x="899389" y="137987"/>
                  <a:pt x="899180" y="138339"/>
                </a:cubicBezTo>
                <a:cubicBezTo>
                  <a:pt x="898972" y="138689"/>
                  <a:pt x="898694" y="139039"/>
                  <a:pt x="898346" y="139391"/>
                </a:cubicBezTo>
                <a:cubicBezTo>
                  <a:pt x="897999" y="139741"/>
                  <a:pt x="896921" y="140350"/>
                  <a:pt x="895114" y="141219"/>
                </a:cubicBezTo>
                <a:cubicBezTo>
                  <a:pt x="893307" y="142088"/>
                  <a:pt x="890944" y="142957"/>
                  <a:pt x="888024" y="143825"/>
                </a:cubicBezTo>
                <a:cubicBezTo>
                  <a:pt x="885105" y="144694"/>
                  <a:pt x="881717" y="145476"/>
                  <a:pt x="877859" y="146171"/>
                </a:cubicBezTo>
                <a:cubicBezTo>
                  <a:pt x="874002" y="146866"/>
                  <a:pt x="869849" y="147214"/>
                  <a:pt x="865400" y="147214"/>
                </a:cubicBezTo>
                <a:cubicBezTo>
                  <a:pt x="858102" y="147214"/>
                  <a:pt x="851638" y="146118"/>
                  <a:pt x="846008" y="143926"/>
                </a:cubicBezTo>
                <a:cubicBezTo>
                  <a:pt x="840378" y="141735"/>
                  <a:pt x="835652" y="138500"/>
                  <a:pt x="831829" y="134221"/>
                </a:cubicBezTo>
                <a:cubicBezTo>
                  <a:pt x="828006" y="129942"/>
                  <a:pt x="825104" y="124636"/>
                  <a:pt x="823123" y="118305"/>
                </a:cubicBezTo>
                <a:cubicBezTo>
                  <a:pt x="821142" y="111973"/>
                  <a:pt x="820152" y="104633"/>
                  <a:pt x="820152" y="96283"/>
                </a:cubicBezTo>
                <a:cubicBezTo>
                  <a:pt x="820152" y="88281"/>
                  <a:pt x="821177" y="81115"/>
                  <a:pt x="823227" y="74783"/>
                </a:cubicBezTo>
                <a:cubicBezTo>
                  <a:pt x="825278" y="68452"/>
                  <a:pt x="828214" y="63077"/>
                  <a:pt x="832037" y="58659"/>
                </a:cubicBezTo>
                <a:cubicBezTo>
                  <a:pt x="835860" y="54241"/>
                  <a:pt x="840465" y="50867"/>
                  <a:pt x="845852" y="48536"/>
                </a:cubicBezTo>
                <a:cubicBezTo>
                  <a:pt x="851238" y="46205"/>
                  <a:pt x="857233" y="45040"/>
                  <a:pt x="863836" y="45040"/>
                </a:cubicBezTo>
                <a:cubicBezTo>
                  <a:pt x="870926" y="45040"/>
                  <a:pt x="876973" y="46222"/>
                  <a:pt x="881977" y="48585"/>
                </a:cubicBezTo>
                <a:cubicBezTo>
                  <a:pt x="886982" y="50948"/>
                  <a:pt x="891100" y="54128"/>
                  <a:pt x="894332" y="58124"/>
                </a:cubicBezTo>
                <a:cubicBezTo>
                  <a:pt x="897564" y="62121"/>
                  <a:pt x="899927" y="66761"/>
                  <a:pt x="901422" y="72043"/>
                </a:cubicBezTo>
                <a:cubicBezTo>
                  <a:pt x="902916" y="77326"/>
                  <a:pt x="903663" y="82886"/>
                  <a:pt x="903663" y="88725"/>
                </a:cubicBezTo>
                <a:lnTo>
                  <a:pt x="903663" y="91227"/>
                </a:lnTo>
                <a:moveTo>
                  <a:pt x="890839" y="87578"/>
                </a:moveTo>
                <a:cubicBezTo>
                  <a:pt x="891048" y="77569"/>
                  <a:pt x="888754" y="69749"/>
                  <a:pt x="883958" y="64119"/>
                </a:cubicBezTo>
                <a:cubicBezTo>
                  <a:pt x="879162" y="58489"/>
                  <a:pt x="872177" y="55674"/>
                  <a:pt x="863002" y="55674"/>
                </a:cubicBezTo>
                <a:cubicBezTo>
                  <a:pt x="858276" y="55674"/>
                  <a:pt x="854123" y="56561"/>
                  <a:pt x="850543" y="58333"/>
                </a:cubicBezTo>
                <a:cubicBezTo>
                  <a:pt x="846964" y="60105"/>
                  <a:pt x="843940" y="62451"/>
                  <a:pt x="841473" y="65370"/>
                </a:cubicBezTo>
                <a:cubicBezTo>
                  <a:pt x="839005" y="68290"/>
                  <a:pt x="837111" y="71678"/>
                  <a:pt x="835791" y="75536"/>
                </a:cubicBezTo>
                <a:cubicBezTo>
                  <a:pt x="834470" y="79393"/>
                  <a:pt x="833705" y="83407"/>
                  <a:pt x="833497" y="87578"/>
                </a:cubicBezTo>
                <a:lnTo>
                  <a:pt x="890839" y="87578"/>
                </a:lnTo>
                <a:close/>
                <a:moveTo>
                  <a:pt x="991540" y="143249"/>
                </a:moveTo>
                <a:cubicBezTo>
                  <a:pt x="991540" y="143666"/>
                  <a:pt x="991435" y="144049"/>
                  <a:pt x="991227" y="144399"/>
                </a:cubicBezTo>
                <a:cubicBezTo>
                  <a:pt x="991018" y="144746"/>
                  <a:pt x="990688" y="145024"/>
                  <a:pt x="990236" y="145233"/>
                </a:cubicBezTo>
                <a:cubicBezTo>
                  <a:pt x="989785" y="145441"/>
                  <a:pt x="989159" y="145615"/>
                  <a:pt x="988360" y="145754"/>
                </a:cubicBezTo>
                <a:cubicBezTo>
                  <a:pt x="987560" y="145893"/>
                  <a:pt x="986535" y="145963"/>
                  <a:pt x="985284" y="145963"/>
                </a:cubicBezTo>
                <a:cubicBezTo>
                  <a:pt x="984103" y="145963"/>
                  <a:pt x="983112" y="145893"/>
                  <a:pt x="982313" y="145754"/>
                </a:cubicBezTo>
                <a:cubicBezTo>
                  <a:pt x="981513" y="145615"/>
                  <a:pt x="980871" y="145441"/>
                  <a:pt x="980384" y="145233"/>
                </a:cubicBezTo>
                <a:cubicBezTo>
                  <a:pt x="979897" y="145024"/>
                  <a:pt x="979567" y="144746"/>
                  <a:pt x="979394" y="144399"/>
                </a:cubicBezTo>
                <a:cubicBezTo>
                  <a:pt x="979220" y="144049"/>
                  <a:pt x="979133" y="143666"/>
                  <a:pt x="979133" y="143249"/>
                </a:cubicBezTo>
                <a:lnTo>
                  <a:pt x="979133" y="48797"/>
                </a:lnTo>
                <a:cubicBezTo>
                  <a:pt x="979133" y="48379"/>
                  <a:pt x="979220" y="47997"/>
                  <a:pt x="979394" y="47650"/>
                </a:cubicBezTo>
                <a:cubicBezTo>
                  <a:pt x="979567" y="47300"/>
                  <a:pt x="979897" y="47003"/>
                  <a:pt x="980384" y="46760"/>
                </a:cubicBezTo>
                <a:cubicBezTo>
                  <a:pt x="980871" y="46517"/>
                  <a:pt x="981513" y="46343"/>
                  <a:pt x="982313" y="46239"/>
                </a:cubicBezTo>
                <a:cubicBezTo>
                  <a:pt x="983112" y="46135"/>
                  <a:pt x="984103" y="46083"/>
                  <a:pt x="985284" y="46083"/>
                </a:cubicBezTo>
                <a:cubicBezTo>
                  <a:pt x="986535" y="46083"/>
                  <a:pt x="987560" y="46135"/>
                  <a:pt x="988360" y="46239"/>
                </a:cubicBezTo>
                <a:cubicBezTo>
                  <a:pt x="989159" y="46343"/>
                  <a:pt x="989785" y="46517"/>
                  <a:pt x="990236" y="46760"/>
                </a:cubicBezTo>
                <a:cubicBezTo>
                  <a:pt x="990688" y="47003"/>
                  <a:pt x="991018" y="47300"/>
                  <a:pt x="991227" y="47650"/>
                </a:cubicBezTo>
                <a:cubicBezTo>
                  <a:pt x="991435" y="47997"/>
                  <a:pt x="991540" y="48379"/>
                  <a:pt x="991540" y="48797"/>
                </a:cubicBezTo>
                <a:lnTo>
                  <a:pt x="991540" y="143249"/>
                </a:lnTo>
                <a:moveTo>
                  <a:pt x="993416" y="16838"/>
                </a:moveTo>
                <a:cubicBezTo>
                  <a:pt x="993416" y="20194"/>
                  <a:pt x="992826" y="22467"/>
                  <a:pt x="991644" y="23657"/>
                </a:cubicBezTo>
                <a:cubicBezTo>
                  <a:pt x="990462" y="24845"/>
                  <a:pt x="988308" y="25439"/>
                  <a:pt x="985180" y="25439"/>
                </a:cubicBezTo>
                <a:cubicBezTo>
                  <a:pt x="982122" y="25439"/>
                  <a:pt x="980019" y="24863"/>
                  <a:pt x="978872" y="23709"/>
                </a:cubicBezTo>
                <a:cubicBezTo>
                  <a:pt x="977725" y="22556"/>
                  <a:pt x="977152" y="20300"/>
                  <a:pt x="977152" y="16942"/>
                </a:cubicBezTo>
                <a:cubicBezTo>
                  <a:pt x="977152" y="13586"/>
                  <a:pt x="977743" y="11314"/>
                  <a:pt x="978924" y="10126"/>
                </a:cubicBezTo>
                <a:cubicBezTo>
                  <a:pt x="980106" y="8936"/>
                  <a:pt x="982261" y="8341"/>
                  <a:pt x="985388" y="8341"/>
                </a:cubicBezTo>
                <a:cubicBezTo>
                  <a:pt x="988447" y="8341"/>
                  <a:pt x="990549" y="8917"/>
                  <a:pt x="991696" y="10071"/>
                </a:cubicBezTo>
                <a:cubicBezTo>
                  <a:pt x="992843" y="11224"/>
                  <a:pt x="993416" y="13480"/>
                  <a:pt x="993416" y="16838"/>
                </a:cubicBezTo>
                <a:close/>
                <a:moveTo>
                  <a:pt x="1102315" y="52077"/>
                </a:moveTo>
                <a:cubicBezTo>
                  <a:pt x="1102315" y="54043"/>
                  <a:pt x="1102002" y="55413"/>
                  <a:pt x="1101376" y="56186"/>
                </a:cubicBezTo>
                <a:cubicBezTo>
                  <a:pt x="1100751" y="56957"/>
                  <a:pt x="1099951" y="57343"/>
                  <a:pt x="1098978" y="57343"/>
                </a:cubicBezTo>
                <a:lnTo>
                  <a:pt x="1084069" y="57343"/>
                </a:lnTo>
                <a:cubicBezTo>
                  <a:pt x="1086989" y="60310"/>
                  <a:pt x="1089022" y="63535"/>
                  <a:pt x="1090168" y="67019"/>
                </a:cubicBezTo>
                <a:cubicBezTo>
                  <a:pt x="1091315" y="70501"/>
                  <a:pt x="1091889" y="74174"/>
                  <a:pt x="1091889" y="78038"/>
                </a:cubicBezTo>
                <a:cubicBezTo>
                  <a:pt x="1091889" y="83381"/>
                  <a:pt x="1091037" y="88135"/>
                  <a:pt x="1089334" y="92299"/>
                </a:cubicBezTo>
                <a:cubicBezTo>
                  <a:pt x="1087632" y="96462"/>
                  <a:pt x="1085216" y="99984"/>
                  <a:pt x="1082088" y="102865"/>
                </a:cubicBezTo>
                <a:cubicBezTo>
                  <a:pt x="1078961" y="105745"/>
                  <a:pt x="1075242" y="107948"/>
                  <a:pt x="1070933" y="109475"/>
                </a:cubicBezTo>
                <a:cubicBezTo>
                  <a:pt x="1066623" y="111002"/>
                  <a:pt x="1061862" y="111766"/>
                  <a:pt x="1056649" y="111766"/>
                </a:cubicBezTo>
                <a:cubicBezTo>
                  <a:pt x="1052409" y="111766"/>
                  <a:pt x="1048378" y="111176"/>
                  <a:pt x="1044555" y="109997"/>
                </a:cubicBezTo>
                <a:cubicBezTo>
                  <a:pt x="1040732" y="108817"/>
                  <a:pt x="1037744" y="107360"/>
                  <a:pt x="1035589" y="105624"/>
                </a:cubicBezTo>
                <a:cubicBezTo>
                  <a:pt x="1034199" y="107021"/>
                  <a:pt x="1033052" y="108627"/>
                  <a:pt x="1032148" y="110443"/>
                </a:cubicBezTo>
                <a:cubicBezTo>
                  <a:pt x="1031245" y="112259"/>
                  <a:pt x="1030793" y="114354"/>
                  <a:pt x="1030793" y="116728"/>
                </a:cubicBezTo>
                <a:cubicBezTo>
                  <a:pt x="1030793" y="119380"/>
                  <a:pt x="1032061" y="121614"/>
                  <a:pt x="1034598" y="123430"/>
                </a:cubicBezTo>
                <a:cubicBezTo>
                  <a:pt x="1037135" y="125246"/>
                  <a:pt x="1040420" y="126223"/>
                  <a:pt x="1044451" y="126362"/>
                </a:cubicBezTo>
                <a:lnTo>
                  <a:pt x="1069994" y="127408"/>
                </a:lnTo>
                <a:cubicBezTo>
                  <a:pt x="1074304" y="127547"/>
                  <a:pt x="1078352" y="128139"/>
                  <a:pt x="1082141" y="129184"/>
                </a:cubicBezTo>
                <a:cubicBezTo>
                  <a:pt x="1085929" y="130226"/>
                  <a:pt x="1089248" y="131775"/>
                  <a:pt x="1092097" y="133830"/>
                </a:cubicBezTo>
                <a:cubicBezTo>
                  <a:pt x="1094947" y="135884"/>
                  <a:pt x="1097206" y="138409"/>
                  <a:pt x="1098874" y="141405"/>
                </a:cubicBezTo>
                <a:cubicBezTo>
                  <a:pt x="1100542" y="144398"/>
                  <a:pt x="1101376" y="147913"/>
                  <a:pt x="1101376" y="151951"/>
                </a:cubicBezTo>
                <a:cubicBezTo>
                  <a:pt x="1101376" y="156130"/>
                  <a:pt x="1100525" y="160134"/>
                  <a:pt x="1098822" y="163964"/>
                </a:cubicBezTo>
                <a:cubicBezTo>
                  <a:pt x="1097119" y="167793"/>
                  <a:pt x="1094478" y="171152"/>
                  <a:pt x="1090898" y="174041"/>
                </a:cubicBezTo>
                <a:cubicBezTo>
                  <a:pt x="1087319" y="176932"/>
                  <a:pt x="1082749" y="179230"/>
                  <a:pt x="1077188" y="180935"/>
                </a:cubicBezTo>
                <a:cubicBezTo>
                  <a:pt x="1071628" y="182642"/>
                  <a:pt x="1064990" y="183496"/>
                  <a:pt x="1057275" y="183496"/>
                </a:cubicBezTo>
                <a:cubicBezTo>
                  <a:pt x="1049907" y="183496"/>
                  <a:pt x="1043634" y="182852"/>
                  <a:pt x="1038456" y="181564"/>
                </a:cubicBezTo>
                <a:cubicBezTo>
                  <a:pt x="1033278" y="180278"/>
                  <a:pt x="1029038" y="178505"/>
                  <a:pt x="1025736" y="176244"/>
                </a:cubicBezTo>
                <a:cubicBezTo>
                  <a:pt x="1022435" y="173985"/>
                  <a:pt x="1020037" y="171325"/>
                  <a:pt x="1018542" y="168264"/>
                </a:cubicBezTo>
                <a:cubicBezTo>
                  <a:pt x="1017048" y="165204"/>
                  <a:pt x="1016301" y="161899"/>
                  <a:pt x="1016301" y="158350"/>
                </a:cubicBezTo>
                <a:cubicBezTo>
                  <a:pt x="1016301" y="155917"/>
                  <a:pt x="1016579" y="153623"/>
                  <a:pt x="1017135" y="151466"/>
                </a:cubicBezTo>
                <a:cubicBezTo>
                  <a:pt x="1017691" y="149309"/>
                  <a:pt x="1018542" y="147257"/>
                  <a:pt x="1019689" y="145311"/>
                </a:cubicBezTo>
                <a:cubicBezTo>
                  <a:pt x="1020836" y="143363"/>
                  <a:pt x="1022261" y="141485"/>
                  <a:pt x="1023964" y="139678"/>
                </a:cubicBezTo>
                <a:cubicBezTo>
                  <a:pt x="1025667" y="137869"/>
                  <a:pt x="1027630" y="136024"/>
                  <a:pt x="1029855" y="134146"/>
                </a:cubicBezTo>
                <a:cubicBezTo>
                  <a:pt x="1026310" y="132330"/>
                  <a:pt x="1023703" y="130131"/>
                  <a:pt x="1022035" y="127548"/>
                </a:cubicBezTo>
                <a:cubicBezTo>
                  <a:pt x="1020367" y="124965"/>
                  <a:pt x="1019533" y="122208"/>
                  <a:pt x="1019533" y="119276"/>
                </a:cubicBezTo>
                <a:cubicBezTo>
                  <a:pt x="1019533" y="114949"/>
                  <a:pt x="1020367" y="111127"/>
                  <a:pt x="1022035" y="107810"/>
                </a:cubicBezTo>
                <a:cubicBezTo>
                  <a:pt x="1023703" y="104494"/>
                  <a:pt x="1025719" y="101509"/>
                  <a:pt x="1028082" y="98857"/>
                </a:cubicBezTo>
                <a:cubicBezTo>
                  <a:pt x="1026067" y="96220"/>
                  <a:pt x="1024503" y="93340"/>
                  <a:pt x="1023391" y="90217"/>
                </a:cubicBezTo>
                <a:cubicBezTo>
                  <a:pt x="1022278" y="87093"/>
                  <a:pt x="1021722" y="83346"/>
                  <a:pt x="1021722" y="78976"/>
                </a:cubicBezTo>
                <a:cubicBezTo>
                  <a:pt x="1021722" y="73700"/>
                  <a:pt x="1022591" y="68964"/>
                  <a:pt x="1024329" y="64768"/>
                </a:cubicBezTo>
                <a:cubicBezTo>
                  <a:pt x="1026067" y="60569"/>
                  <a:pt x="1028482" y="57012"/>
                  <a:pt x="1031575" y="54097"/>
                </a:cubicBezTo>
                <a:cubicBezTo>
                  <a:pt x="1034668" y="51183"/>
                  <a:pt x="1038369" y="48944"/>
                  <a:pt x="1042678" y="47383"/>
                </a:cubicBezTo>
                <a:cubicBezTo>
                  <a:pt x="1046988" y="45821"/>
                  <a:pt x="1051714" y="45040"/>
                  <a:pt x="1056858" y="45040"/>
                </a:cubicBezTo>
                <a:cubicBezTo>
                  <a:pt x="1059568" y="45040"/>
                  <a:pt x="1062123" y="45196"/>
                  <a:pt x="1064521" y="45509"/>
                </a:cubicBezTo>
                <a:cubicBezTo>
                  <a:pt x="1066919" y="45822"/>
                  <a:pt x="1069126" y="46222"/>
                  <a:pt x="1071141" y="46708"/>
                </a:cubicBezTo>
                <a:lnTo>
                  <a:pt x="1098978" y="46708"/>
                </a:lnTo>
                <a:cubicBezTo>
                  <a:pt x="1100160" y="46708"/>
                  <a:pt x="1101011" y="47164"/>
                  <a:pt x="1101533" y="48076"/>
                </a:cubicBezTo>
                <a:cubicBezTo>
                  <a:pt x="1102054" y="48989"/>
                  <a:pt x="1102315" y="50322"/>
                  <a:pt x="1102315" y="52077"/>
                </a:cubicBezTo>
                <a:moveTo>
                  <a:pt x="1079065" y="78246"/>
                </a:moveTo>
                <a:cubicBezTo>
                  <a:pt x="1079065" y="71105"/>
                  <a:pt x="1077101" y="65523"/>
                  <a:pt x="1073174" y="61500"/>
                </a:cubicBezTo>
                <a:cubicBezTo>
                  <a:pt x="1069247" y="57477"/>
                  <a:pt x="1063669" y="55466"/>
                  <a:pt x="1056441" y="55466"/>
                </a:cubicBezTo>
                <a:cubicBezTo>
                  <a:pt x="1052757" y="55466"/>
                  <a:pt x="1049525" y="56090"/>
                  <a:pt x="1046745" y="57339"/>
                </a:cubicBezTo>
                <a:cubicBezTo>
                  <a:pt x="1043964" y="58586"/>
                  <a:pt x="1041671" y="60285"/>
                  <a:pt x="1039863" y="62435"/>
                </a:cubicBezTo>
                <a:cubicBezTo>
                  <a:pt x="1038056" y="64585"/>
                  <a:pt x="1036701" y="67082"/>
                  <a:pt x="1035797" y="69925"/>
                </a:cubicBezTo>
                <a:cubicBezTo>
                  <a:pt x="1034894" y="72769"/>
                  <a:pt x="1034442" y="75786"/>
                  <a:pt x="1034442" y="78976"/>
                </a:cubicBezTo>
                <a:cubicBezTo>
                  <a:pt x="1034442" y="85910"/>
                  <a:pt x="1036406" y="91370"/>
                  <a:pt x="1040333" y="95358"/>
                </a:cubicBezTo>
                <a:cubicBezTo>
                  <a:pt x="1044260" y="99346"/>
                  <a:pt x="1049768" y="101340"/>
                  <a:pt x="1056858" y="101340"/>
                </a:cubicBezTo>
                <a:cubicBezTo>
                  <a:pt x="1060611" y="101340"/>
                  <a:pt x="1063895" y="100716"/>
                  <a:pt x="1066710" y="99470"/>
                </a:cubicBezTo>
                <a:cubicBezTo>
                  <a:pt x="1069525" y="98221"/>
                  <a:pt x="1071836" y="96539"/>
                  <a:pt x="1073643" y="94423"/>
                </a:cubicBezTo>
                <a:cubicBezTo>
                  <a:pt x="1075451" y="92307"/>
                  <a:pt x="1076806" y="89845"/>
                  <a:pt x="1077710" y="87037"/>
                </a:cubicBezTo>
                <a:cubicBezTo>
                  <a:pt x="1078613" y="84228"/>
                  <a:pt x="1079065" y="81298"/>
                  <a:pt x="1079065" y="78246"/>
                </a:cubicBezTo>
                <a:moveTo>
                  <a:pt x="1088970" y="152681"/>
                </a:moveTo>
                <a:cubicBezTo>
                  <a:pt x="1088970" y="148081"/>
                  <a:pt x="1087110" y="144561"/>
                  <a:pt x="1083392" y="142121"/>
                </a:cubicBezTo>
                <a:cubicBezTo>
                  <a:pt x="1079673" y="139680"/>
                  <a:pt x="1074686" y="138355"/>
                  <a:pt x="1068430" y="138147"/>
                </a:cubicBezTo>
                <a:lnTo>
                  <a:pt x="1041010" y="137205"/>
                </a:lnTo>
                <a:cubicBezTo>
                  <a:pt x="1038508" y="139158"/>
                  <a:pt x="1036458" y="141005"/>
                  <a:pt x="1034859" y="142747"/>
                </a:cubicBezTo>
                <a:cubicBezTo>
                  <a:pt x="1033260" y="144489"/>
                  <a:pt x="1031992" y="146179"/>
                  <a:pt x="1031054" y="147817"/>
                </a:cubicBezTo>
                <a:cubicBezTo>
                  <a:pt x="1030115" y="149457"/>
                  <a:pt x="1029472" y="151061"/>
                  <a:pt x="1029125" y="152629"/>
                </a:cubicBezTo>
                <a:cubicBezTo>
                  <a:pt x="1028777" y="154197"/>
                  <a:pt x="1028603" y="155783"/>
                  <a:pt x="1028603" y="157386"/>
                </a:cubicBezTo>
                <a:cubicBezTo>
                  <a:pt x="1028603" y="162544"/>
                  <a:pt x="1031193" y="166448"/>
                  <a:pt x="1036371" y="169095"/>
                </a:cubicBezTo>
                <a:cubicBezTo>
                  <a:pt x="1041549" y="171745"/>
                  <a:pt x="1048760" y="173070"/>
                  <a:pt x="1058005" y="173070"/>
                </a:cubicBezTo>
                <a:cubicBezTo>
                  <a:pt x="1063843" y="173070"/>
                  <a:pt x="1068726" y="172495"/>
                  <a:pt x="1072653" y="171343"/>
                </a:cubicBezTo>
                <a:cubicBezTo>
                  <a:pt x="1076580" y="170194"/>
                  <a:pt x="1079760" y="168678"/>
                  <a:pt x="1082193" y="166795"/>
                </a:cubicBezTo>
                <a:cubicBezTo>
                  <a:pt x="1084625" y="164914"/>
                  <a:pt x="1086363" y="162753"/>
                  <a:pt x="1087406" y="160311"/>
                </a:cubicBezTo>
                <a:cubicBezTo>
                  <a:pt x="1088448" y="157872"/>
                  <a:pt x="1088970" y="155329"/>
                  <a:pt x="1088970" y="152681"/>
                </a:cubicBezTo>
                <a:close/>
                <a:moveTo>
                  <a:pt x="1204228" y="143252"/>
                </a:moveTo>
                <a:cubicBezTo>
                  <a:pt x="1204228" y="143669"/>
                  <a:pt x="1204124" y="144051"/>
                  <a:pt x="1203916" y="144399"/>
                </a:cubicBezTo>
                <a:cubicBezTo>
                  <a:pt x="1203707" y="144746"/>
                  <a:pt x="1203377" y="145024"/>
                  <a:pt x="1202925" y="145233"/>
                </a:cubicBezTo>
                <a:cubicBezTo>
                  <a:pt x="1202473" y="145441"/>
                  <a:pt x="1201848" y="145615"/>
                  <a:pt x="1201049" y="145754"/>
                </a:cubicBezTo>
                <a:cubicBezTo>
                  <a:pt x="1200249" y="145893"/>
                  <a:pt x="1199259" y="145963"/>
                  <a:pt x="1198077" y="145963"/>
                </a:cubicBezTo>
                <a:cubicBezTo>
                  <a:pt x="1196826" y="145963"/>
                  <a:pt x="1195801" y="145893"/>
                  <a:pt x="1195002" y="145754"/>
                </a:cubicBezTo>
                <a:cubicBezTo>
                  <a:pt x="1194202" y="145615"/>
                  <a:pt x="1193577" y="145441"/>
                  <a:pt x="1193125" y="145233"/>
                </a:cubicBezTo>
                <a:cubicBezTo>
                  <a:pt x="1192673" y="145024"/>
                  <a:pt x="1192343" y="144746"/>
                  <a:pt x="1192134" y="144399"/>
                </a:cubicBezTo>
                <a:cubicBezTo>
                  <a:pt x="1191926" y="144051"/>
                  <a:pt x="1191822" y="143669"/>
                  <a:pt x="1191822" y="143252"/>
                </a:cubicBezTo>
                <a:lnTo>
                  <a:pt x="1191822" y="87265"/>
                </a:lnTo>
                <a:cubicBezTo>
                  <a:pt x="1191822" y="81426"/>
                  <a:pt x="1191370" y="76683"/>
                  <a:pt x="1190466" y="73034"/>
                </a:cubicBezTo>
                <a:cubicBezTo>
                  <a:pt x="1189563" y="69384"/>
                  <a:pt x="1188207" y="66257"/>
                  <a:pt x="1186400" y="63650"/>
                </a:cubicBezTo>
                <a:cubicBezTo>
                  <a:pt x="1184593" y="61044"/>
                  <a:pt x="1182282" y="59028"/>
                  <a:pt x="1179467" y="57603"/>
                </a:cubicBezTo>
                <a:cubicBezTo>
                  <a:pt x="1176652" y="56178"/>
                  <a:pt x="1173368" y="55466"/>
                  <a:pt x="1169614" y="55466"/>
                </a:cubicBezTo>
                <a:cubicBezTo>
                  <a:pt x="1164819" y="55466"/>
                  <a:pt x="1160023" y="57169"/>
                  <a:pt x="1155227" y="60575"/>
                </a:cubicBezTo>
                <a:cubicBezTo>
                  <a:pt x="1150431" y="63980"/>
                  <a:pt x="1145392" y="68985"/>
                  <a:pt x="1140109" y="75588"/>
                </a:cubicBezTo>
                <a:lnTo>
                  <a:pt x="1140109" y="143252"/>
                </a:lnTo>
                <a:cubicBezTo>
                  <a:pt x="1140109" y="143669"/>
                  <a:pt x="1140005" y="144051"/>
                  <a:pt x="1139796" y="144399"/>
                </a:cubicBezTo>
                <a:cubicBezTo>
                  <a:pt x="1139588" y="144746"/>
                  <a:pt x="1139258" y="145024"/>
                  <a:pt x="1138806" y="145233"/>
                </a:cubicBezTo>
                <a:cubicBezTo>
                  <a:pt x="1138354" y="145441"/>
                  <a:pt x="1137729" y="145615"/>
                  <a:pt x="1136929" y="145754"/>
                </a:cubicBezTo>
                <a:cubicBezTo>
                  <a:pt x="1136130" y="145893"/>
                  <a:pt x="1135105" y="145963"/>
                  <a:pt x="1133854" y="145963"/>
                </a:cubicBezTo>
                <a:cubicBezTo>
                  <a:pt x="1132672" y="145963"/>
                  <a:pt x="1131682" y="145893"/>
                  <a:pt x="1130882" y="145754"/>
                </a:cubicBezTo>
                <a:cubicBezTo>
                  <a:pt x="1130083" y="145615"/>
                  <a:pt x="1129440" y="145441"/>
                  <a:pt x="1128953" y="145233"/>
                </a:cubicBezTo>
                <a:cubicBezTo>
                  <a:pt x="1128467" y="145024"/>
                  <a:pt x="1128137" y="144746"/>
                  <a:pt x="1127963" y="144399"/>
                </a:cubicBezTo>
                <a:cubicBezTo>
                  <a:pt x="1127789" y="144049"/>
                  <a:pt x="1127702" y="143666"/>
                  <a:pt x="1127702" y="143249"/>
                </a:cubicBezTo>
                <a:lnTo>
                  <a:pt x="1127702" y="48797"/>
                </a:lnTo>
                <a:cubicBezTo>
                  <a:pt x="1127702" y="48379"/>
                  <a:pt x="1127789" y="47997"/>
                  <a:pt x="1127963" y="47650"/>
                </a:cubicBezTo>
                <a:cubicBezTo>
                  <a:pt x="1128137" y="47300"/>
                  <a:pt x="1128467" y="47003"/>
                  <a:pt x="1128953" y="46760"/>
                </a:cubicBezTo>
                <a:cubicBezTo>
                  <a:pt x="1129440" y="46517"/>
                  <a:pt x="1130048" y="46343"/>
                  <a:pt x="1130778" y="46239"/>
                </a:cubicBezTo>
                <a:cubicBezTo>
                  <a:pt x="1131508" y="46135"/>
                  <a:pt x="1132463" y="46083"/>
                  <a:pt x="1133645" y="46083"/>
                </a:cubicBezTo>
                <a:cubicBezTo>
                  <a:pt x="1134827" y="46083"/>
                  <a:pt x="1135800" y="46135"/>
                  <a:pt x="1136564" y="46239"/>
                </a:cubicBezTo>
                <a:cubicBezTo>
                  <a:pt x="1137329" y="46343"/>
                  <a:pt x="1137920" y="46517"/>
                  <a:pt x="1138337" y="46760"/>
                </a:cubicBezTo>
                <a:cubicBezTo>
                  <a:pt x="1138754" y="47003"/>
                  <a:pt x="1139049" y="47300"/>
                  <a:pt x="1139223" y="47650"/>
                </a:cubicBezTo>
                <a:cubicBezTo>
                  <a:pt x="1139397" y="47997"/>
                  <a:pt x="1139484" y="48379"/>
                  <a:pt x="1139484" y="48797"/>
                </a:cubicBezTo>
                <a:lnTo>
                  <a:pt x="1139484" y="62155"/>
                </a:lnTo>
                <a:cubicBezTo>
                  <a:pt x="1144905" y="56138"/>
                  <a:pt x="1150222" y="51782"/>
                  <a:pt x="1155435" y="49086"/>
                </a:cubicBezTo>
                <a:cubicBezTo>
                  <a:pt x="1160648" y="46389"/>
                  <a:pt x="1165826" y="45040"/>
                  <a:pt x="1170970" y="45040"/>
                </a:cubicBezTo>
                <a:cubicBezTo>
                  <a:pt x="1177156" y="45040"/>
                  <a:pt x="1182369" y="46083"/>
                  <a:pt x="1186609" y="48168"/>
                </a:cubicBezTo>
                <a:cubicBezTo>
                  <a:pt x="1190849" y="50253"/>
                  <a:pt x="1194272" y="53068"/>
                  <a:pt x="1196878" y="56613"/>
                </a:cubicBezTo>
                <a:cubicBezTo>
                  <a:pt x="1199485" y="60158"/>
                  <a:pt x="1201361" y="64293"/>
                  <a:pt x="1202508" y="69020"/>
                </a:cubicBezTo>
                <a:cubicBezTo>
                  <a:pt x="1203655" y="73746"/>
                  <a:pt x="1204228" y="79445"/>
                  <a:pt x="1204228" y="86118"/>
                </a:cubicBezTo>
                <a:lnTo>
                  <a:pt x="1204228" y="143252"/>
                </a:lnTo>
                <a:close/>
                <a:moveTo>
                  <a:pt x="1321797" y="95136"/>
                </a:moveTo>
                <a:cubicBezTo>
                  <a:pt x="1321797" y="102650"/>
                  <a:pt x="1320824" y="109572"/>
                  <a:pt x="1318878" y="115904"/>
                </a:cubicBezTo>
                <a:cubicBezTo>
                  <a:pt x="1316932" y="122235"/>
                  <a:pt x="1314030" y="127733"/>
                  <a:pt x="1310172" y="132396"/>
                </a:cubicBezTo>
                <a:cubicBezTo>
                  <a:pt x="1306315" y="137057"/>
                  <a:pt x="1301501" y="140692"/>
                  <a:pt x="1295732" y="143301"/>
                </a:cubicBezTo>
                <a:cubicBezTo>
                  <a:pt x="1289963" y="145910"/>
                  <a:pt x="1283256" y="147214"/>
                  <a:pt x="1275610" y="147214"/>
                </a:cubicBezTo>
                <a:cubicBezTo>
                  <a:pt x="1268243" y="147214"/>
                  <a:pt x="1261796" y="146049"/>
                  <a:pt x="1256270" y="143718"/>
                </a:cubicBezTo>
                <a:cubicBezTo>
                  <a:pt x="1250745" y="141387"/>
                  <a:pt x="1246122" y="138048"/>
                  <a:pt x="1242404" y="133699"/>
                </a:cubicBezTo>
                <a:cubicBezTo>
                  <a:pt x="1238685" y="129351"/>
                  <a:pt x="1235905" y="124080"/>
                  <a:pt x="1234063" y="117888"/>
                </a:cubicBezTo>
                <a:cubicBezTo>
                  <a:pt x="1232221" y="111695"/>
                  <a:pt x="1231300" y="104702"/>
                  <a:pt x="1231300" y="96909"/>
                </a:cubicBezTo>
                <a:cubicBezTo>
                  <a:pt x="1231300" y="89396"/>
                  <a:pt x="1232256" y="82473"/>
                  <a:pt x="1234167" y="76142"/>
                </a:cubicBezTo>
                <a:cubicBezTo>
                  <a:pt x="1236079" y="69810"/>
                  <a:pt x="1238963" y="64331"/>
                  <a:pt x="1242821" y="59705"/>
                </a:cubicBezTo>
                <a:cubicBezTo>
                  <a:pt x="1246678" y="55076"/>
                  <a:pt x="1251492" y="51475"/>
                  <a:pt x="1257261" y="48901"/>
                </a:cubicBezTo>
                <a:cubicBezTo>
                  <a:pt x="1263030" y="46327"/>
                  <a:pt x="1269772" y="45040"/>
                  <a:pt x="1277487" y="45040"/>
                </a:cubicBezTo>
                <a:cubicBezTo>
                  <a:pt x="1284855" y="45040"/>
                  <a:pt x="1291301" y="46188"/>
                  <a:pt x="1296827" y="48484"/>
                </a:cubicBezTo>
                <a:cubicBezTo>
                  <a:pt x="1302353" y="50780"/>
                  <a:pt x="1306958" y="54102"/>
                  <a:pt x="1310641" y="58450"/>
                </a:cubicBezTo>
                <a:cubicBezTo>
                  <a:pt x="1314325" y="62799"/>
                  <a:pt x="1317105" y="68069"/>
                  <a:pt x="1318982" y="74262"/>
                </a:cubicBezTo>
                <a:cubicBezTo>
                  <a:pt x="1320859" y="80454"/>
                  <a:pt x="1321797" y="87413"/>
                  <a:pt x="1321797" y="95136"/>
                </a:cubicBezTo>
                <a:moveTo>
                  <a:pt x="1308660" y="96283"/>
                </a:moveTo>
                <a:cubicBezTo>
                  <a:pt x="1308660" y="90925"/>
                  <a:pt x="1308139" y="85810"/>
                  <a:pt x="1307097" y="80938"/>
                </a:cubicBezTo>
                <a:cubicBezTo>
                  <a:pt x="1306054" y="76066"/>
                  <a:pt x="1304316" y="71768"/>
                  <a:pt x="1301884" y="68045"/>
                </a:cubicBezTo>
                <a:cubicBezTo>
                  <a:pt x="1299451" y="64322"/>
                  <a:pt x="1296184" y="61365"/>
                  <a:pt x="1292083" y="59174"/>
                </a:cubicBezTo>
                <a:cubicBezTo>
                  <a:pt x="1287982" y="56980"/>
                  <a:pt x="1282874" y="55883"/>
                  <a:pt x="1276757" y="55883"/>
                </a:cubicBezTo>
                <a:cubicBezTo>
                  <a:pt x="1271127" y="55883"/>
                  <a:pt x="1266262" y="56892"/>
                  <a:pt x="1262161" y="58910"/>
                </a:cubicBezTo>
                <a:cubicBezTo>
                  <a:pt x="1258060" y="60928"/>
                  <a:pt x="1254706" y="63729"/>
                  <a:pt x="1252100" y="67316"/>
                </a:cubicBezTo>
                <a:cubicBezTo>
                  <a:pt x="1249493" y="70899"/>
                  <a:pt x="1247565" y="75127"/>
                  <a:pt x="1246313" y="79999"/>
                </a:cubicBezTo>
                <a:cubicBezTo>
                  <a:pt x="1245062" y="84871"/>
                  <a:pt x="1244437" y="90125"/>
                  <a:pt x="1244437" y="95762"/>
                </a:cubicBezTo>
                <a:cubicBezTo>
                  <a:pt x="1244437" y="101190"/>
                  <a:pt x="1244958" y="106357"/>
                  <a:pt x="1246001" y="111264"/>
                </a:cubicBezTo>
                <a:cubicBezTo>
                  <a:pt x="1247043" y="116171"/>
                  <a:pt x="1248781" y="120468"/>
                  <a:pt x="1251214" y="124156"/>
                </a:cubicBezTo>
                <a:cubicBezTo>
                  <a:pt x="1253646" y="127844"/>
                  <a:pt x="1256913" y="130768"/>
                  <a:pt x="1261014" y="132927"/>
                </a:cubicBezTo>
                <a:cubicBezTo>
                  <a:pt x="1265115" y="135084"/>
                  <a:pt x="1270224" y="136162"/>
                  <a:pt x="1276340" y="136162"/>
                </a:cubicBezTo>
                <a:cubicBezTo>
                  <a:pt x="1281970" y="136162"/>
                  <a:pt x="1286836" y="135153"/>
                  <a:pt x="1290936" y="133136"/>
                </a:cubicBezTo>
                <a:cubicBezTo>
                  <a:pt x="1295037" y="131118"/>
                  <a:pt x="1298391" y="128334"/>
                  <a:pt x="1300997" y="124785"/>
                </a:cubicBezTo>
                <a:cubicBezTo>
                  <a:pt x="1303604" y="121234"/>
                  <a:pt x="1305533" y="117023"/>
                  <a:pt x="1306784" y="112153"/>
                </a:cubicBezTo>
                <a:cubicBezTo>
                  <a:pt x="1308035" y="107282"/>
                  <a:pt x="1308660" y="101991"/>
                  <a:pt x="1308660" y="96283"/>
                </a:cubicBezTo>
                <a:close/>
                <a:moveTo>
                  <a:pt x="1401206" y="53772"/>
                </a:moveTo>
                <a:cubicBezTo>
                  <a:pt x="1401206" y="54823"/>
                  <a:pt x="1401172" y="55716"/>
                  <a:pt x="1401102" y="56450"/>
                </a:cubicBezTo>
                <a:cubicBezTo>
                  <a:pt x="1401033" y="57184"/>
                  <a:pt x="1400911" y="57777"/>
                  <a:pt x="1400737" y="58229"/>
                </a:cubicBezTo>
                <a:cubicBezTo>
                  <a:pt x="1400563" y="58681"/>
                  <a:pt x="1400355" y="59028"/>
                  <a:pt x="1400112" y="59271"/>
                </a:cubicBezTo>
                <a:cubicBezTo>
                  <a:pt x="1399868" y="59515"/>
                  <a:pt x="1399538" y="59636"/>
                  <a:pt x="1399121" y="59636"/>
                </a:cubicBezTo>
                <a:cubicBezTo>
                  <a:pt x="1398496" y="59636"/>
                  <a:pt x="1397766" y="59480"/>
                  <a:pt x="1396932" y="59167"/>
                </a:cubicBezTo>
                <a:cubicBezTo>
                  <a:pt x="1396098" y="58854"/>
                  <a:pt x="1395125" y="58524"/>
                  <a:pt x="1394012" y="58177"/>
                </a:cubicBezTo>
                <a:cubicBezTo>
                  <a:pt x="1392900" y="57829"/>
                  <a:pt x="1391684" y="57499"/>
                  <a:pt x="1390363" y="57186"/>
                </a:cubicBezTo>
                <a:cubicBezTo>
                  <a:pt x="1389043" y="56873"/>
                  <a:pt x="1387583" y="56717"/>
                  <a:pt x="1385984" y="56717"/>
                </a:cubicBezTo>
                <a:cubicBezTo>
                  <a:pt x="1384108" y="56717"/>
                  <a:pt x="1382266" y="57113"/>
                  <a:pt x="1380459" y="57906"/>
                </a:cubicBezTo>
                <a:cubicBezTo>
                  <a:pt x="1378652" y="58699"/>
                  <a:pt x="1376758" y="59975"/>
                  <a:pt x="1374777" y="61734"/>
                </a:cubicBezTo>
                <a:cubicBezTo>
                  <a:pt x="1372796" y="63494"/>
                  <a:pt x="1370711" y="65822"/>
                  <a:pt x="1368521" y="68720"/>
                </a:cubicBezTo>
                <a:cubicBezTo>
                  <a:pt x="1366332" y="71617"/>
                  <a:pt x="1363916" y="75170"/>
                  <a:pt x="1361275" y="79377"/>
                </a:cubicBezTo>
                <a:lnTo>
                  <a:pt x="1361275" y="143249"/>
                </a:lnTo>
                <a:cubicBezTo>
                  <a:pt x="1361275" y="143666"/>
                  <a:pt x="1361171" y="144049"/>
                  <a:pt x="1360962" y="144399"/>
                </a:cubicBezTo>
                <a:cubicBezTo>
                  <a:pt x="1360754" y="144746"/>
                  <a:pt x="1360424" y="145024"/>
                  <a:pt x="1359972" y="145233"/>
                </a:cubicBezTo>
                <a:cubicBezTo>
                  <a:pt x="1359520" y="145441"/>
                  <a:pt x="1358894" y="145615"/>
                  <a:pt x="1358095" y="145754"/>
                </a:cubicBezTo>
                <a:cubicBezTo>
                  <a:pt x="1357296" y="145893"/>
                  <a:pt x="1356271" y="145963"/>
                  <a:pt x="1355020" y="145963"/>
                </a:cubicBezTo>
                <a:cubicBezTo>
                  <a:pt x="1353838" y="145963"/>
                  <a:pt x="1352847" y="145893"/>
                  <a:pt x="1352048" y="145754"/>
                </a:cubicBezTo>
                <a:cubicBezTo>
                  <a:pt x="1351249" y="145615"/>
                  <a:pt x="1350606" y="145441"/>
                  <a:pt x="1350119" y="145233"/>
                </a:cubicBezTo>
                <a:cubicBezTo>
                  <a:pt x="1349633" y="145024"/>
                  <a:pt x="1349303" y="144746"/>
                  <a:pt x="1349129" y="144399"/>
                </a:cubicBezTo>
                <a:cubicBezTo>
                  <a:pt x="1348955" y="144049"/>
                  <a:pt x="1348868" y="143666"/>
                  <a:pt x="1348868" y="143249"/>
                </a:cubicBezTo>
                <a:lnTo>
                  <a:pt x="1348868" y="48797"/>
                </a:lnTo>
                <a:cubicBezTo>
                  <a:pt x="1348868" y="48379"/>
                  <a:pt x="1348955" y="47997"/>
                  <a:pt x="1349129" y="47650"/>
                </a:cubicBezTo>
                <a:cubicBezTo>
                  <a:pt x="1349303" y="47300"/>
                  <a:pt x="1349633" y="47003"/>
                  <a:pt x="1350119" y="46760"/>
                </a:cubicBezTo>
                <a:cubicBezTo>
                  <a:pt x="1350606" y="46517"/>
                  <a:pt x="1351214" y="46343"/>
                  <a:pt x="1351944" y="46239"/>
                </a:cubicBezTo>
                <a:cubicBezTo>
                  <a:pt x="1352674" y="46135"/>
                  <a:pt x="1353629" y="46083"/>
                  <a:pt x="1354811" y="46083"/>
                </a:cubicBezTo>
                <a:cubicBezTo>
                  <a:pt x="1355993" y="46083"/>
                  <a:pt x="1356966" y="46135"/>
                  <a:pt x="1357730" y="46239"/>
                </a:cubicBezTo>
                <a:cubicBezTo>
                  <a:pt x="1358495" y="46343"/>
                  <a:pt x="1359086" y="46517"/>
                  <a:pt x="1359503" y="46760"/>
                </a:cubicBezTo>
                <a:cubicBezTo>
                  <a:pt x="1359920" y="47003"/>
                  <a:pt x="1360215" y="47300"/>
                  <a:pt x="1360389" y="47650"/>
                </a:cubicBezTo>
                <a:cubicBezTo>
                  <a:pt x="1360563" y="47997"/>
                  <a:pt x="1360649" y="48379"/>
                  <a:pt x="1360649" y="48797"/>
                </a:cubicBezTo>
                <a:lnTo>
                  <a:pt x="1360649" y="63722"/>
                </a:lnTo>
                <a:cubicBezTo>
                  <a:pt x="1363360" y="59777"/>
                  <a:pt x="1365862" y="56594"/>
                  <a:pt x="1368156" y="54172"/>
                </a:cubicBezTo>
                <a:cubicBezTo>
                  <a:pt x="1370450" y="51751"/>
                  <a:pt x="1372639" y="49865"/>
                  <a:pt x="1374724" y="48516"/>
                </a:cubicBezTo>
                <a:cubicBezTo>
                  <a:pt x="1376810" y="47167"/>
                  <a:pt x="1378843" y="46251"/>
                  <a:pt x="1380824" y="45766"/>
                </a:cubicBezTo>
                <a:cubicBezTo>
                  <a:pt x="1382805" y="45282"/>
                  <a:pt x="1384838" y="45040"/>
                  <a:pt x="1386923" y="45040"/>
                </a:cubicBezTo>
                <a:cubicBezTo>
                  <a:pt x="1387826" y="45040"/>
                  <a:pt x="1388869" y="45093"/>
                  <a:pt x="1390051" y="45200"/>
                </a:cubicBezTo>
                <a:cubicBezTo>
                  <a:pt x="1391232" y="45304"/>
                  <a:pt x="1392501" y="45496"/>
                  <a:pt x="1393856" y="45776"/>
                </a:cubicBezTo>
                <a:cubicBezTo>
                  <a:pt x="1395211" y="46056"/>
                  <a:pt x="1396428" y="46390"/>
                  <a:pt x="1397505" y="46777"/>
                </a:cubicBezTo>
                <a:cubicBezTo>
                  <a:pt x="1398582" y="47161"/>
                  <a:pt x="1399330" y="47512"/>
                  <a:pt x="1399747" y="47829"/>
                </a:cubicBezTo>
                <a:cubicBezTo>
                  <a:pt x="1400164" y="48144"/>
                  <a:pt x="1400442" y="48424"/>
                  <a:pt x="1400581" y="48669"/>
                </a:cubicBezTo>
                <a:cubicBezTo>
                  <a:pt x="1400720" y="48915"/>
                  <a:pt x="1400841" y="49231"/>
                  <a:pt x="1400946" y="49618"/>
                </a:cubicBezTo>
                <a:cubicBezTo>
                  <a:pt x="1401050" y="50002"/>
                  <a:pt x="1401119" y="50528"/>
                  <a:pt x="1401154" y="51194"/>
                </a:cubicBezTo>
                <a:cubicBezTo>
                  <a:pt x="1401189" y="51861"/>
                  <a:pt x="1401206" y="52720"/>
                  <a:pt x="1401206" y="53772"/>
                </a:cubicBezTo>
                <a:close/>
                <a:moveTo>
                  <a:pt x="1435559" y="143249"/>
                </a:moveTo>
                <a:cubicBezTo>
                  <a:pt x="1435559" y="143666"/>
                  <a:pt x="1435455" y="144049"/>
                  <a:pt x="1435247" y="144399"/>
                </a:cubicBezTo>
                <a:cubicBezTo>
                  <a:pt x="1435038" y="144746"/>
                  <a:pt x="1434708" y="145024"/>
                  <a:pt x="1434256" y="145233"/>
                </a:cubicBezTo>
                <a:cubicBezTo>
                  <a:pt x="1433804" y="145441"/>
                  <a:pt x="1433179" y="145615"/>
                  <a:pt x="1432380" y="145754"/>
                </a:cubicBezTo>
                <a:cubicBezTo>
                  <a:pt x="1431580" y="145893"/>
                  <a:pt x="1430555" y="145963"/>
                  <a:pt x="1429304" y="145963"/>
                </a:cubicBezTo>
                <a:cubicBezTo>
                  <a:pt x="1428122" y="145963"/>
                  <a:pt x="1427132" y="145893"/>
                  <a:pt x="1426333" y="145754"/>
                </a:cubicBezTo>
                <a:cubicBezTo>
                  <a:pt x="1425533" y="145615"/>
                  <a:pt x="1424890" y="145441"/>
                  <a:pt x="1424404" y="145233"/>
                </a:cubicBezTo>
                <a:cubicBezTo>
                  <a:pt x="1423917" y="145024"/>
                  <a:pt x="1423587" y="144746"/>
                  <a:pt x="1423413" y="144399"/>
                </a:cubicBezTo>
                <a:cubicBezTo>
                  <a:pt x="1423240" y="144049"/>
                  <a:pt x="1423153" y="143666"/>
                  <a:pt x="1423153" y="143249"/>
                </a:cubicBezTo>
                <a:lnTo>
                  <a:pt x="1423153" y="48797"/>
                </a:lnTo>
                <a:cubicBezTo>
                  <a:pt x="1423153" y="48379"/>
                  <a:pt x="1423240" y="47997"/>
                  <a:pt x="1423413" y="47650"/>
                </a:cubicBezTo>
                <a:cubicBezTo>
                  <a:pt x="1423587" y="47300"/>
                  <a:pt x="1423917" y="47003"/>
                  <a:pt x="1424404" y="46760"/>
                </a:cubicBezTo>
                <a:cubicBezTo>
                  <a:pt x="1424890" y="46517"/>
                  <a:pt x="1425533" y="46343"/>
                  <a:pt x="1426333" y="46239"/>
                </a:cubicBezTo>
                <a:cubicBezTo>
                  <a:pt x="1427132" y="46135"/>
                  <a:pt x="1428122" y="46083"/>
                  <a:pt x="1429304" y="46083"/>
                </a:cubicBezTo>
                <a:cubicBezTo>
                  <a:pt x="1430555" y="46083"/>
                  <a:pt x="1431580" y="46135"/>
                  <a:pt x="1432380" y="46239"/>
                </a:cubicBezTo>
                <a:cubicBezTo>
                  <a:pt x="1433179" y="46343"/>
                  <a:pt x="1433804" y="46517"/>
                  <a:pt x="1434256" y="46760"/>
                </a:cubicBezTo>
                <a:cubicBezTo>
                  <a:pt x="1434708" y="47003"/>
                  <a:pt x="1435038" y="47300"/>
                  <a:pt x="1435247" y="47650"/>
                </a:cubicBezTo>
                <a:cubicBezTo>
                  <a:pt x="1435455" y="47997"/>
                  <a:pt x="1435559" y="48379"/>
                  <a:pt x="1435559" y="48797"/>
                </a:cubicBezTo>
                <a:lnTo>
                  <a:pt x="1435559" y="143249"/>
                </a:lnTo>
                <a:moveTo>
                  <a:pt x="1437436" y="16838"/>
                </a:moveTo>
                <a:cubicBezTo>
                  <a:pt x="1437436" y="20194"/>
                  <a:pt x="1436845" y="22467"/>
                  <a:pt x="1435664" y="23657"/>
                </a:cubicBezTo>
                <a:cubicBezTo>
                  <a:pt x="1434482" y="24845"/>
                  <a:pt x="1432327" y="25439"/>
                  <a:pt x="1429200" y="25439"/>
                </a:cubicBezTo>
                <a:cubicBezTo>
                  <a:pt x="1426141" y="25439"/>
                  <a:pt x="1424039" y="24863"/>
                  <a:pt x="1422892" y="23709"/>
                </a:cubicBezTo>
                <a:cubicBezTo>
                  <a:pt x="1421745" y="22556"/>
                  <a:pt x="1421172" y="20300"/>
                  <a:pt x="1421172" y="16942"/>
                </a:cubicBezTo>
                <a:cubicBezTo>
                  <a:pt x="1421172" y="13586"/>
                  <a:pt x="1421763" y="11314"/>
                  <a:pt x="1422944" y="10126"/>
                </a:cubicBezTo>
                <a:cubicBezTo>
                  <a:pt x="1424126" y="8936"/>
                  <a:pt x="1426280" y="8341"/>
                  <a:pt x="1429408" y="8341"/>
                </a:cubicBezTo>
                <a:cubicBezTo>
                  <a:pt x="1432466" y="8341"/>
                  <a:pt x="1434569" y="8917"/>
                  <a:pt x="1435716" y="10071"/>
                </a:cubicBezTo>
                <a:cubicBezTo>
                  <a:pt x="1436863" y="11224"/>
                  <a:pt x="1437436" y="13480"/>
                  <a:pt x="1437436" y="16838"/>
                </a:cubicBezTo>
                <a:close/>
                <a:moveTo>
                  <a:pt x="1547272" y="143252"/>
                </a:moveTo>
                <a:cubicBezTo>
                  <a:pt x="1547272" y="143669"/>
                  <a:pt x="1547168" y="144051"/>
                  <a:pt x="1546960" y="144399"/>
                </a:cubicBezTo>
                <a:cubicBezTo>
                  <a:pt x="1546751" y="144746"/>
                  <a:pt x="1546421" y="145024"/>
                  <a:pt x="1545969" y="145233"/>
                </a:cubicBezTo>
                <a:cubicBezTo>
                  <a:pt x="1545517" y="145441"/>
                  <a:pt x="1544892" y="145615"/>
                  <a:pt x="1544093" y="145754"/>
                </a:cubicBezTo>
                <a:cubicBezTo>
                  <a:pt x="1543293" y="145893"/>
                  <a:pt x="1542303" y="145963"/>
                  <a:pt x="1541121" y="145963"/>
                </a:cubicBezTo>
                <a:cubicBezTo>
                  <a:pt x="1539870" y="145963"/>
                  <a:pt x="1538845" y="145893"/>
                  <a:pt x="1538046" y="145754"/>
                </a:cubicBezTo>
                <a:cubicBezTo>
                  <a:pt x="1537246" y="145615"/>
                  <a:pt x="1536621" y="145441"/>
                  <a:pt x="1536169" y="145233"/>
                </a:cubicBezTo>
                <a:cubicBezTo>
                  <a:pt x="1535717" y="145024"/>
                  <a:pt x="1535387" y="144746"/>
                  <a:pt x="1535178" y="144399"/>
                </a:cubicBezTo>
                <a:cubicBezTo>
                  <a:pt x="1534970" y="144051"/>
                  <a:pt x="1534866" y="143669"/>
                  <a:pt x="1534866" y="143252"/>
                </a:cubicBezTo>
                <a:lnTo>
                  <a:pt x="1534866" y="87265"/>
                </a:lnTo>
                <a:cubicBezTo>
                  <a:pt x="1534866" y="81426"/>
                  <a:pt x="1534414" y="76683"/>
                  <a:pt x="1533510" y="73034"/>
                </a:cubicBezTo>
                <a:cubicBezTo>
                  <a:pt x="1532607" y="69384"/>
                  <a:pt x="1531251" y="66257"/>
                  <a:pt x="1529444" y="63650"/>
                </a:cubicBezTo>
                <a:cubicBezTo>
                  <a:pt x="1527637" y="61044"/>
                  <a:pt x="1525326" y="59028"/>
                  <a:pt x="1522511" y="57603"/>
                </a:cubicBezTo>
                <a:cubicBezTo>
                  <a:pt x="1519696" y="56178"/>
                  <a:pt x="1516412" y="55466"/>
                  <a:pt x="1512658" y="55466"/>
                </a:cubicBezTo>
                <a:cubicBezTo>
                  <a:pt x="1507863" y="55466"/>
                  <a:pt x="1503067" y="57169"/>
                  <a:pt x="1498271" y="60575"/>
                </a:cubicBezTo>
                <a:cubicBezTo>
                  <a:pt x="1493475" y="63980"/>
                  <a:pt x="1488436" y="68985"/>
                  <a:pt x="1483153" y="75588"/>
                </a:cubicBezTo>
                <a:lnTo>
                  <a:pt x="1483153" y="143252"/>
                </a:lnTo>
                <a:cubicBezTo>
                  <a:pt x="1483153" y="143669"/>
                  <a:pt x="1483049" y="144051"/>
                  <a:pt x="1482840" y="144399"/>
                </a:cubicBezTo>
                <a:cubicBezTo>
                  <a:pt x="1482632" y="144746"/>
                  <a:pt x="1482302" y="145024"/>
                  <a:pt x="1481850" y="145233"/>
                </a:cubicBezTo>
                <a:cubicBezTo>
                  <a:pt x="1481398" y="145441"/>
                  <a:pt x="1480773" y="145615"/>
                  <a:pt x="1479973" y="145754"/>
                </a:cubicBezTo>
                <a:cubicBezTo>
                  <a:pt x="1479174" y="145893"/>
                  <a:pt x="1478149" y="145963"/>
                  <a:pt x="1476898" y="145963"/>
                </a:cubicBezTo>
                <a:cubicBezTo>
                  <a:pt x="1475716" y="145963"/>
                  <a:pt x="1474726" y="145893"/>
                  <a:pt x="1473926" y="145754"/>
                </a:cubicBezTo>
                <a:cubicBezTo>
                  <a:pt x="1473127" y="145615"/>
                  <a:pt x="1472484" y="145441"/>
                  <a:pt x="1471997" y="145233"/>
                </a:cubicBezTo>
                <a:cubicBezTo>
                  <a:pt x="1471511" y="145024"/>
                  <a:pt x="1471181" y="144746"/>
                  <a:pt x="1471007" y="144399"/>
                </a:cubicBezTo>
                <a:cubicBezTo>
                  <a:pt x="1470833" y="144049"/>
                  <a:pt x="1470746" y="143666"/>
                  <a:pt x="1470746" y="143249"/>
                </a:cubicBezTo>
                <a:lnTo>
                  <a:pt x="1470746" y="48797"/>
                </a:lnTo>
                <a:cubicBezTo>
                  <a:pt x="1470746" y="48379"/>
                  <a:pt x="1470833" y="47997"/>
                  <a:pt x="1471007" y="47650"/>
                </a:cubicBezTo>
                <a:cubicBezTo>
                  <a:pt x="1471181" y="47300"/>
                  <a:pt x="1471511" y="47003"/>
                  <a:pt x="1471997" y="46760"/>
                </a:cubicBezTo>
                <a:cubicBezTo>
                  <a:pt x="1472484" y="46517"/>
                  <a:pt x="1473092" y="46343"/>
                  <a:pt x="1473822" y="46239"/>
                </a:cubicBezTo>
                <a:cubicBezTo>
                  <a:pt x="1474552" y="46135"/>
                  <a:pt x="1475507" y="46083"/>
                  <a:pt x="1476689" y="46083"/>
                </a:cubicBezTo>
                <a:cubicBezTo>
                  <a:pt x="1477871" y="46083"/>
                  <a:pt x="1478844" y="46135"/>
                  <a:pt x="1479608" y="46239"/>
                </a:cubicBezTo>
                <a:cubicBezTo>
                  <a:pt x="1480373" y="46343"/>
                  <a:pt x="1480964" y="46517"/>
                  <a:pt x="1481381" y="46760"/>
                </a:cubicBezTo>
                <a:cubicBezTo>
                  <a:pt x="1481798" y="47003"/>
                  <a:pt x="1482093" y="47300"/>
                  <a:pt x="1482267" y="47650"/>
                </a:cubicBezTo>
                <a:cubicBezTo>
                  <a:pt x="1482441" y="47997"/>
                  <a:pt x="1482528" y="48379"/>
                  <a:pt x="1482528" y="48797"/>
                </a:cubicBezTo>
                <a:lnTo>
                  <a:pt x="1482528" y="62155"/>
                </a:lnTo>
                <a:cubicBezTo>
                  <a:pt x="1487949" y="56138"/>
                  <a:pt x="1493266" y="51782"/>
                  <a:pt x="1498479" y="49086"/>
                </a:cubicBezTo>
                <a:cubicBezTo>
                  <a:pt x="1503692" y="46389"/>
                  <a:pt x="1508870" y="45040"/>
                  <a:pt x="1514014" y="45040"/>
                </a:cubicBezTo>
                <a:cubicBezTo>
                  <a:pt x="1520200" y="45040"/>
                  <a:pt x="1525413" y="46083"/>
                  <a:pt x="1529653" y="48168"/>
                </a:cubicBezTo>
                <a:cubicBezTo>
                  <a:pt x="1533893" y="50253"/>
                  <a:pt x="1537316" y="53068"/>
                  <a:pt x="1539922" y="56613"/>
                </a:cubicBezTo>
                <a:cubicBezTo>
                  <a:pt x="1542529" y="60158"/>
                  <a:pt x="1544405" y="64293"/>
                  <a:pt x="1545552" y="69020"/>
                </a:cubicBezTo>
                <a:cubicBezTo>
                  <a:pt x="1546699" y="73746"/>
                  <a:pt x="1547272" y="79445"/>
                  <a:pt x="1547272" y="86118"/>
                </a:cubicBezTo>
                <a:lnTo>
                  <a:pt x="1547272" y="143252"/>
                </a:lnTo>
                <a:close/>
                <a:moveTo>
                  <a:pt x="1656918" y="52077"/>
                </a:moveTo>
                <a:cubicBezTo>
                  <a:pt x="1656918" y="54043"/>
                  <a:pt x="1656605" y="55413"/>
                  <a:pt x="1655980" y="56186"/>
                </a:cubicBezTo>
                <a:cubicBezTo>
                  <a:pt x="1655354" y="56957"/>
                  <a:pt x="1654555" y="57343"/>
                  <a:pt x="1653582" y="57343"/>
                </a:cubicBezTo>
                <a:lnTo>
                  <a:pt x="1638673" y="57343"/>
                </a:lnTo>
                <a:cubicBezTo>
                  <a:pt x="1641592" y="60310"/>
                  <a:pt x="1643625" y="63535"/>
                  <a:pt x="1644772" y="67019"/>
                </a:cubicBezTo>
                <a:cubicBezTo>
                  <a:pt x="1645919" y="70501"/>
                  <a:pt x="1646492" y="74174"/>
                  <a:pt x="1646492" y="78038"/>
                </a:cubicBezTo>
                <a:cubicBezTo>
                  <a:pt x="1646492" y="83381"/>
                  <a:pt x="1645641" y="88135"/>
                  <a:pt x="1643938" y="92299"/>
                </a:cubicBezTo>
                <a:cubicBezTo>
                  <a:pt x="1642235" y="96462"/>
                  <a:pt x="1639820" y="99984"/>
                  <a:pt x="1636692" y="102865"/>
                </a:cubicBezTo>
                <a:cubicBezTo>
                  <a:pt x="1633564" y="105745"/>
                  <a:pt x="1629846" y="107948"/>
                  <a:pt x="1625536" y="109475"/>
                </a:cubicBezTo>
                <a:cubicBezTo>
                  <a:pt x="1621227" y="111002"/>
                  <a:pt x="1616466" y="111766"/>
                  <a:pt x="1611253" y="111766"/>
                </a:cubicBezTo>
                <a:cubicBezTo>
                  <a:pt x="1607013" y="111766"/>
                  <a:pt x="1602982" y="111176"/>
                  <a:pt x="1599159" y="109997"/>
                </a:cubicBezTo>
                <a:cubicBezTo>
                  <a:pt x="1595336" y="108817"/>
                  <a:pt x="1592347" y="107360"/>
                  <a:pt x="1590192" y="105624"/>
                </a:cubicBezTo>
                <a:cubicBezTo>
                  <a:pt x="1588802" y="107021"/>
                  <a:pt x="1587655" y="108627"/>
                  <a:pt x="1586752" y="110443"/>
                </a:cubicBezTo>
                <a:cubicBezTo>
                  <a:pt x="1585848" y="112259"/>
                  <a:pt x="1585397" y="114354"/>
                  <a:pt x="1585397" y="116728"/>
                </a:cubicBezTo>
                <a:cubicBezTo>
                  <a:pt x="1585397" y="119380"/>
                  <a:pt x="1586665" y="121614"/>
                  <a:pt x="1589202" y="123430"/>
                </a:cubicBezTo>
                <a:cubicBezTo>
                  <a:pt x="1591739" y="125246"/>
                  <a:pt x="1595023" y="126223"/>
                  <a:pt x="1599054" y="126362"/>
                </a:cubicBezTo>
                <a:lnTo>
                  <a:pt x="1624598" y="127408"/>
                </a:lnTo>
                <a:cubicBezTo>
                  <a:pt x="1628907" y="127547"/>
                  <a:pt x="1632956" y="128139"/>
                  <a:pt x="1636744" y="129184"/>
                </a:cubicBezTo>
                <a:cubicBezTo>
                  <a:pt x="1640532" y="130226"/>
                  <a:pt x="1643851" y="131775"/>
                  <a:pt x="1646701" y="133830"/>
                </a:cubicBezTo>
                <a:cubicBezTo>
                  <a:pt x="1649551" y="135884"/>
                  <a:pt x="1651810" y="138409"/>
                  <a:pt x="1653478" y="141405"/>
                </a:cubicBezTo>
                <a:cubicBezTo>
                  <a:pt x="1655146" y="144398"/>
                  <a:pt x="1655980" y="147913"/>
                  <a:pt x="1655980" y="151951"/>
                </a:cubicBezTo>
                <a:cubicBezTo>
                  <a:pt x="1655980" y="156130"/>
                  <a:pt x="1655128" y="160134"/>
                  <a:pt x="1653426" y="163964"/>
                </a:cubicBezTo>
                <a:cubicBezTo>
                  <a:pt x="1651723" y="167793"/>
                  <a:pt x="1649081" y="171152"/>
                  <a:pt x="1645502" y="174041"/>
                </a:cubicBezTo>
                <a:cubicBezTo>
                  <a:pt x="1641922" y="176932"/>
                  <a:pt x="1637352" y="179230"/>
                  <a:pt x="1631792" y="180935"/>
                </a:cubicBezTo>
                <a:cubicBezTo>
                  <a:pt x="1626231" y="182642"/>
                  <a:pt x="1619594" y="183496"/>
                  <a:pt x="1611878" y="183496"/>
                </a:cubicBezTo>
                <a:cubicBezTo>
                  <a:pt x="1604511" y="183496"/>
                  <a:pt x="1598238" y="182852"/>
                  <a:pt x="1593060" y="181564"/>
                </a:cubicBezTo>
                <a:cubicBezTo>
                  <a:pt x="1587881" y="180278"/>
                  <a:pt x="1583641" y="178505"/>
                  <a:pt x="1580340" y="176244"/>
                </a:cubicBezTo>
                <a:cubicBezTo>
                  <a:pt x="1577038" y="173985"/>
                  <a:pt x="1574640" y="171325"/>
                  <a:pt x="1573146" y="168264"/>
                </a:cubicBezTo>
                <a:cubicBezTo>
                  <a:pt x="1571652" y="165204"/>
                  <a:pt x="1570905" y="161899"/>
                  <a:pt x="1570905" y="158350"/>
                </a:cubicBezTo>
                <a:cubicBezTo>
                  <a:pt x="1570905" y="155917"/>
                  <a:pt x="1571183" y="153623"/>
                  <a:pt x="1571739" y="151466"/>
                </a:cubicBezTo>
                <a:cubicBezTo>
                  <a:pt x="1572295" y="149309"/>
                  <a:pt x="1573146" y="147257"/>
                  <a:pt x="1574293" y="145311"/>
                </a:cubicBezTo>
                <a:cubicBezTo>
                  <a:pt x="1575440" y="143363"/>
                  <a:pt x="1576865" y="141485"/>
                  <a:pt x="1578568" y="139678"/>
                </a:cubicBezTo>
                <a:cubicBezTo>
                  <a:pt x="1580270" y="137869"/>
                  <a:pt x="1582234" y="136024"/>
                  <a:pt x="1584458" y="134146"/>
                </a:cubicBezTo>
                <a:cubicBezTo>
                  <a:pt x="1580913" y="132330"/>
                  <a:pt x="1578307" y="130131"/>
                  <a:pt x="1576639" y="127548"/>
                </a:cubicBezTo>
                <a:cubicBezTo>
                  <a:pt x="1574971" y="124965"/>
                  <a:pt x="1574137" y="122208"/>
                  <a:pt x="1574137" y="119276"/>
                </a:cubicBezTo>
                <a:cubicBezTo>
                  <a:pt x="1574137" y="114949"/>
                  <a:pt x="1574971" y="111127"/>
                  <a:pt x="1576639" y="107810"/>
                </a:cubicBezTo>
                <a:cubicBezTo>
                  <a:pt x="1578307" y="104494"/>
                  <a:pt x="1580323" y="101509"/>
                  <a:pt x="1582686" y="98857"/>
                </a:cubicBezTo>
                <a:cubicBezTo>
                  <a:pt x="1580670" y="96220"/>
                  <a:pt x="1579106" y="93340"/>
                  <a:pt x="1577994" y="90217"/>
                </a:cubicBezTo>
                <a:cubicBezTo>
                  <a:pt x="1576882" y="87093"/>
                  <a:pt x="1576326" y="83346"/>
                  <a:pt x="1576326" y="78976"/>
                </a:cubicBezTo>
                <a:cubicBezTo>
                  <a:pt x="1576326" y="73700"/>
                  <a:pt x="1577195" y="68964"/>
                  <a:pt x="1578932" y="64768"/>
                </a:cubicBezTo>
                <a:cubicBezTo>
                  <a:pt x="1580670" y="60569"/>
                  <a:pt x="1583085" y="57012"/>
                  <a:pt x="1586178" y="54097"/>
                </a:cubicBezTo>
                <a:cubicBezTo>
                  <a:pt x="1589271" y="51183"/>
                  <a:pt x="1592973" y="48944"/>
                  <a:pt x="1597282" y="47383"/>
                </a:cubicBezTo>
                <a:cubicBezTo>
                  <a:pt x="1601591" y="45821"/>
                  <a:pt x="1606318" y="45040"/>
                  <a:pt x="1611461" y="45040"/>
                </a:cubicBezTo>
                <a:cubicBezTo>
                  <a:pt x="1614172" y="45040"/>
                  <a:pt x="1616726" y="45196"/>
                  <a:pt x="1619124" y="45509"/>
                </a:cubicBezTo>
                <a:cubicBezTo>
                  <a:pt x="1621522" y="45822"/>
                  <a:pt x="1623729" y="46222"/>
                  <a:pt x="1625745" y="46708"/>
                </a:cubicBezTo>
                <a:lnTo>
                  <a:pt x="1653582" y="46708"/>
                </a:lnTo>
                <a:cubicBezTo>
                  <a:pt x="1654764" y="46708"/>
                  <a:pt x="1655615" y="47164"/>
                  <a:pt x="1656136" y="48076"/>
                </a:cubicBezTo>
                <a:cubicBezTo>
                  <a:pt x="1656658" y="48989"/>
                  <a:pt x="1656918" y="50322"/>
                  <a:pt x="1656918" y="52077"/>
                </a:cubicBezTo>
                <a:moveTo>
                  <a:pt x="1633668" y="78246"/>
                </a:moveTo>
                <a:cubicBezTo>
                  <a:pt x="1633668" y="71105"/>
                  <a:pt x="1631705" y="65523"/>
                  <a:pt x="1627778" y="61500"/>
                </a:cubicBezTo>
                <a:cubicBezTo>
                  <a:pt x="1623851" y="57477"/>
                  <a:pt x="1618273" y="55466"/>
                  <a:pt x="1611044" y="55466"/>
                </a:cubicBezTo>
                <a:cubicBezTo>
                  <a:pt x="1607360" y="55466"/>
                  <a:pt x="1604128" y="56090"/>
                  <a:pt x="1601348" y="57339"/>
                </a:cubicBezTo>
                <a:cubicBezTo>
                  <a:pt x="1598568" y="58586"/>
                  <a:pt x="1596274" y="60285"/>
                  <a:pt x="1594467" y="62435"/>
                </a:cubicBezTo>
                <a:cubicBezTo>
                  <a:pt x="1592660" y="64585"/>
                  <a:pt x="1591305" y="67082"/>
                  <a:pt x="1590401" y="69925"/>
                </a:cubicBezTo>
                <a:cubicBezTo>
                  <a:pt x="1589497" y="72769"/>
                  <a:pt x="1589046" y="75786"/>
                  <a:pt x="1589046" y="78976"/>
                </a:cubicBezTo>
                <a:cubicBezTo>
                  <a:pt x="1589046" y="85910"/>
                  <a:pt x="1591009" y="91370"/>
                  <a:pt x="1594936" y="95358"/>
                </a:cubicBezTo>
                <a:cubicBezTo>
                  <a:pt x="1598863" y="99346"/>
                  <a:pt x="1604372" y="101340"/>
                  <a:pt x="1611461" y="101340"/>
                </a:cubicBezTo>
                <a:cubicBezTo>
                  <a:pt x="1615215" y="101340"/>
                  <a:pt x="1618499" y="100716"/>
                  <a:pt x="1621314" y="99470"/>
                </a:cubicBezTo>
                <a:cubicBezTo>
                  <a:pt x="1624129" y="98221"/>
                  <a:pt x="1626440" y="96539"/>
                  <a:pt x="1628247" y="94423"/>
                </a:cubicBezTo>
                <a:cubicBezTo>
                  <a:pt x="1630054" y="92307"/>
                  <a:pt x="1631410" y="89845"/>
                  <a:pt x="1632313" y="87037"/>
                </a:cubicBezTo>
                <a:cubicBezTo>
                  <a:pt x="1633217" y="84228"/>
                  <a:pt x="1633668" y="81298"/>
                  <a:pt x="1633668" y="78246"/>
                </a:cubicBezTo>
                <a:moveTo>
                  <a:pt x="1643573" y="152681"/>
                </a:moveTo>
                <a:cubicBezTo>
                  <a:pt x="1643573" y="148081"/>
                  <a:pt x="1641714" y="144561"/>
                  <a:pt x="1637995" y="142121"/>
                </a:cubicBezTo>
                <a:cubicBezTo>
                  <a:pt x="1634277" y="139680"/>
                  <a:pt x="1629290" y="138355"/>
                  <a:pt x="1623034" y="138147"/>
                </a:cubicBezTo>
                <a:lnTo>
                  <a:pt x="1595614" y="137205"/>
                </a:lnTo>
                <a:cubicBezTo>
                  <a:pt x="1593112" y="139158"/>
                  <a:pt x="1591061" y="141005"/>
                  <a:pt x="1589463" y="142747"/>
                </a:cubicBezTo>
                <a:cubicBezTo>
                  <a:pt x="1587864" y="144489"/>
                  <a:pt x="1586595" y="146179"/>
                  <a:pt x="1585657" y="147817"/>
                </a:cubicBezTo>
                <a:cubicBezTo>
                  <a:pt x="1584719" y="149457"/>
                  <a:pt x="1584076" y="151061"/>
                  <a:pt x="1583728" y="152629"/>
                </a:cubicBezTo>
                <a:cubicBezTo>
                  <a:pt x="1583381" y="154197"/>
                  <a:pt x="1583207" y="155783"/>
                  <a:pt x="1583207" y="157386"/>
                </a:cubicBezTo>
                <a:cubicBezTo>
                  <a:pt x="1583207" y="162544"/>
                  <a:pt x="1585796" y="166448"/>
                  <a:pt x="1590974" y="169095"/>
                </a:cubicBezTo>
                <a:cubicBezTo>
                  <a:pt x="1596153" y="171745"/>
                  <a:pt x="1603364" y="173070"/>
                  <a:pt x="1612608" y="173070"/>
                </a:cubicBezTo>
                <a:cubicBezTo>
                  <a:pt x="1618447" y="173070"/>
                  <a:pt x="1623329" y="172495"/>
                  <a:pt x="1627257" y="171343"/>
                </a:cubicBezTo>
                <a:cubicBezTo>
                  <a:pt x="1631184" y="170194"/>
                  <a:pt x="1634364" y="168678"/>
                  <a:pt x="1636796" y="166795"/>
                </a:cubicBezTo>
                <a:cubicBezTo>
                  <a:pt x="1639229" y="164914"/>
                  <a:pt x="1640967" y="162753"/>
                  <a:pt x="1642009" y="160311"/>
                </a:cubicBezTo>
                <a:cubicBezTo>
                  <a:pt x="1643052" y="157872"/>
                  <a:pt x="1643573" y="155329"/>
                  <a:pt x="1643573" y="15268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Text thefollowingtext:”">
            <a:extLst xmlns:a="http://schemas.openxmlformats.org/drawingml/2006/main">
              <a:ext uri="{FF2B5EF4-FFF2-40B4-BE49-F238E27FC236}">
                <a16:creationId xmlns:a16="http://schemas.microsoft.com/office/drawing/2014/main" id="{78B7236D-9159-4BB6-B220-FDCBF84B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3881" y="3114154"/>
            <a:ext cx="1663547" cy="184122"/>
          </a:xfrm>
          <a:custGeom xmlns:a="http://schemas.openxmlformats.org/drawingml/2006/main">
            <a:pathLst>
              <a:path w="1663547" h="184122">
                <a:moveTo>
                  <a:pt x="58802" y="138352"/>
                </a:moveTo>
                <a:cubicBezTo>
                  <a:pt x="58802" y="139811"/>
                  <a:pt x="58681" y="140993"/>
                  <a:pt x="58437" y="141897"/>
                </a:cubicBezTo>
                <a:cubicBezTo>
                  <a:pt x="58194" y="142800"/>
                  <a:pt x="57812" y="143513"/>
                  <a:pt x="57290" y="144034"/>
                </a:cubicBezTo>
                <a:cubicBezTo>
                  <a:pt x="56769" y="144555"/>
                  <a:pt x="56005" y="145042"/>
                  <a:pt x="54997" y="145494"/>
                </a:cubicBezTo>
                <a:cubicBezTo>
                  <a:pt x="53989" y="145945"/>
                  <a:pt x="52825" y="146328"/>
                  <a:pt x="51504" y="146640"/>
                </a:cubicBezTo>
                <a:cubicBezTo>
                  <a:pt x="50183" y="146953"/>
                  <a:pt x="48793" y="147196"/>
                  <a:pt x="47334" y="147370"/>
                </a:cubicBezTo>
                <a:cubicBezTo>
                  <a:pt x="45874" y="147544"/>
                  <a:pt x="44449" y="147631"/>
                  <a:pt x="43059" y="147631"/>
                </a:cubicBezTo>
                <a:cubicBezTo>
                  <a:pt x="38402" y="147631"/>
                  <a:pt x="34440" y="147005"/>
                  <a:pt x="31173" y="145754"/>
                </a:cubicBezTo>
                <a:cubicBezTo>
                  <a:pt x="27907" y="144503"/>
                  <a:pt x="25231" y="142609"/>
                  <a:pt x="23146" y="140072"/>
                </a:cubicBezTo>
                <a:cubicBezTo>
                  <a:pt x="21060" y="137535"/>
                  <a:pt x="19549" y="134320"/>
                  <a:pt x="18610" y="130428"/>
                </a:cubicBezTo>
                <a:cubicBezTo>
                  <a:pt x="17672" y="126536"/>
                  <a:pt x="17203" y="121948"/>
                  <a:pt x="17203" y="116666"/>
                </a:cubicBezTo>
                <a:lnTo>
                  <a:pt x="17203" y="57968"/>
                </a:lnTo>
                <a:lnTo>
                  <a:pt x="3128" y="57968"/>
                </a:lnTo>
                <a:cubicBezTo>
                  <a:pt x="2155" y="57968"/>
                  <a:pt x="1390" y="57529"/>
                  <a:pt x="834" y="56652"/>
                </a:cubicBezTo>
                <a:cubicBezTo>
                  <a:pt x="278" y="55774"/>
                  <a:pt x="0" y="54458"/>
                  <a:pt x="0" y="52703"/>
                </a:cubicBezTo>
                <a:cubicBezTo>
                  <a:pt x="0" y="51791"/>
                  <a:pt x="70" y="51001"/>
                  <a:pt x="209" y="50334"/>
                </a:cubicBezTo>
                <a:cubicBezTo>
                  <a:pt x="348" y="49668"/>
                  <a:pt x="556" y="49106"/>
                  <a:pt x="834" y="48650"/>
                </a:cubicBezTo>
                <a:cubicBezTo>
                  <a:pt x="1112" y="48194"/>
                  <a:pt x="1442" y="47860"/>
                  <a:pt x="1825" y="47650"/>
                </a:cubicBezTo>
                <a:cubicBezTo>
                  <a:pt x="2207" y="47439"/>
                  <a:pt x="2641" y="47334"/>
                  <a:pt x="3128" y="47334"/>
                </a:cubicBezTo>
                <a:lnTo>
                  <a:pt x="17203" y="47334"/>
                </a:lnTo>
                <a:lnTo>
                  <a:pt x="17203" y="24188"/>
                </a:lnTo>
                <a:cubicBezTo>
                  <a:pt x="17203" y="23771"/>
                  <a:pt x="17290" y="23389"/>
                  <a:pt x="17463" y="23041"/>
                </a:cubicBezTo>
                <a:cubicBezTo>
                  <a:pt x="17637" y="22694"/>
                  <a:pt x="17967" y="22398"/>
                  <a:pt x="18454" y="22155"/>
                </a:cubicBezTo>
                <a:cubicBezTo>
                  <a:pt x="18940" y="21912"/>
                  <a:pt x="19583" y="21738"/>
                  <a:pt x="20383" y="21634"/>
                </a:cubicBezTo>
                <a:cubicBezTo>
                  <a:pt x="21182" y="21530"/>
                  <a:pt x="22172" y="21477"/>
                  <a:pt x="23354" y="21477"/>
                </a:cubicBezTo>
                <a:cubicBezTo>
                  <a:pt x="24605" y="21477"/>
                  <a:pt x="25630" y="21530"/>
                  <a:pt x="26430" y="21634"/>
                </a:cubicBezTo>
                <a:cubicBezTo>
                  <a:pt x="27229" y="21738"/>
                  <a:pt x="27855" y="21912"/>
                  <a:pt x="28306" y="22155"/>
                </a:cubicBezTo>
                <a:cubicBezTo>
                  <a:pt x="28758" y="22398"/>
                  <a:pt x="29088" y="22694"/>
                  <a:pt x="29297" y="23041"/>
                </a:cubicBezTo>
                <a:cubicBezTo>
                  <a:pt x="29505" y="23389"/>
                  <a:pt x="29610" y="23771"/>
                  <a:pt x="29610" y="24188"/>
                </a:cubicBezTo>
                <a:lnTo>
                  <a:pt x="29610" y="47334"/>
                </a:lnTo>
                <a:lnTo>
                  <a:pt x="55674" y="47334"/>
                </a:lnTo>
                <a:cubicBezTo>
                  <a:pt x="56161" y="47334"/>
                  <a:pt x="56595" y="47439"/>
                  <a:pt x="56978" y="47650"/>
                </a:cubicBezTo>
                <a:cubicBezTo>
                  <a:pt x="57360" y="47860"/>
                  <a:pt x="57690" y="48194"/>
                  <a:pt x="57968" y="48650"/>
                </a:cubicBezTo>
                <a:cubicBezTo>
                  <a:pt x="58246" y="49106"/>
                  <a:pt x="58455" y="49668"/>
                  <a:pt x="58594" y="50334"/>
                </a:cubicBezTo>
                <a:cubicBezTo>
                  <a:pt x="58733" y="51001"/>
                  <a:pt x="58802" y="51791"/>
                  <a:pt x="58802" y="52703"/>
                </a:cubicBezTo>
                <a:cubicBezTo>
                  <a:pt x="58802" y="54458"/>
                  <a:pt x="58507" y="55774"/>
                  <a:pt x="57916" y="56652"/>
                </a:cubicBezTo>
                <a:cubicBezTo>
                  <a:pt x="57325" y="57529"/>
                  <a:pt x="56578" y="57968"/>
                  <a:pt x="55674" y="57968"/>
                </a:cubicBezTo>
                <a:lnTo>
                  <a:pt x="29610" y="57968"/>
                </a:lnTo>
                <a:lnTo>
                  <a:pt x="29610" y="114998"/>
                </a:lnTo>
                <a:cubicBezTo>
                  <a:pt x="29610" y="122157"/>
                  <a:pt x="30635" y="127613"/>
                  <a:pt x="32685" y="131366"/>
                </a:cubicBezTo>
                <a:cubicBezTo>
                  <a:pt x="34736" y="135120"/>
                  <a:pt x="38472" y="136996"/>
                  <a:pt x="43893" y="136996"/>
                </a:cubicBezTo>
                <a:cubicBezTo>
                  <a:pt x="45561" y="136996"/>
                  <a:pt x="47073" y="136823"/>
                  <a:pt x="48428" y="136475"/>
                </a:cubicBezTo>
                <a:cubicBezTo>
                  <a:pt x="49784" y="136128"/>
                  <a:pt x="50983" y="135745"/>
                  <a:pt x="52025" y="135328"/>
                </a:cubicBezTo>
                <a:cubicBezTo>
                  <a:pt x="53068" y="134911"/>
                  <a:pt x="53954" y="134529"/>
                  <a:pt x="54684" y="134181"/>
                </a:cubicBezTo>
                <a:cubicBezTo>
                  <a:pt x="55414" y="133834"/>
                  <a:pt x="56057" y="133660"/>
                  <a:pt x="56613" y="133660"/>
                </a:cubicBezTo>
                <a:cubicBezTo>
                  <a:pt x="56960" y="133660"/>
                  <a:pt x="57273" y="133730"/>
                  <a:pt x="57551" y="133869"/>
                </a:cubicBezTo>
                <a:cubicBezTo>
                  <a:pt x="57829" y="134008"/>
                  <a:pt x="58055" y="134268"/>
                  <a:pt x="58229" y="134651"/>
                </a:cubicBezTo>
                <a:cubicBezTo>
                  <a:pt x="58402" y="135033"/>
                  <a:pt x="58541" y="135519"/>
                  <a:pt x="58646" y="136110"/>
                </a:cubicBezTo>
                <a:cubicBezTo>
                  <a:pt x="58750" y="136701"/>
                  <a:pt x="58802" y="137448"/>
                  <a:pt x="58802" y="138352"/>
                </a:cubicBezTo>
                <a:close/>
                <a:moveTo>
                  <a:pt x="160419" y="143878"/>
                </a:moveTo>
                <a:cubicBezTo>
                  <a:pt x="160419" y="144295"/>
                  <a:pt x="160315" y="144677"/>
                  <a:pt x="160106" y="145024"/>
                </a:cubicBezTo>
                <a:cubicBezTo>
                  <a:pt x="159898" y="145372"/>
                  <a:pt x="159568" y="145650"/>
                  <a:pt x="159116" y="145858"/>
                </a:cubicBezTo>
                <a:cubicBezTo>
                  <a:pt x="158664" y="146067"/>
                  <a:pt x="158038" y="146241"/>
                  <a:pt x="157239" y="146380"/>
                </a:cubicBezTo>
                <a:cubicBezTo>
                  <a:pt x="156440" y="146519"/>
                  <a:pt x="155449" y="146588"/>
                  <a:pt x="154268" y="146588"/>
                </a:cubicBezTo>
                <a:cubicBezTo>
                  <a:pt x="153017" y="146588"/>
                  <a:pt x="151991" y="146519"/>
                  <a:pt x="151192" y="146380"/>
                </a:cubicBezTo>
                <a:cubicBezTo>
                  <a:pt x="150393" y="146241"/>
                  <a:pt x="149767" y="146067"/>
                  <a:pt x="149315" y="145858"/>
                </a:cubicBezTo>
                <a:cubicBezTo>
                  <a:pt x="148864" y="145650"/>
                  <a:pt x="148533" y="145372"/>
                  <a:pt x="148325" y="145024"/>
                </a:cubicBezTo>
                <a:cubicBezTo>
                  <a:pt x="148116" y="144677"/>
                  <a:pt x="148012" y="144295"/>
                  <a:pt x="148012" y="143878"/>
                </a:cubicBezTo>
                <a:lnTo>
                  <a:pt x="148012" y="87890"/>
                </a:lnTo>
                <a:cubicBezTo>
                  <a:pt x="148012" y="82052"/>
                  <a:pt x="147560" y="77308"/>
                  <a:pt x="146657" y="73659"/>
                </a:cubicBezTo>
                <a:cubicBezTo>
                  <a:pt x="145753" y="70010"/>
                  <a:pt x="144398" y="66882"/>
                  <a:pt x="142591" y="64276"/>
                </a:cubicBezTo>
                <a:cubicBezTo>
                  <a:pt x="140784" y="61669"/>
                  <a:pt x="138472" y="59654"/>
                  <a:pt x="135657" y="58229"/>
                </a:cubicBezTo>
                <a:cubicBezTo>
                  <a:pt x="132842" y="56804"/>
                  <a:pt x="129558" y="56091"/>
                  <a:pt x="125805" y="56091"/>
                </a:cubicBezTo>
                <a:cubicBezTo>
                  <a:pt x="121009" y="56091"/>
                  <a:pt x="116213" y="57794"/>
                  <a:pt x="111417" y="61200"/>
                </a:cubicBezTo>
                <a:cubicBezTo>
                  <a:pt x="106621" y="64606"/>
                  <a:pt x="101582" y="69610"/>
                  <a:pt x="96300" y="76213"/>
                </a:cubicBezTo>
                <a:lnTo>
                  <a:pt x="96300" y="143878"/>
                </a:lnTo>
                <a:cubicBezTo>
                  <a:pt x="96300" y="144295"/>
                  <a:pt x="96195" y="144677"/>
                  <a:pt x="95987" y="145024"/>
                </a:cubicBezTo>
                <a:cubicBezTo>
                  <a:pt x="95778" y="145372"/>
                  <a:pt x="95448" y="145650"/>
                  <a:pt x="94996" y="145858"/>
                </a:cubicBezTo>
                <a:cubicBezTo>
                  <a:pt x="94545" y="146067"/>
                  <a:pt x="93919" y="146241"/>
                  <a:pt x="93120" y="146380"/>
                </a:cubicBezTo>
                <a:cubicBezTo>
                  <a:pt x="92320" y="146519"/>
                  <a:pt x="91295" y="146588"/>
                  <a:pt x="90044" y="146588"/>
                </a:cubicBezTo>
                <a:cubicBezTo>
                  <a:pt x="88863" y="146588"/>
                  <a:pt x="87872" y="146519"/>
                  <a:pt x="87073" y="146380"/>
                </a:cubicBezTo>
                <a:cubicBezTo>
                  <a:pt x="86273" y="146241"/>
                  <a:pt x="85630" y="146067"/>
                  <a:pt x="85144" y="145858"/>
                </a:cubicBezTo>
                <a:cubicBezTo>
                  <a:pt x="84657" y="145650"/>
                  <a:pt x="84327" y="145372"/>
                  <a:pt x="84153" y="145024"/>
                </a:cubicBezTo>
                <a:cubicBezTo>
                  <a:pt x="83980" y="144677"/>
                  <a:pt x="83893" y="144295"/>
                  <a:pt x="83893" y="143878"/>
                </a:cubicBezTo>
                <a:lnTo>
                  <a:pt x="83893" y="3336"/>
                </a:lnTo>
                <a:cubicBezTo>
                  <a:pt x="83893" y="2919"/>
                  <a:pt x="83980" y="2537"/>
                  <a:pt x="84153" y="2189"/>
                </a:cubicBezTo>
                <a:cubicBezTo>
                  <a:pt x="84327" y="1842"/>
                  <a:pt x="84657" y="1547"/>
                  <a:pt x="85144" y="1303"/>
                </a:cubicBezTo>
                <a:cubicBezTo>
                  <a:pt x="85630" y="1060"/>
                  <a:pt x="86273" y="886"/>
                  <a:pt x="87073" y="782"/>
                </a:cubicBezTo>
                <a:cubicBezTo>
                  <a:pt x="87872" y="678"/>
                  <a:pt x="88863" y="626"/>
                  <a:pt x="90044" y="626"/>
                </a:cubicBezTo>
                <a:cubicBezTo>
                  <a:pt x="91295" y="626"/>
                  <a:pt x="92320" y="678"/>
                  <a:pt x="93120" y="782"/>
                </a:cubicBezTo>
                <a:cubicBezTo>
                  <a:pt x="93919" y="886"/>
                  <a:pt x="94545" y="1060"/>
                  <a:pt x="94996" y="1303"/>
                </a:cubicBezTo>
                <a:cubicBezTo>
                  <a:pt x="95448" y="1547"/>
                  <a:pt x="95778" y="1842"/>
                  <a:pt x="95987" y="2189"/>
                </a:cubicBezTo>
                <a:cubicBezTo>
                  <a:pt x="96195" y="2537"/>
                  <a:pt x="96300" y="2919"/>
                  <a:pt x="96300" y="3336"/>
                </a:cubicBezTo>
                <a:lnTo>
                  <a:pt x="96300" y="62243"/>
                </a:lnTo>
                <a:cubicBezTo>
                  <a:pt x="101443" y="56543"/>
                  <a:pt x="106587" y="52355"/>
                  <a:pt x="111730" y="49679"/>
                </a:cubicBezTo>
                <a:cubicBezTo>
                  <a:pt x="116873" y="47003"/>
                  <a:pt x="122017" y="45665"/>
                  <a:pt x="127160" y="45665"/>
                </a:cubicBezTo>
                <a:cubicBezTo>
                  <a:pt x="133346" y="45665"/>
                  <a:pt x="138559" y="46708"/>
                  <a:pt x="142799" y="48793"/>
                </a:cubicBezTo>
                <a:cubicBezTo>
                  <a:pt x="147039" y="50878"/>
                  <a:pt x="150462" y="53693"/>
                  <a:pt x="153069" y="57238"/>
                </a:cubicBezTo>
                <a:cubicBezTo>
                  <a:pt x="155675" y="60783"/>
                  <a:pt x="157552" y="64919"/>
                  <a:pt x="158699" y="69645"/>
                </a:cubicBezTo>
                <a:cubicBezTo>
                  <a:pt x="159846" y="74371"/>
                  <a:pt x="160419" y="80071"/>
                  <a:pt x="160419" y="86744"/>
                </a:cubicBezTo>
                <a:lnTo>
                  <a:pt x="160419" y="143878"/>
                </a:lnTo>
                <a:close/>
                <a:moveTo>
                  <a:pt x="271312" y="91852"/>
                </a:moveTo>
                <a:cubicBezTo>
                  <a:pt x="271312" y="94354"/>
                  <a:pt x="270652" y="96075"/>
                  <a:pt x="269332" y="97013"/>
                </a:cubicBezTo>
                <a:cubicBezTo>
                  <a:pt x="268011" y="97951"/>
                  <a:pt x="266725" y="98421"/>
                  <a:pt x="265474" y="98421"/>
                </a:cubicBezTo>
                <a:lnTo>
                  <a:pt x="201146" y="98421"/>
                </a:lnTo>
                <a:cubicBezTo>
                  <a:pt x="201146" y="104274"/>
                  <a:pt x="201719" y="109571"/>
                  <a:pt x="202866" y="114310"/>
                </a:cubicBezTo>
                <a:cubicBezTo>
                  <a:pt x="204013" y="119050"/>
                  <a:pt x="205907" y="123109"/>
                  <a:pt x="208548" y="126489"/>
                </a:cubicBezTo>
                <a:cubicBezTo>
                  <a:pt x="211190" y="129869"/>
                  <a:pt x="214630" y="132466"/>
                  <a:pt x="218870" y="134279"/>
                </a:cubicBezTo>
                <a:cubicBezTo>
                  <a:pt x="223110" y="136091"/>
                  <a:pt x="228323" y="136996"/>
                  <a:pt x="234509" y="136996"/>
                </a:cubicBezTo>
                <a:cubicBezTo>
                  <a:pt x="238888" y="136996"/>
                  <a:pt x="242815" y="136609"/>
                  <a:pt x="246290" y="135833"/>
                </a:cubicBezTo>
                <a:cubicBezTo>
                  <a:pt x="249766" y="135058"/>
                  <a:pt x="252772" y="134195"/>
                  <a:pt x="255309" y="133243"/>
                </a:cubicBezTo>
                <a:cubicBezTo>
                  <a:pt x="257846" y="132292"/>
                  <a:pt x="259931" y="131428"/>
                  <a:pt x="261564" y="130653"/>
                </a:cubicBezTo>
                <a:cubicBezTo>
                  <a:pt x="263198" y="129878"/>
                  <a:pt x="264362" y="129490"/>
                  <a:pt x="265057" y="129490"/>
                </a:cubicBezTo>
                <a:cubicBezTo>
                  <a:pt x="265474" y="129490"/>
                  <a:pt x="265856" y="129595"/>
                  <a:pt x="266204" y="129806"/>
                </a:cubicBezTo>
                <a:cubicBezTo>
                  <a:pt x="266551" y="130017"/>
                  <a:pt x="266829" y="130350"/>
                  <a:pt x="267038" y="130806"/>
                </a:cubicBezTo>
                <a:cubicBezTo>
                  <a:pt x="267246" y="131262"/>
                  <a:pt x="267403" y="131841"/>
                  <a:pt x="267507" y="132543"/>
                </a:cubicBezTo>
                <a:cubicBezTo>
                  <a:pt x="267611" y="133244"/>
                  <a:pt x="267663" y="134121"/>
                  <a:pt x="267663" y="135172"/>
                </a:cubicBezTo>
                <a:cubicBezTo>
                  <a:pt x="267663" y="135665"/>
                  <a:pt x="267629" y="136140"/>
                  <a:pt x="267559" y="136596"/>
                </a:cubicBezTo>
                <a:cubicBezTo>
                  <a:pt x="267490" y="137052"/>
                  <a:pt x="267403" y="137473"/>
                  <a:pt x="267298" y="137860"/>
                </a:cubicBezTo>
                <a:cubicBezTo>
                  <a:pt x="267194" y="138244"/>
                  <a:pt x="267038" y="138612"/>
                  <a:pt x="266829" y="138964"/>
                </a:cubicBezTo>
                <a:cubicBezTo>
                  <a:pt x="266621" y="139314"/>
                  <a:pt x="266343" y="139665"/>
                  <a:pt x="265995" y="140017"/>
                </a:cubicBezTo>
                <a:cubicBezTo>
                  <a:pt x="265648" y="140366"/>
                  <a:pt x="264570" y="140976"/>
                  <a:pt x="262763" y="141845"/>
                </a:cubicBezTo>
                <a:cubicBezTo>
                  <a:pt x="260956" y="142713"/>
                  <a:pt x="258593" y="143582"/>
                  <a:pt x="255674" y="144451"/>
                </a:cubicBezTo>
                <a:cubicBezTo>
                  <a:pt x="252754" y="145320"/>
                  <a:pt x="249366" y="146102"/>
                  <a:pt x="245508" y="146797"/>
                </a:cubicBezTo>
                <a:cubicBezTo>
                  <a:pt x="241651" y="147492"/>
                  <a:pt x="237498" y="147839"/>
                  <a:pt x="233049" y="147839"/>
                </a:cubicBezTo>
                <a:cubicBezTo>
                  <a:pt x="225751" y="147839"/>
                  <a:pt x="219287" y="146744"/>
                  <a:pt x="213657" y="144552"/>
                </a:cubicBezTo>
                <a:cubicBezTo>
                  <a:pt x="208027" y="142360"/>
                  <a:pt x="203301" y="139125"/>
                  <a:pt x="199478" y="134846"/>
                </a:cubicBezTo>
                <a:cubicBezTo>
                  <a:pt x="195655" y="130567"/>
                  <a:pt x="192753" y="125262"/>
                  <a:pt x="190772" y="118930"/>
                </a:cubicBezTo>
                <a:cubicBezTo>
                  <a:pt x="188791" y="112599"/>
                  <a:pt x="187801" y="105258"/>
                  <a:pt x="187801" y="96909"/>
                </a:cubicBezTo>
                <a:cubicBezTo>
                  <a:pt x="187801" y="88907"/>
                  <a:pt x="188826" y="81740"/>
                  <a:pt x="190877" y="75409"/>
                </a:cubicBezTo>
                <a:cubicBezTo>
                  <a:pt x="192927" y="69077"/>
                  <a:pt x="195864" y="63702"/>
                  <a:pt x="199686" y="59284"/>
                </a:cubicBezTo>
                <a:cubicBezTo>
                  <a:pt x="203509" y="54866"/>
                  <a:pt x="208114" y="51492"/>
                  <a:pt x="213501" y="49161"/>
                </a:cubicBezTo>
                <a:cubicBezTo>
                  <a:pt x="218887" y="46831"/>
                  <a:pt x="224882" y="45665"/>
                  <a:pt x="231485" y="45665"/>
                </a:cubicBezTo>
                <a:cubicBezTo>
                  <a:pt x="238575" y="45665"/>
                  <a:pt x="244622" y="46847"/>
                  <a:pt x="249627" y="49210"/>
                </a:cubicBezTo>
                <a:cubicBezTo>
                  <a:pt x="254631" y="51574"/>
                  <a:pt x="258749" y="54753"/>
                  <a:pt x="261981" y="58750"/>
                </a:cubicBezTo>
                <a:cubicBezTo>
                  <a:pt x="265213" y="62747"/>
                  <a:pt x="267576" y="67386"/>
                  <a:pt x="269071" y="72669"/>
                </a:cubicBezTo>
                <a:cubicBezTo>
                  <a:pt x="270565" y="77951"/>
                  <a:pt x="271312" y="83512"/>
                  <a:pt x="271312" y="89350"/>
                </a:cubicBezTo>
                <a:lnTo>
                  <a:pt x="271312" y="91852"/>
                </a:lnTo>
                <a:moveTo>
                  <a:pt x="258489" y="88203"/>
                </a:moveTo>
                <a:cubicBezTo>
                  <a:pt x="258697" y="78194"/>
                  <a:pt x="256403" y="70375"/>
                  <a:pt x="251607" y="64745"/>
                </a:cubicBezTo>
                <a:cubicBezTo>
                  <a:pt x="246812" y="59115"/>
                  <a:pt x="239826" y="56300"/>
                  <a:pt x="230651" y="56300"/>
                </a:cubicBezTo>
                <a:cubicBezTo>
                  <a:pt x="225925" y="56300"/>
                  <a:pt x="221772" y="57186"/>
                  <a:pt x="218192" y="58959"/>
                </a:cubicBezTo>
                <a:cubicBezTo>
                  <a:pt x="214613" y="60731"/>
                  <a:pt x="211589" y="63077"/>
                  <a:pt x="209122" y="65996"/>
                </a:cubicBezTo>
                <a:cubicBezTo>
                  <a:pt x="206654" y="68915"/>
                  <a:pt x="204760" y="72304"/>
                  <a:pt x="203440" y="76161"/>
                </a:cubicBezTo>
                <a:cubicBezTo>
                  <a:pt x="202119" y="80019"/>
                  <a:pt x="201355" y="84033"/>
                  <a:pt x="201146" y="88203"/>
                </a:cubicBezTo>
                <a:lnTo>
                  <a:pt x="258489" y="88203"/>
                </a:lnTo>
                <a:close/>
                <a:moveTo>
                  <a:pt x="395893" y="9279"/>
                </a:moveTo>
                <a:cubicBezTo>
                  <a:pt x="395893" y="10252"/>
                  <a:pt x="395841" y="11034"/>
                  <a:pt x="395737" y="11625"/>
                </a:cubicBezTo>
                <a:cubicBezTo>
                  <a:pt x="395632" y="12216"/>
                  <a:pt x="395493" y="12685"/>
                  <a:pt x="395320" y="13032"/>
                </a:cubicBezTo>
                <a:cubicBezTo>
                  <a:pt x="395146" y="13380"/>
                  <a:pt x="394937" y="13623"/>
                  <a:pt x="394694" y="13762"/>
                </a:cubicBezTo>
                <a:cubicBezTo>
                  <a:pt x="394451" y="13901"/>
                  <a:pt x="394155" y="13971"/>
                  <a:pt x="393808" y="13971"/>
                </a:cubicBezTo>
                <a:cubicBezTo>
                  <a:pt x="393252" y="13971"/>
                  <a:pt x="392591" y="13797"/>
                  <a:pt x="391827" y="13449"/>
                </a:cubicBezTo>
                <a:cubicBezTo>
                  <a:pt x="391062" y="13102"/>
                  <a:pt x="390107" y="12720"/>
                  <a:pt x="388960" y="12303"/>
                </a:cubicBezTo>
                <a:cubicBezTo>
                  <a:pt x="387813" y="11886"/>
                  <a:pt x="386458" y="11503"/>
                  <a:pt x="384894" y="11156"/>
                </a:cubicBezTo>
                <a:cubicBezTo>
                  <a:pt x="383330" y="10808"/>
                  <a:pt x="381505" y="10634"/>
                  <a:pt x="379420" y="10634"/>
                </a:cubicBezTo>
                <a:cubicBezTo>
                  <a:pt x="376501" y="10634"/>
                  <a:pt x="374033" y="11104"/>
                  <a:pt x="372018" y="12042"/>
                </a:cubicBezTo>
                <a:cubicBezTo>
                  <a:pt x="370002" y="12980"/>
                  <a:pt x="368369" y="14475"/>
                  <a:pt x="367117" y="16525"/>
                </a:cubicBezTo>
                <a:cubicBezTo>
                  <a:pt x="365866" y="18576"/>
                  <a:pt x="364980" y="21217"/>
                  <a:pt x="364459" y="24449"/>
                </a:cubicBezTo>
                <a:cubicBezTo>
                  <a:pt x="363938" y="27681"/>
                  <a:pt x="363677" y="31591"/>
                  <a:pt x="363677" y="36178"/>
                </a:cubicBezTo>
                <a:lnTo>
                  <a:pt x="363677" y="47334"/>
                </a:lnTo>
                <a:lnTo>
                  <a:pt x="386822" y="47334"/>
                </a:lnTo>
                <a:cubicBezTo>
                  <a:pt x="387309" y="47334"/>
                  <a:pt x="387726" y="47439"/>
                  <a:pt x="388074" y="47650"/>
                </a:cubicBezTo>
                <a:cubicBezTo>
                  <a:pt x="388421" y="47860"/>
                  <a:pt x="388734" y="48194"/>
                  <a:pt x="389012" y="48650"/>
                </a:cubicBezTo>
                <a:cubicBezTo>
                  <a:pt x="389290" y="49106"/>
                  <a:pt x="389498" y="49668"/>
                  <a:pt x="389637" y="50334"/>
                </a:cubicBezTo>
                <a:cubicBezTo>
                  <a:pt x="389776" y="51001"/>
                  <a:pt x="389846" y="51791"/>
                  <a:pt x="389846" y="52703"/>
                </a:cubicBezTo>
                <a:cubicBezTo>
                  <a:pt x="389846" y="54458"/>
                  <a:pt x="389568" y="55774"/>
                  <a:pt x="389012" y="56652"/>
                </a:cubicBezTo>
                <a:cubicBezTo>
                  <a:pt x="388456" y="57529"/>
                  <a:pt x="387726" y="57968"/>
                  <a:pt x="386822" y="57968"/>
                </a:cubicBezTo>
                <a:lnTo>
                  <a:pt x="363677" y="57968"/>
                </a:lnTo>
                <a:lnTo>
                  <a:pt x="363677" y="143881"/>
                </a:lnTo>
                <a:cubicBezTo>
                  <a:pt x="363677" y="144298"/>
                  <a:pt x="363573" y="144680"/>
                  <a:pt x="363364" y="145028"/>
                </a:cubicBezTo>
                <a:cubicBezTo>
                  <a:pt x="363156" y="145373"/>
                  <a:pt x="362825" y="145650"/>
                  <a:pt x="362374" y="145858"/>
                </a:cubicBezTo>
                <a:cubicBezTo>
                  <a:pt x="361922" y="146067"/>
                  <a:pt x="361279" y="146241"/>
                  <a:pt x="360445" y="146380"/>
                </a:cubicBezTo>
                <a:cubicBezTo>
                  <a:pt x="359611" y="146519"/>
                  <a:pt x="358603" y="146588"/>
                  <a:pt x="357421" y="146588"/>
                </a:cubicBezTo>
                <a:cubicBezTo>
                  <a:pt x="356240" y="146588"/>
                  <a:pt x="355249" y="146519"/>
                  <a:pt x="354450" y="146380"/>
                </a:cubicBezTo>
                <a:cubicBezTo>
                  <a:pt x="353651" y="146241"/>
                  <a:pt x="353008" y="146067"/>
                  <a:pt x="352521" y="145858"/>
                </a:cubicBezTo>
                <a:cubicBezTo>
                  <a:pt x="352035" y="145650"/>
                  <a:pt x="351704" y="145373"/>
                  <a:pt x="351531" y="145028"/>
                </a:cubicBezTo>
                <a:cubicBezTo>
                  <a:pt x="351357" y="144680"/>
                  <a:pt x="351270" y="144298"/>
                  <a:pt x="351270" y="143881"/>
                </a:cubicBezTo>
                <a:lnTo>
                  <a:pt x="351270" y="57968"/>
                </a:lnTo>
                <a:lnTo>
                  <a:pt x="337091" y="57968"/>
                </a:lnTo>
                <a:cubicBezTo>
                  <a:pt x="336118" y="57968"/>
                  <a:pt x="335371" y="57529"/>
                  <a:pt x="334849" y="56652"/>
                </a:cubicBezTo>
                <a:cubicBezTo>
                  <a:pt x="334328" y="55774"/>
                  <a:pt x="334067" y="54458"/>
                  <a:pt x="334067" y="52703"/>
                </a:cubicBezTo>
                <a:cubicBezTo>
                  <a:pt x="334067" y="51791"/>
                  <a:pt x="334137" y="51001"/>
                  <a:pt x="334276" y="50334"/>
                </a:cubicBezTo>
                <a:cubicBezTo>
                  <a:pt x="334415" y="49668"/>
                  <a:pt x="334606" y="49106"/>
                  <a:pt x="334849" y="48650"/>
                </a:cubicBezTo>
                <a:cubicBezTo>
                  <a:pt x="335093" y="48194"/>
                  <a:pt x="335405" y="47860"/>
                  <a:pt x="335788" y="47650"/>
                </a:cubicBezTo>
                <a:cubicBezTo>
                  <a:pt x="336170" y="47439"/>
                  <a:pt x="336604" y="47334"/>
                  <a:pt x="337091" y="47334"/>
                </a:cubicBezTo>
                <a:lnTo>
                  <a:pt x="351270" y="47334"/>
                </a:lnTo>
                <a:lnTo>
                  <a:pt x="351270" y="36595"/>
                </a:lnTo>
                <a:cubicBezTo>
                  <a:pt x="351270" y="29992"/>
                  <a:pt x="351861" y="24362"/>
                  <a:pt x="353042" y="19705"/>
                </a:cubicBezTo>
                <a:cubicBezTo>
                  <a:pt x="354224" y="15048"/>
                  <a:pt x="356014" y="11260"/>
                  <a:pt x="358412" y="8341"/>
                </a:cubicBezTo>
                <a:cubicBezTo>
                  <a:pt x="360810" y="5421"/>
                  <a:pt x="363816" y="3302"/>
                  <a:pt x="367430" y="1981"/>
                </a:cubicBezTo>
                <a:cubicBezTo>
                  <a:pt x="371045" y="660"/>
                  <a:pt x="375250" y="0"/>
                  <a:pt x="380046" y="0"/>
                </a:cubicBezTo>
                <a:cubicBezTo>
                  <a:pt x="382409" y="0"/>
                  <a:pt x="384702" y="226"/>
                  <a:pt x="386927" y="678"/>
                </a:cubicBezTo>
                <a:cubicBezTo>
                  <a:pt x="389151" y="1129"/>
                  <a:pt x="390836" y="1616"/>
                  <a:pt x="391983" y="2137"/>
                </a:cubicBezTo>
                <a:cubicBezTo>
                  <a:pt x="393130" y="2659"/>
                  <a:pt x="393895" y="3110"/>
                  <a:pt x="394277" y="3493"/>
                </a:cubicBezTo>
                <a:cubicBezTo>
                  <a:pt x="394659" y="3875"/>
                  <a:pt x="394972" y="4344"/>
                  <a:pt x="395215" y="4900"/>
                </a:cubicBezTo>
                <a:cubicBezTo>
                  <a:pt x="395459" y="5456"/>
                  <a:pt x="395632" y="6099"/>
                  <a:pt x="395737" y="6829"/>
                </a:cubicBezTo>
                <a:cubicBezTo>
                  <a:pt x="395841" y="7559"/>
                  <a:pt x="395893" y="8375"/>
                  <a:pt x="395893" y="9279"/>
                </a:cubicBezTo>
                <a:close/>
                <a:moveTo>
                  <a:pt x="488244" y="95762"/>
                </a:moveTo>
                <a:cubicBezTo>
                  <a:pt x="488244" y="103275"/>
                  <a:pt x="487271" y="110198"/>
                  <a:pt x="485325" y="116529"/>
                </a:cubicBezTo>
                <a:cubicBezTo>
                  <a:pt x="483378" y="122861"/>
                  <a:pt x="480477" y="128358"/>
                  <a:pt x="476619" y="133022"/>
                </a:cubicBezTo>
                <a:cubicBezTo>
                  <a:pt x="472761" y="137683"/>
                  <a:pt x="467948" y="141318"/>
                  <a:pt x="462179" y="143926"/>
                </a:cubicBezTo>
                <a:cubicBezTo>
                  <a:pt x="456410" y="146535"/>
                  <a:pt x="449703" y="147839"/>
                  <a:pt x="442057" y="147839"/>
                </a:cubicBezTo>
                <a:cubicBezTo>
                  <a:pt x="434689" y="147839"/>
                  <a:pt x="428243" y="146674"/>
                  <a:pt x="422717" y="144343"/>
                </a:cubicBezTo>
                <a:cubicBezTo>
                  <a:pt x="417191" y="142013"/>
                  <a:pt x="412569" y="138673"/>
                  <a:pt x="408851" y="134325"/>
                </a:cubicBezTo>
                <a:cubicBezTo>
                  <a:pt x="405132" y="129976"/>
                  <a:pt x="402352" y="124706"/>
                  <a:pt x="400510" y="118513"/>
                </a:cubicBezTo>
                <a:cubicBezTo>
                  <a:pt x="398668" y="112321"/>
                  <a:pt x="397747" y="105328"/>
                  <a:pt x="397747" y="97534"/>
                </a:cubicBezTo>
                <a:cubicBezTo>
                  <a:pt x="397747" y="90021"/>
                  <a:pt x="398703" y="83099"/>
                  <a:pt x="400614" y="76767"/>
                </a:cubicBezTo>
                <a:cubicBezTo>
                  <a:pt x="402526" y="70436"/>
                  <a:pt x="405410" y="64957"/>
                  <a:pt x="409268" y="60330"/>
                </a:cubicBezTo>
                <a:cubicBezTo>
                  <a:pt x="413125" y="55702"/>
                  <a:pt x="417939" y="52100"/>
                  <a:pt x="423708" y="49526"/>
                </a:cubicBezTo>
                <a:cubicBezTo>
                  <a:pt x="429477" y="46952"/>
                  <a:pt x="436219" y="45665"/>
                  <a:pt x="443934" y="45665"/>
                </a:cubicBezTo>
                <a:cubicBezTo>
                  <a:pt x="451301" y="45665"/>
                  <a:pt x="457748" y="46813"/>
                  <a:pt x="463274" y="49109"/>
                </a:cubicBezTo>
                <a:cubicBezTo>
                  <a:pt x="468800" y="51405"/>
                  <a:pt x="473404" y="54727"/>
                  <a:pt x="477088" y="59076"/>
                </a:cubicBezTo>
                <a:cubicBezTo>
                  <a:pt x="480772" y="63424"/>
                  <a:pt x="483552" y="68695"/>
                  <a:pt x="485429" y="74887"/>
                </a:cubicBezTo>
                <a:cubicBezTo>
                  <a:pt x="487306" y="81080"/>
                  <a:pt x="488244" y="88038"/>
                  <a:pt x="488244" y="95762"/>
                </a:cubicBezTo>
                <a:moveTo>
                  <a:pt x="475107" y="96909"/>
                </a:moveTo>
                <a:cubicBezTo>
                  <a:pt x="475107" y="91550"/>
                  <a:pt x="474586" y="86435"/>
                  <a:pt x="473543" y="81563"/>
                </a:cubicBezTo>
                <a:cubicBezTo>
                  <a:pt x="472501" y="76691"/>
                  <a:pt x="470763" y="72394"/>
                  <a:pt x="468330" y="68671"/>
                </a:cubicBezTo>
                <a:cubicBezTo>
                  <a:pt x="465898" y="64948"/>
                  <a:pt x="462631" y="61991"/>
                  <a:pt x="458530" y="59799"/>
                </a:cubicBezTo>
                <a:cubicBezTo>
                  <a:pt x="454429" y="57605"/>
                  <a:pt x="449321" y="56508"/>
                  <a:pt x="443204" y="56508"/>
                </a:cubicBezTo>
                <a:cubicBezTo>
                  <a:pt x="437574" y="56508"/>
                  <a:pt x="432709" y="57517"/>
                  <a:pt x="428608" y="59535"/>
                </a:cubicBezTo>
                <a:cubicBezTo>
                  <a:pt x="424507" y="61553"/>
                  <a:pt x="421153" y="64355"/>
                  <a:pt x="418547" y="67941"/>
                </a:cubicBezTo>
                <a:cubicBezTo>
                  <a:pt x="415940" y="71525"/>
                  <a:pt x="414011" y="75753"/>
                  <a:pt x="412760" y="80625"/>
                </a:cubicBezTo>
                <a:cubicBezTo>
                  <a:pt x="411509" y="85497"/>
                  <a:pt x="410884" y="90751"/>
                  <a:pt x="410884" y="96388"/>
                </a:cubicBezTo>
                <a:cubicBezTo>
                  <a:pt x="410884" y="101816"/>
                  <a:pt x="411405" y="106983"/>
                  <a:pt x="412448" y="111890"/>
                </a:cubicBezTo>
                <a:cubicBezTo>
                  <a:pt x="413490" y="116796"/>
                  <a:pt x="415228" y="121094"/>
                  <a:pt x="417661" y="124782"/>
                </a:cubicBezTo>
                <a:cubicBezTo>
                  <a:pt x="420093" y="128470"/>
                  <a:pt x="423360" y="131394"/>
                  <a:pt x="427461" y="133553"/>
                </a:cubicBezTo>
                <a:cubicBezTo>
                  <a:pt x="431562" y="135710"/>
                  <a:pt x="436670" y="136788"/>
                  <a:pt x="442787" y="136788"/>
                </a:cubicBezTo>
                <a:cubicBezTo>
                  <a:pt x="448417" y="136788"/>
                  <a:pt x="453282" y="135779"/>
                  <a:pt x="457383" y="133761"/>
                </a:cubicBezTo>
                <a:cubicBezTo>
                  <a:pt x="461484" y="131743"/>
                  <a:pt x="464838" y="128960"/>
                  <a:pt x="467444" y="125411"/>
                </a:cubicBezTo>
                <a:cubicBezTo>
                  <a:pt x="470051" y="121859"/>
                  <a:pt x="471979" y="117649"/>
                  <a:pt x="473231" y="112779"/>
                </a:cubicBezTo>
                <a:cubicBezTo>
                  <a:pt x="474482" y="107907"/>
                  <a:pt x="475107" y="102617"/>
                  <a:pt x="475107" y="96909"/>
                </a:cubicBezTo>
                <a:close/>
                <a:moveTo>
                  <a:pt x="527615" y="143878"/>
                </a:moveTo>
                <a:cubicBezTo>
                  <a:pt x="527615" y="144295"/>
                  <a:pt x="527511" y="144677"/>
                  <a:pt x="527303" y="145024"/>
                </a:cubicBezTo>
                <a:cubicBezTo>
                  <a:pt x="527094" y="145372"/>
                  <a:pt x="526764" y="145650"/>
                  <a:pt x="526312" y="145858"/>
                </a:cubicBezTo>
                <a:cubicBezTo>
                  <a:pt x="525860" y="146067"/>
                  <a:pt x="525235" y="146241"/>
                  <a:pt x="524435" y="146380"/>
                </a:cubicBezTo>
                <a:cubicBezTo>
                  <a:pt x="523636" y="146519"/>
                  <a:pt x="522611" y="146588"/>
                  <a:pt x="521360" y="146588"/>
                </a:cubicBezTo>
                <a:cubicBezTo>
                  <a:pt x="520178" y="146588"/>
                  <a:pt x="519188" y="146519"/>
                  <a:pt x="518388" y="146380"/>
                </a:cubicBezTo>
                <a:cubicBezTo>
                  <a:pt x="517589" y="146241"/>
                  <a:pt x="516946" y="146067"/>
                  <a:pt x="516460" y="145858"/>
                </a:cubicBezTo>
                <a:cubicBezTo>
                  <a:pt x="515973" y="145650"/>
                  <a:pt x="515643" y="145372"/>
                  <a:pt x="515469" y="145024"/>
                </a:cubicBezTo>
                <a:cubicBezTo>
                  <a:pt x="515295" y="144677"/>
                  <a:pt x="515208" y="144295"/>
                  <a:pt x="515208" y="143878"/>
                </a:cubicBezTo>
                <a:lnTo>
                  <a:pt x="515208" y="3336"/>
                </a:lnTo>
                <a:cubicBezTo>
                  <a:pt x="515208" y="2919"/>
                  <a:pt x="515295" y="2537"/>
                  <a:pt x="515469" y="2189"/>
                </a:cubicBezTo>
                <a:cubicBezTo>
                  <a:pt x="515643" y="1842"/>
                  <a:pt x="515973" y="1547"/>
                  <a:pt x="516460" y="1303"/>
                </a:cubicBezTo>
                <a:cubicBezTo>
                  <a:pt x="516946" y="1060"/>
                  <a:pt x="517589" y="886"/>
                  <a:pt x="518388" y="782"/>
                </a:cubicBezTo>
                <a:cubicBezTo>
                  <a:pt x="519188" y="678"/>
                  <a:pt x="520178" y="626"/>
                  <a:pt x="521360" y="626"/>
                </a:cubicBezTo>
                <a:cubicBezTo>
                  <a:pt x="522611" y="626"/>
                  <a:pt x="523636" y="678"/>
                  <a:pt x="524435" y="782"/>
                </a:cubicBezTo>
                <a:cubicBezTo>
                  <a:pt x="525235" y="886"/>
                  <a:pt x="525860" y="1060"/>
                  <a:pt x="526312" y="1303"/>
                </a:cubicBezTo>
                <a:cubicBezTo>
                  <a:pt x="526764" y="1547"/>
                  <a:pt x="527094" y="1842"/>
                  <a:pt x="527303" y="2189"/>
                </a:cubicBezTo>
                <a:cubicBezTo>
                  <a:pt x="527511" y="2537"/>
                  <a:pt x="527615" y="2919"/>
                  <a:pt x="527615" y="3336"/>
                </a:cubicBezTo>
                <a:lnTo>
                  <a:pt x="527615" y="143878"/>
                </a:lnTo>
                <a:close/>
                <a:moveTo>
                  <a:pt x="575317" y="143878"/>
                </a:moveTo>
                <a:cubicBezTo>
                  <a:pt x="575317" y="144295"/>
                  <a:pt x="575212" y="144677"/>
                  <a:pt x="575004" y="145024"/>
                </a:cubicBezTo>
                <a:cubicBezTo>
                  <a:pt x="574795" y="145372"/>
                  <a:pt x="574465" y="145650"/>
                  <a:pt x="574013" y="145858"/>
                </a:cubicBezTo>
                <a:cubicBezTo>
                  <a:pt x="573562" y="146067"/>
                  <a:pt x="572936" y="146241"/>
                  <a:pt x="572137" y="146380"/>
                </a:cubicBezTo>
                <a:cubicBezTo>
                  <a:pt x="571337" y="146519"/>
                  <a:pt x="570312" y="146588"/>
                  <a:pt x="569061" y="146588"/>
                </a:cubicBezTo>
                <a:cubicBezTo>
                  <a:pt x="567880" y="146588"/>
                  <a:pt x="566889" y="146519"/>
                  <a:pt x="566090" y="146380"/>
                </a:cubicBezTo>
                <a:cubicBezTo>
                  <a:pt x="565290" y="146241"/>
                  <a:pt x="564648" y="146067"/>
                  <a:pt x="564161" y="145858"/>
                </a:cubicBezTo>
                <a:cubicBezTo>
                  <a:pt x="563674" y="145650"/>
                  <a:pt x="563344" y="145372"/>
                  <a:pt x="563171" y="145024"/>
                </a:cubicBezTo>
                <a:cubicBezTo>
                  <a:pt x="562997" y="144677"/>
                  <a:pt x="562910" y="144295"/>
                  <a:pt x="562910" y="143878"/>
                </a:cubicBezTo>
                <a:lnTo>
                  <a:pt x="562910" y="3336"/>
                </a:lnTo>
                <a:cubicBezTo>
                  <a:pt x="562910" y="2919"/>
                  <a:pt x="562997" y="2537"/>
                  <a:pt x="563171" y="2189"/>
                </a:cubicBezTo>
                <a:cubicBezTo>
                  <a:pt x="563344" y="1842"/>
                  <a:pt x="563674" y="1547"/>
                  <a:pt x="564161" y="1303"/>
                </a:cubicBezTo>
                <a:cubicBezTo>
                  <a:pt x="564648" y="1060"/>
                  <a:pt x="565290" y="886"/>
                  <a:pt x="566090" y="782"/>
                </a:cubicBezTo>
                <a:cubicBezTo>
                  <a:pt x="566889" y="678"/>
                  <a:pt x="567880" y="626"/>
                  <a:pt x="569061" y="626"/>
                </a:cubicBezTo>
                <a:cubicBezTo>
                  <a:pt x="570312" y="626"/>
                  <a:pt x="571337" y="678"/>
                  <a:pt x="572137" y="782"/>
                </a:cubicBezTo>
                <a:cubicBezTo>
                  <a:pt x="572936" y="886"/>
                  <a:pt x="573562" y="1060"/>
                  <a:pt x="574013" y="1303"/>
                </a:cubicBezTo>
                <a:cubicBezTo>
                  <a:pt x="574465" y="1547"/>
                  <a:pt x="574795" y="1842"/>
                  <a:pt x="575004" y="2189"/>
                </a:cubicBezTo>
                <a:cubicBezTo>
                  <a:pt x="575212" y="2537"/>
                  <a:pt x="575317" y="2919"/>
                  <a:pt x="575317" y="3336"/>
                </a:cubicBezTo>
                <a:lnTo>
                  <a:pt x="575317" y="143878"/>
                </a:lnTo>
                <a:close/>
                <a:moveTo>
                  <a:pt x="694122" y="95762"/>
                </a:moveTo>
                <a:cubicBezTo>
                  <a:pt x="694122" y="103275"/>
                  <a:pt x="693149" y="110198"/>
                  <a:pt x="691202" y="116529"/>
                </a:cubicBezTo>
                <a:cubicBezTo>
                  <a:pt x="689256" y="122861"/>
                  <a:pt x="686354" y="128358"/>
                  <a:pt x="682497" y="133022"/>
                </a:cubicBezTo>
                <a:cubicBezTo>
                  <a:pt x="678639" y="137683"/>
                  <a:pt x="673826" y="141318"/>
                  <a:pt x="668057" y="143926"/>
                </a:cubicBezTo>
                <a:cubicBezTo>
                  <a:pt x="662288" y="146535"/>
                  <a:pt x="655581" y="147839"/>
                  <a:pt x="647935" y="147839"/>
                </a:cubicBezTo>
                <a:cubicBezTo>
                  <a:pt x="640567" y="147839"/>
                  <a:pt x="634121" y="146674"/>
                  <a:pt x="628595" y="144343"/>
                </a:cubicBezTo>
                <a:cubicBezTo>
                  <a:pt x="623069" y="142013"/>
                  <a:pt x="618447" y="138673"/>
                  <a:pt x="614728" y="134325"/>
                </a:cubicBezTo>
                <a:cubicBezTo>
                  <a:pt x="611010" y="129976"/>
                  <a:pt x="608230" y="124706"/>
                  <a:pt x="606388" y="118513"/>
                </a:cubicBezTo>
                <a:cubicBezTo>
                  <a:pt x="604546" y="112321"/>
                  <a:pt x="603625" y="105328"/>
                  <a:pt x="603625" y="97534"/>
                </a:cubicBezTo>
                <a:cubicBezTo>
                  <a:pt x="603625" y="90021"/>
                  <a:pt x="604580" y="83099"/>
                  <a:pt x="606492" y="76767"/>
                </a:cubicBezTo>
                <a:cubicBezTo>
                  <a:pt x="608403" y="70436"/>
                  <a:pt x="611288" y="64957"/>
                  <a:pt x="615145" y="60330"/>
                </a:cubicBezTo>
                <a:cubicBezTo>
                  <a:pt x="619003" y="55702"/>
                  <a:pt x="623816" y="52100"/>
                  <a:pt x="629585" y="49526"/>
                </a:cubicBezTo>
                <a:cubicBezTo>
                  <a:pt x="635354" y="46952"/>
                  <a:pt x="642096" y="45665"/>
                  <a:pt x="649812" y="45665"/>
                </a:cubicBezTo>
                <a:cubicBezTo>
                  <a:pt x="657179" y="45665"/>
                  <a:pt x="663626" y="46813"/>
                  <a:pt x="669152" y="49109"/>
                </a:cubicBezTo>
                <a:cubicBezTo>
                  <a:pt x="674677" y="51405"/>
                  <a:pt x="679282" y="54727"/>
                  <a:pt x="682966" y="59076"/>
                </a:cubicBezTo>
                <a:cubicBezTo>
                  <a:pt x="686650" y="63424"/>
                  <a:pt x="689430" y="68695"/>
                  <a:pt x="691307" y="74887"/>
                </a:cubicBezTo>
                <a:cubicBezTo>
                  <a:pt x="693183" y="81080"/>
                  <a:pt x="694122" y="88038"/>
                  <a:pt x="694122" y="95762"/>
                </a:cubicBezTo>
                <a:moveTo>
                  <a:pt x="680985" y="96909"/>
                </a:moveTo>
                <a:cubicBezTo>
                  <a:pt x="680985" y="91550"/>
                  <a:pt x="680464" y="86435"/>
                  <a:pt x="679421" y="81563"/>
                </a:cubicBezTo>
                <a:cubicBezTo>
                  <a:pt x="678379" y="76691"/>
                  <a:pt x="676641" y="72394"/>
                  <a:pt x="674208" y="68671"/>
                </a:cubicBezTo>
                <a:cubicBezTo>
                  <a:pt x="671775" y="64948"/>
                  <a:pt x="668509" y="61991"/>
                  <a:pt x="664408" y="59799"/>
                </a:cubicBezTo>
                <a:cubicBezTo>
                  <a:pt x="660307" y="57605"/>
                  <a:pt x="655198" y="56508"/>
                  <a:pt x="649082" y="56508"/>
                </a:cubicBezTo>
                <a:cubicBezTo>
                  <a:pt x="643452" y="56508"/>
                  <a:pt x="638586" y="57517"/>
                  <a:pt x="634485" y="59535"/>
                </a:cubicBezTo>
                <a:cubicBezTo>
                  <a:pt x="630385" y="61553"/>
                  <a:pt x="627031" y="64355"/>
                  <a:pt x="624424" y="67941"/>
                </a:cubicBezTo>
                <a:cubicBezTo>
                  <a:pt x="621818" y="71525"/>
                  <a:pt x="619889" y="75753"/>
                  <a:pt x="618638" y="80625"/>
                </a:cubicBezTo>
                <a:cubicBezTo>
                  <a:pt x="617387" y="85497"/>
                  <a:pt x="616761" y="90751"/>
                  <a:pt x="616761" y="96388"/>
                </a:cubicBezTo>
                <a:cubicBezTo>
                  <a:pt x="616761" y="101816"/>
                  <a:pt x="617283" y="106983"/>
                  <a:pt x="618325" y="111890"/>
                </a:cubicBezTo>
                <a:cubicBezTo>
                  <a:pt x="619368" y="116796"/>
                  <a:pt x="621106" y="121094"/>
                  <a:pt x="623538" y="124782"/>
                </a:cubicBezTo>
                <a:cubicBezTo>
                  <a:pt x="625971" y="128470"/>
                  <a:pt x="629238" y="131394"/>
                  <a:pt x="633339" y="133553"/>
                </a:cubicBezTo>
                <a:cubicBezTo>
                  <a:pt x="637439" y="135710"/>
                  <a:pt x="642548" y="136788"/>
                  <a:pt x="648665" y="136788"/>
                </a:cubicBezTo>
                <a:cubicBezTo>
                  <a:pt x="654295" y="136788"/>
                  <a:pt x="659160" y="135779"/>
                  <a:pt x="663261" y="133761"/>
                </a:cubicBezTo>
                <a:cubicBezTo>
                  <a:pt x="667362" y="131743"/>
                  <a:pt x="670715" y="128960"/>
                  <a:pt x="673322" y="125411"/>
                </a:cubicBezTo>
                <a:cubicBezTo>
                  <a:pt x="675928" y="121859"/>
                  <a:pt x="677857" y="117649"/>
                  <a:pt x="679108" y="112779"/>
                </a:cubicBezTo>
                <a:cubicBezTo>
                  <a:pt x="680359" y="107907"/>
                  <a:pt x="680985" y="102617"/>
                  <a:pt x="680985" y="96909"/>
                </a:cubicBezTo>
                <a:close/>
                <a:moveTo>
                  <a:pt x="845235" y="49214"/>
                </a:moveTo>
                <a:cubicBezTo>
                  <a:pt x="845235" y="49561"/>
                  <a:pt x="845183" y="49961"/>
                  <a:pt x="845079" y="50413"/>
                </a:cubicBezTo>
                <a:cubicBezTo>
                  <a:pt x="844975" y="50864"/>
                  <a:pt x="844853" y="51369"/>
                  <a:pt x="844714" y="51928"/>
                </a:cubicBezTo>
                <a:lnTo>
                  <a:pt x="815521" y="143874"/>
                </a:lnTo>
                <a:cubicBezTo>
                  <a:pt x="815382" y="144430"/>
                  <a:pt x="815122" y="144883"/>
                  <a:pt x="814739" y="145233"/>
                </a:cubicBezTo>
                <a:cubicBezTo>
                  <a:pt x="814357" y="145580"/>
                  <a:pt x="813853" y="145858"/>
                  <a:pt x="813228" y="146067"/>
                </a:cubicBezTo>
                <a:cubicBezTo>
                  <a:pt x="812602" y="146276"/>
                  <a:pt x="811785" y="146415"/>
                  <a:pt x="810778" y="146484"/>
                </a:cubicBezTo>
                <a:cubicBezTo>
                  <a:pt x="809770" y="146554"/>
                  <a:pt x="808571" y="146588"/>
                  <a:pt x="807181" y="146588"/>
                </a:cubicBezTo>
                <a:cubicBezTo>
                  <a:pt x="805721" y="146588"/>
                  <a:pt x="804470" y="146536"/>
                  <a:pt x="803427" y="146432"/>
                </a:cubicBezTo>
                <a:cubicBezTo>
                  <a:pt x="802385" y="146328"/>
                  <a:pt x="801533" y="146171"/>
                  <a:pt x="800873" y="145963"/>
                </a:cubicBezTo>
                <a:cubicBezTo>
                  <a:pt x="800213" y="145754"/>
                  <a:pt x="799691" y="145476"/>
                  <a:pt x="799309" y="145129"/>
                </a:cubicBezTo>
                <a:cubicBezTo>
                  <a:pt x="798927" y="144779"/>
                  <a:pt x="798666" y="144361"/>
                  <a:pt x="798527" y="143874"/>
                </a:cubicBezTo>
                <a:lnTo>
                  <a:pt x="776633" y="69355"/>
                </a:lnTo>
                <a:lnTo>
                  <a:pt x="776424" y="68521"/>
                </a:lnTo>
                <a:lnTo>
                  <a:pt x="776216" y="69355"/>
                </a:lnTo>
                <a:lnTo>
                  <a:pt x="755781" y="143874"/>
                </a:lnTo>
                <a:cubicBezTo>
                  <a:pt x="755642" y="144430"/>
                  <a:pt x="755364" y="144883"/>
                  <a:pt x="754947" y="145233"/>
                </a:cubicBezTo>
                <a:cubicBezTo>
                  <a:pt x="754530" y="145580"/>
                  <a:pt x="753956" y="145858"/>
                  <a:pt x="753227" y="146067"/>
                </a:cubicBezTo>
                <a:cubicBezTo>
                  <a:pt x="752497" y="146276"/>
                  <a:pt x="751611" y="146415"/>
                  <a:pt x="750568" y="146484"/>
                </a:cubicBezTo>
                <a:cubicBezTo>
                  <a:pt x="749525" y="146554"/>
                  <a:pt x="748344" y="146588"/>
                  <a:pt x="747023" y="146588"/>
                </a:cubicBezTo>
                <a:cubicBezTo>
                  <a:pt x="745633" y="146588"/>
                  <a:pt x="744451" y="146536"/>
                  <a:pt x="743478" y="146432"/>
                </a:cubicBezTo>
                <a:cubicBezTo>
                  <a:pt x="742505" y="146328"/>
                  <a:pt x="741689" y="146171"/>
                  <a:pt x="741028" y="145963"/>
                </a:cubicBezTo>
                <a:cubicBezTo>
                  <a:pt x="740368" y="145754"/>
                  <a:pt x="739864" y="145476"/>
                  <a:pt x="739517" y="145129"/>
                </a:cubicBezTo>
                <a:cubicBezTo>
                  <a:pt x="739169" y="144779"/>
                  <a:pt x="738926" y="144361"/>
                  <a:pt x="738787" y="143874"/>
                </a:cubicBezTo>
                <a:lnTo>
                  <a:pt x="709803" y="51928"/>
                </a:lnTo>
                <a:cubicBezTo>
                  <a:pt x="709594" y="51439"/>
                  <a:pt x="709438" y="50951"/>
                  <a:pt x="709334" y="50465"/>
                </a:cubicBezTo>
                <a:cubicBezTo>
                  <a:pt x="709229" y="49978"/>
                  <a:pt x="709177" y="49561"/>
                  <a:pt x="709177" y="49214"/>
                </a:cubicBezTo>
                <a:cubicBezTo>
                  <a:pt x="709177" y="48727"/>
                  <a:pt x="709281" y="48310"/>
                  <a:pt x="709490" y="47962"/>
                </a:cubicBezTo>
                <a:cubicBezTo>
                  <a:pt x="709698" y="47613"/>
                  <a:pt x="710046" y="47351"/>
                  <a:pt x="710532" y="47177"/>
                </a:cubicBezTo>
                <a:cubicBezTo>
                  <a:pt x="711019" y="47003"/>
                  <a:pt x="711645" y="46882"/>
                  <a:pt x="712409" y="46812"/>
                </a:cubicBezTo>
                <a:cubicBezTo>
                  <a:pt x="713174" y="46743"/>
                  <a:pt x="714112" y="46708"/>
                  <a:pt x="715224" y="46708"/>
                </a:cubicBezTo>
                <a:cubicBezTo>
                  <a:pt x="716684" y="46708"/>
                  <a:pt x="717865" y="46760"/>
                  <a:pt x="718769" y="46864"/>
                </a:cubicBezTo>
                <a:cubicBezTo>
                  <a:pt x="719673" y="46969"/>
                  <a:pt x="720350" y="47125"/>
                  <a:pt x="720802" y="47334"/>
                </a:cubicBezTo>
                <a:cubicBezTo>
                  <a:pt x="721254" y="47542"/>
                  <a:pt x="721584" y="47821"/>
                  <a:pt x="721792" y="48171"/>
                </a:cubicBezTo>
                <a:cubicBezTo>
                  <a:pt x="722001" y="48518"/>
                  <a:pt x="722175" y="48936"/>
                  <a:pt x="722314" y="49422"/>
                </a:cubicBezTo>
                <a:lnTo>
                  <a:pt x="747232" y="131875"/>
                </a:lnTo>
                <a:lnTo>
                  <a:pt x="747440" y="132605"/>
                </a:lnTo>
                <a:lnTo>
                  <a:pt x="747649" y="131875"/>
                </a:lnTo>
                <a:lnTo>
                  <a:pt x="770273" y="49422"/>
                </a:lnTo>
                <a:cubicBezTo>
                  <a:pt x="770412" y="48936"/>
                  <a:pt x="770603" y="48518"/>
                  <a:pt x="770846" y="48171"/>
                </a:cubicBezTo>
                <a:cubicBezTo>
                  <a:pt x="771090" y="47821"/>
                  <a:pt x="771437" y="47542"/>
                  <a:pt x="771889" y="47334"/>
                </a:cubicBezTo>
                <a:cubicBezTo>
                  <a:pt x="772341" y="47125"/>
                  <a:pt x="772966" y="46969"/>
                  <a:pt x="773766" y="46864"/>
                </a:cubicBezTo>
                <a:cubicBezTo>
                  <a:pt x="774565" y="46760"/>
                  <a:pt x="775590" y="46708"/>
                  <a:pt x="776841" y="46708"/>
                </a:cubicBezTo>
                <a:cubicBezTo>
                  <a:pt x="778023" y="46708"/>
                  <a:pt x="778996" y="46760"/>
                  <a:pt x="779761" y="46864"/>
                </a:cubicBezTo>
                <a:cubicBezTo>
                  <a:pt x="780525" y="46969"/>
                  <a:pt x="781151" y="47125"/>
                  <a:pt x="781637" y="47334"/>
                </a:cubicBezTo>
                <a:cubicBezTo>
                  <a:pt x="782124" y="47542"/>
                  <a:pt x="782471" y="47821"/>
                  <a:pt x="782680" y="48171"/>
                </a:cubicBezTo>
                <a:cubicBezTo>
                  <a:pt x="782888" y="48518"/>
                  <a:pt x="783062" y="48936"/>
                  <a:pt x="783201" y="49422"/>
                </a:cubicBezTo>
                <a:lnTo>
                  <a:pt x="807598" y="131875"/>
                </a:lnTo>
                <a:lnTo>
                  <a:pt x="807806" y="132605"/>
                </a:lnTo>
                <a:lnTo>
                  <a:pt x="807910" y="131875"/>
                </a:lnTo>
                <a:lnTo>
                  <a:pt x="832724" y="49422"/>
                </a:lnTo>
                <a:cubicBezTo>
                  <a:pt x="832863" y="48936"/>
                  <a:pt x="833054" y="48518"/>
                  <a:pt x="833298" y="48171"/>
                </a:cubicBezTo>
                <a:cubicBezTo>
                  <a:pt x="833541" y="47821"/>
                  <a:pt x="833906" y="47542"/>
                  <a:pt x="834392" y="47334"/>
                </a:cubicBezTo>
                <a:cubicBezTo>
                  <a:pt x="834879" y="47125"/>
                  <a:pt x="835557" y="46969"/>
                  <a:pt x="836425" y="46864"/>
                </a:cubicBezTo>
                <a:cubicBezTo>
                  <a:pt x="837294" y="46760"/>
                  <a:pt x="838424" y="46708"/>
                  <a:pt x="839814" y="46708"/>
                </a:cubicBezTo>
                <a:cubicBezTo>
                  <a:pt x="840926" y="46708"/>
                  <a:pt x="841829" y="46743"/>
                  <a:pt x="842525" y="46812"/>
                </a:cubicBezTo>
                <a:cubicBezTo>
                  <a:pt x="843220" y="46882"/>
                  <a:pt x="843776" y="47021"/>
                  <a:pt x="844193" y="47229"/>
                </a:cubicBezTo>
                <a:cubicBezTo>
                  <a:pt x="844610" y="47438"/>
                  <a:pt x="844888" y="47700"/>
                  <a:pt x="845027" y="48015"/>
                </a:cubicBezTo>
                <a:cubicBezTo>
                  <a:pt x="845166" y="48327"/>
                  <a:pt x="845235" y="48727"/>
                  <a:pt x="845235" y="49214"/>
                </a:cubicBezTo>
                <a:close/>
                <a:moveTo>
                  <a:pt x="881123" y="143874"/>
                </a:moveTo>
                <a:cubicBezTo>
                  <a:pt x="881123" y="144291"/>
                  <a:pt x="881019" y="144675"/>
                  <a:pt x="880811" y="145024"/>
                </a:cubicBezTo>
                <a:cubicBezTo>
                  <a:pt x="880602" y="145372"/>
                  <a:pt x="880272" y="145650"/>
                  <a:pt x="879820" y="145858"/>
                </a:cubicBezTo>
                <a:cubicBezTo>
                  <a:pt x="879368" y="146067"/>
                  <a:pt x="878743" y="146241"/>
                  <a:pt x="877944" y="146380"/>
                </a:cubicBezTo>
                <a:cubicBezTo>
                  <a:pt x="877144" y="146519"/>
                  <a:pt x="876119" y="146588"/>
                  <a:pt x="874868" y="146588"/>
                </a:cubicBezTo>
                <a:cubicBezTo>
                  <a:pt x="873686" y="146588"/>
                  <a:pt x="872696" y="146519"/>
                  <a:pt x="871897" y="146380"/>
                </a:cubicBezTo>
                <a:cubicBezTo>
                  <a:pt x="871097" y="146241"/>
                  <a:pt x="870454" y="146067"/>
                  <a:pt x="869968" y="145858"/>
                </a:cubicBezTo>
                <a:cubicBezTo>
                  <a:pt x="869481" y="145650"/>
                  <a:pt x="869151" y="145372"/>
                  <a:pt x="868977" y="145024"/>
                </a:cubicBezTo>
                <a:cubicBezTo>
                  <a:pt x="868804" y="144675"/>
                  <a:pt x="868717" y="144291"/>
                  <a:pt x="868717" y="143874"/>
                </a:cubicBezTo>
                <a:lnTo>
                  <a:pt x="868717" y="49422"/>
                </a:lnTo>
                <a:cubicBezTo>
                  <a:pt x="868717" y="49005"/>
                  <a:pt x="868804" y="48623"/>
                  <a:pt x="868977" y="48275"/>
                </a:cubicBezTo>
                <a:cubicBezTo>
                  <a:pt x="869151" y="47926"/>
                  <a:pt x="869481" y="47629"/>
                  <a:pt x="869968" y="47386"/>
                </a:cubicBezTo>
                <a:cubicBezTo>
                  <a:pt x="870454" y="47142"/>
                  <a:pt x="871097" y="46969"/>
                  <a:pt x="871897" y="46864"/>
                </a:cubicBezTo>
                <a:cubicBezTo>
                  <a:pt x="872696" y="46760"/>
                  <a:pt x="873686" y="46708"/>
                  <a:pt x="874868" y="46708"/>
                </a:cubicBezTo>
                <a:cubicBezTo>
                  <a:pt x="876119" y="46708"/>
                  <a:pt x="877144" y="46760"/>
                  <a:pt x="877944" y="46864"/>
                </a:cubicBezTo>
                <a:cubicBezTo>
                  <a:pt x="878743" y="46969"/>
                  <a:pt x="879368" y="47142"/>
                  <a:pt x="879820" y="47386"/>
                </a:cubicBezTo>
                <a:cubicBezTo>
                  <a:pt x="880272" y="47629"/>
                  <a:pt x="880602" y="47926"/>
                  <a:pt x="880811" y="48275"/>
                </a:cubicBezTo>
                <a:cubicBezTo>
                  <a:pt x="881019" y="48623"/>
                  <a:pt x="881123" y="49005"/>
                  <a:pt x="881123" y="49422"/>
                </a:cubicBezTo>
                <a:lnTo>
                  <a:pt x="881123" y="143874"/>
                </a:lnTo>
                <a:moveTo>
                  <a:pt x="883000" y="17463"/>
                </a:moveTo>
                <a:cubicBezTo>
                  <a:pt x="883000" y="20819"/>
                  <a:pt x="882409" y="23092"/>
                  <a:pt x="881228" y="24283"/>
                </a:cubicBezTo>
                <a:cubicBezTo>
                  <a:pt x="880046" y="25471"/>
                  <a:pt x="877891" y="26065"/>
                  <a:pt x="874764" y="26065"/>
                </a:cubicBezTo>
                <a:cubicBezTo>
                  <a:pt x="871705" y="26065"/>
                  <a:pt x="869603" y="25488"/>
                  <a:pt x="868456" y="24335"/>
                </a:cubicBezTo>
                <a:cubicBezTo>
                  <a:pt x="867309" y="23181"/>
                  <a:pt x="866736" y="20926"/>
                  <a:pt x="866736" y="17568"/>
                </a:cubicBezTo>
                <a:cubicBezTo>
                  <a:pt x="866736" y="14212"/>
                  <a:pt x="867327" y="11940"/>
                  <a:pt x="868508" y="10752"/>
                </a:cubicBezTo>
                <a:cubicBezTo>
                  <a:pt x="869690" y="9561"/>
                  <a:pt x="871844" y="8966"/>
                  <a:pt x="874972" y="8966"/>
                </a:cubicBezTo>
                <a:cubicBezTo>
                  <a:pt x="878030" y="8966"/>
                  <a:pt x="880133" y="9543"/>
                  <a:pt x="881280" y="10696"/>
                </a:cubicBezTo>
                <a:cubicBezTo>
                  <a:pt x="882427" y="11850"/>
                  <a:pt x="883000" y="14105"/>
                  <a:pt x="883000" y="17463"/>
                </a:cubicBezTo>
                <a:close/>
                <a:moveTo>
                  <a:pt x="992945" y="143878"/>
                </a:moveTo>
                <a:cubicBezTo>
                  <a:pt x="992945" y="144295"/>
                  <a:pt x="992840" y="144677"/>
                  <a:pt x="992632" y="145024"/>
                </a:cubicBezTo>
                <a:cubicBezTo>
                  <a:pt x="992423" y="145372"/>
                  <a:pt x="992093" y="145650"/>
                  <a:pt x="991641" y="145858"/>
                </a:cubicBezTo>
                <a:cubicBezTo>
                  <a:pt x="991189" y="146067"/>
                  <a:pt x="990564" y="146241"/>
                  <a:pt x="989765" y="146380"/>
                </a:cubicBezTo>
                <a:cubicBezTo>
                  <a:pt x="988965" y="146519"/>
                  <a:pt x="987975" y="146588"/>
                  <a:pt x="986793" y="146588"/>
                </a:cubicBezTo>
                <a:cubicBezTo>
                  <a:pt x="985542" y="146588"/>
                  <a:pt x="984517" y="146519"/>
                  <a:pt x="983718" y="146380"/>
                </a:cubicBezTo>
                <a:cubicBezTo>
                  <a:pt x="982918" y="146241"/>
                  <a:pt x="982293" y="146067"/>
                  <a:pt x="981841" y="145858"/>
                </a:cubicBezTo>
                <a:cubicBezTo>
                  <a:pt x="981389" y="145650"/>
                  <a:pt x="981059" y="145372"/>
                  <a:pt x="980850" y="145024"/>
                </a:cubicBezTo>
                <a:cubicBezTo>
                  <a:pt x="980642" y="144677"/>
                  <a:pt x="980538" y="144295"/>
                  <a:pt x="980538" y="143878"/>
                </a:cubicBezTo>
                <a:lnTo>
                  <a:pt x="980538" y="87890"/>
                </a:lnTo>
                <a:cubicBezTo>
                  <a:pt x="980538" y="82052"/>
                  <a:pt x="980086" y="77308"/>
                  <a:pt x="979182" y="73659"/>
                </a:cubicBezTo>
                <a:cubicBezTo>
                  <a:pt x="978279" y="70010"/>
                  <a:pt x="976923" y="66882"/>
                  <a:pt x="975116" y="64276"/>
                </a:cubicBezTo>
                <a:cubicBezTo>
                  <a:pt x="973309" y="61669"/>
                  <a:pt x="970998" y="59654"/>
                  <a:pt x="968183" y="58229"/>
                </a:cubicBezTo>
                <a:cubicBezTo>
                  <a:pt x="965368" y="56804"/>
                  <a:pt x="962084" y="56091"/>
                  <a:pt x="958330" y="56091"/>
                </a:cubicBezTo>
                <a:cubicBezTo>
                  <a:pt x="953535" y="56091"/>
                  <a:pt x="948739" y="57794"/>
                  <a:pt x="943943" y="61200"/>
                </a:cubicBezTo>
                <a:cubicBezTo>
                  <a:pt x="939147" y="64606"/>
                  <a:pt x="934108" y="69610"/>
                  <a:pt x="928825" y="76213"/>
                </a:cubicBezTo>
                <a:lnTo>
                  <a:pt x="928825" y="143878"/>
                </a:lnTo>
                <a:cubicBezTo>
                  <a:pt x="928825" y="144295"/>
                  <a:pt x="928721" y="144677"/>
                  <a:pt x="928512" y="145024"/>
                </a:cubicBezTo>
                <a:cubicBezTo>
                  <a:pt x="928304" y="145372"/>
                  <a:pt x="927974" y="145650"/>
                  <a:pt x="927522" y="145858"/>
                </a:cubicBezTo>
                <a:cubicBezTo>
                  <a:pt x="927070" y="146067"/>
                  <a:pt x="926445" y="146241"/>
                  <a:pt x="925645" y="146380"/>
                </a:cubicBezTo>
                <a:cubicBezTo>
                  <a:pt x="924846" y="146519"/>
                  <a:pt x="923821" y="146588"/>
                  <a:pt x="922570" y="146588"/>
                </a:cubicBezTo>
                <a:cubicBezTo>
                  <a:pt x="921388" y="146588"/>
                  <a:pt x="920398" y="146519"/>
                  <a:pt x="919598" y="146380"/>
                </a:cubicBezTo>
                <a:cubicBezTo>
                  <a:pt x="918799" y="146241"/>
                  <a:pt x="918156" y="146067"/>
                  <a:pt x="917669" y="145858"/>
                </a:cubicBezTo>
                <a:cubicBezTo>
                  <a:pt x="917183" y="145650"/>
                  <a:pt x="916853" y="145372"/>
                  <a:pt x="916679" y="145024"/>
                </a:cubicBezTo>
                <a:cubicBezTo>
                  <a:pt x="916505" y="144675"/>
                  <a:pt x="916418" y="144291"/>
                  <a:pt x="916418" y="143874"/>
                </a:cubicBezTo>
                <a:lnTo>
                  <a:pt x="916418" y="49422"/>
                </a:lnTo>
                <a:cubicBezTo>
                  <a:pt x="916418" y="49005"/>
                  <a:pt x="916505" y="48623"/>
                  <a:pt x="916679" y="48275"/>
                </a:cubicBezTo>
                <a:cubicBezTo>
                  <a:pt x="916853" y="47926"/>
                  <a:pt x="917183" y="47629"/>
                  <a:pt x="917669" y="47386"/>
                </a:cubicBezTo>
                <a:cubicBezTo>
                  <a:pt x="918156" y="47142"/>
                  <a:pt x="918764" y="46969"/>
                  <a:pt x="919494" y="46864"/>
                </a:cubicBezTo>
                <a:cubicBezTo>
                  <a:pt x="920224" y="46760"/>
                  <a:pt x="921179" y="46708"/>
                  <a:pt x="922361" y="46708"/>
                </a:cubicBezTo>
                <a:cubicBezTo>
                  <a:pt x="923543" y="46708"/>
                  <a:pt x="924516" y="46760"/>
                  <a:pt x="925280" y="46864"/>
                </a:cubicBezTo>
                <a:cubicBezTo>
                  <a:pt x="926045" y="46969"/>
                  <a:pt x="926636" y="47142"/>
                  <a:pt x="927053" y="47386"/>
                </a:cubicBezTo>
                <a:cubicBezTo>
                  <a:pt x="927470" y="47629"/>
                  <a:pt x="927765" y="47926"/>
                  <a:pt x="927939" y="48275"/>
                </a:cubicBezTo>
                <a:cubicBezTo>
                  <a:pt x="928113" y="48623"/>
                  <a:pt x="928200" y="49005"/>
                  <a:pt x="928200" y="49422"/>
                </a:cubicBezTo>
                <a:lnTo>
                  <a:pt x="928200" y="62780"/>
                </a:lnTo>
                <a:cubicBezTo>
                  <a:pt x="933621" y="56764"/>
                  <a:pt x="938938" y="52408"/>
                  <a:pt x="944151" y="49712"/>
                </a:cubicBezTo>
                <a:cubicBezTo>
                  <a:pt x="949364" y="47014"/>
                  <a:pt x="954542" y="45665"/>
                  <a:pt x="959686" y="45665"/>
                </a:cubicBezTo>
                <a:cubicBezTo>
                  <a:pt x="965872" y="45665"/>
                  <a:pt x="971085" y="46708"/>
                  <a:pt x="975325" y="48793"/>
                </a:cubicBezTo>
                <a:cubicBezTo>
                  <a:pt x="979565" y="50878"/>
                  <a:pt x="982988" y="53693"/>
                  <a:pt x="985594" y="57238"/>
                </a:cubicBezTo>
                <a:cubicBezTo>
                  <a:pt x="988201" y="60783"/>
                  <a:pt x="990077" y="64919"/>
                  <a:pt x="991224" y="69645"/>
                </a:cubicBezTo>
                <a:cubicBezTo>
                  <a:pt x="992371" y="74371"/>
                  <a:pt x="992945" y="80071"/>
                  <a:pt x="992945" y="86744"/>
                </a:cubicBezTo>
                <a:lnTo>
                  <a:pt x="992945" y="143878"/>
                </a:lnTo>
                <a:close/>
                <a:moveTo>
                  <a:pt x="1102482" y="52703"/>
                </a:moveTo>
                <a:cubicBezTo>
                  <a:pt x="1102482" y="54669"/>
                  <a:pt x="1102169" y="56038"/>
                  <a:pt x="1101544" y="56811"/>
                </a:cubicBezTo>
                <a:cubicBezTo>
                  <a:pt x="1100918" y="57583"/>
                  <a:pt x="1100119" y="57968"/>
                  <a:pt x="1099146" y="57968"/>
                </a:cubicBezTo>
                <a:lnTo>
                  <a:pt x="1084237" y="57968"/>
                </a:lnTo>
                <a:cubicBezTo>
                  <a:pt x="1087156" y="60935"/>
                  <a:pt x="1089189" y="64161"/>
                  <a:pt x="1090336" y="67645"/>
                </a:cubicBezTo>
                <a:cubicBezTo>
                  <a:pt x="1091483" y="71126"/>
                  <a:pt x="1092056" y="74799"/>
                  <a:pt x="1092056" y="78664"/>
                </a:cubicBezTo>
                <a:cubicBezTo>
                  <a:pt x="1092056" y="84007"/>
                  <a:pt x="1091205" y="88760"/>
                  <a:pt x="1089502" y="92924"/>
                </a:cubicBezTo>
                <a:cubicBezTo>
                  <a:pt x="1087799" y="97088"/>
                  <a:pt x="1085384" y="100610"/>
                  <a:pt x="1082256" y="103490"/>
                </a:cubicBezTo>
                <a:cubicBezTo>
                  <a:pt x="1079128" y="106370"/>
                  <a:pt x="1075410" y="108574"/>
                  <a:pt x="1071100" y="110101"/>
                </a:cubicBezTo>
                <a:cubicBezTo>
                  <a:pt x="1066791" y="111628"/>
                  <a:pt x="1062030" y="112391"/>
                  <a:pt x="1056817" y="112391"/>
                </a:cubicBezTo>
                <a:cubicBezTo>
                  <a:pt x="1052577" y="112391"/>
                  <a:pt x="1048546" y="111802"/>
                  <a:pt x="1044723" y="110622"/>
                </a:cubicBezTo>
                <a:cubicBezTo>
                  <a:pt x="1040900" y="109443"/>
                  <a:pt x="1037911" y="107985"/>
                  <a:pt x="1035756" y="106250"/>
                </a:cubicBezTo>
                <a:cubicBezTo>
                  <a:pt x="1034366" y="107646"/>
                  <a:pt x="1033219" y="109253"/>
                  <a:pt x="1032316" y="111069"/>
                </a:cubicBezTo>
                <a:cubicBezTo>
                  <a:pt x="1031412" y="112884"/>
                  <a:pt x="1030961" y="114979"/>
                  <a:pt x="1030961" y="117353"/>
                </a:cubicBezTo>
                <a:cubicBezTo>
                  <a:pt x="1030961" y="120005"/>
                  <a:pt x="1032229" y="122239"/>
                  <a:pt x="1034766" y="124055"/>
                </a:cubicBezTo>
                <a:cubicBezTo>
                  <a:pt x="1037303" y="125871"/>
                  <a:pt x="1040587" y="126849"/>
                  <a:pt x="1044618" y="126988"/>
                </a:cubicBezTo>
                <a:lnTo>
                  <a:pt x="1070162" y="128033"/>
                </a:lnTo>
                <a:cubicBezTo>
                  <a:pt x="1074471" y="128172"/>
                  <a:pt x="1078520" y="128764"/>
                  <a:pt x="1082308" y="129809"/>
                </a:cubicBezTo>
                <a:cubicBezTo>
                  <a:pt x="1086096" y="130852"/>
                  <a:pt x="1089415" y="132400"/>
                  <a:pt x="1092265" y="134455"/>
                </a:cubicBezTo>
                <a:cubicBezTo>
                  <a:pt x="1095115" y="136510"/>
                  <a:pt x="1097374" y="139035"/>
                  <a:pt x="1099042" y="142030"/>
                </a:cubicBezTo>
                <a:cubicBezTo>
                  <a:pt x="1100710" y="145023"/>
                  <a:pt x="1101544" y="148539"/>
                  <a:pt x="1101544" y="152577"/>
                </a:cubicBezTo>
                <a:cubicBezTo>
                  <a:pt x="1101544" y="156756"/>
                  <a:pt x="1100692" y="160760"/>
                  <a:pt x="1098990" y="164589"/>
                </a:cubicBezTo>
                <a:cubicBezTo>
                  <a:pt x="1097287" y="168419"/>
                  <a:pt x="1094645" y="171778"/>
                  <a:pt x="1091066" y="174667"/>
                </a:cubicBezTo>
                <a:cubicBezTo>
                  <a:pt x="1087486" y="177558"/>
                  <a:pt x="1082916" y="179856"/>
                  <a:pt x="1077356" y="181561"/>
                </a:cubicBezTo>
                <a:cubicBezTo>
                  <a:pt x="1071795" y="183268"/>
                  <a:pt x="1065158" y="184122"/>
                  <a:pt x="1057442" y="184122"/>
                </a:cubicBezTo>
                <a:cubicBezTo>
                  <a:pt x="1050075" y="184122"/>
                  <a:pt x="1043802" y="183478"/>
                  <a:pt x="1038624" y="182190"/>
                </a:cubicBezTo>
                <a:cubicBezTo>
                  <a:pt x="1033445" y="180904"/>
                  <a:pt x="1029205" y="179130"/>
                  <a:pt x="1025904" y="176869"/>
                </a:cubicBezTo>
                <a:cubicBezTo>
                  <a:pt x="1022602" y="174610"/>
                  <a:pt x="1020204" y="171950"/>
                  <a:pt x="1018710" y="168890"/>
                </a:cubicBezTo>
                <a:cubicBezTo>
                  <a:pt x="1017216" y="165830"/>
                  <a:pt x="1016469" y="162525"/>
                  <a:pt x="1016469" y="158976"/>
                </a:cubicBezTo>
                <a:cubicBezTo>
                  <a:pt x="1016469" y="156543"/>
                  <a:pt x="1016747" y="154248"/>
                  <a:pt x="1017303" y="152091"/>
                </a:cubicBezTo>
                <a:cubicBezTo>
                  <a:pt x="1017859" y="149934"/>
                  <a:pt x="1018710" y="147883"/>
                  <a:pt x="1019857" y="145937"/>
                </a:cubicBezTo>
                <a:cubicBezTo>
                  <a:pt x="1021004" y="143988"/>
                  <a:pt x="1022429" y="142111"/>
                  <a:pt x="1024132" y="140303"/>
                </a:cubicBezTo>
                <a:cubicBezTo>
                  <a:pt x="1025834" y="138494"/>
                  <a:pt x="1027798" y="136650"/>
                  <a:pt x="1030022" y="134771"/>
                </a:cubicBezTo>
                <a:cubicBezTo>
                  <a:pt x="1026477" y="132955"/>
                  <a:pt x="1023871" y="130756"/>
                  <a:pt x="1022203" y="128174"/>
                </a:cubicBezTo>
                <a:cubicBezTo>
                  <a:pt x="1020535" y="125591"/>
                  <a:pt x="1019701" y="122834"/>
                  <a:pt x="1019701" y="119901"/>
                </a:cubicBezTo>
                <a:cubicBezTo>
                  <a:pt x="1019701" y="115574"/>
                  <a:pt x="1020535" y="111753"/>
                  <a:pt x="1022203" y="108436"/>
                </a:cubicBezTo>
                <a:cubicBezTo>
                  <a:pt x="1023871" y="105119"/>
                  <a:pt x="1025887" y="102135"/>
                  <a:pt x="1028250" y="99483"/>
                </a:cubicBezTo>
                <a:cubicBezTo>
                  <a:pt x="1026234" y="96846"/>
                  <a:pt x="1024670" y="93966"/>
                  <a:pt x="1023558" y="90842"/>
                </a:cubicBezTo>
                <a:cubicBezTo>
                  <a:pt x="1022446" y="87719"/>
                  <a:pt x="1021890" y="83972"/>
                  <a:pt x="1021890" y="79602"/>
                </a:cubicBezTo>
                <a:cubicBezTo>
                  <a:pt x="1021890" y="74326"/>
                  <a:pt x="1022759" y="69590"/>
                  <a:pt x="1024496" y="65393"/>
                </a:cubicBezTo>
                <a:cubicBezTo>
                  <a:pt x="1026234" y="61195"/>
                  <a:pt x="1028649" y="57638"/>
                  <a:pt x="1031742" y="54723"/>
                </a:cubicBezTo>
                <a:cubicBezTo>
                  <a:pt x="1034835" y="51808"/>
                  <a:pt x="1038537" y="49570"/>
                  <a:pt x="1042846" y="48008"/>
                </a:cubicBezTo>
                <a:cubicBezTo>
                  <a:pt x="1047155" y="46446"/>
                  <a:pt x="1051882" y="45665"/>
                  <a:pt x="1057025" y="45665"/>
                </a:cubicBezTo>
                <a:cubicBezTo>
                  <a:pt x="1059736" y="45665"/>
                  <a:pt x="1062290" y="45822"/>
                  <a:pt x="1064688" y="46135"/>
                </a:cubicBezTo>
                <a:cubicBezTo>
                  <a:pt x="1067086" y="46447"/>
                  <a:pt x="1069293" y="46847"/>
                  <a:pt x="1071309" y="47334"/>
                </a:cubicBezTo>
                <a:lnTo>
                  <a:pt x="1099146" y="47334"/>
                </a:lnTo>
                <a:cubicBezTo>
                  <a:pt x="1100328" y="47334"/>
                  <a:pt x="1101179" y="47790"/>
                  <a:pt x="1101700" y="48702"/>
                </a:cubicBezTo>
                <a:cubicBezTo>
                  <a:pt x="1102222" y="49614"/>
                  <a:pt x="1102482" y="50948"/>
                  <a:pt x="1102482" y="52703"/>
                </a:cubicBezTo>
                <a:moveTo>
                  <a:pt x="1079232" y="78872"/>
                </a:moveTo>
                <a:cubicBezTo>
                  <a:pt x="1079232" y="71730"/>
                  <a:pt x="1077269" y="66148"/>
                  <a:pt x="1073342" y="62125"/>
                </a:cubicBezTo>
                <a:cubicBezTo>
                  <a:pt x="1069415" y="58103"/>
                  <a:pt x="1063837" y="56091"/>
                  <a:pt x="1056608" y="56091"/>
                </a:cubicBezTo>
                <a:cubicBezTo>
                  <a:pt x="1052924" y="56091"/>
                  <a:pt x="1049692" y="56716"/>
                  <a:pt x="1046912" y="57965"/>
                </a:cubicBezTo>
                <a:cubicBezTo>
                  <a:pt x="1044132" y="59212"/>
                  <a:pt x="1041838" y="60910"/>
                  <a:pt x="1040031" y="63060"/>
                </a:cubicBezTo>
                <a:cubicBezTo>
                  <a:pt x="1038224" y="65211"/>
                  <a:pt x="1036869" y="67708"/>
                  <a:pt x="1035965" y="70551"/>
                </a:cubicBezTo>
                <a:cubicBezTo>
                  <a:pt x="1035061" y="73394"/>
                  <a:pt x="1034610" y="76411"/>
                  <a:pt x="1034610" y="79602"/>
                </a:cubicBezTo>
                <a:cubicBezTo>
                  <a:pt x="1034610" y="86535"/>
                  <a:pt x="1036573" y="91996"/>
                  <a:pt x="1040500" y="95984"/>
                </a:cubicBezTo>
                <a:cubicBezTo>
                  <a:pt x="1044427" y="99971"/>
                  <a:pt x="1049936" y="101965"/>
                  <a:pt x="1057025" y="101965"/>
                </a:cubicBezTo>
                <a:cubicBezTo>
                  <a:pt x="1060779" y="101965"/>
                  <a:pt x="1064063" y="101342"/>
                  <a:pt x="1066878" y="100095"/>
                </a:cubicBezTo>
                <a:cubicBezTo>
                  <a:pt x="1069693" y="98846"/>
                  <a:pt x="1072004" y="97164"/>
                  <a:pt x="1073811" y="95048"/>
                </a:cubicBezTo>
                <a:cubicBezTo>
                  <a:pt x="1075618" y="92933"/>
                  <a:pt x="1076974" y="90471"/>
                  <a:pt x="1077877" y="87662"/>
                </a:cubicBezTo>
                <a:cubicBezTo>
                  <a:pt x="1078781" y="84854"/>
                  <a:pt x="1079232" y="81924"/>
                  <a:pt x="1079232" y="78872"/>
                </a:cubicBezTo>
                <a:moveTo>
                  <a:pt x="1089137" y="153307"/>
                </a:moveTo>
                <a:cubicBezTo>
                  <a:pt x="1089137" y="148706"/>
                  <a:pt x="1087278" y="145186"/>
                  <a:pt x="1083559" y="142747"/>
                </a:cubicBezTo>
                <a:cubicBezTo>
                  <a:pt x="1079841" y="140306"/>
                  <a:pt x="1074854" y="138981"/>
                  <a:pt x="1068598" y="138772"/>
                </a:cubicBezTo>
                <a:lnTo>
                  <a:pt x="1041178" y="137831"/>
                </a:lnTo>
                <a:cubicBezTo>
                  <a:pt x="1038676" y="139783"/>
                  <a:pt x="1036625" y="141631"/>
                  <a:pt x="1035027" y="143373"/>
                </a:cubicBezTo>
                <a:cubicBezTo>
                  <a:pt x="1033428" y="145115"/>
                  <a:pt x="1032160" y="146804"/>
                  <a:pt x="1031221" y="148442"/>
                </a:cubicBezTo>
                <a:cubicBezTo>
                  <a:pt x="1030283" y="150082"/>
                  <a:pt x="1029640" y="151686"/>
                  <a:pt x="1029292" y="153254"/>
                </a:cubicBezTo>
                <a:cubicBezTo>
                  <a:pt x="1028945" y="154823"/>
                  <a:pt x="1028771" y="156408"/>
                  <a:pt x="1028771" y="158011"/>
                </a:cubicBezTo>
                <a:cubicBezTo>
                  <a:pt x="1028771" y="163170"/>
                  <a:pt x="1031360" y="167073"/>
                  <a:pt x="1036538" y="169721"/>
                </a:cubicBezTo>
                <a:cubicBezTo>
                  <a:pt x="1041717" y="172371"/>
                  <a:pt x="1048928" y="173696"/>
                  <a:pt x="1058172" y="173696"/>
                </a:cubicBezTo>
                <a:cubicBezTo>
                  <a:pt x="1064011" y="173696"/>
                  <a:pt x="1068893" y="173120"/>
                  <a:pt x="1072821" y="171969"/>
                </a:cubicBezTo>
                <a:cubicBezTo>
                  <a:pt x="1076748" y="170820"/>
                  <a:pt x="1079928" y="169304"/>
                  <a:pt x="1082360" y="167421"/>
                </a:cubicBezTo>
                <a:cubicBezTo>
                  <a:pt x="1084793" y="165540"/>
                  <a:pt x="1086531" y="163378"/>
                  <a:pt x="1087573" y="160937"/>
                </a:cubicBezTo>
                <a:cubicBezTo>
                  <a:pt x="1088616" y="158498"/>
                  <a:pt x="1089137" y="155954"/>
                  <a:pt x="1089137" y="153307"/>
                </a:cubicBezTo>
                <a:close/>
                <a:moveTo>
                  <a:pt x="1221134" y="138352"/>
                </a:moveTo>
                <a:cubicBezTo>
                  <a:pt x="1221134" y="139811"/>
                  <a:pt x="1221012" y="140993"/>
                  <a:pt x="1220769" y="141897"/>
                </a:cubicBezTo>
                <a:cubicBezTo>
                  <a:pt x="1220526" y="142800"/>
                  <a:pt x="1220143" y="143513"/>
                  <a:pt x="1219622" y="144034"/>
                </a:cubicBezTo>
                <a:cubicBezTo>
                  <a:pt x="1219101" y="144555"/>
                  <a:pt x="1218336" y="145042"/>
                  <a:pt x="1217328" y="145494"/>
                </a:cubicBezTo>
                <a:cubicBezTo>
                  <a:pt x="1216320" y="145945"/>
                  <a:pt x="1215156" y="146328"/>
                  <a:pt x="1213836" y="146640"/>
                </a:cubicBezTo>
                <a:cubicBezTo>
                  <a:pt x="1212515" y="146953"/>
                  <a:pt x="1211125" y="147196"/>
                  <a:pt x="1209665" y="147370"/>
                </a:cubicBezTo>
                <a:cubicBezTo>
                  <a:pt x="1208206" y="147544"/>
                  <a:pt x="1206781" y="147631"/>
                  <a:pt x="1205391" y="147631"/>
                </a:cubicBezTo>
                <a:cubicBezTo>
                  <a:pt x="1200734" y="147631"/>
                  <a:pt x="1196772" y="147005"/>
                  <a:pt x="1193505" y="145754"/>
                </a:cubicBezTo>
                <a:cubicBezTo>
                  <a:pt x="1190238" y="144503"/>
                  <a:pt x="1187562" y="142609"/>
                  <a:pt x="1185477" y="140072"/>
                </a:cubicBezTo>
                <a:cubicBezTo>
                  <a:pt x="1183392" y="137535"/>
                  <a:pt x="1181880" y="134320"/>
                  <a:pt x="1180942" y="130428"/>
                </a:cubicBezTo>
                <a:cubicBezTo>
                  <a:pt x="1180003" y="126536"/>
                  <a:pt x="1179534" y="121948"/>
                  <a:pt x="1179534" y="116666"/>
                </a:cubicBezTo>
                <a:lnTo>
                  <a:pt x="1179534" y="57968"/>
                </a:lnTo>
                <a:lnTo>
                  <a:pt x="1165459" y="57968"/>
                </a:lnTo>
                <a:cubicBezTo>
                  <a:pt x="1164486" y="57968"/>
                  <a:pt x="1163722" y="57529"/>
                  <a:pt x="1163166" y="56652"/>
                </a:cubicBezTo>
                <a:cubicBezTo>
                  <a:pt x="1162610" y="55774"/>
                  <a:pt x="1162332" y="54458"/>
                  <a:pt x="1162332" y="52703"/>
                </a:cubicBezTo>
                <a:cubicBezTo>
                  <a:pt x="1162332" y="51791"/>
                  <a:pt x="1162401" y="51001"/>
                  <a:pt x="1162540" y="50334"/>
                </a:cubicBezTo>
                <a:cubicBezTo>
                  <a:pt x="1162679" y="49668"/>
                  <a:pt x="1162888" y="49106"/>
                  <a:pt x="1163166" y="48650"/>
                </a:cubicBezTo>
                <a:cubicBezTo>
                  <a:pt x="1163444" y="48194"/>
                  <a:pt x="1163774" y="47860"/>
                  <a:pt x="1164156" y="47650"/>
                </a:cubicBezTo>
                <a:cubicBezTo>
                  <a:pt x="1164538" y="47439"/>
                  <a:pt x="1164973" y="47334"/>
                  <a:pt x="1165459" y="47334"/>
                </a:cubicBezTo>
                <a:lnTo>
                  <a:pt x="1179534" y="47334"/>
                </a:lnTo>
                <a:lnTo>
                  <a:pt x="1179534" y="24188"/>
                </a:lnTo>
                <a:cubicBezTo>
                  <a:pt x="1179534" y="23771"/>
                  <a:pt x="1179621" y="23389"/>
                  <a:pt x="1179795" y="23041"/>
                </a:cubicBezTo>
                <a:cubicBezTo>
                  <a:pt x="1179969" y="22694"/>
                  <a:pt x="1180299" y="22398"/>
                  <a:pt x="1180785" y="22155"/>
                </a:cubicBezTo>
                <a:cubicBezTo>
                  <a:pt x="1181272" y="21912"/>
                  <a:pt x="1181915" y="21738"/>
                  <a:pt x="1182714" y="21634"/>
                </a:cubicBezTo>
                <a:cubicBezTo>
                  <a:pt x="1183514" y="21530"/>
                  <a:pt x="1184504" y="21477"/>
                  <a:pt x="1185686" y="21477"/>
                </a:cubicBezTo>
                <a:cubicBezTo>
                  <a:pt x="1186937" y="21477"/>
                  <a:pt x="1187962" y="21530"/>
                  <a:pt x="1188761" y="21634"/>
                </a:cubicBezTo>
                <a:cubicBezTo>
                  <a:pt x="1189561" y="21738"/>
                  <a:pt x="1190186" y="21912"/>
                  <a:pt x="1190638" y="22155"/>
                </a:cubicBezTo>
                <a:cubicBezTo>
                  <a:pt x="1191090" y="22398"/>
                  <a:pt x="1191420" y="22694"/>
                  <a:pt x="1191628" y="23041"/>
                </a:cubicBezTo>
                <a:cubicBezTo>
                  <a:pt x="1191837" y="23389"/>
                  <a:pt x="1191941" y="23771"/>
                  <a:pt x="1191941" y="24188"/>
                </a:cubicBezTo>
                <a:lnTo>
                  <a:pt x="1191941" y="47334"/>
                </a:lnTo>
                <a:lnTo>
                  <a:pt x="1218006" y="47334"/>
                </a:lnTo>
                <a:cubicBezTo>
                  <a:pt x="1218492" y="47334"/>
                  <a:pt x="1218927" y="47439"/>
                  <a:pt x="1219309" y="47650"/>
                </a:cubicBezTo>
                <a:cubicBezTo>
                  <a:pt x="1219691" y="47860"/>
                  <a:pt x="1220022" y="48194"/>
                  <a:pt x="1220300" y="48650"/>
                </a:cubicBezTo>
                <a:cubicBezTo>
                  <a:pt x="1220578" y="49106"/>
                  <a:pt x="1220786" y="49668"/>
                  <a:pt x="1220925" y="50334"/>
                </a:cubicBezTo>
                <a:cubicBezTo>
                  <a:pt x="1221064" y="51001"/>
                  <a:pt x="1221134" y="51791"/>
                  <a:pt x="1221134" y="52703"/>
                </a:cubicBezTo>
                <a:cubicBezTo>
                  <a:pt x="1221134" y="54458"/>
                  <a:pt x="1220838" y="55774"/>
                  <a:pt x="1220247" y="56652"/>
                </a:cubicBezTo>
                <a:cubicBezTo>
                  <a:pt x="1219657" y="57529"/>
                  <a:pt x="1218910" y="57968"/>
                  <a:pt x="1218006" y="57968"/>
                </a:cubicBezTo>
                <a:lnTo>
                  <a:pt x="1191941" y="57968"/>
                </a:lnTo>
                <a:lnTo>
                  <a:pt x="1191941" y="114998"/>
                </a:lnTo>
                <a:cubicBezTo>
                  <a:pt x="1191941" y="122157"/>
                  <a:pt x="1192966" y="127613"/>
                  <a:pt x="1195017" y="131366"/>
                </a:cubicBezTo>
                <a:cubicBezTo>
                  <a:pt x="1197067" y="135120"/>
                  <a:pt x="1200803" y="136996"/>
                  <a:pt x="1206225" y="136996"/>
                </a:cubicBezTo>
                <a:cubicBezTo>
                  <a:pt x="1207893" y="136996"/>
                  <a:pt x="1209405" y="136823"/>
                  <a:pt x="1210760" y="136475"/>
                </a:cubicBezTo>
                <a:cubicBezTo>
                  <a:pt x="1212115" y="136128"/>
                  <a:pt x="1213314" y="135745"/>
                  <a:pt x="1214357" y="135328"/>
                </a:cubicBezTo>
                <a:cubicBezTo>
                  <a:pt x="1215399" y="134911"/>
                  <a:pt x="1216286" y="134529"/>
                  <a:pt x="1217015" y="134181"/>
                </a:cubicBezTo>
                <a:cubicBezTo>
                  <a:pt x="1217745" y="133834"/>
                  <a:pt x="1218388" y="133660"/>
                  <a:pt x="1218944" y="133660"/>
                </a:cubicBezTo>
                <a:cubicBezTo>
                  <a:pt x="1219292" y="133660"/>
                  <a:pt x="1219605" y="133730"/>
                  <a:pt x="1219883" y="133869"/>
                </a:cubicBezTo>
                <a:cubicBezTo>
                  <a:pt x="1220161" y="134008"/>
                  <a:pt x="1220387" y="134268"/>
                  <a:pt x="1220560" y="134651"/>
                </a:cubicBezTo>
                <a:cubicBezTo>
                  <a:pt x="1220734" y="135033"/>
                  <a:pt x="1220873" y="135519"/>
                  <a:pt x="1220977" y="136110"/>
                </a:cubicBezTo>
                <a:cubicBezTo>
                  <a:pt x="1221082" y="136701"/>
                  <a:pt x="1221134" y="137448"/>
                  <a:pt x="1221134" y="138352"/>
                </a:cubicBezTo>
                <a:close/>
                <a:moveTo>
                  <a:pt x="1321033" y="91852"/>
                </a:moveTo>
                <a:cubicBezTo>
                  <a:pt x="1321033" y="94354"/>
                  <a:pt x="1320372" y="96075"/>
                  <a:pt x="1319052" y="97013"/>
                </a:cubicBezTo>
                <a:cubicBezTo>
                  <a:pt x="1317731" y="97951"/>
                  <a:pt x="1316445" y="98421"/>
                  <a:pt x="1315194" y="98421"/>
                </a:cubicBezTo>
                <a:lnTo>
                  <a:pt x="1250866" y="98421"/>
                </a:lnTo>
                <a:cubicBezTo>
                  <a:pt x="1250866" y="104274"/>
                  <a:pt x="1251440" y="109571"/>
                  <a:pt x="1252586" y="114310"/>
                </a:cubicBezTo>
                <a:cubicBezTo>
                  <a:pt x="1253733" y="119050"/>
                  <a:pt x="1255627" y="123109"/>
                  <a:pt x="1258269" y="126489"/>
                </a:cubicBezTo>
                <a:cubicBezTo>
                  <a:pt x="1260910" y="129869"/>
                  <a:pt x="1264350" y="132466"/>
                  <a:pt x="1268590" y="134279"/>
                </a:cubicBezTo>
                <a:cubicBezTo>
                  <a:pt x="1272830" y="136091"/>
                  <a:pt x="1278043" y="136996"/>
                  <a:pt x="1284229" y="136996"/>
                </a:cubicBezTo>
                <a:cubicBezTo>
                  <a:pt x="1288608" y="136996"/>
                  <a:pt x="1292535" y="136609"/>
                  <a:pt x="1296010" y="135833"/>
                </a:cubicBezTo>
                <a:cubicBezTo>
                  <a:pt x="1299486" y="135058"/>
                  <a:pt x="1302492" y="134195"/>
                  <a:pt x="1305029" y="133243"/>
                </a:cubicBezTo>
                <a:cubicBezTo>
                  <a:pt x="1307566" y="132292"/>
                  <a:pt x="1309651" y="131428"/>
                  <a:pt x="1311284" y="130653"/>
                </a:cubicBezTo>
                <a:cubicBezTo>
                  <a:pt x="1312918" y="129878"/>
                  <a:pt x="1314082" y="129490"/>
                  <a:pt x="1314777" y="129490"/>
                </a:cubicBezTo>
                <a:cubicBezTo>
                  <a:pt x="1315194" y="129490"/>
                  <a:pt x="1315576" y="129595"/>
                  <a:pt x="1315924" y="129806"/>
                </a:cubicBezTo>
                <a:cubicBezTo>
                  <a:pt x="1316271" y="130017"/>
                  <a:pt x="1316549" y="130350"/>
                  <a:pt x="1316758" y="130806"/>
                </a:cubicBezTo>
                <a:cubicBezTo>
                  <a:pt x="1316966" y="131262"/>
                  <a:pt x="1317123" y="131841"/>
                  <a:pt x="1317227" y="132543"/>
                </a:cubicBezTo>
                <a:cubicBezTo>
                  <a:pt x="1317331" y="133244"/>
                  <a:pt x="1317383" y="134121"/>
                  <a:pt x="1317383" y="135172"/>
                </a:cubicBezTo>
                <a:cubicBezTo>
                  <a:pt x="1317383" y="135665"/>
                  <a:pt x="1317349" y="136140"/>
                  <a:pt x="1317279" y="136596"/>
                </a:cubicBezTo>
                <a:cubicBezTo>
                  <a:pt x="1317210" y="137052"/>
                  <a:pt x="1317123" y="137473"/>
                  <a:pt x="1317019" y="137860"/>
                </a:cubicBezTo>
                <a:cubicBezTo>
                  <a:pt x="1316914" y="138244"/>
                  <a:pt x="1316758" y="138612"/>
                  <a:pt x="1316549" y="138964"/>
                </a:cubicBezTo>
                <a:cubicBezTo>
                  <a:pt x="1316341" y="139314"/>
                  <a:pt x="1316063" y="139665"/>
                  <a:pt x="1315715" y="140017"/>
                </a:cubicBezTo>
                <a:cubicBezTo>
                  <a:pt x="1315368" y="140366"/>
                  <a:pt x="1314290" y="140976"/>
                  <a:pt x="1312483" y="141845"/>
                </a:cubicBezTo>
                <a:cubicBezTo>
                  <a:pt x="1310676" y="142713"/>
                  <a:pt x="1308313" y="143582"/>
                  <a:pt x="1305394" y="144451"/>
                </a:cubicBezTo>
                <a:cubicBezTo>
                  <a:pt x="1302474" y="145320"/>
                  <a:pt x="1299086" y="146102"/>
                  <a:pt x="1295228" y="146797"/>
                </a:cubicBezTo>
                <a:cubicBezTo>
                  <a:pt x="1291371" y="147492"/>
                  <a:pt x="1287218" y="147839"/>
                  <a:pt x="1282769" y="147839"/>
                </a:cubicBezTo>
                <a:cubicBezTo>
                  <a:pt x="1275471" y="147839"/>
                  <a:pt x="1269007" y="146744"/>
                  <a:pt x="1263377" y="144552"/>
                </a:cubicBezTo>
                <a:cubicBezTo>
                  <a:pt x="1257747" y="142360"/>
                  <a:pt x="1253021" y="139125"/>
                  <a:pt x="1249198" y="134846"/>
                </a:cubicBezTo>
                <a:cubicBezTo>
                  <a:pt x="1245375" y="130567"/>
                  <a:pt x="1242473" y="125262"/>
                  <a:pt x="1240492" y="118930"/>
                </a:cubicBezTo>
                <a:cubicBezTo>
                  <a:pt x="1238511" y="112599"/>
                  <a:pt x="1237521" y="105258"/>
                  <a:pt x="1237521" y="96909"/>
                </a:cubicBezTo>
                <a:cubicBezTo>
                  <a:pt x="1237521" y="88907"/>
                  <a:pt x="1238546" y="81740"/>
                  <a:pt x="1240597" y="75409"/>
                </a:cubicBezTo>
                <a:cubicBezTo>
                  <a:pt x="1242647" y="69077"/>
                  <a:pt x="1245584" y="63702"/>
                  <a:pt x="1249406" y="59284"/>
                </a:cubicBezTo>
                <a:cubicBezTo>
                  <a:pt x="1253229" y="54866"/>
                  <a:pt x="1257834" y="51492"/>
                  <a:pt x="1263221" y="49161"/>
                </a:cubicBezTo>
                <a:cubicBezTo>
                  <a:pt x="1268608" y="46831"/>
                  <a:pt x="1274602" y="45665"/>
                  <a:pt x="1281206" y="45665"/>
                </a:cubicBezTo>
                <a:cubicBezTo>
                  <a:pt x="1288295" y="45665"/>
                  <a:pt x="1294342" y="46847"/>
                  <a:pt x="1299347" y="49210"/>
                </a:cubicBezTo>
                <a:cubicBezTo>
                  <a:pt x="1304351" y="51574"/>
                  <a:pt x="1308469" y="54753"/>
                  <a:pt x="1311701" y="58750"/>
                </a:cubicBezTo>
                <a:cubicBezTo>
                  <a:pt x="1314933" y="62747"/>
                  <a:pt x="1317297" y="67386"/>
                  <a:pt x="1318791" y="72669"/>
                </a:cubicBezTo>
                <a:cubicBezTo>
                  <a:pt x="1320285" y="77951"/>
                  <a:pt x="1321033" y="83512"/>
                  <a:pt x="1321033" y="89350"/>
                </a:cubicBezTo>
                <a:lnTo>
                  <a:pt x="1321033" y="91852"/>
                </a:lnTo>
                <a:moveTo>
                  <a:pt x="1308209" y="88203"/>
                </a:moveTo>
                <a:cubicBezTo>
                  <a:pt x="1308417" y="78194"/>
                  <a:pt x="1306123" y="70375"/>
                  <a:pt x="1301328" y="64745"/>
                </a:cubicBezTo>
                <a:cubicBezTo>
                  <a:pt x="1296532" y="59115"/>
                  <a:pt x="1289546" y="56300"/>
                  <a:pt x="1280371" y="56300"/>
                </a:cubicBezTo>
                <a:cubicBezTo>
                  <a:pt x="1275645" y="56300"/>
                  <a:pt x="1271492" y="57186"/>
                  <a:pt x="1267912" y="58959"/>
                </a:cubicBezTo>
                <a:cubicBezTo>
                  <a:pt x="1264333" y="60731"/>
                  <a:pt x="1261309" y="63077"/>
                  <a:pt x="1258842" y="65996"/>
                </a:cubicBezTo>
                <a:cubicBezTo>
                  <a:pt x="1256374" y="68915"/>
                  <a:pt x="1254480" y="72304"/>
                  <a:pt x="1253160" y="76161"/>
                </a:cubicBezTo>
                <a:cubicBezTo>
                  <a:pt x="1251839" y="80019"/>
                  <a:pt x="1251075" y="84033"/>
                  <a:pt x="1250866" y="88203"/>
                </a:cubicBezTo>
                <a:lnTo>
                  <a:pt x="1308209" y="88203"/>
                </a:lnTo>
                <a:close/>
                <a:moveTo>
                  <a:pt x="1411703" y="141890"/>
                </a:moveTo>
                <a:cubicBezTo>
                  <a:pt x="1412260" y="142726"/>
                  <a:pt x="1412555" y="143440"/>
                  <a:pt x="1412590" y="144031"/>
                </a:cubicBezTo>
                <a:cubicBezTo>
                  <a:pt x="1412624" y="144622"/>
                  <a:pt x="1412399" y="145109"/>
                  <a:pt x="1411912" y="145494"/>
                </a:cubicBezTo>
                <a:cubicBezTo>
                  <a:pt x="1411425" y="145876"/>
                  <a:pt x="1410678" y="146154"/>
                  <a:pt x="1409670" y="146328"/>
                </a:cubicBezTo>
                <a:cubicBezTo>
                  <a:pt x="1408663" y="146501"/>
                  <a:pt x="1407394" y="146588"/>
                  <a:pt x="1405865" y="146588"/>
                </a:cubicBezTo>
                <a:cubicBezTo>
                  <a:pt x="1404405" y="146588"/>
                  <a:pt x="1403241" y="146536"/>
                  <a:pt x="1402372" y="146432"/>
                </a:cubicBezTo>
                <a:cubicBezTo>
                  <a:pt x="1401503" y="146328"/>
                  <a:pt x="1400808" y="146171"/>
                  <a:pt x="1400287" y="145963"/>
                </a:cubicBezTo>
                <a:cubicBezTo>
                  <a:pt x="1399766" y="145754"/>
                  <a:pt x="1399349" y="145476"/>
                  <a:pt x="1399036" y="145129"/>
                </a:cubicBezTo>
                <a:cubicBezTo>
                  <a:pt x="1398723" y="144779"/>
                  <a:pt x="1398428" y="144396"/>
                  <a:pt x="1398150" y="143979"/>
                </a:cubicBezTo>
                <a:lnTo>
                  <a:pt x="1372711" y="104530"/>
                </a:lnTo>
                <a:lnTo>
                  <a:pt x="1347376" y="143979"/>
                </a:lnTo>
                <a:cubicBezTo>
                  <a:pt x="1347098" y="144396"/>
                  <a:pt x="1346802" y="144779"/>
                  <a:pt x="1346489" y="145129"/>
                </a:cubicBezTo>
                <a:cubicBezTo>
                  <a:pt x="1346177" y="145476"/>
                  <a:pt x="1345742" y="145754"/>
                  <a:pt x="1345186" y="145963"/>
                </a:cubicBezTo>
                <a:cubicBezTo>
                  <a:pt x="1344630" y="146171"/>
                  <a:pt x="1343918" y="146328"/>
                  <a:pt x="1343049" y="146432"/>
                </a:cubicBezTo>
                <a:cubicBezTo>
                  <a:pt x="1342180" y="146536"/>
                  <a:pt x="1341051" y="146588"/>
                  <a:pt x="1339660" y="146588"/>
                </a:cubicBezTo>
                <a:cubicBezTo>
                  <a:pt x="1338201" y="146588"/>
                  <a:pt x="1336984" y="146501"/>
                  <a:pt x="1336011" y="146328"/>
                </a:cubicBezTo>
                <a:cubicBezTo>
                  <a:pt x="1335038" y="146154"/>
                  <a:pt x="1334326" y="145876"/>
                  <a:pt x="1333874" y="145494"/>
                </a:cubicBezTo>
                <a:cubicBezTo>
                  <a:pt x="1333422" y="145109"/>
                  <a:pt x="1333214" y="144622"/>
                  <a:pt x="1333248" y="144031"/>
                </a:cubicBezTo>
                <a:cubicBezTo>
                  <a:pt x="1333283" y="143440"/>
                  <a:pt x="1333613" y="142726"/>
                  <a:pt x="1334239" y="141890"/>
                </a:cubicBezTo>
                <a:lnTo>
                  <a:pt x="1365308" y="96075"/>
                </a:lnTo>
                <a:lnTo>
                  <a:pt x="1335699" y="51299"/>
                </a:lnTo>
                <a:cubicBezTo>
                  <a:pt x="1335143" y="50465"/>
                  <a:pt x="1334847" y="49752"/>
                  <a:pt x="1334812" y="49161"/>
                </a:cubicBezTo>
                <a:cubicBezTo>
                  <a:pt x="1334778" y="48571"/>
                  <a:pt x="1335021" y="48084"/>
                  <a:pt x="1335542" y="47702"/>
                </a:cubicBezTo>
                <a:cubicBezTo>
                  <a:pt x="1336063" y="47317"/>
                  <a:pt x="1336845" y="47056"/>
                  <a:pt x="1337888" y="46917"/>
                </a:cubicBezTo>
                <a:cubicBezTo>
                  <a:pt x="1338931" y="46778"/>
                  <a:pt x="1340216" y="46708"/>
                  <a:pt x="1341746" y="46708"/>
                </a:cubicBezTo>
                <a:cubicBezTo>
                  <a:pt x="1343205" y="46708"/>
                  <a:pt x="1344369" y="46760"/>
                  <a:pt x="1345238" y="46864"/>
                </a:cubicBezTo>
                <a:cubicBezTo>
                  <a:pt x="1346107" y="46969"/>
                  <a:pt x="1346785" y="47125"/>
                  <a:pt x="1347271" y="47334"/>
                </a:cubicBezTo>
                <a:cubicBezTo>
                  <a:pt x="1347758" y="47542"/>
                  <a:pt x="1348140" y="47804"/>
                  <a:pt x="1348418" y="48119"/>
                </a:cubicBezTo>
                <a:cubicBezTo>
                  <a:pt x="1348696" y="48432"/>
                  <a:pt x="1348974" y="48797"/>
                  <a:pt x="1349252" y="49214"/>
                </a:cubicBezTo>
                <a:lnTo>
                  <a:pt x="1373232" y="86160"/>
                </a:lnTo>
                <a:lnTo>
                  <a:pt x="1397837" y="49214"/>
                </a:lnTo>
                <a:cubicBezTo>
                  <a:pt x="1398115" y="48797"/>
                  <a:pt x="1398393" y="48432"/>
                  <a:pt x="1398671" y="48119"/>
                </a:cubicBezTo>
                <a:cubicBezTo>
                  <a:pt x="1398949" y="47804"/>
                  <a:pt x="1399314" y="47542"/>
                  <a:pt x="1399766" y="47334"/>
                </a:cubicBezTo>
                <a:cubicBezTo>
                  <a:pt x="1400218" y="47125"/>
                  <a:pt x="1400843" y="46969"/>
                  <a:pt x="1401642" y="46864"/>
                </a:cubicBezTo>
                <a:cubicBezTo>
                  <a:pt x="1402442" y="46760"/>
                  <a:pt x="1403537" y="46708"/>
                  <a:pt x="1404927" y="46708"/>
                </a:cubicBezTo>
                <a:cubicBezTo>
                  <a:pt x="1406386" y="46708"/>
                  <a:pt x="1407620" y="46778"/>
                  <a:pt x="1408628" y="46917"/>
                </a:cubicBezTo>
                <a:cubicBezTo>
                  <a:pt x="1409636" y="47056"/>
                  <a:pt x="1410383" y="47299"/>
                  <a:pt x="1410869" y="47646"/>
                </a:cubicBezTo>
                <a:cubicBezTo>
                  <a:pt x="1411356" y="47994"/>
                  <a:pt x="1411582" y="48464"/>
                  <a:pt x="1411547" y="49057"/>
                </a:cubicBezTo>
                <a:cubicBezTo>
                  <a:pt x="1411512" y="49648"/>
                  <a:pt x="1411182" y="50395"/>
                  <a:pt x="1410557" y="51299"/>
                </a:cubicBezTo>
                <a:lnTo>
                  <a:pt x="1380739" y="95658"/>
                </a:lnTo>
                <a:lnTo>
                  <a:pt x="1411703" y="141890"/>
                </a:lnTo>
                <a:close/>
                <a:moveTo>
                  <a:pt x="1481887" y="138352"/>
                </a:moveTo>
                <a:cubicBezTo>
                  <a:pt x="1481887" y="139811"/>
                  <a:pt x="1481766" y="140993"/>
                  <a:pt x="1481523" y="141897"/>
                </a:cubicBezTo>
                <a:cubicBezTo>
                  <a:pt x="1481279" y="142800"/>
                  <a:pt x="1480897" y="143513"/>
                  <a:pt x="1480376" y="144034"/>
                </a:cubicBezTo>
                <a:cubicBezTo>
                  <a:pt x="1479854" y="144555"/>
                  <a:pt x="1479090" y="145042"/>
                  <a:pt x="1478082" y="145494"/>
                </a:cubicBezTo>
                <a:cubicBezTo>
                  <a:pt x="1477074" y="145945"/>
                  <a:pt x="1475910" y="146328"/>
                  <a:pt x="1474589" y="146640"/>
                </a:cubicBezTo>
                <a:cubicBezTo>
                  <a:pt x="1473269" y="146953"/>
                  <a:pt x="1471879" y="147196"/>
                  <a:pt x="1470419" y="147370"/>
                </a:cubicBezTo>
                <a:cubicBezTo>
                  <a:pt x="1468959" y="147544"/>
                  <a:pt x="1467534" y="147631"/>
                  <a:pt x="1466144" y="147631"/>
                </a:cubicBezTo>
                <a:cubicBezTo>
                  <a:pt x="1461487" y="147631"/>
                  <a:pt x="1457526" y="147005"/>
                  <a:pt x="1454259" y="145754"/>
                </a:cubicBezTo>
                <a:cubicBezTo>
                  <a:pt x="1450992" y="144503"/>
                  <a:pt x="1448316" y="142609"/>
                  <a:pt x="1446231" y="140072"/>
                </a:cubicBezTo>
                <a:cubicBezTo>
                  <a:pt x="1444146" y="137535"/>
                  <a:pt x="1442634" y="134320"/>
                  <a:pt x="1441696" y="130428"/>
                </a:cubicBezTo>
                <a:cubicBezTo>
                  <a:pt x="1440757" y="126536"/>
                  <a:pt x="1440288" y="121948"/>
                  <a:pt x="1440288" y="116666"/>
                </a:cubicBezTo>
                <a:lnTo>
                  <a:pt x="1440288" y="57968"/>
                </a:lnTo>
                <a:lnTo>
                  <a:pt x="1426213" y="57968"/>
                </a:lnTo>
                <a:cubicBezTo>
                  <a:pt x="1425240" y="57968"/>
                  <a:pt x="1424475" y="57529"/>
                  <a:pt x="1423919" y="56652"/>
                </a:cubicBezTo>
                <a:cubicBezTo>
                  <a:pt x="1423363" y="55774"/>
                  <a:pt x="1423085" y="54458"/>
                  <a:pt x="1423085" y="52703"/>
                </a:cubicBezTo>
                <a:cubicBezTo>
                  <a:pt x="1423085" y="51791"/>
                  <a:pt x="1423155" y="51001"/>
                  <a:pt x="1423294" y="50334"/>
                </a:cubicBezTo>
                <a:cubicBezTo>
                  <a:pt x="1423433" y="49668"/>
                  <a:pt x="1423641" y="49106"/>
                  <a:pt x="1423919" y="48650"/>
                </a:cubicBezTo>
                <a:cubicBezTo>
                  <a:pt x="1424197" y="48194"/>
                  <a:pt x="1424528" y="47860"/>
                  <a:pt x="1424910" y="47650"/>
                </a:cubicBezTo>
                <a:cubicBezTo>
                  <a:pt x="1425292" y="47439"/>
                  <a:pt x="1425727" y="47334"/>
                  <a:pt x="1426213" y="47334"/>
                </a:cubicBezTo>
                <a:lnTo>
                  <a:pt x="1440288" y="47334"/>
                </a:lnTo>
                <a:lnTo>
                  <a:pt x="1440288" y="24188"/>
                </a:lnTo>
                <a:cubicBezTo>
                  <a:pt x="1440288" y="23771"/>
                  <a:pt x="1440375" y="23389"/>
                  <a:pt x="1440549" y="23041"/>
                </a:cubicBezTo>
                <a:cubicBezTo>
                  <a:pt x="1440722" y="22694"/>
                  <a:pt x="1441053" y="22398"/>
                  <a:pt x="1441539" y="22155"/>
                </a:cubicBezTo>
                <a:cubicBezTo>
                  <a:pt x="1442026" y="21912"/>
                  <a:pt x="1442669" y="21738"/>
                  <a:pt x="1443468" y="21634"/>
                </a:cubicBezTo>
                <a:cubicBezTo>
                  <a:pt x="1444267" y="21530"/>
                  <a:pt x="1445258" y="21477"/>
                  <a:pt x="1446439" y="21477"/>
                </a:cubicBezTo>
                <a:cubicBezTo>
                  <a:pt x="1447690" y="21477"/>
                  <a:pt x="1448716" y="21530"/>
                  <a:pt x="1449515" y="21634"/>
                </a:cubicBezTo>
                <a:cubicBezTo>
                  <a:pt x="1450314" y="21738"/>
                  <a:pt x="1450940" y="21912"/>
                  <a:pt x="1451392" y="22155"/>
                </a:cubicBezTo>
                <a:cubicBezTo>
                  <a:pt x="1451843" y="22398"/>
                  <a:pt x="1452174" y="22694"/>
                  <a:pt x="1452382" y="23041"/>
                </a:cubicBezTo>
                <a:cubicBezTo>
                  <a:pt x="1452591" y="23389"/>
                  <a:pt x="1452695" y="23771"/>
                  <a:pt x="1452695" y="24188"/>
                </a:cubicBezTo>
                <a:lnTo>
                  <a:pt x="1452695" y="47334"/>
                </a:lnTo>
                <a:lnTo>
                  <a:pt x="1478760" y="47334"/>
                </a:lnTo>
                <a:cubicBezTo>
                  <a:pt x="1479246" y="47334"/>
                  <a:pt x="1479681" y="47439"/>
                  <a:pt x="1480063" y="47650"/>
                </a:cubicBezTo>
                <a:cubicBezTo>
                  <a:pt x="1480445" y="47860"/>
                  <a:pt x="1480775" y="48194"/>
                  <a:pt x="1481053" y="48650"/>
                </a:cubicBezTo>
                <a:cubicBezTo>
                  <a:pt x="1481331" y="49106"/>
                  <a:pt x="1481540" y="49668"/>
                  <a:pt x="1481679" y="50334"/>
                </a:cubicBezTo>
                <a:cubicBezTo>
                  <a:pt x="1481818" y="51001"/>
                  <a:pt x="1481887" y="51791"/>
                  <a:pt x="1481887" y="52703"/>
                </a:cubicBezTo>
                <a:cubicBezTo>
                  <a:pt x="1481887" y="54458"/>
                  <a:pt x="1481592" y="55774"/>
                  <a:pt x="1481001" y="56652"/>
                </a:cubicBezTo>
                <a:cubicBezTo>
                  <a:pt x="1480410" y="57529"/>
                  <a:pt x="1479663" y="57968"/>
                  <a:pt x="1478760" y="57968"/>
                </a:cubicBezTo>
                <a:lnTo>
                  <a:pt x="1452695" y="57968"/>
                </a:lnTo>
                <a:lnTo>
                  <a:pt x="1452695" y="114998"/>
                </a:lnTo>
                <a:cubicBezTo>
                  <a:pt x="1452695" y="122157"/>
                  <a:pt x="1453720" y="127613"/>
                  <a:pt x="1455771" y="131366"/>
                </a:cubicBezTo>
                <a:cubicBezTo>
                  <a:pt x="1457821" y="135120"/>
                  <a:pt x="1461557" y="136996"/>
                  <a:pt x="1466978" y="136996"/>
                </a:cubicBezTo>
                <a:cubicBezTo>
                  <a:pt x="1468647" y="136996"/>
                  <a:pt x="1470158" y="136823"/>
                  <a:pt x="1471514" y="136475"/>
                </a:cubicBezTo>
                <a:cubicBezTo>
                  <a:pt x="1472869" y="136128"/>
                  <a:pt x="1474068" y="135745"/>
                  <a:pt x="1475111" y="135328"/>
                </a:cubicBezTo>
                <a:cubicBezTo>
                  <a:pt x="1476153" y="134911"/>
                  <a:pt x="1477039" y="134529"/>
                  <a:pt x="1477769" y="134181"/>
                </a:cubicBezTo>
                <a:cubicBezTo>
                  <a:pt x="1478499" y="133834"/>
                  <a:pt x="1479142" y="133660"/>
                  <a:pt x="1479698" y="133660"/>
                </a:cubicBezTo>
                <a:cubicBezTo>
                  <a:pt x="1480046" y="133660"/>
                  <a:pt x="1480358" y="133730"/>
                  <a:pt x="1480636" y="133869"/>
                </a:cubicBezTo>
                <a:cubicBezTo>
                  <a:pt x="1480914" y="134008"/>
                  <a:pt x="1481140" y="134268"/>
                  <a:pt x="1481314" y="134651"/>
                </a:cubicBezTo>
                <a:cubicBezTo>
                  <a:pt x="1481488" y="135033"/>
                  <a:pt x="1481627" y="135519"/>
                  <a:pt x="1481731" y="136110"/>
                </a:cubicBezTo>
                <a:cubicBezTo>
                  <a:pt x="1481835" y="136701"/>
                  <a:pt x="1481887" y="137448"/>
                  <a:pt x="1481887" y="138352"/>
                </a:cubicBezTo>
                <a:close/>
                <a:moveTo>
                  <a:pt x="1528456" y="61826"/>
                </a:moveTo>
                <a:cubicBezTo>
                  <a:pt x="1528456" y="63702"/>
                  <a:pt x="1528334" y="65284"/>
                  <a:pt x="1528091" y="66569"/>
                </a:cubicBezTo>
                <a:cubicBezTo>
                  <a:pt x="1527848" y="67855"/>
                  <a:pt x="1527378" y="68881"/>
                  <a:pt x="1526683" y="69645"/>
                </a:cubicBezTo>
                <a:cubicBezTo>
                  <a:pt x="1525988" y="70410"/>
                  <a:pt x="1525067" y="70948"/>
                  <a:pt x="1523921" y="71261"/>
                </a:cubicBezTo>
                <a:cubicBezTo>
                  <a:pt x="1522774" y="71574"/>
                  <a:pt x="1521297" y="71730"/>
                  <a:pt x="1519490" y="71730"/>
                </a:cubicBezTo>
                <a:cubicBezTo>
                  <a:pt x="1517682" y="71730"/>
                  <a:pt x="1516223" y="71574"/>
                  <a:pt x="1515111" y="71261"/>
                </a:cubicBezTo>
                <a:cubicBezTo>
                  <a:pt x="1513999" y="70948"/>
                  <a:pt x="1513095" y="70410"/>
                  <a:pt x="1512400" y="69645"/>
                </a:cubicBezTo>
                <a:cubicBezTo>
                  <a:pt x="1511705" y="68881"/>
                  <a:pt x="1511236" y="67855"/>
                  <a:pt x="1510992" y="66569"/>
                </a:cubicBezTo>
                <a:cubicBezTo>
                  <a:pt x="1510749" y="65284"/>
                  <a:pt x="1510627" y="63702"/>
                  <a:pt x="1510627" y="61826"/>
                </a:cubicBezTo>
                <a:cubicBezTo>
                  <a:pt x="1510627" y="59810"/>
                  <a:pt x="1510749" y="58159"/>
                  <a:pt x="1510992" y="56873"/>
                </a:cubicBezTo>
                <a:cubicBezTo>
                  <a:pt x="1511236" y="55587"/>
                  <a:pt x="1511705" y="54562"/>
                  <a:pt x="1512400" y="53798"/>
                </a:cubicBezTo>
                <a:cubicBezTo>
                  <a:pt x="1513095" y="53033"/>
                  <a:pt x="1513999" y="52494"/>
                  <a:pt x="1515111" y="52182"/>
                </a:cubicBezTo>
                <a:cubicBezTo>
                  <a:pt x="1516223" y="51869"/>
                  <a:pt x="1517682" y="51713"/>
                  <a:pt x="1519490" y="51713"/>
                </a:cubicBezTo>
                <a:cubicBezTo>
                  <a:pt x="1521297" y="51713"/>
                  <a:pt x="1522774" y="51869"/>
                  <a:pt x="1523921" y="52182"/>
                </a:cubicBezTo>
                <a:cubicBezTo>
                  <a:pt x="1525067" y="52494"/>
                  <a:pt x="1525988" y="53033"/>
                  <a:pt x="1526683" y="53798"/>
                </a:cubicBezTo>
                <a:cubicBezTo>
                  <a:pt x="1527378" y="54562"/>
                  <a:pt x="1527848" y="55587"/>
                  <a:pt x="1528091" y="56873"/>
                </a:cubicBezTo>
                <a:cubicBezTo>
                  <a:pt x="1528334" y="58159"/>
                  <a:pt x="1528456" y="59810"/>
                  <a:pt x="1528456" y="61826"/>
                </a:cubicBezTo>
                <a:moveTo>
                  <a:pt x="1528456" y="136788"/>
                </a:moveTo>
                <a:cubicBezTo>
                  <a:pt x="1528456" y="138734"/>
                  <a:pt x="1528334" y="140350"/>
                  <a:pt x="1528091" y="141636"/>
                </a:cubicBezTo>
                <a:cubicBezTo>
                  <a:pt x="1527848" y="142922"/>
                  <a:pt x="1527378" y="143947"/>
                  <a:pt x="1526683" y="144712"/>
                </a:cubicBezTo>
                <a:cubicBezTo>
                  <a:pt x="1525988" y="145476"/>
                  <a:pt x="1525067" y="146015"/>
                  <a:pt x="1523921" y="146328"/>
                </a:cubicBezTo>
                <a:cubicBezTo>
                  <a:pt x="1522774" y="146640"/>
                  <a:pt x="1521297" y="146797"/>
                  <a:pt x="1519490" y="146797"/>
                </a:cubicBezTo>
                <a:cubicBezTo>
                  <a:pt x="1517682" y="146797"/>
                  <a:pt x="1516223" y="146640"/>
                  <a:pt x="1515111" y="146328"/>
                </a:cubicBezTo>
                <a:cubicBezTo>
                  <a:pt x="1513999" y="146015"/>
                  <a:pt x="1513095" y="145476"/>
                  <a:pt x="1512400" y="144712"/>
                </a:cubicBezTo>
                <a:cubicBezTo>
                  <a:pt x="1511705" y="143947"/>
                  <a:pt x="1511236" y="142922"/>
                  <a:pt x="1510992" y="141636"/>
                </a:cubicBezTo>
                <a:cubicBezTo>
                  <a:pt x="1510749" y="140350"/>
                  <a:pt x="1510627" y="138734"/>
                  <a:pt x="1510627" y="136788"/>
                </a:cubicBezTo>
                <a:cubicBezTo>
                  <a:pt x="1510627" y="134842"/>
                  <a:pt x="1510749" y="133208"/>
                  <a:pt x="1510992" y="131888"/>
                </a:cubicBezTo>
                <a:cubicBezTo>
                  <a:pt x="1511236" y="130567"/>
                  <a:pt x="1511705" y="129542"/>
                  <a:pt x="1512400" y="128812"/>
                </a:cubicBezTo>
                <a:cubicBezTo>
                  <a:pt x="1513095" y="128082"/>
                  <a:pt x="1513999" y="127561"/>
                  <a:pt x="1515111" y="127248"/>
                </a:cubicBezTo>
                <a:cubicBezTo>
                  <a:pt x="1516223" y="126935"/>
                  <a:pt x="1517682" y="126779"/>
                  <a:pt x="1519490" y="126779"/>
                </a:cubicBezTo>
                <a:cubicBezTo>
                  <a:pt x="1521297" y="126779"/>
                  <a:pt x="1522774" y="126935"/>
                  <a:pt x="1523921" y="127248"/>
                </a:cubicBezTo>
                <a:cubicBezTo>
                  <a:pt x="1525067" y="127561"/>
                  <a:pt x="1525988" y="128082"/>
                  <a:pt x="1526683" y="128812"/>
                </a:cubicBezTo>
                <a:cubicBezTo>
                  <a:pt x="1527378" y="129542"/>
                  <a:pt x="1527848" y="130567"/>
                  <a:pt x="1528091" y="131888"/>
                </a:cubicBezTo>
                <a:cubicBezTo>
                  <a:pt x="1528334" y="133208"/>
                  <a:pt x="1528456" y="134842"/>
                  <a:pt x="1528456" y="136788"/>
                </a:cubicBezTo>
                <a:close/>
                <a:moveTo>
                  <a:pt x="1663547" y="7210"/>
                </a:moveTo>
                <a:cubicBezTo>
                  <a:pt x="1663547" y="9019"/>
                  <a:pt x="1663460" y="10691"/>
                  <a:pt x="1663287" y="12224"/>
                </a:cubicBezTo>
                <a:cubicBezTo>
                  <a:pt x="1663113" y="13756"/>
                  <a:pt x="1662817" y="15219"/>
                  <a:pt x="1662400" y="16613"/>
                </a:cubicBezTo>
                <a:cubicBezTo>
                  <a:pt x="1661983" y="18005"/>
                  <a:pt x="1661427" y="19399"/>
                  <a:pt x="1660732" y="20793"/>
                </a:cubicBezTo>
                <a:cubicBezTo>
                  <a:pt x="1660037" y="22185"/>
                  <a:pt x="1659168" y="23647"/>
                  <a:pt x="1658126" y="25179"/>
                </a:cubicBezTo>
                <a:lnTo>
                  <a:pt x="1643634" y="47431"/>
                </a:lnTo>
                <a:cubicBezTo>
                  <a:pt x="1643356" y="47851"/>
                  <a:pt x="1643026" y="48234"/>
                  <a:pt x="1642643" y="48581"/>
                </a:cubicBezTo>
                <a:cubicBezTo>
                  <a:pt x="1642261" y="48929"/>
                  <a:pt x="1641809" y="49208"/>
                  <a:pt x="1641288" y="49419"/>
                </a:cubicBezTo>
                <a:cubicBezTo>
                  <a:pt x="1640767" y="49627"/>
                  <a:pt x="1640158" y="49784"/>
                  <a:pt x="1639463" y="49888"/>
                </a:cubicBezTo>
                <a:cubicBezTo>
                  <a:pt x="1638768" y="49992"/>
                  <a:pt x="1637900" y="50044"/>
                  <a:pt x="1636857" y="50044"/>
                </a:cubicBezTo>
                <a:cubicBezTo>
                  <a:pt x="1636092" y="50044"/>
                  <a:pt x="1635449" y="50010"/>
                  <a:pt x="1634928" y="49940"/>
                </a:cubicBezTo>
                <a:cubicBezTo>
                  <a:pt x="1634407" y="49871"/>
                  <a:pt x="1634007" y="49732"/>
                  <a:pt x="1633729" y="49523"/>
                </a:cubicBezTo>
                <a:cubicBezTo>
                  <a:pt x="1633451" y="49312"/>
                  <a:pt x="1633312" y="49033"/>
                  <a:pt x="1633312" y="48686"/>
                </a:cubicBezTo>
                <a:cubicBezTo>
                  <a:pt x="1633312" y="48338"/>
                  <a:pt x="1633416" y="47920"/>
                  <a:pt x="1633625" y="47431"/>
                </a:cubicBezTo>
                <a:lnTo>
                  <a:pt x="1648117" y="18806"/>
                </a:lnTo>
                <a:lnTo>
                  <a:pt x="1648117" y="7210"/>
                </a:lnTo>
                <a:cubicBezTo>
                  <a:pt x="1648117" y="5677"/>
                  <a:pt x="1648256" y="4440"/>
                  <a:pt x="1648534" y="3499"/>
                </a:cubicBezTo>
                <a:cubicBezTo>
                  <a:pt x="1648812" y="2559"/>
                  <a:pt x="1649264" y="1828"/>
                  <a:pt x="1649889" y="1306"/>
                </a:cubicBezTo>
                <a:cubicBezTo>
                  <a:pt x="1650515" y="783"/>
                  <a:pt x="1651314" y="434"/>
                  <a:pt x="1652287" y="261"/>
                </a:cubicBezTo>
                <a:cubicBezTo>
                  <a:pt x="1653260" y="87"/>
                  <a:pt x="1654442" y="0"/>
                  <a:pt x="1655832" y="0"/>
                </a:cubicBezTo>
                <a:cubicBezTo>
                  <a:pt x="1657153" y="0"/>
                  <a:pt x="1658300" y="87"/>
                  <a:pt x="1659273" y="261"/>
                </a:cubicBezTo>
                <a:cubicBezTo>
                  <a:pt x="1660246" y="434"/>
                  <a:pt x="1661045" y="783"/>
                  <a:pt x="1661671" y="1306"/>
                </a:cubicBezTo>
                <a:cubicBezTo>
                  <a:pt x="1662296" y="1828"/>
                  <a:pt x="1662765" y="2559"/>
                  <a:pt x="1663078" y="3499"/>
                </a:cubicBezTo>
                <a:cubicBezTo>
                  <a:pt x="1663391" y="4440"/>
                  <a:pt x="1663547" y="5677"/>
                  <a:pt x="1663547" y="7210"/>
                </a:cubicBezTo>
                <a:moveTo>
                  <a:pt x="1628203" y="7210"/>
                </a:moveTo>
                <a:cubicBezTo>
                  <a:pt x="1628203" y="9019"/>
                  <a:pt x="1628117" y="10691"/>
                  <a:pt x="1627943" y="12224"/>
                </a:cubicBezTo>
                <a:cubicBezTo>
                  <a:pt x="1627769" y="13756"/>
                  <a:pt x="1627474" y="15219"/>
                  <a:pt x="1627057" y="16613"/>
                </a:cubicBezTo>
                <a:cubicBezTo>
                  <a:pt x="1626640" y="18005"/>
                  <a:pt x="1626084" y="19399"/>
                  <a:pt x="1625388" y="20793"/>
                </a:cubicBezTo>
                <a:cubicBezTo>
                  <a:pt x="1624693" y="22185"/>
                  <a:pt x="1623825" y="23647"/>
                  <a:pt x="1622782" y="25179"/>
                </a:cubicBezTo>
                <a:lnTo>
                  <a:pt x="1608290" y="47431"/>
                </a:lnTo>
                <a:cubicBezTo>
                  <a:pt x="1608012" y="47851"/>
                  <a:pt x="1607682" y="48234"/>
                  <a:pt x="1607299" y="48581"/>
                </a:cubicBezTo>
                <a:cubicBezTo>
                  <a:pt x="1606917" y="48929"/>
                  <a:pt x="1606465" y="49208"/>
                  <a:pt x="1605944" y="49419"/>
                </a:cubicBezTo>
                <a:cubicBezTo>
                  <a:pt x="1605423" y="49627"/>
                  <a:pt x="1604815" y="49784"/>
                  <a:pt x="1604120" y="49888"/>
                </a:cubicBezTo>
                <a:cubicBezTo>
                  <a:pt x="1603425" y="49992"/>
                  <a:pt x="1602556" y="50044"/>
                  <a:pt x="1601513" y="50044"/>
                </a:cubicBezTo>
                <a:cubicBezTo>
                  <a:pt x="1600749" y="50044"/>
                  <a:pt x="1600088" y="50010"/>
                  <a:pt x="1599532" y="49940"/>
                </a:cubicBezTo>
                <a:cubicBezTo>
                  <a:pt x="1598976" y="49871"/>
                  <a:pt x="1598576" y="49732"/>
                  <a:pt x="1598333" y="49523"/>
                </a:cubicBezTo>
                <a:cubicBezTo>
                  <a:pt x="1598090" y="49312"/>
                  <a:pt x="1597951" y="49033"/>
                  <a:pt x="1597916" y="48686"/>
                </a:cubicBezTo>
                <a:cubicBezTo>
                  <a:pt x="1597881" y="48338"/>
                  <a:pt x="1598003" y="47920"/>
                  <a:pt x="1598281" y="47431"/>
                </a:cubicBezTo>
                <a:lnTo>
                  <a:pt x="1612773" y="18806"/>
                </a:lnTo>
                <a:lnTo>
                  <a:pt x="1612773" y="7210"/>
                </a:lnTo>
                <a:cubicBezTo>
                  <a:pt x="1612773" y="5677"/>
                  <a:pt x="1612912" y="4440"/>
                  <a:pt x="1613190" y="3499"/>
                </a:cubicBezTo>
                <a:cubicBezTo>
                  <a:pt x="1613468" y="2559"/>
                  <a:pt x="1613920" y="1828"/>
                  <a:pt x="1614546" y="1306"/>
                </a:cubicBezTo>
                <a:cubicBezTo>
                  <a:pt x="1615171" y="783"/>
                  <a:pt x="1615970" y="434"/>
                  <a:pt x="1616943" y="261"/>
                </a:cubicBezTo>
                <a:cubicBezTo>
                  <a:pt x="1617917" y="87"/>
                  <a:pt x="1619098" y="0"/>
                  <a:pt x="1620488" y="0"/>
                </a:cubicBezTo>
                <a:cubicBezTo>
                  <a:pt x="1621809" y="0"/>
                  <a:pt x="1622956" y="87"/>
                  <a:pt x="1623929" y="261"/>
                </a:cubicBezTo>
                <a:cubicBezTo>
                  <a:pt x="1624902" y="434"/>
                  <a:pt x="1625701" y="783"/>
                  <a:pt x="1626327" y="1306"/>
                </a:cubicBezTo>
                <a:cubicBezTo>
                  <a:pt x="1626952" y="1828"/>
                  <a:pt x="1627422" y="2559"/>
                  <a:pt x="1627734" y="3499"/>
                </a:cubicBezTo>
                <a:cubicBezTo>
                  <a:pt x="1628047" y="4440"/>
                  <a:pt x="1628203" y="5677"/>
                  <a:pt x="1628203" y="721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Text Detectioninstruction%">
            <a:extLst xmlns:a="http://schemas.openxmlformats.org/drawingml/2006/main">
              <a:ext uri="{FF2B5EF4-FFF2-40B4-BE49-F238E27FC236}">
                <a16:creationId xmlns:a16="http://schemas.microsoft.com/office/drawing/2014/main" id="{BD21A198-EE47-40D3-8E20-C9FE9B99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6161" y="3595310"/>
            <a:ext cx="1928928" cy="138873"/>
          </a:xfrm>
          <a:custGeom xmlns:a="http://schemas.openxmlformats.org/drawingml/2006/main">
            <a:pathLst>
              <a:path w="1928928" h="138873">
                <a:moveTo>
                  <a:pt x="99150" y="67560"/>
                </a:moveTo>
                <a:cubicBezTo>
                  <a:pt x="99150" y="78889"/>
                  <a:pt x="97726" y="88881"/>
                  <a:pt x="94876" y="97534"/>
                </a:cubicBezTo>
                <a:cubicBezTo>
                  <a:pt x="92026" y="106188"/>
                  <a:pt x="87821" y="113434"/>
                  <a:pt x="82260" y="119272"/>
                </a:cubicBezTo>
                <a:cubicBezTo>
                  <a:pt x="76700" y="125111"/>
                  <a:pt x="69836" y="129525"/>
                  <a:pt x="61669" y="132513"/>
                </a:cubicBezTo>
                <a:cubicBezTo>
                  <a:pt x="53502" y="135502"/>
                  <a:pt x="43754" y="136996"/>
                  <a:pt x="32425" y="136996"/>
                </a:cubicBezTo>
                <a:lnTo>
                  <a:pt x="5839" y="136996"/>
                </a:lnTo>
                <a:cubicBezTo>
                  <a:pt x="4587" y="136996"/>
                  <a:pt x="3302" y="136527"/>
                  <a:pt x="1981" y="135589"/>
                </a:cubicBezTo>
                <a:cubicBezTo>
                  <a:pt x="660" y="134651"/>
                  <a:pt x="0" y="132930"/>
                  <a:pt x="0" y="130428"/>
                </a:cubicBezTo>
                <a:lnTo>
                  <a:pt x="0" y="8654"/>
                </a:lnTo>
                <a:cubicBezTo>
                  <a:pt x="0" y="6151"/>
                  <a:pt x="660" y="4431"/>
                  <a:pt x="1981" y="3493"/>
                </a:cubicBezTo>
                <a:cubicBezTo>
                  <a:pt x="3302" y="2554"/>
                  <a:pt x="4587" y="2085"/>
                  <a:pt x="5839" y="2085"/>
                </a:cubicBezTo>
                <a:lnTo>
                  <a:pt x="34197" y="2085"/>
                </a:lnTo>
                <a:cubicBezTo>
                  <a:pt x="45665" y="2085"/>
                  <a:pt x="55344" y="3649"/>
                  <a:pt x="63233" y="6777"/>
                </a:cubicBezTo>
                <a:cubicBezTo>
                  <a:pt x="71122" y="9905"/>
                  <a:pt x="77725" y="14336"/>
                  <a:pt x="83042" y="20070"/>
                </a:cubicBezTo>
                <a:cubicBezTo>
                  <a:pt x="88360" y="25804"/>
                  <a:pt x="92374" y="32685"/>
                  <a:pt x="95084" y="40713"/>
                </a:cubicBezTo>
                <a:cubicBezTo>
                  <a:pt x="97795" y="48741"/>
                  <a:pt x="99150" y="57690"/>
                  <a:pt x="99150" y="67560"/>
                </a:cubicBezTo>
                <a:moveTo>
                  <a:pt x="85492" y="68189"/>
                </a:moveTo>
                <a:cubicBezTo>
                  <a:pt x="85492" y="60348"/>
                  <a:pt x="84502" y="53080"/>
                  <a:pt x="82521" y="46386"/>
                </a:cubicBezTo>
                <a:cubicBezTo>
                  <a:pt x="80540" y="39691"/>
                  <a:pt x="77482" y="33916"/>
                  <a:pt x="73346" y="29059"/>
                </a:cubicBezTo>
                <a:cubicBezTo>
                  <a:pt x="69211" y="24202"/>
                  <a:pt x="63980" y="20404"/>
                  <a:pt x="57655" y="17665"/>
                </a:cubicBezTo>
                <a:cubicBezTo>
                  <a:pt x="51330" y="14924"/>
                  <a:pt x="43268" y="13554"/>
                  <a:pt x="33467" y="13554"/>
                </a:cubicBezTo>
                <a:lnTo>
                  <a:pt x="12720" y="13554"/>
                </a:lnTo>
                <a:lnTo>
                  <a:pt x="12720" y="125528"/>
                </a:lnTo>
                <a:lnTo>
                  <a:pt x="33571" y="125528"/>
                </a:lnTo>
                <a:cubicBezTo>
                  <a:pt x="42746" y="125528"/>
                  <a:pt x="50514" y="124401"/>
                  <a:pt x="56873" y="122146"/>
                </a:cubicBezTo>
                <a:cubicBezTo>
                  <a:pt x="63233" y="119891"/>
                  <a:pt x="68533" y="116405"/>
                  <a:pt x="72773" y="111688"/>
                </a:cubicBezTo>
                <a:cubicBezTo>
                  <a:pt x="77013" y="106970"/>
                  <a:pt x="80193" y="101021"/>
                  <a:pt x="82313" y="93840"/>
                </a:cubicBezTo>
                <a:cubicBezTo>
                  <a:pt x="84433" y="86659"/>
                  <a:pt x="85492" y="78109"/>
                  <a:pt x="85492" y="68189"/>
                </a:cubicBezTo>
                <a:close/>
                <a:moveTo>
                  <a:pt x="204279" y="82886"/>
                </a:moveTo>
                <a:cubicBezTo>
                  <a:pt x="204279" y="85388"/>
                  <a:pt x="203618" y="87108"/>
                  <a:pt x="202298" y="88047"/>
                </a:cubicBezTo>
                <a:cubicBezTo>
                  <a:pt x="200977" y="88985"/>
                  <a:pt x="199691" y="89454"/>
                  <a:pt x="198440" y="89454"/>
                </a:cubicBezTo>
                <a:lnTo>
                  <a:pt x="134112" y="89454"/>
                </a:lnTo>
                <a:cubicBezTo>
                  <a:pt x="134112" y="95308"/>
                  <a:pt x="134686" y="100605"/>
                  <a:pt x="135832" y="105344"/>
                </a:cubicBezTo>
                <a:cubicBezTo>
                  <a:pt x="136979" y="110084"/>
                  <a:pt x="138873" y="114143"/>
                  <a:pt x="141515" y="117523"/>
                </a:cubicBezTo>
                <a:cubicBezTo>
                  <a:pt x="144156" y="120903"/>
                  <a:pt x="147596" y="123499"/>
                  <a:pt x="151836" y="125313"/>
                </a:cubicBezTo>
                <a:cubicBezTo>
                  <a:pt x="156076" y="127124"/>
                  <a:pt x="161289" y="128030"/>
                  <a:pt x="167475" y="128030"/>
                </a:cubicBezTo>
                <a:cubicBezTo>
                  <a:pt x="171854" y="128030"/>
                  <a:pt x="175781" y="127642"/>
                  <a:pt x="179256" y="126867"/>
                </a:cubicBezTo>
                <a:cubicBezTo>
                  <a:pt x="182732" y="126092"/>
                  <a:pt x="185738" y="125228"/>
                  <a:pt x="188275" y="124277"/>
                </a:cubicBezTo>
                <a:cubicBezTo>
                  <a:pt x="190812" y="123326"/>
                  <a:pt x="192897" y="122462"/>
                  <a:pt x="194530" y="121687"/>
                </a:cubicBezTo>
                <a:cubicBezTo>
                  <a:pt x="196164" y="120911"/>
                  <a:pt x="197328" y="120524"/>
                  <a:pt x="198023" y="120524"/>
                </a:cubicBezTo>
                <a:cubicBezTo>
                  <a:pt x="198440" y="120524"/>
                  <a:pt x="198822" y="120629"/>
                  <a:pt x="199170" y="120840"/>
                </a:cubicBezTo>
                <a:cubicBezTo>
                  <a:pt x="199517" y="121050"/>
                  <a:pt x="199795" y="121384"/>
                  <a:pt x="200004" y="121840"/>
                </a:cubicBezTo>
                <a:cubicBezTo>
                  <a:pt x="200212" y="122296"/>
                  <a:pt x="200369" y="122875"/>
                  <a:pt x="200473" y="123576"/>
                </a:cubicBezTo>
                <a:cubicBezTo>
                  <a:pt x="200577" y="124278"/>
                  <a:pt x="200630" y="125154"/>
                  <a:pt x="200630" y="126206"/>
                </a:cubicBezTo>
                <a:cubicBezTo>
                  <a:pt x="200630" y="126699"/>
                  <a:pt x="200595" y="127173"/>
                  <a:pt x="200525" y="127629"/>
                </a:cubicBezTo>
                <a:cubicBezTo>
                  <a:pt x="200456" y="128086"/>
                  <a:pt x="200369" y="128507"/>
                  <a:pt x="200265" y="128894"/>
                </a:cubicBezTo>
                <a:cubicBezTo>
                  <a:pt x="200160" y="129278"/>
                  <a:pt x="200004" y="129646"/>
                  <a:pt x="199795" y="129998"/>
                </a:cubicBezTo>
                <a:cubicBezTo>
                  <a:pt x="199587" y="130348"/>
                  <a:pt x="199309" y="130699"/>
                  <a:pt x="198961" y="131050"/>
                </a:cubicBezTo>
                <a:cubicBezTo>
                  <a:pt x="198614" y="131400"/>
                  <a:pt x="197536" y="132009"/>
                  <a:pt x="195729" y="132878"/>
                </a:cubicBezTo>
                <a:cubicBezTo>
                  <a:pt x="193922" y="133747"/>
                  <a:pt x="191559" y="134616"/>
                  <a:pt x="188640" y="135485"/>
                </a:cubicBezTo>
                <a:cubicBezTo>
                  <a:pt x="185720" y="136354"/>
                  <a:pt x="182332" y="137135"/>
                  <a:pt x="178474" y="137831"/>
                </a:cubicBezTo>
                <a:cubicBezTo>
                  <a:pt x="174617" y="138526"/>
                  <a:pt x="170464" y="138873"/>
                  <a:pt x="166015" y="138873"/>
                </a:cubicBezTo>
                <a:cubicBezTo>
                  <a:pt x="158717" y="138873"/>
                  <a:pt x="152253" y="137777"/>
                  <a:pt x="146623" y="135586"/>
                </a:cubicBezTo>
                <a:cubicBezTo>
                  <a:pt x="140993" y="133394"/>
                  <a:pt x="136267" y="130159"/>
                  <a:pt x="132444" y="125880"/>
                </a:cubicBezTo>
                <a:cubicBezTo>
                  <a:pt x="128621" y="121601"/>
                  <a:pt x="125719" y="116296"/>
                  <a:pt x="123738" y="109964"/>
                </a:cubicBezTo>
                <a:cubicBezTo>
                  <a:pt x="121757" y="103632"/>
                  <a:pt x="120767" y="96292"/>
                  <a:pt x="120767" y="87943"/>
                </a:cubicBezTo>
                <a:cubicBezTo>
                  <a:pt x="120767" y="79941"/>
                  <a:pt x="121792" y="72774"/>
                  <a:pt x="123843" y="66442"/>
                </a:cubicBezTo>
                <a:cubicBezTo>
                  <a:pt x="125893" y="60111"/>
                  <a:pt x="128830" y="54736"/>
                  <a:pt x="132653" y="50318"/>
                </a:cubicBezTo>
                <a:cubicBezTo>
                  <a:pt x="136475" y="45900"/>
                  <a:pt x="141080" y="42526"/>
                  <a:pt x="146467" y="40195"/>
                </a:cubicBezTo>
                <a:cubicBezTo>
                  <a:pt x="151854" y="37865"/>
                  <a:pt x="157849" y="36699"/>
                  <a:pt x="164452" y="36699"/>
                </a:cubicBezTo>
                <a:cubicBezTo>
                  <a:pt x="171541" y="36699"/>
                  <a:pt x="177588" y="37881"/>
                  <a:pt x="182593" y="40244"/>
                </a:cubicBezTo>
                <a:cubicBezTo>
                  <a:pt x="187597" y="42607"/>
                  <a:pt x="191715" y="45787"/>
                  <a:pt x="194947" y="49784"/>
                </a:cubicBezTo>
                <a:cubicBezTo>
                  <a:pt x="198179" y="53780"/>
                  <a:pt x="200543" y="58420"/>
                  <a:pt x="202037" y="63702"/>
                </a:cubicBezTo>
                <a:cubicBezTo>
                  <a:pt x="203531" y="68985"/>
                  <a:pt x="204279" y="74545"/>
                  <a:pt x="204279" y="80384"/>
                </a:cubicBezTo>
                <a:lnTo>
                  <a:pt x="204279" y="82886"/>
                </a:lnTo>
                <a:moveTo>
                  <a:pt x="191455" y="79237"/>
                </a:moveTo>
                <a:cubicBezTo>
                  <a:pt x="191663" y="69228"/>
                  <a:pt x="189370" y="61409"/>
                  <a:pt x="184574" y="55779"/>
                </a:cubicBezTo>
                <a:cubicBezTo>
                  <a:pt x="179778" y="50149"/>
                  <a:pt x="172792" y="47334"/>
                  <a:pt x="163618" y="47334"/>
                </a:cubicBezTo>
                <a:cubicBezTo>
                  <a:pt x="158891" y="47334"/>
                  <a:pt x="154738" y="48220"/>
                  <a:pt x="151159" y="49992"/>
                </a:cubicBezTo>
                <a:cubicBezTo>
                  <a:pt x="147579" y="51765"/>
                  <a:pt x="144555" y="54110"/>
                  <a:pt x="142088" y="57030"/>
                </a:cubicBezTo>
                <a:cubicBezTo>
                  <a:pt x="139621" y="59949"/>
                  <a:pt x="137727" y="63337"/>
                  <a:pt x="136406" y="67195"/>
                </a:cubicBezTo>
                <a:cubicBezTo>
                  <a:pt x="135085" y="71053"/>
                  <a:pt x="134321" y="75067"/>
                  <a:pt x="134112" y="79237"/>
                </a:cubicBezTo>
                <a:lnTo>
                  <a:pt x="191455" y="79237"/>
                </a:lnTo>
                <a:close/>
                <a:moveTo>
                  <a:pt x="276586" y="129386"/>
                </a:moveTo>
                <a:cubicBezTo>
                  <a:pt x="276586" y="130845"/>
                  <a:pt x="276465" y="132027"/>
                  <a:pt x="276222" y="132930"/>
                </a:cubicBezTo>
                <a:cubicBezTo>
                  <a:pt x="275978" y="133834"/>
                  <a:pt x="275596" y="134546"/>
                  <a:pt x="275075" y="135068"/>
                </a:cubicBezTo>
                <a:cubicBezTo>
                  <a:pt x="274553" y="135589"/>
                  <a:pt x="273789" y="136076"/>
                  <a:pt x="272781" y="136527"/>
                </a:cubicBezTo>
                <a:cubicBezTo>
                  <a:pt x="271773" y="136979"/>
                  <a:pt x="270609" y="137361"/>
                  <a:pt x="269288" y="137674"/>
                </a:cubicBezTo>
                <a:cubicBezTo>
                  <a:pt x="267968" y="137987"/>
                  <a:pt x="266578" y="138230"/>
                  <a:pt x="265118" y="138404"/>
                </a:cubicBezTo>
                <a:cubicBezTo>
                  <a:pt x="263658" y="138578"/>
                  <a:pt x="262233" y="138665"/>
                  <a:pt x="260843" y="138665"/>
                </a:cubicBezTo>
                <a:cubicBezTo>
                  <a:pt x="256186" y="138665"/>
                  <a:pt x="252225" y="138039"/>
                  <a:pt x="248958" y="136788"/>
                </a:cubicBezTo>
                <a:cubicBezTo>
                  <a:pt x="245691" y="135537"/>
                  <a:pt x="243015" y="133643"/>
                  <a:pt x="240930" y="131106"/>
                </a:cubicBezTo>
                <a:cubicBezTo>
                  <a:pt x="238845" y="128569"/>
                  <a:pt x="237333" y="125354"/>
                  <a:pt x="236395" y="121462"/>
                </a:cubicBezTo>
                <a:cubicBezTo>
                  <a:pt x="235456" y="117570"/>
                  <a:pt x="234987" y="112982"/>
                  <a:pt x="234987" y="107700"/>
                </a:cubicBezTo>
                <a:lnTo>
                  <a:pt x="234987" y="49002"/>
                </a:lnTo>
                <a:lnTo>
                  <a:pt x="220912" y="49002"/>
                </a:lnTo>
                <a:cubicBezTo>
                  <a:pt x="219939" y="49002"/>
                  <a:pt x="219174" y="48563"/>
                  <a:pt x="218618" y="47686"/>
                </a:cubicBezTo>
                <a:cubicBezTo>
                  <a:pt x="218062" y="46808"/>
                  <a:pt x="217784" y="45492"/>
                  <a:pt x="217784" y="43737"/>
                </a:cubicBezTo>
                <a:cubicBezTo>
                  <a:pt x="217784" y="42824"/>
                  <a:pt x="217854" y="42035"/>
                  <a:pt x="217993" y="41368"/>
                </a:cubicBezTo>
                <a:cubicBezTo>
                  <a:pt x="218132" y="40701"/>
                  <a:pt x="218340" y="40140"/>
                  <a:pt x="218618" y="39684"/>
                </a:cubicBezTo>
                <a:cubicBezTo>
                  <a:pt x="218896" y="39227"/>
                  <a:pt x="219227" y="38894"/>
                  <a:pt x="219609" y="38683"/>
                </a:cubicBezTo>
                <a:cubicBezTo>
                  <a:pt x="219991" y="38473"/>
                  <a:pt x="220426" y="38367"/>
                  <a:pt x="220912" y="38367"/>
                </a:cubicBezTo>
                <a:lnTo>
                  <a:pt x="234987" y="38367"/>
                </a:lnTo>
                <a:lnTo>
                  <a:pt x="234987" y="15222"/>
                </a:lnTo>
                <a:cubicBezTo>
                  <a:pt x="234987" y="14805"/>
                  <a:pt x="235074" y="14423"/>
                  <a:pt x="235248" y="14075"/>
                </a:cubicBezTo>
                <a:cubicBezTo>
                  <a:pt x="235421" y="13727"/>
                  <a:pt x="235752" y="13432"/>
                  <a:pt x="236238" y="13189"/>
                </a:cubicBezTo>
                <a:cubicBezTo>
                  <a:pt x="236725" y="12946"/>
                  <a:pt x="237368" y="12772"/>
                  <a:pt x="238167" y="12667"/>
                </a:cubicBezTo>
                <a:cubicBezTo>
                  <a:pt x="238966" y="12563"/>
                  <a:pt x="239957" y="12511"/>
                  <a:pt x="241138" y="12511"/>
                </a:cubicBezTo>
                <a:cubicBezTo>
                  <a:pt x="242389" y="12511"/>
                  <a:pt x="243415" y="12563"/>
                  <a:pt x="244214" y="12667"/>
                </a:cubicBezTo>
                <a:cubicBezTo>
                  <a:pt x="245013" y="12772"/>
                  <a:pt x="245639" y="12946"/>
                  <a:pt x="246091" y="13189"/>
                </a:cubicBezTo>
                <a:cubicBezTo>
                  <a:pt x="246542" y="13432"/>
                  <a:pt x="246873" y="13727"/>
                  <a:pt x="247081" y="14075"/>
                </a:cubicBezTo>
                <a:cubicBezTo>
                  <a:pt x="247290" y="14423"/>
                  <a:pt x="247394" y="14805"/>
                  <a:pt x="247394" y="15222"/>
                </a:cubicBezTo>
                <a:lnTo>
                  <a:pt x="247394" y="38367"/>
                </a:lnTo>
                <a:lnTo>
                  <a:pt x="273459" y="38367"/>
                </a:lnTo>
                <a:cubicBezTo>
                  <a:pt x="273945" y="38367"/>
                  <a:pt x="274380" y="38473"/>
                  <a:pt x="274762" y="38683"/>
                </a:cubicBezTo>
                <a:cubicBezTo>
                  <a:pt x="275144" y="38894"/>
                  <a:pt x="275474" y="39227"/>
                  <a:pt x="275752" y="39684"/>
                </a:cubicBezTo>
                <a:cubicBezTo>
                  <a:pt x="276030" y="40140"/>
                  <a:pt x="276239" y="40701"/>
                  <a:pt x="276378" y="41368"/>
                </a:cubicBezTo>
                <a:cubicBezTo>
                  <a:pt x="276517" y="42035"/>
                  <a:pt x="276586" y="42824"/>
                  <a:pt x="276586" y="43737"/>
                </a:cubicBezTo>
                <a:cubicBezTo>
                  <a:pt x="276586" y="45492"/>
                  <a:pt x="276291" y="46808"/>
                  <a:pt x="275700" y="47686"/>
                </a:cubicBezTo>
                <a:cubicBezTo>
                  <a:pt x="275109" y="48563"/>
                  <a:pt x="274362" y="49002"/>
                  <a:pt x="273459" y="49002"/>
                </a:cubicBezTo>
                <a:lnTo>
                  <a:pt x="247394" y="49002"/>
                </a:lnTo>
                <a:lnTo>
                  <a:pt x="247394" y="106032"/>
                </a:lnTo>
                <a:cubicBezTo>
                  <a:pt x="247394" y="113191"/>
                  <a:pt x="248419" y="118647"/>
                  <a:pt x="250470" y="122400"/>
                </a:cubicBezTo>
                <a:cubicBezTo>
                  <a:pt x="252520" y="126154"/>
                  <a:pt x="256256" y="128030"/>
                  <a:pt x="261677" y="128030"/>
                </a:cubicBezTo>
                <a:cubicBezTo>
                  <a:pt x="263346" y="128030"/>
                  <a:pt x="264857" y="127856"/>
                  <a:pt x="266213" y="127509"/>
                </a:cubicBezTo>
                <a:cubicBezTo>
                  <a:pt x="267568" y="127161"/>
                  <a:pt x="268767" y="126779"/>
                  <a:pt x="269810" y="126362"/>
                </a:cubicBezTo>
                <a:cubicBezTo>
                  <a:pt x="270852" y="125945"/>
                  <a:pt x="271738" y="125563"/>
                  <a:pt x="272468" y="125215"/>
                </a:cubicBezTo>
                <a:cubicBezTo>
                  <a:pt x="273198" y="124868"/>
                  <a:pt x="273841" y="124694"/>
                  <a:pt x="274397" y="124694"/>
                </a:cubicBezTo>
                <a:cubicBezTo>
                  <a:pt x="274745" y="124694"/>
                  <a:pt x="275057" y="124763"/>
                  <a:pt x="275335" y="124902"/>
                </a:cubicBezTo>
                <a:cubicBezTo>
                  <a:pt x="275613" y="125041"/>
                  <a:pt x="275839" y="125302"/>
                  <a:pt x="276013" y="125684"/>
                </a:cubicBezTo>
                <a:cubicBezTo>
                  <a:pt x="276187" y="126067"/>
                  <a:pt x="276326" y="126553"/>
                  <a:pt x="276430" y="127144"/>
                </a:cubicBezTo>
                <a:cubicBezTo>
                  <a:pt x="276534" y="127735"/>
                  <a:pt x="276586" y="128482"/>
                  <a:pt x="276586" y="129386"/>
                </a:cubicBezTo>
                <a:close/>
                <a:moveTo>
                  <a:pt x="376634" y="82886"/>
                </a:moveTo>
                <a:cubicBezTo>
                  <a:pt x="376634" y="85388"/>
                  <a:pt x="375974" y="87108"/>
                  <a:pt x="374653" y="88047"/>
                </a:cubicBezTo>
                <a:cubicBezTo>
                  <a:pt x="373333" y="88985"/>
                  <a:pt x="372047" y="89454"/>
                  <a:pt x="370796" y="89454"/>
                </a:cubicBezTo>
                <a:lnTo>
                  <a:pt x="306468" y="89454"/>
                </a:lnTo>
                <a:cubicBezTo>
                  <a:pt x="306468" y="95308"/>
                  <a:pt x="307041" y="100605"/>
                  <a:pt x="308188" y="105344"/>
                </a:cubicBezTo>
                <a:cubicBezTo>
                  <a:pt x="309335" y="110084"/>
                  <a:pt x="311229" y="114143"/>
                  <a:pt x="313870" y="117523"/>
                </a:cubicBezTo>
                <a:cubicBezTo>
                  <a:pt x="316512" y="120903"/>
                  <a:pt x="319952" y="123499"/>
                  <a:pt x="324192" y="125313"/>
                </a:cubicBezTo>
                <a:cubicBezTo>
                  <a:pt x="328432" y="127124"/>
                  <a:pt x="333645" y="128030"/>
                  <a:pt x="339831" y="128030"/>
                </a:cubicBezTo>
                <a:cubicBezTo>
                  <a:pt x="344210" y="128030"/>
                  <a:pt x="348137" y="127642"/>
                  <a:pt x="351612" y="126867"/>
                </a:cubicBezTo>
                <a:cubicBezTo>
                  <a:pt x="355088" y="126092"/>
                  <a:pt x="358094" y="125228"/>
                  <a:pt x="360631" y="124277"/>
                </a:cubicBezTo>
                <a:cubicBezTo>
                  <a:pt x="363168" y="123326"/>
                  <a:pt x="365253" y="122462"/>
                  <a:pt x="366886" y="121687"/>
                </a:cubicBezTo>
                <a:cubicBezTo>
                  <a:pt x="368520" y="120911"/>
                  <a:pt x="369684" y="120524"/>
                  <a:pt x="370379" y="120524"/>
                </a:cubicBezTo>
                <a:cubicBezTo>
                  <a:pt x="370796" y="120524"/>
                  <a:pt x="371178" y="120629"/>
                  <a:pt x="371526" y="120840"/>
                </a:cubicBezTo>
                <a:cubicBezTo>
                  <a:pt x="371873" y="121050"/>
                  <a:pt x="372151" y="121384"/>
                  <a:pt x="372360" y="121840"/>
                </a:cubicBezTo>
                <a:cubicBezTo>
                  <a:pt x="372568" y="122296"/>
                  <a:pt x="372725" y="122875"/>
                  <a:pt x="372829" y="123576"/>
                </a:cubicBezTo>
                <a:cubicBezTo>
                  <a:pt x="372933" y="124278"/>
                  <a:pt x="372985" y="125154"/>
                  <a:pt x="372985" y="126206"/>
                </a:cubicBezTo>
                <a:cubicBezTo>
                  <a:pt x="372985" y="126699"/>
                  <a:pt x="372951" y="127173"/>
                  <a:pt x="372881" y="127629"/>
                </a:cubicBezTo>
                <a:cubicBezTo>
                  <a:pt x="372812" y="128086"/>
                  <a:pt x="372725" y="128507"/>
                  <a:pt x="372620" y="128894"/>
                </a:cubicBezTo>
                <a:cubicBezTo>
                  <a:pt x="372516" y="129278"/>
                  <a:pt x="372360" y="129646"/>
                  <a:pt x="372151" y="129998"/>
                </a:cubicBezTo>
                <a:cubicBezTo>
                  <a:pt x="371943" y="130348"/>
                  <a:pt x="371665" y="130699"/>
                  <a:pt x="371317" y="131050"/>
                </a:cubicBezTo>
                <a:cubicBezTo>
                  <a:pt x="370970" y="131400"/>
                  <a:pt x="369892" y="132009"/>
                  <a:pt x="368085" y="132878"/>
                </a:cubicBezTo>
                <a:cubicBezTo>
                  <a:pt x="366278" y="133747"/>
                  <a:pt x="363915" y="134616"/>
                  <a:pt x="360996" y="135485"/>
                </a:cubicBezTo>
                <a:cubicBezTo>
                  <a:pt x="358076" y="136354"/>
                  <a:pt x="354688" y="137135"/>
                  <a:pt x="350830" y="137831"/>
                </a:cubicBezTo>
                <a:cubicBezTo>
                  <a:pt x="346973" y="138526"/>
                  <a:pt x="342820" y="138873"/>
                  <a:pt x="338371" y="138873"/>
                </a:cubicBezTo>
                <a:cubicBezTo>
                  <a:pt x="331073" y="138873"/>
                  <a:pt x="324609" y="137777"/>
                  <a:pt x="318979" y="135586"/>
                </a:cubicBezTo>
                <a:cubicBezTo>
                  <a:pt x="313349" y="133394"/>
                  <a:pt x="308623" y="130159"/>
                  <a:pt x="304800" y="125880"/>
                </a:cubicBezTo>
                <a:cubicBezTo>
                  <a:pt x="300977" y="121601"/>
                  <a:pt x="298075" y="116296"/>
                  <a:pt x="296094" y="109964"/>
                </a:cubicBezTo>
                <a:cubicBezTo>
                  <a:pt x="294113" y="103632"/>
                  <a:pt x="293123" y="96292"/>
                  <a:pt x="293123" y="87943"/>
                </a:cubicBezTo>
                <a:cubicBezTo>
                  <a:pt x="293123" y="79941"/>
                  <a:pt x="294148" y="72774"/>
                  <a:pt x="296199" y="66442"/>
                </a:cubicBezTo>
                <a:cubicBezTo>
                  <a:pt x="298249" y="60111"/>
                  <a:pt x="301186" y="54736"/>
                  <a:pt x="305008" y="50318"/>
                </a:cubicBezTo>
                <a:cubicBezTo>
                  <a:pt x="308831" y="45900"/>
                  <a:pt x="313436" y="42526"/>
                  <a:pt x="318823" y="40195"/>
                </a:cubicBezTo>
                <a:cubicBezTo>
                  <a:pt x="324209" y="37865"/>
                  <a:pt x="330204" y="36699"/>
                  <a:pt x="336807" y="36699"/>
                </a:cubicBezTo>
                <a:cubicBezTo>
                  <a:pt x="343897" y="36699"/>
                  <a:pt x="349944" y="37881"/>
                  <a:pt x="354949" y="40244"/>
                </a:cubicBezTo>
                <a:cubicBezTo>
                  <a:pt x="359953" y="42607"/>
                  <a:pt x="364071" y="45787"/>
                  <a:pt x="367303" y="49784"/>
                </a:cubicBezTo>
                <a:cubicBezTo>
                  <a:pt x="370535" y="53780"/>
                  <a:pt x="372898" y="58420"/>
                  <a:pt x="374393" y="63702"/>
                </a:cubicBezTo>
                <a:cubicBezTo>
                  <a:pt x="375887" y="68985"/>
                  <a:pt x="376634" y="74545"/>
                  <a:pt x="376634" y="80384"/>
                </a:cubicBezTo>
                <a:lnTo>
                  <a:pt x="376634" y="82886"/>
                </a:lnTo>
                <a:moveTo>
                  <a:pt x="363811" y="79237"/>
                </a:moveTo>
                <a:cubicBezTo>
                  <a:pt x="364019" y="69228"/>
                  <a:pt x="361725" y="61409"/>
                  <a:pt x="356929" y="55779"/>
                </a:cubicBezTo>
                <a:cubicBezTo>
                  <a:pt x="352134" y="50149"/>
                  <a:pt x="345148" y="47334"/>
                  <a:pt x="335973" y="47334"/>
                </a:cubicBezTo>
                <a:cubicBezTo>
                  <a:pt x="331247" y="47334"/>
                  <a:pt x="327094" y="48220"/>
                  <a:pt x="323514" y="49992"/>
                </a:cubicBezTo>
                <a:cubicBezTo>
                  <a:pt x="319935" y="51765"/>
                  <a:pt x="316911" y="54110"/>
                  <a:pt x="314444" y="57030"/>
                </a:cubicBezTo>
                <a:cubicBezTo>
                  <a:pt x="311976" y="59949"/>
                  <a:pt x="310082" y="63337"/>
                  <a:pt x="308762" y="67195"/>
                </a:cubicBezTo>
                <a:cubicBezTo>
                  <a:pt x="307441" y="71053"/>
                  <a:pt x="306677" y="75067"/>
                  <a:pt x="306468" y="79237"/>
                </a:cubicBezTo>
                <a:lnTo>
                  <a:pt x="363811" y="79237"/>
                </a:lnTo>
                <a:close/>
                <a:moveTo>
                  <a:pt x="470444" y="121045"/>
                </a:moveTo>
                <a:cubicBezTo>
                  <a:pt x="470444" y="121879"/>
                  <a:pt x="470409" y="122626"/>
                  <a:pt x="470340" y="123286"/>
                </a:cubicBezTo>
                <a:cubicBezTo>
                  <a:pt x="470270" y="123947"/>
                  <a:pt x="470166" y="124520"/>
                  <a:pt x="470027" y="125007"/>
                </a:cubicBezTo>
                <a:cubicBezTo>
                  <a:pt x="469888" y="125493"/>
                  <a:pt x="469697" y="125928"/>
                  <a:pt x="469453" y="126310"/>
                </a:cubicBezTo>
                <a:cubicBezTo>
                  <a:pt x="469210" y="126692"/>
                  <a:pt x="468637" y="127335"/>
                  <a:pt x="467733" y="128239"/>
                </a:cubicBezTo>
                <a:cubicBezTo>
                  <a:pt x="466829" y="129142"/>
                  <a:pt x="465318" y="130289"/>
                  <a:pt x="463198" y="131679"/>
                </a:cubicBezTo>
                <a:cubicBezTo>
                  <a:pt x="461078" y="133069"/>
                  <a:pt x="458697" y="134286"/>
                  <a:pt x="456056" y="135328"/>
                </a:cubicBezTo>
                <a:cubicBezTo>
                  <a:pt x="453415" y="136371"/>
                  <a:pt x="450565" y="137222"/>
                  <a:pt x="447507" y="137883"/>
                </a:cubicBezTo>
                <a:cubicBezTo>
                  <a:pt x="444448" y="138543"/>
                  <a:pt x="441286" y="138873"/>
                  <a:pt x="438019" y="138873"/>
                </a:cubicBezTo>
                <a:cubicBezTo>
                  <a:pt x="431486" y="138873"/>
                  <a:pt x="425699" y="137777"/>
                  <a:pt x="420660" y="135586"/>
                </a:cubicBezTo>
                <a:cubicBezTo>
                  <a:pt x="415621" y="133394"/>
                  <a:pt x="411398" y="130159"/>
                  <a:pt x="407993" y="125880"/>
                </a:cubicBezTo>
                <a:cubicBezTo>
                  <a:pt x="404587" y="121601"/>
                  <a:pt x="401998" y="116348"/>
                  <a:pt x="400225" y="110120"/>
                </a:cubicBezTo>
                <a:cubicBezTo>
                  <a:pt x="398453" y="103893"/>
                  <a:pt x="397567" y="96709"/>
                  <a:pt x="397567" y="88568"/>
                </a:cubicBezTo>
                <a:cubicBezTo>
                  <a:pt x="397567" y="79385"/>
                  <a:pt x="398661" y="71523"/>
                  <a:pt x="400851" y="64983"/>
                </a:cubicBezTo>
                <a:cubicBezTo>
                  <a:pt x="403040" y="58443"/>
                  <a:pt x="406046" y="53085"/>
                  <a:pt x="409869" y="48911"/>
                </a:cubicBezTo>
                <a:cubicBezTo>
                  <a:pt x="413692" y="44736"/>
                  <a:pt x="418158" y="41657"/>
                  <a:pt x="423267" y="39674"/>
                </a:cubicBezTo>
                <a:cubicBezTo>
                  <a:pt x="428375" y="37691"/>
                  <a:pt x="433849" y="36699"/>
                  <a:pt x="439687" y="36699"/>
                </a:cubicBezTo>
                <a:cubicBezTo>
                  <a:pt x="442815" y="36699"/>
                  <a:pt x="445804" y="36998"/>
                  <a:pt x="448654" y="37595"/>
                </a:cubicBezTo>
                <a:cubicBezTo>
                  <a:pt x="451503" y="38190"/>
                  <a:pt x="454127" y="38979"/>
                  <a:pt x="456525" y="39961"/>
                </a:cubicBezTo>
                <a:cubicBezTo>
                  <a:pt x="458923" y="40940"/>
                  <a:pt x="461060" y="42061"/>
                  <a:pt x="462937" y="43323"/>
                </a:cubicBezTo>
                <a:cubicBezTo>
                  <a:pt x="464814" y="44585"/>
                  <a:pt x="466187" y="45655"/>
                  <a:pt x="467055" y="46532"/>
                </a:cubicBezTo>
                <a:cubicBezTo>
                  <a:pt x="467924" y="47407"/>
                  <a:pt x="468515" y="48073"/>
                  <a:pt x="468828" y="48529"/>
                </a:cubicBezTo>
                <a:cubicBezTo>
                  <a:pt x="469141" y="48983"/>
                  <a:pt x="469384" y="49488"/>
                  <a:pt x="469558" y="50044"/>
                </a:cubicBezTo>
                <a:cubicBezTo>
                  <a:pt x="469731" y="50600"/>
                  <a:pt x="469853" y="51209"/>
                  <a:pt x="469922" y="51869"/>
                </a:cubicBezTo>
                <a:cubicBezTo>
                  <a:pt x="469992" y="52529"/>
                  <a:pt x="470027" y="53311"/>
                  <a:pt x="470027" y="54215"/>
                </a:cubicBezTo>
                <a:cubicBezTo>
                  <a:pt x="470027" y="56230"/>
                  <a:pt x="469731" y="57638"/>
                  <a:pt x="469141" y="58437"/>
                </a:cubicBezTo>
                <a:cubicBezTo>
                  <a:pt x="468550" y="59237"/>
                  <a:pt x="467907" y="59636"/>
                  <a:pt x="467212" y="59636"/>
                </a:cubicBezTo>
                <a:cubicBezTo>
                  <a:pt x="466239" y="59636"/>
                  <a:pt x="465040" y="59005"/>
                  <a:pt x="463615" y="57743"/>
                </a:cubicBezTo>
                <a:cubicBezTo>
                  <a:pt x="462190" y="56481"/>
                  <a:pt x="460365" y="55097"/>
                  <a:pt x="458141" y="53589"/>
                </a:cubicBezTo>
                <a:cubicBezTo>
                  <a:pt x="455917" y="52082"/>
                  <a:pt x="453224" y="50697"/>
                  <a:pt x="450061" y="49435"/>
                </a:cubicBezTo>
                <a:cubicBezTo>
                  <a:pt x="446899" y="48173"/>
                  <a:pt x="443128" y="47542"/>
                  <a:pt x="438749" y="47542"/>
                </a:cubicBezTo>
                <a:cubicBezTo>
                  <a:pt x="429713" y="47542"/>
                  <a:pt x="422745" y="51022"/>
                  <a:pt x="417845" y="57981"/>
                </a:cubicBezTo>
                <a:cubicBezTo>
                  <a:pt x="412945" y="64940"/>
                  <a:pt x="410495" y="74997"/>
                  <a:pt x="410495" y="88151"/>
                </a:cubicBezTo>
                <a:cubicBezTo>
                  <a:pt x="410495" y="94763"/>
                  <a:pt x="411155" y="100557"/>
                  <a:pt x="412476" y="105533"/>
                </a:cubicBezTo>
                <a:cubicBezTo>
                  <a:pt x="413796" y="110509"/>
                  <a:pt x="415690" y="114650"/>
                  <a:pt x="418158" y="117956"/>
                </a:cubicBezTo>
                <a:cubicBezTo>
                  <a:pt x="420625" y="121262"/>
                  <a:pt x="423631" y="123733"/>
                  <a:pt x="427176" y="125368"/>
                </a:cubicBezTo>
                <a:cubicBezTo>
                  <a:pt x="430721" y="127004"/>
                  <a:pt x="434718" y="127822"/>
                  <a:pt x="439166" y="127822"/>
                </a:cubicBezTo>
                <a:cubicBezTo>
                  <a:pt x="443336" y="127822"/>
                  <a:pt x="447020" y="127161"/>
                  <a:pt x="450217" y="125841"/>
                </a:cubicBezTo>
                <a:cubicBezTo>
                  <a:pt x="453415" y="124520"/>
                  <a:pt x="456195" y="123061"/>
                  <a:pt x="458558" y="121462"/>
                </a:cubicBezTo>
                <a:cubicBezTo>
                  <a:pt x="460921" y="119863"/>
                  <a:pt x="462885" y="118404"/>
                  <a:pt x="464449" y="117083"/>
                </a:cubicBezTo>
                <a:cubicBezTo>
                  <a:pt x="466013" y="115762"/>
                  <a:pt x="467177" y="115102"/>
                  <a:pt x="467942" y="115102"/>
                </a:cubicBezTo>
                <a:cubicBezTo>
                  <a:pt x="468359" y="115102"/>
                  <a:pt x="468723" y="115224"/>
                  <a:pt x="469036" y="115467"/>
                </a:cubicBezTo>
                <a:cubicBezTo>
                  <a:pt x="469349" y="115710"/>
                  <a:pt x="469610" y="116093"/>
                  <a:pt x="469818" y="116614"/>
                </a:cubicBezTo>
                <a:cubicBezTo>
                  <a:pt x="470027" y="117135"/>
                  <a:pt x="470183" y="117761"/>
                  <a:pt x="470287" y="118490"/>
                </a:cubicBezTo>
                <a:cubicBezTo>
                  <a:pt x="470392" y="119220"/>
                  <a:pt x="470444" y="120072"/>
                  <a:pt x="470444" y="121045"/>
                </a:cubicBezTo>
                <a:close/>
                <a:moveTo>
                  <a:pt x="541632" y="129386"/>
                </a:moveTo>
                <a:cubicBezTo>
                  <a:pt x="541632" y="130845"/>
                  <a:pt x="541510" y="132027"/>
                  <a:pt x="541267" y="132930"/>
                </a:cubicBezTo>
                <a:cubicBezTo>
                  <a:pt x="541023" y="133834"/>
                  <a:pt x="540641" y="134546"/>
                  <a:pt x="540120" y="135068"/>
                </a:cubicBezTo>
                <a:cubicBezTo>
                  <a:pt x="539599" y="135589"/>
                  <a:pt x="538834" y="136076"/>
                  <a:pt x="537826" y="136527"/>
                </a:cubicBezTo>
                <a:cubicBezTo>
                  <a:pt x="536818" y="136979"/>
                  <a:pt x="535654" y="137361"/>
                  <a:pt x="534333" y="137674"/>
                </a:cubicBezTo>
                <a:cubicBezTo>
                  <a:pt x="533013" y="137987"/>
                  <a:pt x="531623" y="138230"/>
                  <a:pt x="530163" y="138404"/>
                </a:cubicBezTo>
                <a:cubicBezTo>
                  <a:pt x="528703" y="138578"/>
                  <a:pt x="527279" y="138665"/>
                  <a:pt x="525888" y="138665"/>
                </a:cubicBezTo>
                <a:cubicBezTo>
                  <a:pt x="521232" y="138665"/>
                  <a:pt x="517270" y="138039"/>
                  <a:pt x="514003" y="136788"/>
                </a:cubicBezTo>
                <a:cubicBezTo>
                  <a:pt x="510736" y="135537"/>
                  <a:pt x="508060" y="133643"/>
                  <a:pt x="505975" y="131106"/>
                </a:cubicBezTo>
                <a:cubicBezTo>
                  <a:pt x="503890" y="128569"/>
                  <a:pt x="502378" y="125354"/>
                  <a:pt x="501440" y="121462"/>
                </a:cubicBezTo>
                <a:cubicBezTo>
                  <a:pt x="500501" y="117570"/>
                  <a:pt x="500032" y="112982"/>
                  <a:pt x="500032" y="107700"/>
                </a:cubicBezTo>
                <a:lnTo>
                  <a:pt x="500032" y="49002"/>
                </a:lnTo>
                <a:lnTo>
                  <a:pt x="485957" y="49002"/>
                </a:lnTo>
                <a:cubicBezTo>
                  <a:pt x="484984" y="49002"/>
                  <a:pt x="484220" y="48563"/>
                  <a:pt x="483664" y="47686"/>
                </a:cubicBezTo>
                <a:cubicBezTo>
                  <a:pt x="483107" y="46808"/>
                  <a:pt x="482829" y="45492"/>
                  <a:pt x="482829" y="43737"/>
                </a:cubicBezTo>
                <a:cubicBezTo>
                  <a:pt x="482829" y="42824"/>
                  <a:pt x="482899" y="42035"/>
                  <a:pt x="483038" y="41368"/>
                </a:cubicBezTo>
                <a:cubicBezTo>
                  <a:pt x="483177" y="40701"/>
                  <a:pt x="483385" y="40140"/>
                  <a:pt x="483664" y="39684"/>
                </a:cubicBezTo>
                <a:cubicBezTo>
                  <a:pt x="483942" y="39227"/>
                  <a:pt x="484272" y="38894"/>
                  <a:pt x="484654" y="38683"/>
                </a:cubicBezTo>
                <a:cubicBezTo>
                  <a:pt x="485036" y="38473"/>
                  <a:pt x="485471" y="38367"/>
                  <a:pt x="485957" y="38367"/>
                </a:cubicBezTo>
                <a:lnTo>
                  <a:pt x="500032" y="38367"/>
                </a:lnTo>
                <a:lnTo>
                  <a:pt x="500032" y="15222"/>
                </a:lnTo>
                <a:cubicBezTo>
                  <a:pt x="500032" y="14805"/>
                  <a:pt x="500119" y="14423"/>
                  <a:pt x="500293" y="14075"/>
                </a:cubicBezTo>
                <a:cubicBezTo>
                  <a:pt x="500467" y="13727"/>
                  <a:pt x="500797" y="13432"/>
                  <a:pt x="501283" y="13189"/>
                </a:cubicBezTo>
                <a:cubicBezTo>
                  <a:pt x="501770" y="12946"/>
                  <a:pt x="502413" y="12772"/>
                  <a:pt x="503212" y="12667"/>
                </a:cubicBezTo>
                <a:cubicBezTo>
                  <a:pt x="504011" y="12563"/>
                  <a:pt x="505002" y="12511"/>
                  <a:pt x="506183" y="12511"/>
                </a:cubicBezTo>
                <a:cubicBezTo>
                  <a:pt x="507435" y="12511"/>
                  <a:pt x="508460" y="12563"/>
                  <a:pt x="509259" y="12667"/>
                </a:cubicBezTo>
                <a:cubicBezTo>
                  <a:pt x="510058" y="12772"/>
                  <a:pt x="510684" y="12946"/>
                  <a:pt x="511136" y="13189"/>
                </a:cubicBezTo>
                <a:cubicBezTo>
                  <a:pt x="511588" y="13432"/>
                  <a:pt x="511918" y="13727"/>
                  <a:pt x="512126" y="14075"/>
                </a:cubicBezTo>
                <a:cubicBezTo>
                  <a:pt x="512335" y="14423"/>
                  <a:pt x="512439" y="14805"/>
                  <a:pt x="512439" y="15222"/>
                </a:cubicBezTo>
                <a:lnTo>
                  <a:pt x="512439" y="38367"/>
                </a:lnTo>
                <a:lnTo>
                  <a:pt x="538504" y="38367"/>
                </a:lnTo>
                <a:cubicBezTo>
                  <a:pt x="538990" y="38367"/>
                  <a:pt x="539425" y="38473"/>
                  <a:pt x="539807" y="38683"/>
                </a:cubicBezTo>
                <a:cubicBezTo>
                  <a:pt x="540189" y="38894"/>
                  <a:pt x="540519" y="39227"/>
                  <a:pt x="540798" y="39684"/>
                </a:cubicBezTo>
                <a:cubicBezTo>
                  <a:pt x="541076" y="40140"/>
                  <a:pt x="541284" y="40701"/>
                  <a:pt x="541423" y="41368"/>
                </a:cubicBezTo>
                <a:cubicBezTo>
                  <a:pt x="541562" y="42035"/>
                  <a:pt x="541632" y="42824"/>
                  <a:pt x="541632" y="43737"/>
                </a:cubicBezTo>
                <a:cubicBezTo>
                  <a:pt x="541632" y="45492"/>
                  <a:pt x="541336" y="46808"/>
                  <a:pt x="540745" y="47686"/>
                </a:cubicBezTo>
                <a:cubicBezTo>
                  <a:pt x="540155" y="48563"/>
                  <a:pt x="539407" y="49002"/>
                  <a:pt x="538504" y="49002"/>
                </a:cubicBezTo>
                <a:lnTo>
                  <a:pt x="512439" y="49002"/>
                </a:lnTo>
                <a:lnTo>
                  <a:pt x="512439" y="106032"/>
                </a:lnTo>
                <a:cubicBezTo>
                  <a:pt x="512439" y="113191"/>
                  <a:pt x="513464" y="118647"/>
                  <a:pt x="515515" y="122400"/>
                </a:cubicBezTo>
                <a:cubicBezTo>
                  <a:pt x="517565" y="126154"/>
                  <a:pt x="521301" y="128030"/>
                  <a:pt x="526723" y="128030"/>
                </a:cubicBezTo>
                <a:cubicBezTo>
                  <a:pt x="528391" y="128030"/>
                  <a:pt x="529902" y="127856"/>
                  <a:pt x="531258" y="127509"/>
                </a:cubicBezTo>
                <a:cubicBezTo>
                  <a:pt x="532613" y="127161"/>
                  <a:pt x="533812" y="126779"/>
                  <a:pt x="534855" y="126362"/>
                </a:cubicBezTo>
                <a:cubicBezTo>
                  <a:pt x="535897" y="125945"/>
                  <a:pt x="536784" y="125563"/>
                  <a:pt x="537513" y="125215"/>
                </a:cubicBezTo>
                <a:cubicBezTo>
                  <a:pt x="538243" y="124868"/>
                  <a:pt x="538886" y="124694"/>
                  <a:pt x="539442" y="124694"/>
                </a:cubicBezTo>
                <a:cubicBezTo>
                  <a:pt x="539790" y="124694"/>
                  <a:pt x="540102" y="124763"/>
                  <a:pt x="540380" y="124902"/>
                </a:cubicBezTo>
                <a:cubicBezTo>
                  <a:pt x="540658" y="125041"/>
                  <a:pt x="540884" y="125302"/>
                  <a:pt x="541058" y="125684"/>
                </a:cubicBezTo>
                <a:cubicBezTo>
                  <a:pt x="541232" y="126067"/>
                  <a:pt x="541371" y="126553"/>
                  <a:pt x="541475" y="127144"/>
                </a:cubicBezTo>
                <a:cubicBezTo>
                  <a:pt x="541579" y="127735"/>
                  <a:pt x="541632" y="128482"/>
                  <a:pt x="541632" y="129386"/>
                </a:cubicBezTo>
                <a:close/>
                <a:moveTo>
                  <a:pt x="579066" y="134908"/>
                </a:moveTo>
                <a:cubicBezTo>
                  <a:pt x="579066" y="135325"/>
                  <a:pt x="578961" y="135708"/>
                  <a:pt x="578753" y="136058"/>
                </a:cubicBezTo>
                <a:cubicBezTo>
                  <a:pt x="578544" y="136406"/>
                  <a:pt x="578214" y="136684"/>
                  <a:pt x="577762" y="136892"/>
                </a:cubicBezTo>
                <a:cubicBezTo>
                  <a:pt x="577311" y="137101"/>
                  <a:pt x="576685" y="137275"/>
                  <a:pt x="575886" y="137414"/>
                </a:cubicBezTo>
                <a:cubicBezTo>
                  <a:pt x="575086" y="137553"/>
                  <a:pt x="574061" y="137622"/>
                  <a:pt x="572810" y="137622"/>
                </a:cubicBezTo>
                <a:cubicBezTo>
                  <a:pt x="571629" y="137622"/>
                  <a:pt x="570638" y="137553"/>
                  <a:pt x="569839" y="137414"/>
                </a:cubicBezTo>
                <a:cubicBezTo>
                  <a:pt x="569039" y="137275"/>
                  <a:pt x="568396" y="137101"/>
                  <a:pt x="567910" y="136892"/>
                </a:cubicBezTo>
                <a:cubicBezTo>
                  <a:pt x="567423" y="136684"/>
                  <a:pt x="567093" y="136406"/>
                  <a:pt x="566919" y="136058"/>
                </a:cubicBezTo>
                <a:cubicBezTo>
                  <a:pt x="566746" y="135708"/>
                  <a:pt x="566659" y="135325"/>
                  <a:pt x="566659" y="134908"/>
                </a:cubicBezTo>
                <a:lnTo>
                  <a:pt x="566659" y="40456"/>
                </a:lnTo>
                <a:cubicBezTo>
                  <a:pt x="566659" y="40039"/>
                  <a:pt x="566746" y="39656"/>
                  <a:pt x="566919" y="39309"/>
                </a:cubicBezTo>
                <a:cubicBezTo>
                  <a:pt x="567093" y="38959"/>
                  <a:pt x="567423" y="38663"/>
                  <a:pt x="567910" y="38419"/>
                </a:cubicBezTo>
                <a:cubicBezTo>
                  <a:pt x="568396" y="38176"/>
                  <a:pt x="569039" y="38002"/>
                  <a:pt x="569839" y="37898"/>
                </a:cubicBezTo>
                <a:cubicBezTo>
                  <a:pt x="570638" y="37794"/>
                  <a:pt x="571629" y="37742"/>
                  <a:pt x="572810" y="37742"/>
                </a:cubicBezTo>
                <a:cubicBezTo>
                  <a:pt x="574061" y="37742"/>
                  <a:pt x="575086" y="37794"/>
                  <a:pt x="575886" y="37898"/>
                </a:cubicBezTo>
                <a:cubicBezTo>
                  <a:pt x="576685" y="38002"/>
                  <a:pt x="577311" y="38176"/>
                  <a:pt x="577762" y="38419"/>
                </a:cubicBezTo>
                <a:cubicBezTo>
                  <a:pt x="578214" y="38663"/>
                  <a:pt x="578544" y="38959"/>
                  <a:pt x="578753" y="39309"/>
                </a:cubicBezTo>
                <a:cubicBezTo>
                  <a:pt x="578961" y="39656"/>
                  <a:pt x="579066" y="40039"/>
                  <a:pt x="579066" y="40456"/>
                </a:cubicBezTo>
                <a:lnTo>
                  <a:pt x="579066" y="134908"/>
                </a:lnTo>
                <a:moveTo>
                  <a:pt x="580942" y="8497"/>
                </a:moveTo>
                <a:cubicBezTo>
                  <a:pt x="580942" y="11853"/>
                  <a:pt x="580352" y="14126"/>
                  <a:pt x="579170" y="15316"/>
                </a:cubicBezTo>
                <a:cubicBezTo>
                  <a:pt x="577988" y="16504"/>
                  <a:pt x="575834" y="17098"/>
                  <a:pt x="572706" y="17098"/>
                </a:cubicBezTo>
                <a:cubicBezTo>
                  <a:pt x="569648" y="17098"/>
                  <a:pt x="567545" y="16522"/>
                  <a:pt x="566398" y="15368"/>
                </a:cubicBezTo>
                <a:cubicBezTo>
                  <a:pt x="565251" y="14215"/>
                  <a:pt x="564678" y="11959"/>
                  <a:pt x="564678" y="8601"/>
                </a:cubicBezTo>
                <a:cubicBezTo>
                  <a:pt x="564678" y="5246"/>
                  <a:pt x="565269" y="2974"/>
                  <a:pt x="566450" y="1785"/>
                </a:cubicBezTo>
                <a:cubicBezTo>
                  <a:pt x="567632" y="595"/>
                  <a:pt x="569787" y="0"/>
                  <a:pt x="572914" y="0"/>
                </a:cubicBezTo>
                <a:cubicBezTo>
                  <a:pt x="575973" y="0"/>
                  <a:pt x="578075" y="577"/>
                  <a:pt x="579222" y="1730"/>
                </a:cubicBezTo>
                <a:cubicBezTo>
                  <a:pt x="580369" y="2883"/>
                  <a:pt x="580942" y="5139"/>
                  <a:pt x="580942" y="8497"/>
                </a:cubicBezTo>
                <a:close/>
                <a:moveTo>
                  <a:pt x="697807" y="86796"/>
                </a:moveTo>
                <a:cubicBezTo>
                  <a:pt x="697807" y="94309"/>
                  <a:pt x="696834" y="101231"/>
                  <a:pt x="694888" y="107563"/>
                </a:cubicBezTo>
                <a:cubicBezTo>
                  <a:pt x="692942" y="113894"/>
                  <a:pt x="690040" y="119392"/>
                  <a:pt x="686183" y="124055"/>
                </a:cubicBezTo>
                <a:cubicBezTo>
                  <a:pt x="682325" y="128717"/>
                  <a:pt x="677512" y="132352"/>
                  <a:pt x="671743" y="134960"/>
                </a:cubicBezTo>
                <a:cubicBezTo>
                  <a:pt x="665974" y="137569"/>
                  <a:pt x="659266" y="138873"/>
                  <a:pt x="651621" y="138873"/>
                </a:cubicBezTo>
                <a:cubicBezTo>
                  <a:pt x="644253" y="138873"/>
                  <a:pt x="637806" y="137708"/>
                  <a:pt x="632281" y="135377"/>
                </a:cubicBezTo>
                <a:cubicBezTo>
                  <a:pt x="626755" y="133047"/>
                  <a:pt x="622133" y="129707"/>
                  <a:pt x="618414" y="125359"/>
                </a:cubicBezTo>
                <a:cubicBezTo>
                  <a:pt x="614696" y="121010"/>
                  <a:pt x="611915" y="115740"/>
                  <a:pt x="610073" y="109547"/>
                </a:cubicBezTo>
                <a:cubicBezTo>
                  <a:pt x="608232" y="103354"/>
                  <a:pt x="607311" y="96361"/>
                  <a:pt x="607311" y="88568"/>
                </a:cubicBezTo>
                <a:cubicBezTo>
                  <a:pt x="607311" y="81055"/>
                  <a:pt x="608266" y="74133"/>
                  <a:pt x="610178" y="67801"/>
                </a:cubicBezTo>
                <a:cubicBezTo>
                  <a:pt x="612089" y="61469"/>
                  <a:pt x="614974" y="55990"/>
                  <a:pt x="618831" y="51364"/>
                </a:cubicBezTo>
                <a:cubicBezTo>
                  <a:pt x="622689" y="46735"/>
                  <a:pt x="627502" y="43134"/>
                  <a:pt x="633271" y="40560"/>
                </a:cubicBezTo>
                <a:cubicBezTo>
                  <a:pt x="639040" y="37986"/>
                  <a:pt x="645782" y="36699"/>
                  <a:pt x="653497" y="36699"/>
                </a:cubicBezTo>
                <a:cubicBezTo>
                  <a:pt x="660865" y="36699"/>
                  <a:pt x="667312" y="37847"/>
                  <a:pt x="672837" y="40143"/>
                </a:cubicBezTo>
                <a:cubicBezTo>
                  <a:pt x="678363" y="42439"/>
                  <a:pt x="682968" y="45761"/>
                  <a:pt x="686652" y="50110"/>
                </a:cubicBezTo>
                <a:cubicBezTo>
                  <a:pt x="690336" y="54458"/>
                  <a:pt x="693116" y="59729"/>
                  <a:pt x="694992" y="65921"/>
                </a:cubicBezTo>
                <a:cubicBezTo>
                  <a:pt x="696869" y="72114"/>
                  <a:pt x="697807" y="79072"/>
                  <a:pt x="697807" y="86796"/>
                </a:cubicBezTo>
                <a:moveTo>
                  <a:pt x="684671" y="87943"/>
                </a:moveTo>
                <a:cubicBezTo>
                  <a:pt x="684671" y="82584"/>
                  <a:pt x="684150" y="77469"/>
                  <a:pt x="683107" y="72597"/>
                </a:cubicBezTo>
                <a:cubicBezTo>
                  <a:pt x="682064" y="67725"/>
                  <a:pt x="680327" y="63428"/>
                  <a:pt x="677894" y="59705"/>
                </a:cubicBezTo>
                <a:cubicBezTo>
                  <a:pt x="675461" y="55982"/>
                  <a:pt x="672194" y="53024"/>
                  <a:pt x="668094" y="50833"/>
                </a:cubicBezTo>
                <a:cubicBezTo>
                  <a:pt x="663993" y="48639"/>
                  <a:pt x="658884" y="47542"/>
                  <a:pt x="652768" y="47542"/>
                </a:cubicBezTo>
                <a:cubicBezTo>
                  <a:pt x="647138" y="47542"/>
                  <a:pt x="642272" y="48551"/>
                  <a:pt x="638171" y="50569"/>
                </a:cubicBezTo>
                <a:cubicBezTo>
                  <a:pt x="634070" y="52587"/>
                  <a:pt x="630717" y="55389"/>
                  <a:pt x="628110" y="58975"/>
                </a:cubicBezTo>
                <a:cubicBezTo>
                  <a:pt x="625504" y="62559"/>
                  <a:pt x="623575" y="66787"/>
                  <a:pt x="622324" y="71659"/>
                </a:cubicBezTo>
                <a:cubicBezTo>
                  <a:pt x="621073" y="76531"/>
                  <a:pt x="620447" y="81785"/>
                  <a:pt x="620447" y="87421"/>
                </a:cubicBezTo>
                <a:cubicBezTo>
                  <a:pt x="620447" y="92849"/>
                  <a:pt x="620969" y="98017"/>
                  <a:pt x="622011" y="102923"/>
                </a:cubicBezTo>
                <a:cubicBezTo>
                  <a:pt x="623054" y="107830"/>
                  <a:pt x="624791" y="112127"/>
                  <a:pt x="627224" y="115816"/>
                </a:cubicBezTo>
                <a:cubicBezTo>
                  <a:pt x="629657" y="119504"/>
                  <a:pt x="632924" y="122427"/>
                  <a:pt x="637024" y="124586"/>
                </a:cubicBezTo>
                <a:cubicBezTo>
                  <a:pt x="641125" y="126743"/>
                  <a:pt x="646234" y="127822"/>
                  <a:pt x="652351" y="127822"/>
                </a:cubicBezTo>
                <a:cubicBezTo>
                  <a:pt x="657980" y="127822"/>
                  <a:pt x="662846" y="126813"/>
                  <a:pt x="666947" y="124795"/>
                </a:cubicBezTo>
                <a:cubicBezTo>
                  <a:pt x="671048" y="122777"/>
                  <a:pt x="674401" y="119994"/>
                  <a:pt x="677008" y="116444"/>
                </a:cubicBezTo>
                <a:cubicBezTo>
                  <a:pt x="679614" y="112893"/>
                  <a:pt x="681543" y="108683"/>
                  <a:pt x="682794" y="103813"/>
                </a:cubicBezTo>
                <a:cubicBezTo>
                  <a:pt x="684045" y="98941"/>
                  <a:pt x="684671" y="93651"/>
                  <a:pt x="684671" y="87943"/>
                </a:cubicBezTo>
                <a:close/>
                <a:moveTo>
                  <a:pt x="801448" y="134911"/>
                </a:moveTo>
                <a:cubicBezTo>
                  <a:pt x="801448" y="135328"/>
                  <a:pt x="801343" y="135711"/>
                  <a:pt x="801135" y="136058"/>
                </a:cubicBezTo>
                <a:cubicBezTo>
                  <a:pt x="800926" y="136406"/>
                  <a:pt x="800596" y="136684"/>
                  <a:pt x="800144" y="136892"/>
                </a:cubicBezTo>
                <a:cubicBezTo>
                  <a:pt x="799693" y="137101"/>
                  <a:pt x="799067" y="137275"/>
                  <a:pt x="798268" y="137414"/>
                </a:cubicBezTo>
                <a:cubicBezTo>
                  <a:pt x="797468" y="137553"/>
                  <a:pt x="796478" y="137622"/>
                  <a:pt x="795296" y="137622"/>
                </a:cubicBezTo>
                <a:cubicBezTo>
                  <a:pt x="794045" y="137622"/>
                  <a:pt x="793020" y="137553"/>
                  <a:pt x="792221" y="137414"/>
                </a:cubicBezTo>
                <a:cubicBezTo>
                  <a:pt x="791421" y="137275"/>
                  <a:pt x="790796" y="137101"/>
                  <a:pt x="790344" y="136892"/>
                </a:cubicBezTo>
                <a:cubicBezTo>
                  <a:pt x="789892" y="136684"/>
                  <a:pt x="789562" y="136406"/>
                  <a:pt x="789354" y="136058"/>
                </a:cubicBezTo>
                <a:cubicBezTo>
                  <a:pt x="789145" y="135711"/>
                  <a:pt x="789041" y="135328"/>
                  <a:pt x="789041" y="134911"/>
                </a:cubicBezTo>
                <a:lnTo>
                  <a:pt x="789041" y="78924"/>
                </a:lnTo>
                <a:cubicBezTo>
                  <a:pt x="789041" y="73086"/>
                  <a:pt x="788589" y="68342"/>
                  <a:pt x="787685" y="64693"/>
                </a:cubicBezTo>
                <a:cubicBezTo>
                  <a:pt x="786782" y="61044"/>
                  <a:pt x="785427" y="57916"/>
                  <a:pt x="783619" y="55309"/>
                </a:cubicBezTo>
                <a:cubicBezTo>
                  <a:pt x="781812" y="52703"/>
                  <a:pt x="779501" y="50687"/>
                  <a:pt x="776686" y="49262"/>
                </a:cubicBezTo>
                <a:cubicBezTo>
                  <a:pt x="773871" y="47838"/>
                  <a:pt x="770587" y="47125"/>
                  <a:pt x="766834" y="47125"/>
                </a:cubicBezTo>
                <a:cubicBezTo>
                  <a:pt x="762038" y="47125"/>
                  <a:pt x="757242" y="48828"/>
                  <a:pt x="752446" y="52234"/>
                </a:cubicBezTo>
                <a:cubicBezTo>
                  <a:pt x="747650" y="55640"/>
                  <a:pt x="742611" y="60644"/>
                  <a:pt x="737328" y="67247"/>
                </a:cubicBezTo>
                <a:lnTo>
                  <a:pt x="737328" y="134911"/>
                </a:lnTo>
                <a:cubicBezTo>
                  <a:pt x="737328" y="135328"/>
                  <a:pt x="737224" y="135711"/>
                  <a:pt x="737016" y="136058"/>
                </a:cubicBezTo>
                <a:cubicBezTo>
                  <a:pt x="736807" y="136406"/>
                  <a:pt x="736477" y="136684"/>
                  <a:pt x="736025" y="136892"/>
                </a:cubicBezTo>
                <a:cubicBezTo>
                  <a:pt x="735573" y="137101"/>
                  <a:pt x="734948" y="137275"/>
                  <a:pt x="734148" y="137414"/>
                </a:cubicBezTo>
                <a:cubicBezTo>
                  <a:pt x="733349" y="137553"/>
                  <a:pt x="732324" y="137622"/>
                  <a:pt x="731073" y="137622"/>
                </a:cubicBezTo>
                <a:cubicBezTo>
                  <a:pt x="729891" y="137622"/>
                  <a:pt x="728901" y="137553"/>
                  <a:pt x="728101" y="137414"/>
                </a:cubicBezTo>
                <a:cubicBezTo>
                  <a:pt x="727302" y="137275"/>
                  <a:pt x="726659" y="137101"/>
                  <a:pt x="726173" y="136892"/>
                </a:cubicBezTo>
                <a:cubicBezTo>
                  <a:pt x="725686" y="136684"/>
                  <a:pt x="725356" y="136406"/>
                  <a:pt x="725182" y="136058"/>
                </a:cubicBezTo>
                <a:cubicBezTo>
                  <a:pt x="725008" y="135708"/>
                  <a:pt x="724921" y="135325"/>
                  <a:pt x="724921" y="134908"/>
                </a:cubicBezTo>
                <a:lnTo>
                  <a:pt x="724921" y="40456"/>
                </a:lnTo>
                <a:cubicBezTo>
                  <a:pt x="724921" y="40039"/>
                  <a:pt x="725008" y="39656"/>
                  <a:pt x="725182" y="39309"/>
                </a:cubicBezTo>
                <a:cubicBezTo>
                  <a:pt x="725356" y="38959"/>
                  <a:pt x="725686" y="38663"/>
                  <a:pt x="726173" y="38419"/>
                </a:cubicBezTo>
                <a:cubicBezTo>
                  <a:pt x="726659" y="38176"/>
                  <a:pt x="727267" y="38002"/>
                  <a:pt x="727997" y="37898"/>
                </a:cubicBezTo>
                <a:cubicBezTo>
                  <a:pt x="728727" y="37794"/>
                  <a:pt x="729683" y="37742"/>
                  <a:pt x="730864" y="37742"/>
                </a:cubicBezTo>
                <a:cubicBezTo>
                  <a:pt x="732046" y="37742"/>
                  <a:pt x="733019" y="37794"/>
                  <a:pt x="733784" y="37898"/>
                </a:cubicBezTo>
                <a:cubicBezTo>
                  <a:pt x="734548" y="38002"/>
                  <a:pt x="735139" y="38176"/>
                  <a:pt x="735556" y="38419"/>
                </a:cubicBezTo>
                <a:cubicBezTo>
                  <a:pt x="735973" y="38663"/>
                  <a:pt x="736268" y="38959"/>
                  <a:pt x="736442" y="39309"/>
                </a:cubicBezTo>
                <a:cubicBezTo>
                  <a:pt x="736616" y="39656"/>
                  <a:pt x="736703" y="40039"/>
                  <a:pt x="736703" y="40456"/>
                </a:cubicBezTo>
                <a:lnTo>
                  <a:pt x="736703" y="53814"/>
                </a:lnTo>
                <a:cubicBezTo>
                  <a:pt x="742124" y="47797"/>
                  <a:pt x="747441" y="43441"/>
                  <a:pt x="752654" y="40746"/>
                </a:cubicBezTo>
                <a:cubicBezTo>
                  <a:pt x="757867" y="38048"/>
                  <a:pt x="763046" y="36699"/>
                  <a:pt x="768189" y="36699"/>
                </a:cubicBezTo>
                <a:cubicBezTo>
                  <a:pt x="774375" y="36699"/>
                  <a:pt x="779588" y="37742"/>
                  <a:pt x="783828" y="39827"/>
                </a:cubicBezTo>
                <a:cubicBezTo>
                  <a:pt x="788068" y="41912"/>
                  <a:pt x="791491" y="44727"/>
                  <a:pt x="794097" y="48272"/>
                </a:cubicBezTo>
                <a:cubicBezTo>
                  <a:pt x="796704" y="51817"/>
                  <a:pt x="798581" y="55952"/>
                  <a:pt x="799727" y="60679"/>
                </a:cubicBezTo>
                <a:cubicBezTo>
                  <a:pt x="800874" y="65405"/>
                  <a:pt x="801448" y="71105"/>
                  <a:pt x="801448" y="77777"/>
                </a:cubicBezTo>
                <a:lnTo>
                  <a:pt x="801448" y="134911"/>
                </a:lnTo>
                <a:close/>
                <a:moveTo>
                  <a:pt x="895592" y="134908"/>
                </a:moveTo>
                <a:cubicBezTo>
                  <a:pt x="895592" y="135325"/>
                  <a:pt x="895488" y="135708"/>
                  <a:pt x="895279" y="136058"/>
                </a:cubicBezTo>
                <a:cubicBezTo>
                  <a:pt x="895071" y="136406"/>
                  <a:pt x="894740" y="136684"/>
                  <a:pt x="894289" y="136892"/>
                </a:cubicBezTo>
                <a:cubicBezTo>
                  <a:pt x="893837" y="137101"/>
                  <a:pt x="893211" y="137275"/>
                  <a:pt x="892412" y="137414"/>
                </a:cubicBezTo>
                <a:cubicBezTo>
                  <a:pt x="891613" y="137553"/>
                  <a:pt x="890587" y="137622"/>
                  <a:pt x="889336" y="137622"/>
                </a:cubicBezTo>
                <a:cubicBezTo>
                  <a:pt x="888155" y="137622"/>
                  <a:pt x="887164" y="137553"/>
                  <a:pt x="886365" y="137414"/>
                </a:cubicBezTo>
                <a:cubicBezTo>
                  <a:pt x="885566" y="137275"/>
                  <a:pt x="884923" y="137101"/>
                  <a:pt x="884436" y="136892"/>
                </a:cubicBezTo>
                <a:cubicBezTo>
                  <a:pt x="883950" y="136684"/>
                  <a:pt x="883619" y="136406"/>
                  <a:pt x="883446" y="136058"/>
                </a:cubicBezTo>
                <a:cubicBezTo>
                  <a:pt x="883272" y="135708"/>
                  <a:pt x="883185" y="135325"/>
                  <a:pt x="883185" y="134908"/>
                </a:cubicBezTo>
                <a:lnTo>
                  <a:pt x="883185" y="40456"/>
                </a:lnTo>
                <a:cubicBezTo>
                  <a:pt x="883185" y="40039"/>
                  <a:pt x="883272" y="39656"/>
                  <a:pt x="883446" y="39309"/>
                </a:cubicBezTo>
                <a:cubicBezTo>
                  <a:pt x="883619" y="38959"/>
                  <a:pt x="883950" y="38663"/>
                  <a:pt x="884436" y="38419"/>
                </a:cubicBezTo>
                <a:cubicBezTo>
                  <a:pt x="884923" y="38176"/>
                  <a:pt x="885566" y="38002"/>
                  <a:pt x="886365" y="37898"/>
                </a:cubicBezTo>
                <a:cubicBezTo>
                  <a:pt x="887164" y="37794"/>
                  <a:pt x="888155" y="37742"/>
                  <a:pt x="889336" y="37742"/>
                </a:cubicBezTo>
                <a:cubicBezTo>
                  <a:pt x="890587" y="37742"/>
                  <a:pt x="891613" y="37794"/>
                  <a:pt x="892412" y="37898"/>
                </a:cubicBezTo>
                <a:cubicBezTo>
                  <a:pt x="893211" y="38002"/>
                  <a:pt x="893837" y="38176"/>
                  <a:pt x="894289" y="38419"/>
                </a:cubicBezTo>
                <a:cubicBezTo>
                  <a:pt x="894740" y="38663"/>
                  <a:pt x="895071" y="38959"/>
                  <a:pt x="895279" y="39309"/>
                </a:cubicBezTo>
                <a:cubicBezTo>
                  <a:pt x="895488" y="39656"/>
                  <a:pt x="895592" y="40039"/>
                  <a:pt x="895592" y="40456"/>
                </a:cubicBezTo>
                <a:lnTo>
                  <a:pt x="895592" y="134908"/>
                </a:lnTo>
                <a:moveTo>
                  <a:pt x="897468" y="8497"/>
                </a:moveTo>
                <a:cubicBezTo>
                  <a:pt x="897468" y="11853"/>
                  <a:pt x="896878" y="14126"/>
                  <a:pt x="895696" y="15316"/>
                </a:cubicBezTo>
                <a:cubicBezTo>
                  <a:pt x="894514" y="16504"/>
                  <a:pt x="892360" y="17098"/>
                  <a:pt x="889232" y="17098"/>
                </a:cubicBezTo>
                <a:cubicBezTo>
                  <a:pt x="886174" y="17098"/>
                  <a:pt x="884071" y="16522"/>
                  <a:pt x="882924" y="15368"/>
                </a:cubicBezTo>
                <a:cubicBezTo>
                  <a:pt x="881777" y="14215"/>
                  <a:pt x="881204" y="11959"/>
                  <a:pt x="881204" y="8601"/>
                </a:cubicBezTo>
                <a:cubicBezTo>
                  <a:pt x="881204" y="5246"/>
                  <a:pt x="881795" y="2974"/>
                  <a:pt x="882976" y="1785"/>
                </a:cubicBezTo>
                <a:cubicBezTo>
                  <a:pt x="884158" y="595"/>
                  <a:pt x="886313" y="0"/>
                  <a:pt x="889441" y="0"/>
                </a:cubicBezTo>
                <a:cubicBezTo>
                  <a:pt x="892499" y="0"/>
                  <a:pt x="894601" y="577"/>
                  <a:pt x="895748" y="1730"/>
                </a:cubicBezTo>
                <a:cubicBezTo>
                  <a:pt x="896895" y="2883"/>
                  <a:pt x="897468" y="5139"/>
                  <a:pt x="897468" y="8497"/>
                </a:cubicBezTo>
                <a:close/>
                <a:moveTo>
                  <a:pt x="1007348" y="134911"/>
                </a:moveTo>
                <a:cubicBezTo>
                  <a:pt x="1007348" y="135328"/>
                  <a:pt x="1007243" y="135711"/>
                  <a:pt x="1007035" y="136058"/>
                </a:cubicBezTo>
                <a:cubicBezTo>
                  <a:pt x="1006826" y="136406"/>
                  <a:pt x="1006496" y="136684"/>
                  <a:pt x="1006044" y="136892"/>
                </a:cubicBezTo>
                <a:cubicBezTo>
                  <a:pt x="1005593" y="137101"/>
                  <a:pt x="1004967" y="137275"/>
                  <a:pt x="1004168" y="137414"/>
                </a:cubicBezTo>
                <a:cubicBezTo>
                  <a:pt x="1003368" y="137553"/>
                  <a:pt x="1002378" y="137622"/>
                  <a:pt x="1001196" y="137622"/>
                </a:cubicBezTo>
                <a:cubicBezTo>
                  <a:pt x="999945" y="137622"/>
                  <a:pt x="998920" y="137553"/>
                  <a:pt x="998121" y="137414"/>
                </a:cubicBezTo>
                <a:cubicBezTo>
                  <a:pt x="997321" y="137275"/>
                  <a:pt x="996696" y="137101"/>
                  <a:pt x="996244" y="136892"/>
                </a:cubicBezTo>
                <a:cubicBezTo>
                  <a:pt x="995792" y="136684"/>
                  <a:pt x="995462" y="136406"/>
                  <a:pt x="995254" y="136058"/>
                </a:cubicBezTo>
                <a:cubicBezTo>
                  <a:pt x="995045" y="135711"/>
                  <a:pt x="994941" y="135328"/>
                  <a:pt x="994941" y="134911"/>
                </a:cubicBezTo>
                <a:lnTo>
                  <a:pt x="994941" y="78924"/>
                </a:lnTo>
                <a:cubicBezTo>
                  <a:pt x="994941" y="73086"/>
                  <a:pt x="994489" y="68342"/>
                  <a:pt x="993585" y="64693"/>
                </a:cubicBezTo>
                <a:cubicBezTo>
                  <a:pt x="992682" y="61044"/>
                  <a:pt x="991327" y="57916"/>
                  <a:pt x="989519" y="55309"/>
                </a:cubicBezTo>
                <a:cubicBezTo>
                  <a:pt x="987712" y="52703"/>
                  <a:pt x="985401" y="50687"/>
                  <a:pt x="982586" y="49262"/>
                </a:cubicBezTo>
                <a:cubicBezTo>
                  <a:pt x="979771" y="47838"/>
                  <a:pt x="976487" y="47125"/>
                  <a:pt x="972734" y="47125"/>
                </a:cubicBezTo>
                <a:cubicBezTo>
                  <a:pt x="967938" y="47125"/>
                  <a:pt x="963142" y="48828"/>
                  <a:pt x="958346" y="52234"/>
                </a:cubicBezTo>
                <a:cubicBezTo>
                  <a:pt x="953550" y="55640"/>
                  <a:pt x="948511" y="60644"/>
                  <a:pt x="943228" y="67247"/>
                </a:cubicBezTo>
                <a:lnTo>
                  <a:pt x="943228" y="134911"/>
                </a:lnTo>
                <a:cubicBezTo>
                  <a:pt x="943228" y="135328"/>
                  <a:pt x="943124" y="135711"/>
                  <a:pt x="942916" y="136058"/>
                </a:cubicBezTo>
                <a:cubicBezTo>
                  <a:pt x="942707" y="136406"/>
                  <a:pt x="942377" y="136684"/>
                  <a:pt x="941925" y="136892"/>
                </a:cubicBezTo>
                <a:cubicBezTo>
                  <a:pt x="941473" y="137101"/>
                  <a:pt x="940848" y="137275"/>
                  <a:pt x="940048" y="137414"/>
                </a:cubicBezTo>
                <a:cubicBezTo>
                  <a:pt x="939249" y="137553"/>
                  <a:pt x="938224" y="137622"/>
                  <a:pt x="936973" y="137622"/>
                </a:cubicBezTo>
                <a:cubicBezTo>
                  <a:pt x="935791" y="137622"/>
                  <a:pt x="934801" y="137553"/>
                  <a:pt x="934001" y="137414"/>
                </a:cubicBezTo>
                <a:cubicBezTo>
                  <a:pt x="933202" y="137275"/>
                  <a:pt x="932559" y="137101"/>
                  <a:pt x="932073" y="136892"/>
                </a:cubicBezTo>
                <a:cubicBezTo>
                  <a:pt x="931586" y="136684"/>
                  <a:pt x="931256" y="136406"/>
                  <a:pt x="931082" y="136058"/>
                </a:cubicBezTo>
                <a:cubicBezTo>
                  <a:pt x="930908" y="135708"/>
                  <a:pt x="930821" y="135325"/>
                  <a:pt x="930821" y="134908"/>
                </a:cubicBezTo>
                <a:lnTo>
                  <a:pt x="930821" y="40456"/>
                </a:lnTo>
                <a:cubicBezTo>
                  <a:pt x="930821" y="40039"/>
                  <a:pt x="930908" y="39656"/>
                  <a:pt x="931082" y="39309"/>
                </a:cubicBezTo>
                <a:cubicBezTo>
                  <a:pt x="931256" y="38959"/>
                  <a:pt x="931586" y="38663"/>
                  <a:pt x="932073" y="38419"/>
                </a:cubicBezTo>
                <a:cubicBezTo>
                  <a:pt x="932559" y="38176"/>
                  <a:pt x="933167" y="38002"/>
                  <a:pt x="933897" y="37898"/>
                </a:cubicBezTo>
                <a:cubicBezTo>
                  <a:pt x="934627" y="37794"/>
                  <a:pt x="935583" y="37742"/>
                  <a:pt x="936764" y="37742"/>
                </a:cubicBezTo>
                <a:cubicBezTo>
                  <a:pt x="937946" y="37742"/>
                  <a:pt x="938919" y="37794"/>
                  <a:pt x="939684" y="37898"/>
                </a:cubicBezTo>
                <a:cubicBezTo>
                  <a:pt x="940448" y="38002"/>
                  <a:pt x="941039" y="38176"/>
                  <a:pt x="941456" y="38419"/>
                </a:cubicBezTo>
                <a:cubicBezTo>
                  <a:pt x="941873" y="38663"/>
                  <a:pt x="942168" y="38959"/>
                  <a:pt x="942342" y="39309"/>
                </a:cubicBezTo>
                <a:cubicBezTo>
                  <a:pt x="942516" y="39656"/>
                  <a:pt x="942603" y="40039"/>
                  <a:pt x="942603" y="40456"/>
                </a:cubicBezTo>
                <a:lnTo>
                  <a:pt x="942603" y="53814"/>
                </a:lnTo>
                <a:cubicBezTo>
                  <a:pt x="948024" y="47797"/>
                  <a:pt x="953341" y="43441"/>
                  <a:pt x="958554" y="40746"/>
                </a:cubicBezTo>
                <a:cubicBezTo>
                  <a:pt x="963767" y="38048"/>
                  <a:pt x="968946" y="36699"/>
                  <a:pt x="974089" y="36699"/>
                </a:cubicBezTo>
                <a:cubicBezTo>
                  <a:pt x="980275" y="36699"/>
                  <a:pt x="985488" y="37742"/>
                  <a:pt x="989728" y="39827"/>
                </a:cubicBezTo>
                <a:cubicBezTo>
                  <a:pt x="993968" y="41912"/>
                  <a:pt x="997391" y="44727"/>
                  <a:pt x="999997" y="48272"/>
                </a:cubicBezTo>
                <a:cubicBezTo>
                  <a:pt x="1002604" y="51817"/>
                  <a:pt x="1004481" y="55952"/>
                  <a:pt x="1005627" y="60679"/>
                </a:cubicBezTo>
                <a:cubicBezTo>
                  <a:pt x="1006774" y="65405"/>
                  <a:pt x="1007348" y="71105"/>
                  <a:pt x="1007348" y="77777"/>
                </a:cubicBezTo>
                <a:lnTo>
                  <a:pt x="1007348" y="134911"/>
                </a:lnTo>
                <a:close/>
                <a:moveTo>
                  <a:pt x="1096914" y="109860"/>
                </a:moveTo>
                <a:cubicBezTo>
                  <a:pt x="1096914" y="114382"/>
                  <a:pt x="1096080" y="118435"/>
                  <a:pt x="1094412" y="122019"/>
                </a:cubicBezTo>
                <a:cubicBezTo>
                  <a:pt x="1092744" y="125601"/>
                  <a:pt x="1090363" y="128645"/>
                  <a:pt x="1087270" y="131151"/>
                </a:cubicBezTo>
                <a:cubicBezTo>
                  <a:pt x="1084177" y="133656"/>
                  <a:pt x="1080476" y="135569"/>
                  <a:pt x="1076166" y="136892"/>
                </a:cubicBezTo>
                <a:cubicBezTo>
                  <a:pt x="1071857" y="138213"/>
                  <a:pt x="1067096" y="138873"/>
                  <a:pt x="1061883" y="138873"/>
                </a:cubicBezTo>
                <a:cubicBezTo>
                  <a:pt x="1058616" y="138873"/>
                  <a:pt x="1055523" y="138612"/>
                  <a:pt x="1052604" y="138091"/>
                </a:cubicBezTo>
                <a:cubicBezTo>
                  <a:pt x="1049685" y="137570"/>
                  <a:pt x="1047043" y="136910"/>
                  <a:pt x="1044680" y="136110"/>
                </a:cubicBezTo>
                <a:cubicBezTo>
                  <a:pt x="1042317" y="135311"/>
                  <a:pt x="1040319" y="134460"/>
                  <a:pt x="1038685" y="133556"/>
                </a:cubicBezTo>
                <a:cubicBezTo>
                  <a:pt x="1037052" y="132652"/>
                  <a:pt x="1035853" y="131853"/>
                  <a:pt x="1035088" y="131158"/>
                </a:cubicBezTo>
                <a:cubicBezTo>
                  <a:pt x="1034324" y="130463"/>
                  <a:pt x="1033768" y="129590"/>
                  <a:pt x="1033420" y="128538"/>
                </a:cubicBezTo>
                <a:cubicBezTo>
                  <a:pt x="1033073" y="127485"/>
                  <a:pt x="1032899" y="126082"/>
                  <a:pt x="1032899" y="124329"/>
                </a:cubicBezTo>
                <a:cubicBezTo>
                  <a:pt x="1032899" y="123417"/>
                  <a:pt x="1032968" y="122610"/>
                  <a:pt x="1033107" y="121908"/>
                </a:cubicBezTo>
                <a:cubicBezTo>
                  <a:pt x="1033246" y="121207"/>
                  <a:pt x="1033420" y="120610"/>
                  <a:pt x="1033629" y="120120"/>
                </a:cubicBezTo>
                <a:cubicBezTo>
                  <a:pt x="1033837" y="119629"/>
                  <a:pt x="1034115" y="119260"/>
                  <a:pt x="1034463" y="119015"/>
                </a:cubicBezTo>
                <a:cubicBezTo>
                  <a:pt x="1034810" y="118770"/>
                  <a:pt x="1035193" y="118647"/>
                  <a:pt x="1035610" y="118647"/>
                </a:cubicBezTo>
                <a:cubicBezTo>
                  <a:pt x="1036374" y="118647"/>
                  <a:pt x="1037486" y="119139"/>
                  <a:pt x="1038946" y="120123"/>
                </a:cubicBezTo>
                <a:cubicBezTo>
                  <a:pt x="1040406" y="121107"/>
                  <a:pt x="1042230" y="122179"/>
                  <a:pt x="1044420" y="123339"/>
                </a:cubicBezTo>
                <a:cubicBezTo>
                  <a:pt x="1046609" y="124498"/>
                  <a:pt x="1049215" y="125570"/>
                  <a:pt x="1052239" y="126554"/>
                </a:cubicBezTo>
                <a:cubicBezTo>
                  <a:pt x="1055263" y="127538"/>
                  <a:pt x="1058755" y="128030"/>
                  <a:pt x="1062717" y="128030"/>
                </a:cubicBezTo>
                <a:cubicBezTo>
                  <a:pt x="1065914" y="128030"/>
                  <a:pt x="1068834" y="127683"/>
                  <a:pt x="1071475" y="126988"/>
                </a:cubicBezTo>
                <a:cubicBezTo>
                  <a:pt x="1074116" y="126290"/>
                  <a:pt x="1076410" y="125246"/>
                  <a:pt x="1078356" y="123853"/>
                </a:cubicBezTo>
                <a:cubicBezTo>
                  <a:pt x="1080302" y="122461"/>
                  <a:pt x="1081814" y="120668"/>
                  <a:pt x="1082891" y="118474"/>
                </a:cubicBezTo>
                <a:cubicBezTo>
                  <a:pt x="1083969" y="116280"/>
                  <a:pt x="1084507" y="113722"/>
                  <a:pt x="1084507" y="110798"/>
                </a:cubicBezTo>
                <a:cubicBezTo>
                  <a:pt x="1084507" y="107877"/>
                  <a:pt x="1083812" y="105407"/>
                  <a:pt x="1082422" y="103389"/>
                </a:cubicBezTo>
                <a:cubicBezTo>
                  <a:pt x="1081032" y="101371"/>
                  <a:pt x="1079207" y="99614"/>
                  <a:pt x="1076948" y="98118"/>
                </a:cubicBezTo>
                <a:cubicBezTo>
                  <a:pt x="1074689" y="96621"/>
                  <a:pt x="1072118" y="95299"/>
                  <a:pt x="1069233" y="94152"/>
                </a:cubicBezTo>
                <a:cubicBezTo>
                  <a:pt x="1066349" y="93003"/>
                  <a:pt x="1063395" y="91821"/>
                  <a:pt x="1060371" y="90604"/>
                </a:cubicBezTo>
                <a:cubicBezTo>
                  <a:pt x="1057348" y="89386"/>
                  <a:pt x="1054394" y="88047"/>
                  <a:pt x="1051509" y="86587"/>
                </a:cubicBezTo>
                <a:cubicBezTo>
                  <a:pt x="1048625" y="85125"/>
                  <a:pt x="1046053" y="83351"/>
                  <a:pt x="1043794" y="81263"/>
                </a:cubicBezTo>
                <a:cubicBezTo>
                  <a:pt x="1041535" y="79176"/>
                  <a:pt x="1039711" y="76672"/>
                  <a:pt x="1038320" y="73750"/>
                </a:cubicBezTo>
                <a:cubicBezTo>
                  <a:pt x="1036930" y="70827"/>
                  <a:pt x="1036235" y="67312"/>
                  <a:pt x="1036235" y="63207"/>
                </a:cubicBezTo>
                <a:cubicBezTo>
                  <a:pt x="1036235" y="59938"/>
                  <a:pt x="1036861" y="56721"/>
                  <a:pt x="1038112" y="53557"/>
                </a:cubicBezTo>
                <a:cubicBezTo>
                  <a:pt x="1039363" y="50390"/>
                  <a:pt x="1041292" y="47554"/>
                  <a:pt x="1043898" y="45050"/>
                </a:cubicBezTo>
                <a:cubicBezTo>
                  <a:pt x="1046505" y="42543"/>
                  <a:pt x="1049841" y="40525"/>
                  <a:pt x="1053907" y="38996"/>
                </a:cubicBezTo>
                <a:cubicBezTo>
                  <a:pt x="1057973" y="37465"/>
                  <a:pt x="1062787" y="36699"/>
                  <a:pt x="1068347" y="36699"/>
                </a:cubicBezTo>
                <a:cubicBezTo>
                  <a:pt x="1070710" y="36699"/>
                  <a:pt x="1073056" y="36890"/>
                  <a:pt x="1075385" y="37273"/>
                </a:cubicBezTo>
                <a:cubicBezTo>
                  <a:pt x="1077713" y="37655"/>
                  <a:pt x="1079833" y="38159"/>
                  <a:pt x="1081744" y="38784"/>
                </a:cubicBezTo>
                <a:cubicBezTo>
                  <a:pt x="1083656" y="39410"/>
                  <a:pt x="1085307" y="40088"/>
                  <a:pt x="1086697" y="40817"/>
                </a:cubicBezTo>
                <a:cubicBezTo>
                  <a:pt x="1088087" y="41547"/>
                  <a:pt x="1089147" y="42190"/>
                  <a:pt x="1089877" y="42746"/>
                </a:cubicBezTo>
                <a:cubicBezTo>
                  <a:pt x="1090606" y="43302"/>
                  <a:pt x="1091093" y="43771"/>
                  <a:pt x="1091336" y="44154"/>
                </a:cubicBezTo>
                <a:cubicBezTo>
                  <a:pt x="1091579" y="44536"/>
                  <a:pt x="1091753" y="44936"/>
                  <a:pt x="1091857" y="45353"/>
                </a:cubicBezTo>
                <a:cubicBezTo>
                  <a:pt x="1091962" y="45770"/>
                  <a:pt x="1092049" y="46274"/>
                  <a:pt x="1092118" y="46864"/>
                </a:cubicBezTo>
                <a:cubicBezTo>
                  <a:pt x="1092188" y="47455"/>
                  <a:pt x="1092222" y="48168"/>
                  <a:pt x="1092222" y="49002"/>
                </a:cubicBezTo>
                <a:cubicBezTo>
                  <a:pt x="1092222" y="49836"/>
                  <a:pt x="1092170" y="50583"/>
                  <a:pt x="1092066" y="51243"/>
                </a:cubicBezTo>
                <a:cubicBezTo>
                  <a:pt x="1091962" y="51904"/>
                  <a:pt x="1091805" y="52477"/>
                  <a:pt x="1091597" y="52964"/>
                </a:cubicBezTo>
                <a:cubicBezTo>
                  <a:pt x="1091388" y="53450"/>
                  <a:pt x="1091128" y="53815"/>
                  <a:pt x="1090815" y="54058"/>
                </a:cubicBezTo>
                <a:cubicBezTo>
                  <a:pt x="1090502" y="54302"/>
                  <a:pt x="1090137" y="54423"/>
                  <a:pt x="1089720" y="54423"/>
                </a:cubicBezTo>
                <a:cubicBezTo>
                  <a:pt x="1089164" y="54423"/>
                  <a:pt x="1088330" y="54041"/>
                  <a:pt x="1087218" y="53276"/>
                </a:cubicBezTo>
                <a:cubicBezTo>
                  <a:pt x="1086106" y="52512"/>
                  <a:pt x="1084646" y="51678"/>
                  <a:pt x="1082839" y="50774"/>
                </a:cubicBezTo>
                <a:cubicBezTo>
                  <a:pt x="1081032" y="49871"/>
                  <a:pt x="1078877" y="49037"/>
                  <a:pt x="1076375" y="48272"/>
                </a:cubicBezTo>
                <a:cubicBezTo>
                  <a:pt x="1073873" y="47507"/>
                  <a:pt x="1070988" y="47125"/>
                  <a:pt x="1067721" y="47125"/>
                </a:cubicBezTo>
                <a:cubicBezTo>
                  <a:pt x="1064455" y="47125"/>
                  <a:pt x="1061588" y="47508"/>
                  <a:pt x="1059120" y="48275"/>
                </a:cubicBezTo>
                <a:cubicBezTo>
                  <a:pt x="1056653" y="49040"/>
                  <a:pt x="1054620" y="50118"/>
                  <a:pt x="1053021" y="51511"/>
                </a:cubicBezTo>
                <a:cubicBezTo>
                  <a:pt x="1051422" y="52903"/>
                  <a:pt x="1050223" y="54539"/>
                  <a:pt x="1049424" y="56420"/>
                </a:cubicBezTo>
                <a:cubicBezTo>
                  <a:pt x="1048625" y="58299"/>
                  <a:pt x="1048225" y="60353"/>
                  <a:pt x="1048225" y="62582"/>
                </a:cubicBezTo>
                <a:cubicBezTo>
                  <a:pt x="1048225" y="65642"/>
                  <a:pt x="1048920" y="68216"/>
                  <a:pt x="1050310" y="70303"/>
                </a:cubicBezTo>
                <a:cubicBezTo>
                  <a:pt x="1051700" y="72391"/>
                  <a:pt x="1053542" y="74200"/>
                  <a:pt x="1055836" y="75731"/>
                </a:cubicBezTo>
                <a:cubicBezTo>
                  <a:pt x="1058130" y="77263"/>
                  <a:pt x="1060736" y="78620"/>
                  <a:pt x="1063655" y="79804"/>
                </a:cubicBezTo>
                <a:cubicBezTo>
                  <a:pt x="1066575" y="80985"/>
                  <a:pt x="1069546" y="82168"/>
                  <a:pt x="1072570" y="83352"/>
                </a:cubicBezTo>
                <a:cubicBezTo>
                  <a:pt x="1075593" y="84534"/>
                  <a:pt x="1078564" y="85838"/>
                  <a:pt x="1081484" y="87265"/>
                </a:cubicBezTo>
                <a:cubicBezTo>
                  <a:pt x="1084403" y="88690"/>
                  <a:pt x="1087009" y="90411"/>
                  <a:pt x="1089303" y="92429"/>
                </a:cubicBezTo>
                <a:cubicBezTo>
                  <a:pt x="1091597" y="94447"/>
                  <a:pt x="1093439" y="96865"/>
                  <a:pt x="1094829" y="99685"/>
                </a:cubicBezTo>
                <a:cubicBezTo>
                  <a:pt x="1096219" y="102502"/>
                  <a:pt x="1096914" y="105894"/>
                  <a:pt x="1096914" y="109860"/>
                </a:cubicBezTo>
                <a:close/>
                <a:moveTo>
                  <a:pt x="1166357" y="129386"/>
                </a:moveTo>
                <a:cubicBezTo>
                  <a:pt x="1166357" y="130845"/>
                  <a:pt x="1166235" y="132027"/>
                  <a:pt x="1165992" y="132930"/>
                </a:cubicBezTo>
                <a:cubicBezTo>
                  <a:pt x="1165748" y="133834"/>
                  <a:pt x="1165366" y="134546"/>
                  <a:pt x="1164845" y="135068"/>
                </a:cubicBezTo>
                <a:cubicBezTo>
                  <a:pt x="1164323" y="135589"/>
                  <a:pt x="1163559" y="136076"/>
                  <a:pt x="1162551" y="136527"/>
                </a:cubicBezTo>
                <a:cubicBezTo>
                  <a:pt x="1161543" y="136979"/>
                  <a:pt x="1160379" y="137361"/>
                  <a:pt x="1159058" y="137674"/>
                </a:cubicBezTo>
                <a:cubicBezTo>
                  <a:pt x="1157738" y="137987"/>
                  <a:pt x="1156348" y="138230"/>
                  <a:pt x="1154888" y="138404"/>
                </a:cubicBezTo>
                <a:cubicBezTo>
                  <a:pt x="1153428" y="138578"/>
                  <a:pt x="1152004" y="138665"/>
                  <a:pt x="1150613" y="138665"/>
                </a:cubicBezTo>
                <a:cubicBezTo>
                  <a:pt x="1145956" y="138665"/>
                  <a:pt x="1141995" y="138039"/>
                  <a:pt x="1138728" y="136788"/>
                </a:cubicBezTo>
                <a:cubicBezTo>
                  <a:pt x="1135461" y="135537"/>
                  <a:pt x="1132785" y="133643"/>
                  <a:pt x="1130700" y="131106"/>
                </a:cubicBezTo>
                <a:cubicBezTo>
                  <a:pt x="1128615" y="128569"/>
                  <a:pt x="1127103" y="125354"/>
                  <a:pt x="1126165" y="121462"/>
                </a:cubicBezTo>
                <a:cubicBezTo>
                  <a:pt x="1125226" y="117570"/>
                  <a:pt x="1124757" y="112982"/>
                  <a:pt x="1124757" y="107700"/>
                </a:cubicBezTo>
                <a:lnTo>
                  <a:pt x="1124757" y="49002"/>
                </a:lnTo>
                <a:lnTo>
                  <a:pt x="1110682" y="49002"/>
                </a:lnTo>
                <a:cubicBezTo>
                  <a:pt x="1109709" y="49002"/>
                  <a:pt x="1108944" y="48563"/>
                  <a:pt x="1108388" y="47686"/>
                </a:cubicBezTo>
                <a:cubicBezTo>
                  <a:pt x="1107832" y="46808"/>
                  <a:pt x="1107554" y="45492"/>
                  <a:pt x="1107554" y="43737"/>
                </a:cubicBezTo>
                <a:cubicBezTo>
                  <a:pt x="1107554" y="42824"/>
                  <a:pt x="1107624" y="42035"/>
                  <a:pt x="1107763" y="41368"/>
                </a:cubicBezTo>
                <a:cubicBezTo>
                  <a:pt x="1107902" y="40701"/>
                  <a:pt x="1108110" y="40140"/>
                  <a:pt x="1108388" y="39684"/>
                </a:cubicBezTo>
                <a:cubicBezTo>
                  <a:pt x="1108666" y="39227"/>
                  <a:pt x="1108997" y="38894"/>
                  <a:pt x="1109379" y="38683"/>
                </a:cubicBezTo>
                <a:cubicBezTo>
                  <a:pt x="1109761" y="38473"/>
                  <a:pt x="1110196" y="38367"/>
                  <a:pt x="1110682" y="38367"/>
                </a:cubicBezTo>
                <a:lnTo>
                  <a:pt x="1124757" y="38367"/>
                </a:lnTo>
                <a:lnTo>
                  <a:pt x="1124757" y="15222"/>
                </a:lnTo>
                <a:cubicBezTo>
                  <a:pt x="1124757" y="14805"/>
                  <a:pt x="1124844" y="14423"/>
                  <a:pt x="1125018" y="14075"/>
                </a:cubicBezTo>
                <a:cubicBezTo>
                  <a:pt x="1125192" y="13727"/>
                  <a:pt x="1125522" y="13432"/>
                  <a:pt x="1126008" y="13189"/>
                </a:cubicBezTo>
                <a:cubicBezTo>
                  <a:pt x="1126495" y="12946"/>
                  <a:pt x="1127138" y="12772"/>
                  <a:pt x="1127937" y="12667"/>
                </a:cubicBezTo>
                <a:cubicBezTo>
                  <a:pt x="1128736" y="12563"/>
                  <a:pt x="1129727" y="12511"/>
                  <a:pt x="1130908" y="12511"/>
                </a:cubicBezTo>
                <a:cubicBezTo>
                  <a:pt x="1132160" y="12511"/>
                  <a:pt x="1133185" y="12563"/>
                  <a:pt x="1133984" y="12667"/>
                </a:cubicBezTo>
                <a:cubicBezTo>
                  <a:pt x="1134783" y="12772"/>
                  <a:pt x="1135409" y="12946"/>
                  <a:pt x="1135861" y="13189"/>
                </a:cubicBezTo>
                <a:cubicBezTo>
                  <a:pt x="1136313" y="13432"/>
                  <a:pt x="1136643" y="13727"/>
                  <a:pt x="1136851" y="14075"/>
                </a:cubicBezTo>
                <a:cubicBezTo>
                  <a:pt x="1137060" y="14423"/>
                  <a:pt x="1137164" y="14805"/>
                  <a:pt x="1137164" y="15222"/>
                </a:cubicBezTo>
                <a:lnTo>
                  <a:pt x="1137164" y="38367"/>
                </a:lnTo>
                <a:lnTo>
                  <a:pt x="1163229" y="38367"/>
                </a:lnTo>
                <a:cubicBezTo>
                  <a:pt x="1163715" y="38367"/>
                  <a:pt x="1164150" y="38473"/>
                  <a:pt x="1164532" y="38683"/>
                </a:cubicBezTo>
                <a:cubicBezTo>
                  <a:pt x="1164914" y="38894"/>
                  <a:pt x="1165244" y="39227"/>
                  <a:pt x="1165522" y="39684"/>
                </a:cubicBezTo>
                <a:cubicBezTo>
                  <a:pt x="1165800" y="40140"/>
                  <a:pt x="1166009" y="40701"/>
                  <a:pt x="1166148" y="41368"/>
                </a:cubicBezTo>
                <a:cubicBezTo>
                  <a:pt x="1166287" y="42035"/>
                  <a:pt x="1166357" y="42824"/>
                  <a:pt x="1166357" y="43737"/>
                </a:cubicBezTo>
                <a:cubicBezTo>
                  <a:pt x="1166357" y="45492"/>
                  <a:pt x="1166061" y="46808"/>
                  <a:pt x="1165470" y="47686"/>
                </a:cubicBezTo>
                <a:cubicBezTo>
                  <a:pt x="1164880" y="48563"/>
                  <a:pt x="1164132" y="49002"/>
                  <a:pt x="1163229" y="49002"/>
                </a:cubicBezTo>
                <a:lnTo>
                  <a:pt x="1137164" y="49002"/>
                </a:lnTo>
                <a:lnTo>
                  <a:pt x="1137164" y="106032"/>
                </a:lnTo>
                <a:cubicBezTo>
                  <a:pt x="1137164" y="113191"/>
                  <a:pt x="1138189" y="118647"/>
                  <a:pt x="1140240" y="122400"/>
                </a:cubicBezTo>
                <a:cubicBezTo>
                  <a:pt x="1142290" y="126154"/>
                  <a:pt x="1146026" y="128030"/>
                  <a:pt x="1151447" y="128030"/>
                </a:cubicBezTo>
                <a:cubicBezTo>
                  <a:pt x="1153116" y="128030"/>
                  <a:pt x="1154627" y="127856"/>
                  <a:pt x="1155983" y="127509"/>
                </a:cubicBezTo>
                <a:cubicBezTo>
                  <a:pt x="1157338" y="127161"/>
                  <a:pt x="1158537" y="126779"/>
                  <a:pt x="1159580" y="126362"/>
                </a:cubicBezTo>
                <a:cubicBezTo>
                  <a:pt x="1160622" y="125945"/>
                  <a:pt x="1161508" y="125563"/>
                  <a:pt x="1162238" y="125215"/>
                </a:cubicBezTo>
                <a:cubicBezTo>
                  <a:pt x="1162968" y="124868"/>
                  <a:pt x="1163611" y="124694"/>
                  <a:pt x="1164167" y="124694"/>
                </a:cubicBezTo>
                <a:cubicBezTo>
                  <a:pt x="1164515" y="124694"/>
                  <a:pt x="1164827" y="124763"/>
                  <a:pt x="1165105" y="124902"/>
                </a:cubicBezTo>
                <a:cubicBezTo>
                  <a:pt x="1165383" y="125041"/>
                  <a:pt x="1165609" y="125302"/>
                  <a:pt x="1165783" y="125684"/>
                </a:cubicBezTo>
                <a:cubicBezTo>
                  <a:pt x="1165957" y="126067"/>
                  <a:pt x="1166096" y="126553"/>
                  <a:pt x="1166200" y="127144"/>
                </a:cubicBezTo>
                <a:cubicBezTo>
                  <a:pt x="1166304" y="127735"/>
                  <a:pt x="1166357" y="128482"/>
                  <a:pt x="1166357" y="129386"/>
                </a:cubicBezTo>
                <a:close/>
                <a:moveTo>
                  <a:pt x="1243722" y="45431"/>
                </a:moveTo>
                <a:cubicBezTo>
                  <a:pt x="1243722" y="46482"/>
                  <a:pt x="1243687" y="47375"/>
                  <a:pt x="1243618" y="48109"/>
                </a:cubicBezTo>
                <a:cubicBezTo>
                  <a:pt x="1243548" y="48843"/>
                  <a:pt x="1243427" y="49436"/>
                  <a:pt x="1243253" y="49888"/>
                </a:cubicBezTo>
                <a:cubicBezTo>
                  <a:pt x="1243079" y="50340"/>
                  <a:pt x="1242871" y="50687"/>
                  <a:pt x="1242627" y="50931"/>
                </a:cubicBezTo>
                <a:cubicBezTo>
                  <a:pt x="1242384" y="51174"/>
                  <a:pt x="1242054" y="51295"/>
                  <a:pt x="1241637" y="51295"/>
                </a:cubicBezTo>
                <a:cubicBezTo>
                  <a:pt x="1241011" y="51295"/>
                  <a:pt x="1240282" y="51139"/>
                  <a:pt x="1239448" y="50826"/>
                </a:cubicBezTo>
                <a:cubicBezTo>
                  <a:pt x="1238613" y="50514"/>
                  <a:pt x="1237640" y="50183"/>
                  <a:pt x="1236528" y="49836"/>
                </a:cubicBezTo>
                <a:cubicBezTo>
                  <a:pt x="1235416" y="49488"/>
                  <a:pt x="1234200" y="49158"/>
                  <a:pt x="1232879" y="48845"/>
                </a:cubicBezTo>
                <a:cubicBezTo>
                  <a:pt x="1231559" y="48533"/>
                  <a:pt x="1230099" y="48376"/>
                  <a:pt x="1228500" y="48376"/>
                </a:cubicBezTo>
                <a:cubicBezTo>
                  <a:pt x="1226624" y="48376"/>
                  <a:pt x="1224782" y="48773"/>
                  <a:pt x="1222975" y="49565"/>
                </a:cubicBezTo>
                <a:cubicBezTo>
                  <a:pt x="1221167" y="50358"/>
                  <a:pt x="1219273" y="51634"/>
                  <a:pt x="1217292" y="53394"/>
                </a:cubicBezTo>
                <a:cubicBezTo>
                  <a:pt x="1215312" y="55153"/>
                  <a:pt x="1213226" y="57482"/>
                  <a:pt x="1211037" y="60379"/>
                </a:cubicBezTo>
                <a:cubicBezTo>
                  <a:pt x="1208847" y="63277"/>
                  <a:pt x="1206432" y="66829"/>
                  <a:pt x="1203791" y="71036"/>
                </a:cubicBezTo>
                <a:lnTo>
                  <a:pt x="1203791" y="134908"/>
                </a:lnTo>
                <a:cubicBezTo>
                  <a:pt x="1203791" y="135325"/>
                  <a:pt x="1203687" y="135708"/>
                  <a:pt x="1203478" y="136058"/>
                </a:cubicBezTo>
                <a:cubicBezTo>
                  <a:pt x="1203270" y="136406"/>
                  <a:pt x="1202939" y="136684"/>
                  <a:pt x="1202488" y="136892"/>
                </a:cubicBezTo>
                <a:cubicBezTo>
                  <a:pt x="1202036" y="137101"/>
                  <a:pt x="1201410" y="137275"/>
                  <a:pt x="1200611" y="137414"/>
                </a:cubicBezTo>
                <a:cubicBezTo>
                  <a:pt x="1199812" y="137553"/>
                  <a:pt x="1198786" y="137622"/>
                  <a:pt x="1197535" y="137622"/>
                </a:cubicBezTo>
                <a:cubicBezTo>
                  <a:pt x="1196354" y="137622"/>
                  <a:pt x="1195363" y="137553"/>
                  <a:pt x="1194564" y="137414"/>
                </a:cubicBezTo>
                <a:cubicBezTo>
                  <a:pt x="1193765" y="137275"/>
                  <a:pt x="1193122" y="137101"/>
                  <a:pt x="1192635" y="136892"/>
                </a:cubicBezTo>
                <a:cubicBezTo>
                  <a:pt x="1192149" y="136684"/>
                  <a:pt x="1191818" y="136406"/>
                  <a:pt x="1191645" y="136058"/>
                </a:cubicBezTo>
                <a:cubicBezTo>
                  <a:pt x="1191471" y="135708"/>
                  <a:pt x="1191384" y="135325"/>
                  <a:pt x="1191384" y="134908"/>
                </a:cubicBezTo>
                <a:lnTo>
                  <a:pt x="1191384" y="40456"/>
                </a:lnTo>
                <a:cubicBezTo>
                  <a:pt x="1191384" y="40039"/>
                  <a:pt x="1191471" y="39656"/>
                  <a:pt x="1191645" y="39309"/>
                </a:cubicBezTo>
                <a:cubicBezTo>
                  <a:pt x="1191818" y="38959"/>
                  <a:pt x="1192149" y="38663"/>
                  <a:pt x="1192635" y="38419"/>
                </a:cubicBezTo>
                <a:cubicBezTo>
                  <a:pt x="1193122" y="38176"/>
                  <a:pt x="1193730" y="38002"/>
                  <a:pt x="1194460" y="37898"/>
                </a:cubicBezTo>
                <a:cubicBezTo>
                  <a:pt x="1195190" y="37794"/>
                  <a:pt x="1196145" y="37742"/>
                  <a:pt x="1197327" y="37742"/>
                </a:cubicBezTo>
                <a:cubicBezTo>
                  <a:pt x="1198508" y="37742"/>
                  <a:pt x="1199482" y="37794"/>
                  <a:pt x="1200246" y="37898"/>
                </a:cubicBezTo>
                <a:cubicBezTo>
                  <a:pt x="1201011" y="38002"/>
                  <a:pt x="1201601" y="38176"/>
                  <a:pt x="1202018" y="38419"/>
                </a:cubicBezTo>
                <a:cubicBezTo>
                  <a:pt x="1202436" y="38663"/>
                  <a:pt x="1202731" y="38959"/>
                  <a:pt x="1202905" y="39309"/>
                </a:cubicBezTo>
                <a:cubicBezTo>
                  <a:pt x="1203078" y="39656"/>
                  <a:pt x="1203165" y="40039"/>
                  <a:pt x="1203165" y="40456"/>
                </a:cubicBezTo>
                <a:lnTo>
                  <a:pt x="1203165" y="55381"/>
                </a:lnTo>
                <a:cubicBezTo>
                  <a:pt x="1205876" y="51437"/>
                  <a:pt x="1208378" y="48254"/>
                  <a:pt x="1210672" y="45832"/>
                </a:cubicBezTo>
                <a:cubicBezTo>
                  <a:pt x="1212966" y="43410"/>
                  <a:pt x="1215155" y="41524"/>
                  <a:pt x="1217240" y="40176"/>
                </a:cubicBezTo>
                <a:cubicBezTo>
                  <a:pt x="1219326" y="38827"/>
                  <a:pt x="1221359" y="37910"/>
                  <a:pt x="1223339" y="37426"/>
                </a:cubicBezTo>
                <a:cubicBezTo>
                  <a:pt x="1225320" y="36941"/>
                  <a:pt x="1227353" y="36699"/>
                  <a:pt x="1229439" y="36699"/>
                </a:cubicBezTo>
                <a:cubicBezTo>
                  <a:pt x="1230342" y="36699"/>
                  <a:pt x="1231385" y="36752"/>
                  <a:pt x="1232566" y="36859"/>
                </a:cubicBezTo>
                <a:cubicBezTo>
                  <a:pt x="1233748" y="36963"/>
                  <a:pt x="1235017" y="37155"/>
                  <a:pt x="1236372" y="37436"/>
                </a:cubicBezTo>
                <a:cubicBezTo>
                  <a:pt x="1237727" y="37716"/>
                  <a:pt x="1238944" y="38049"/>
                  <a:pt x="1240021" y="38436"/>
                </a:cubicBezTo>
                <a:cubicBezTo>
                  <a:pt x="1241098" y="38820"/>
                  <a:pt x="1241845" y="39171"/>
                  <a:pt x="1242263" y="39488"/>
                </a:cubicBezTo>
                <a:cubicBezTo>
                  <a:pt x="1242680" y="39803"/>
                  <a:pt x="1242958" y="40083"/>
                  <a:pt x="1243097" y="40329"/>
                </a:cubicBezTo>
                <a:cubicBezTo>
                  <a:pt x="1243236" y="40574"/>
                  <a:pt x="1243357" y="40890"/>
                  <a:pt x="1243461" y="41277"/>
                </a:cubicBezTo>
                <a:cubicBezTo>
                  <a:pt x="1243566" y="41661"/>
                  <a:pt x="1243635" y="42187"/>
                  <a:pt x="1243670" y="42854"/>
                </a:cubicBezTo>
                <a:cubicBezTo>
                  <a:pt x="1243705" y="43521"/>
                  <a:pt x="1243722" y="44380"/>
                  <a:pt x="1243722" y="45431"/>
                </a:cubicBezTo>
                <a:close/>
                <a:moveTo>
                  <a:pt x="1341820" y="134908"/>
                </a:moveTo>
                <a:cubicBezTo>
                  <a:pt x="1341820" y="135325"/>
                  <a:pt x="1341733" y="135708"/>
                  <a:pt x="1341559" y="136058"/>
                </a:cubicBezTo>
                <a:cubicBezTo>
                  <a:pt x="1341385" y="136406"/>
                  <a:pt x="1341055" y="136684"/>
                  <a:pt x="1340569" y="136892"/>
                </a:cubicBezTo>
                <a:cubicBezTo>
                  <a:pt x="1340082" y="137101"/>
                  <a:pt x="1339456" y="137275"/>
                  <a:pt x="1338692" y="137414"/>
                </a:cubicBezTo>
                <a:cubicBezTo>
                  <a:pt x="1337927" y="137553"/>
                  <a:pt x="1336989" y="137622"/>
                  <a:pt x="1335877" y="137622"/>
                </a:cubicBezTo>
                <a:cubicBezTo>
                  <a:pt x="1334626" y="137622"/>
                  <a:pt x="1333618" y="137553"/>
                  <a:pt x="1332853" y="137414"/>
                </a:cubicBezTo>
                <a:cubicBezTo>
                  <a:pt x="1332089" y="137275"/>
                  <a:pt x="1331498" y="137101"/>
                  <a:pt x="1331081" y="136892"/>
                </a:cubicBezTo>
                <a:cubicBezTo>
                  <a:pt x="1330664" y="136684"/>
                  <a:pt x="1330369" y="136406"/>
                  <a:pt x="1330195" y="136058"/>
                </a:cubicBezTo>
                <a:cubicBezTo>
                  <a:pt x="1330021" y="135708"/>
                  <a:pt x="1329934" y="135325"/>
                  <a:pt x="1329934" y="134908"/>
                </a:cubicBezTo>
                <a:lnTo>
                  <a:pt x="1329934" y="121550"/>
                </a:lnTo>
                <a:cubicBezTo>
                  <a:pt x="1324513" y="127640"/>
                  <a:pt x="1319213" y="132051"/>
                  <a:pt x="1314035" y="134781"/>
                </a:cubicBezTo>
                <a:cubicBezTo>
                  <a:pt x="1308856" y="137509"/>
                  <a:pt x="1303696" y="138873"/>
                  <a:pt x="1298552" y="138873"/>
                </a:cubicBezTo>
                <a:cubicBezTo>
                  <a:pt x="1292366" y="138873"/>
                  <a:pt x="1287153" y="137828"/>
                  <a:pt x="1282913" y="135739"/>
                </a:cubicBezTo>
                <a:cubicBezTo>
                  <a:pt x="1278673" y="133649"/>
                  <a:pt x="1275250" y="130812"/>
                  <a:pt x="1272644" y="127225"/>
                </a:cubicBezTo>
                <a:cubicBezTo>
                  <a:pt x="1270037" y="123637"/>
                  <a:pt x="1268161" y="119476"/>
                  <a:pt x="1267014" y="114740"/>
                </a:cubicBezTo>
                <a:cubicBezTo>
                  <a:pt x="1265867" y="110003"/>
                  <a:pt x="1265293" y="104292"/>
                  <a:pt x="1265293" y="97606"/>
                </a:cubicBezTo>
                <a:lnTo>
                  <a:pt x="1265293" y="40459"/>
                </a:lnTo>
                <a:cubicBezTo>
                  <a:pt x="1265293" y="40040"/>
                  <a:pt x="1265380" y="39656"/>
                  <a:pt x="1265554" y="39309"/>
                </a:cubicBezTo>
                <a:cubicBezTo>
                  <a:pt x="1265728" y="38961"/>
                  <a:pt x="1266058" y="38666"/>
                  <a:pt x="1266545" y="38423"/>
                </a:cubicBezTo>
                <a:cubicBezTo>
                  <a:pt x="1267031" y="38177"/>
                  <a:pt x="1267674" y="38002"/>
                  <a:pt x="1268473" y="37898"/>
                </a:cubicBezTo>
                <a:cubicBezTo>
                  <a:pt x="1269273" y="37794"/>
                  <a:pt x="1270263" y="37742"/>
                  <a:pt x="1271445" y="37742"/>
                </a:cubicBezTo>
                <a:cubicBezTo>
                  <a:pt x="1272696" y="37742"/>
                  <a:pt x="1273721" y="37794"/>
                  <a:pt x="1274520" y="37898"/>
                </a:cubicBezTo>
                <a:cubicBezTo>
                  <a:pt x="1275320" y="38002"/>
                  <a:pt x="1275945" y="38177"/>
                  <a:pt x="1276397" y="38423"/>
                </a:cubicBezTo>
                <a:cubicBezTo>
                  <a:pt x="1276849" y="38666"/>
                  <a:pt x="1277179" y="38961"/>
                  <a:pt x="1277388" y="39309"/>
                </a:cubicBezTo>
                <a:cubicBezTo>
                  <a:pt x="1277596" y="39656"/>
                  <a:pt x="1277700" y="40040"/>
                  <a:pt x="1277700" y="40459"/>
                </a:cubicBezTo>
                <a:lnTo>
                  <a:pt x="1277700" y="96469"/>
                </a:lnTo>
                <a:cubicBezTo>
                  <a:pt x="1277700" y="102323"/>
                  <a:pt x="1278152" y="107096"/>
                  <a:pt x="1279056" y="110788"/>
                </a:cubicBezTo>
                <a:cubicBezTo>
                  <a:pt x="1279959" y="114479"/>
                  <a:pt x="1281315" y="117630"/>
                  <a:pt x="1283122" y="120243"/>
                </a:cubicBezTo>
                <a:cubicBezTo>
                  <a:pt x="1284929" y="122856"/>
                  <a:pt x="1287240" y="124877"/>
                  <a:pt x="1290055" y="126307"/>
                </a:cubicBezTo>
                <a:cubicBezTo>
                  <a:pt x="1292870" y="127734"/>
                  <a:pt x="1296154" y="128447"/>
                  <a:pt x="1299907" y="128447"/>
                </a:cubicBezTo>
                <a:cubicBezTo>
                  <a:pt x="1304703" y="128447"/>
                  <a:pt x="1309482" y="126733"/>
                  <a:pt x="1314243" y="123306"/>
                </a:cubicBezTo>
                <a:cubicBezTo>
                  <a:pt x="1319004" y="119876"/>
                  <a:pt x="1324061" y="114838"/>
                  <a:pt x="1329413" y="108192"/>
                </a:cubicBezTo>
                <a:lnTo>
                  <a:pt x="1329413" y="40456"/>
                </a:lnTo>
                <a:cubicBezTo>
                  <a:pt x="1329413" y="40039"/>
                  <a:pt x="1329500" y="39656"/>
                  <a:pt x="1329673" y="39309"/>
                </a:cubicBezTo>
                <a:cubicBezTo>
                  <a:pt x="1329847" y="38959"/>
                  <a:pt x="1330177" y="38663"/>
                  <a:pt x="1330664" y="38419"/>
                </a:cubicBezTo>
                <a:cubicBezTo>
                  <a:pt x="1331150" y="38176"/>
                  <a:pt x="1331793" y="38002"/>
                  <a:pt x="1332593" y="37898"/>
                </a:cubicBezTo>
                <a:cubicBezTo>
                  <a:pt x="1333392" y="37794"/>
                  <a:pt x="1334417" y="37742"/>
                  <a:pt x="1335668" y="37742"/>
                </a:cubicBezTo>
                <a:cubicBezTo>
                  <a:pt x="1336850" y="37742"/>
                  <a:pt x="1337840" y="37794"/>
                  <a:pt x="1338640" y="37898"/>
                </a:cubicBezTo>
                <a:cubicBezTo>
                  <a:pt x="1339439" y="38002"/>
                  <a:pt x="1340065" y="38176"/>
                  <a:pt x="1340516" y="38419"/>
                </a:cubicBezTo>
                <a:cubicBezTo>
                  <a:pt x="1340968" y="38663"/>
                  <a:pt x="1341298" y="38959"/>
                  <a:pt x="1341507" y="39309"/>
                </a:cubicBezTo>
                <a:cubicBezTo>
                  <a:pt x="1341715" y="39656"/>
                  <a:pt x="1341820" y="40039"/>
                  <a:pt x="1341820" y="40456"/>
                </a:cubicBezTo>
                <a:lnTo>
                  <a:pt x="1341820" y="134908"/>
                </a:lnTo>
                <a:close/>
                <a:moveTo>
                  <a:pt x="1442228" y="121045"/>
                </a:moveTo>
                <a:cubicBezTo>
                  <a:pt x="1442228" y="121879"/>
                  <a:pt x="1442194" y="122626"/>
                  <a:pt x="1442124" y="123286"/>
                </a:cubicBezTo>
                <a:cubicBezTo>
                  <a:pt x="1442055" y="123947"/>
                  <a:pt x="1441950" y="124520"/>
                  <a:pt x="1441811" y="125007"/>
                </a:cubicBezTo>
                <a:cubicBezTo>
                  <a:pt x="1441672" y="125493"/>
                  <a:pt x="1441481" y="125928"/>
                  <a:pt x="1441238" y="126310"/>
                </a:cubicBezTo>
                <a:cubicBezTo>
                  <a:pt x="1440995" y="126692"/>
                  <a:pt x="1440421" y="127335"/>
                  <a:pt x="1439518" y="128239"/>
                </a:cubicBezTo>
                <a:cubicBezTo>
                  <a:pt x="1438614" y="129142"/>
                  <a:pt x="1437102" y="130289"/>
                  <a:pt x="1434982" y="131679"/>
                </a:cubicBezTo>
                <a:cubicBezTo>
                  <a:pt x="1432862" y="133069"/>
                  <a:pt x="1430482" y="134286"/>
                  <a:pt x="1427841" y="135328"/>
                </a:cubicBezTo>
                <a:cubicBezTo>
                  <a:pt x="1425199" y="136371"/>
                  <a:pt x="1422350" y="137222"/>
                  <a:pt x="1419291" y="137883"/>
                </a:cubicBezTo>
                <a:cubicBezTo>
                  <a:pt x="1416233" y="138543"/>
                  <a:pt x="1413071" y="138873"/>
                  <a:pt x="1409804" y="138873"/>
                </a:cubicBezTo>
                <a:cubicBezTo>
                  <a:pt x="1403270" y="138873"/>
                  <a:pt x="1397484" y="137777"/>
                  <a:pt x="1392445" y="135586"/>
                </a:cubicBezTo>
                <a:cubicBezTo>
                  <a:pt x="1387405" y="133394"/>
                  <a:pt x="1383183" y="130159"/>
                  <a:pt x="1379777" y="125880"/>
                </a:cubicBezTo>
                <a:cubicBezTo>
                  <a:pt x="1376371" y="121601"/>
                  <a:pt x="1373782" y="116348"/>
                  <a:pt x="1372010" y="110120"/>
                </a:cubicBezTo>
                <a:cubicBezTo>
                  <a:pt x="1370237" y="103893"/>
                  <a:pt x="1369351" y="96709"/>
                  <a:pt x="1369351" y="88568"/>
                </a:cubicBezTo>
                <a:cubicBezTo>
                  <a:pt x="1369351" y="79385"/>
                  <a:pt x="1370446" y="71523"/>
                  <a:pt x="1372635" y="64983"/>
                </a:cubicBezTo>
                <a:cubicBezTo>
                  <a:pt x="1374825" y="58443"/>
                  <a:pt x="1377831" y="53085"/>
                  <a:pt x="1381654" y="48911"/>
                </a:cubicBezTo>
                <a:cubicBezTo>
                  <a:pt x="1385477" y="44736"/>
                  <a:pt x="1389942" y="41657"/>
                  <a:pt x="1395051" y="39674"/>
                </a:cubicBezTo>
                <a:cubicBezTo>
                  <a:pt x="1400160" y="37691"/>
                  <a:pt x="1405633" y="36699"/>
                  <a:pt x="1411472" y="36699"/>
                </a:cubicBezTo>
                <a:cubicBezTo>
                  <a:pt x="1414600" y="36699"/>
                  <a:pt x="1417588" y="36998"/>
                  <a:pt x="1420438" y="37595"/>
                </a:cubicBezTo>
                <a:cubicBezTo>
                  <a:pt x="1423288" y="38190"/>
                  <a:pt x="1425912" y="38979"/>
                  <a:pt x="1428310" y="39961"/>
                </a:cubicBezTo>
                <a:cubicBezTo>
                  <a:pt x="1430708" y="40940"/>
                  <a:pt x="1432845" y="42061"/>
                  <a:pt x="1434722" y="43323"/>
                </a:cubicBezTo>
                <a:cubicBezTo>
                  <a:pt x="1436598" y="44585"/>
                  <a:pt x="1437971" y="45655"/>
                  <a:pt x="1438840" y="46532"/>
                </a:cubicBezTo>
                <a:cubicBezTo>
                  <a:pt x="1439709" y="47407"/>
                  <a:pt x="1440300" y="48073"/>
                  <a:pt x="1440612" y="48529"/>
                </a:cubicBezTo>
                <a:cubicBezTo>
                  <a:pt x="1440925" y="48983"/>
                  <a:pt x="1441168" y="49488"/>
                  <a:pt x="1441342" y="50044"/>
                </a:cubicBezTo>
                <a:cubicBezTo>
                  <a:pt x="1441516" y="50600"/>
                  <a:pt x="1441638" y="51209"/>
                  <a:pt x="1441707" y="51869"/>
                </a:cubicBezTo>
                <a:cubicBezTo>
                  <a:pt x="1441777" y="52529"/>
                  <a:pt x="1441811" y="53311"/>
                  <a:pt x="1441811" y="54215"/>
                </a:cubicBezTo>
                <a:cubicBezTo>
                  <a:pt x="1441811" y="56230"/>
                  <a:pt x="1441516" y="57638"/>
                  <a:pt x="1440925" y="58437"/>
                </a:cubicBezTo>
                <a:cubicBezTo>
                  <a:pt x="1440334" y="59237"/>
                  <a:pt x="1439691" y="59636"/>
                  <a:pt x="1438996" y="59636"/>
                </a:cubicBezTo>
                <a:cubicBezTo>
                  <a:pt x="1438023" y="59636"/>
                  <a:pt x="1436824" y="59005"/>
                  <a:pt x="1435399" y="57743"/>
                </a:cubicBezTo>
                <a:cubicBezTo>
                  <a:pt x="1433975" y="56481"/>
                  <a:pt x="1432150" y="55097"/>
                  <a:pt x="1429926" y="53589"/>
                </a:cubicBezTo>
                <a:cubicBezTo>
                  <a:pt x="1427702" y="52082"/>
                  <a:pt x="1425008" y="50697"/>
                  <a:pt x="1421846" y="49435"/>
                </a:cubicBezTo>
                <a:cubicBezTo>
                  <a:pt x="1418683" y="48173"/>
                  <a:pt x="1414912" y="47542"/>
                  <a:pt x="1410534" y="47542"/>
                </a:cubicBezTo>
                <a:cubicBezTo>
                  <a:pt x="1401498" y="47542"/>
                  <a:pt x="1394530" y="51022"/>
                  <a:pt x="1389630" y="57981"/>
                </a:cubicBezTo>
                <a:cubicBezTo>
                  <a:pt x="1384729" y="64940"/>
                  <a:pt x="1382279" y="74997"/>
                  <a:pt x="1382279" y="88151"/>
                </a:cubicBezTo>
                <a:cubicBezTo>
                  <a:pt x="1382279" y="94763"/>
                  <a:pt x="1382940" y="100557"/>
                  <a:pt x="1384260" y="105533"/>
                </a:cubicBezTo>
                <a:cubicBezTo>
                  <a:pt x="1385581" y="110509"/>
                  <a:pt x="1387475" y="114650"/>
                  <a:pt x="1389942" y="117956"/>
                </a:cubicBezTo>
                <a:cubicBezTo>
                  <a:pt x="1392410" y="121262"/>
                  <a:pt x="1395416" y="123733"/>
                  <a:pt x="1398961" y="125368"/>
                </a:cubicBezTo>
                <a:cubicBezTo>
                  <a:pt x="1402506" y="127004"/>
                  <a:pt x="1406502" y="127822"/>
                  <a:pt x="1410951" y="127822"/>
                </a:cubicBezTo>
                <a:cubicBezTo>
                  <a:pt x="1415121" y="127822"/>
                  <a:pt x="1418805" y="127161"/>
                  <a:pt x="1422002" y="125841"/>
                </a:cubicBezTo>
                <a:cubicBezTo>
                  <a:pt x="1425199" y="124520"/>
                  <a:pt x="1427980" y="123061"/>
                  <a:pt x="1430343" y="121462"/>
                </a:cubicBezTo>
                <a:cubicBezTo>
                  <a:pt x="1432706" y="119863"/>
                  <a:pt x="1434670" y="118404"/>
                  <a:pt x="1436233" y="117083"/>
                </a:cubicBezTo>
                <a:cubicBezTo>
                  <a:pt x="1437797" y="115762"/>
                  <a:pt x="1438962" y="115102"/>
                  <a:pt x="1439726" y="115102"/>
                </a:cubicBezTo>
                <a:cubicBezTo>
                  <a:pt x="1440143" y="115102"/>
                  <a:pt x="1440508" y="115224"/>
                  <a:pt x="1440821" y="115467"/>
                </a:cubicBezTo>
                <a:cubicBezTo>
                  <a:pt x="1441134" y="115710"/>
                  <a:pt x="1441394" y="116093"/>
                  <a:pt x="1441603" y="116614"/>
                </a:cubicBezTo>
                <a:cubicBezTo>
                  <a:pt x="1441811" y="117135"/>
                  <a:pt x="1441968" y="117761"/>
                  <a:pt x="1442072" y="118490"/>
                </a:cubicBezTo>
                <a:cubicBezTo>
                  <a:pt x="1442176" y="119220"/>
                  <a:pt x="1442228" y="120072"/>
                  <a:pt x="1442228" y="121045"/>
                </a:cubicBezTo>
                <a:close/>
                <a:moveTo>
                  <a:pt x="1513416" y="129386"/>
                </a:moveTo>
                <a:cubicBezTo>
                  <a:pt x="1513416" y="130845"/>
                  <a:pt x="1513295" y="132027"/>
                  <a:pt x="1513051" y="132930"/>
                </a:cubicBezTo>
                <a:cubicBezTo>
                  <a:pt x="1512808" y="133834"/>
                  <a:pt x="1512426" y="134546"/>
                  <a:pt x="1511904" y="135068"/>
                </a:cubicBezTo>
                <a:cubicBezTo>
                  <a:pt x="1511383" y="135589"/>
                  <a:pt x="1510619" y="136076"/>
                  <a:pt x="1509611" y="136527"/>
                </a:cubicBezTo>
                <a:cubicBezTo>
                  <a:pt x="1508603" y="136979"/>
                  <a:pt x="1507439" y="137361"/>
                  <a:pt x="1506118" y="137674"/>
                </a:cubicBezTo>
                <a:cubicBezTo>
                  <a:pt x="1504797" y="137987"/>
                  <a:pt x="1503407" y="138230"/>
                  <a:pt x="1501948" y="138404"/>
                </a:cubicBezTo>
                <a:cubicBezTo>
                  <a:pt x="1500488" y="138578"/>
                  <a:pt x="1499063" y="138665"/>
                  <a:pt x="1497673" y="138665"/>
                </a:cubicBezTo>
                <a:cubicBezTo>
                  <a:pt x="1493016" y="138665"/>
                  <a:pt x="1489054" y="138039"/>
                  <a:pt x="1485788" y="136788"/>
                </a:cubicBezTo>
                <a:cubicBezTo>
                  <a:pt x="1482521" y="135537"/>
                  <a:pt x="1479845" y="133643"/>
                  <a:pt x="1477760" y="131106"/>
                </a:cubicBezTo>
                <a:cubicBezTo>
                  <a:pt x="1475674" y="128569"/>
                  <a:pt x="1474163" y="125354"/>
                  <a:pt x="1473224" y="121462"/>
                </a:cubicBezTo>
                <a:cubicBezTo>
                  <a:pt x="1472286" y="117570"/>
                  <a:pt x="1471817" y="112982"/>
                  <a:pt x="1471817" y="107700"/>
                </a:cubicBezTo>
                <a:lnTo>
                  <a:pt x="1471817" y="49002"/>
                </a:lnTo>
                <a:lnTo>
                  <a:pt x="1457742" y="49002"/>
                </a:lnTo>
                <a:cubicBezTo>
                  <a:pt x="1456769" y="49002"/>
                  <a:pt x="1456004" y="48563"/>
                  <a:pt x="1455448" y="47686"/>
                </a:cubicBezTo>
                <a:cubicBezTo>
                  <a:pt x="1454892" y="46808"/>
                  <a:pt x="1454614" y="45492"/>
                  <a:pt x="1454614" y="43737"/>
                </a:cubicBezTo>
                <a:cubicBezTo>
                  <a:pt x="1454614" y="42824"/>
                  <a:pt x="1454684" y="42035"/>
                  <a:pt x="1454823" y="41368"/>
                </a:cubicBezTo>
                <a:cubicBezTo>
                  <a:pt x="1454962" y="40701"/>
                  <a:pt x="1455170" y="40140"/>
                  <a:pt x="1455448" y="39684"/>
                </a:cubicBezTo>
                <a:cubicBezTo>
                  <a:pt x="1455726" y="39227"/>
                  <a:pt x="1456056" y="38894"/>
                  <a:pt x="1456439" y="38683"/>
                </a:cubicBezTo>
                <a:cubicBezTo>
                  <a:pt x="1456821" y="38473"/>
                  <a:pt x="1457255" y="38367"/>
                  <a:pt x="1457742" y="38367"/>
                </a:cubicBezTo>
                <a:lnTo>
                  <a:pt x="1471817" y="38367"/>
                </a:lnTo>
                <a:lnTo>
                  <a:pt x="1471817" y="15222"/>
                </a:lnTo>
                <a:cubicBezTo>
                  <a:pt x="1471817" y="14805"/>
                  <a:pt x="1471904" y="14423"/>
                  <a:pt x="1472077" y="14075"/>
                </a:cubicBezTo>
                <a:cubicBezTo>
                  <a:pt x="1472251" y="13727"/>
                  <a:pt x="1472581" y="13432"/>
                  <a:pt x="1473068" y="13189"/>
                </a:cubicBezTo>
                <a:cubicBezTo>
                  <a:pt x="1473554" y="12946"/>
                  <a:pt x="1474197" y="12772"/>
                  <a:pt x="1474997" y="12667"/>
                </a:cubicBezTo>
                <a:cubicBezTo>
                  <a:pt x="1475796" y="12563"/>
                  <a:pt x="1476786" y="12511"/>
                  <a:pt x="1477968" y="12511"/>
                </a:cubicBezTo>
                <a:cubicBezTo>
                  <a:pt x="1479219" y="12511"/>
                  <a:pt x="1480244" y="12563"/>
                  <a:pt x="1481044" y="12667"/>
                </a:cubicBezTo>
                <a:cubicBezTo>
                  <a:pt x="1481843" y="12772"/>
                  <a:pt x="1482469" y="12946"/>
                  <a:pt x="1482920" y="13189"/>
                </a:cubicBezTo>
                <a:cubicBezTo>
                  <a:pt x="1483372" y="13432"/>
                  <a:pt x="1483702" y="13727"/>
                  <a:pt x="1483911" y="14075"/>
                </a:cubicBezTo>
                <a:cubicBezTo>
                  <a:pt x="1484119" y="14423"/>
                  <a:pt x="1484224" y="14805"/>
                  <a:pt x="1484224" y="15222"/>
                </a:cubicBezTo>
                <a:lnTo>
                  <a:pt x="1484224" y="38367"/>
                </a:lnTo>
                <a:lnTo>
                  <a:pt x="1510288" y="38367"/>
                </a:lnTo>
                <a:cubicBezTo>
                  <a:pt x="1510775" y="38367"/>
                  <a:pt x="1511209" y="38473"/>
                  <a:pt x="1511592" y="38683"/>
                </a:cubicBezTo>
                <a:cubicBezTo>
                  <a:pt x="1511974" y="38894"/>
                  <a:pt x="1512304" y="39227"/>
                  <a:pt x="1512582" y="39684"/>
                </a:cubicBezTo>
                <a:cubicBezTo>
                  <a:pt x="1512860" y="40140"/>
                  <a:pt x="1513069" y="40701"/>
                  <a:pt x="1513208" y="41368"/>
                </a:cubicBezTo>
                <a:cubicBezTo>
                  <a:pt x="1513347" y="42035"/>
                  <a:pt x="1513416" y="42824"/>
                  <a:pt x="1513416" y="43737"/>
                </a:cubicBezTo>
                <a:cubicBezTo>
                  <a:pt x="1513416" y="45492"/>
                  <a:pt x="1513121" y="46808"/>
                  <a:pt x="1512530" y="47686"/>
                </a:cubicBezTo>
                <a:cubicBezTo>
                  <a:pt x="1511939" y="48563"/>
                  <a:pt x="1511192" y="49002"/>
                  <a:pt x="1510288" y="49002"/>
                </a:cubicBezTo>
                <a:lnTo>
                  <a:pt x="1484224" y="49002"/>
                </a:lnTo>
                <a:lnTo>
                  <a:pt x="1484224" y="106032"/>
                </a:lnTo>
                <a:cubicBezTo>
                  <a:pt x="1484224" y="113191"/>
                  <a:pt x="1485249" y="118647"/>
                  <a:pt x="1487299" y="122400"/>
                </a:cubicBezTo>
                <a:cubicBezTo>
                  <a:pt x="1489350" y="126154"/>
                  <a:pt x="1493086" y="128030"/>
                  <a:pt x="1498507" y="128030"/>
                </a:cubicBezTo>
                <a:cubicBezTo>
                  <a:pt x="1500175" y="128030"/>
                  <a:pt x="1501687" y="127856"/>
                  <a:pt x="1503042" y="127509"/>
                </a:cubicBezTo>
                <a:cubicBezTo>
                  <a:pt x="1504398" y="127161"/>
                  <a:pt x="1505597" y="126779"/>
                  <a:pt x="1506639" y="126362"/>
                </a:cubicBezTo>
                <a:cubicBezTo>
                  <a:pt x="1507682" y="125945"/>
                  <a:pt x="1508568" y="125563"/>
                  <a:pt x="1509298" y="125215"/>
                </a:cubicBezTo>
                <a:cubicBezTo>
                  <a:pt x="1510028" y="124868"/>
                  <a:pt x="1510671" y="124694"/>
                  <a:pt x="1511227" y="124694"/>
                </a:cubicBezTo>
                <a:cubicBezTo>
                  <a:pt x="1511574" y="124694"/>
                  <a:pt x="1511887" y="124763"/>
                  <a:pt x="1512165" y="124902"/>
                </a:cubicBezTo>
                <a:cubicBezTo>
                  <a:pt x="1512443" y="125041"/>
                  <a:pt x="1512669" y="125302"/>
                  <a:pt x="1512843" y="125684"/>
                </a:cubicBezTo>
                <a:cubicBezTo>
                  <a:pt x="1513017" y="126067"/>
                  <a:pt x="1513156" y="126553"/>
                  <a:pt x="1513260" y="127144"/>
                </a:cubicBezTo>
                <a:cubicBezTo>
                  <a:pt x="1513364" y="127735"/>
                  <a:pt x="1513416" y="128482"/>
                  <a:pt x="1513416" y="129386"/>
                </a:cubicBezTo>
                <a:close/>
                <a:moveTo>
                  <a:pt x="1550850" y="134908"/>
                </a:moveTo>
                <a:cubicBezTo>
                  <a:pt x="1550850" y="135325"/>
                  <a:pt x="1550746" y="135708"/>
                  <a:pt x="1550537" y="136058"/>
                </a:cubicBezTo>
                <a:cubicBezTo>
                  <a:pt x="1550329" y="136406"/>
                  <a:pt x="1549999" y="136684"/>
                  <a:pt x="1549547" y="136892"/>
                </a:cubicBezTo>
                <a:cubicBezTo>
                  <a:pt x="1549095" y="137101"/>
                  <a:pt x="1548469" y="137275"/>
                  <a:pt x="1547670" y="137414"/>
                </a:cubicBezTo>
                <a:cubicBezTo>
                  <a:pt x="1546871" y="137553"/>
                  <a:pt x="1545846" y="137622"/>
                  <a:pt x="1544594" y="137622"/>
                </a:cubicBezTo>
                <a:cubicBezTo>
                  <a:pt x="1543413" y="137622"/>
                  <a:pt x="1542422" y="137553"/>
                  <a:pt x="1541623" y="137414"/>
                </a:cubicBezTo>
                <a:cubicBezTo>
                  <a:pt x="1540824" y="137275"/>
                  <a:pt x="1540181" y="137101"/>
                  <a:pt x="1539694" y="136892"/>
                </a:cubicBezTo>
                <a:cubicBezTo>
                  <a:pt x="1539208" y="136684"/>
                  <a:pt x="1538878" y="136406"/>
                  <a:pt x="1538704" y="136058"/>
                </a:cubicBezTo>
                <a:cubicBezTo>
                  <a:pt x="1538530" y="135708"/>
                  <a:pt x="1538443" y="135325"/>
                  <a:pt x="1538443" y="134908"/>
                </a:cubicBezTo>
                <a:lnTo>
                  <a:pt x="1538443" y="40456"/>
                </a:lnTo>
                <a:cubicBezTo>
                  <a:pt x="1538443" y="40039"/>
                  <a:pt x="1538530" y="39656"/>
                  <a:pt x="1538704" y="39309"/>
                </a:cubicBezTo>
                <a:cubicBezTo>
                  <a:pt x="1538878" y="38959"/>
                  <a:pt x="1539208" y="38663"/>
                  <a:pt x="1539694" y="38419"/>
                </a:cubicBezTo>
                <a:cubicBezTo>
                  <a:pt x="1540181" y="38176"/>
                  <a:pt x="1540824" y="38002"/>
                  <a:pt x="1541623" y="37898"/>
                </a:cubicBezTo>
                <a:cubicBezTo>
                  <a:pt x="1542422" y="37794"/>
                  <a:pt x="1543413" y="37742"/>
                  <a:pt x="1544594" y="37742"/>
                </a:cubicBezTo>
                <a:cubicBezTo>
                  <a:pt x="1545846" y="37742"/>
                  <a:pt x="1546871" y="37794"/>
                  <a:pt x="1547670" y="37898"/>
                </a:cubicBezTo>
                <a:cubicBezTo>
                  <a:pt x="1548469" y="38002"/>
                  <a:pt x="1549095" y="38176"/>
                  <a:pt x="1549547" y="38419"/>
                </a:cubicBezTo>
                <a:cubicBezTo>
                  <a:pt x="1549999" y="38663"/>
                  <a:pt x="1550329" y="38959"/>
                  <a:pt x="1550537" y="39309"/>
                </a:cubicBezTo>
                <a:cubicBezTo>
                  <a:pt x="1550746" y="39656"/>
                  <a:pt x="1550850" y="40039"/>
                  <a:pt x="1550850" y="40456"/>
                </a:cubicBezTo>
                <a:lnTo>
                  <a:pt x="1550850" y="134908"/>
                </a:lnTo>
                <a:moveTo>
                  <a:pt x="1552727" y="8497"/>
                </a:moveTo>
                <a:cubicBezTo>
                  <a:pt x="1552727" y="11853"/>
                  <a:pt x="1552136" y="14126"/>
                  <a:pt x="1550954" y="15316"/>
                </a:cubicBezTo>
                <a:cubicBezTo>
                  <a:pt x="1549773" y="16504"/>
                  <a:pt x="1547618" y="17098"/>
                  <a:pt x="1544490" y="17098"/>
                </a:cubicBezTo>
                <a:cubicBezTo>
                  <a:pt x="1541432" y="17098"/>
                  <a:pt x="1539329" y="16522"/>
                  <a:pt x="1538183" y="15368"/>
                </a:cubicBezTo>
                <a:cubicBezTo>
                  <a:pt x="1537036" y="14215"/>
                  <a:pt x="1536462" y="11959"/>
                  <a:pt x="1536462" y="8601"/>
                </a:cubicBezTo>
                <a:cubicBezTo>
                  <a:pt x="1536462" y="5246"/>
                  <a:pt x="1537053" y="2974"/>
                  <a:pt x="1538235" y="1785"/>
                </a:cubicBezTo>
                <a:cubicBezTo>
                  <a:pt x="1539416" y="595"/>
                  <a:pt x="1541571" y="0"/>
                  <a:pt x="1544699" y="0"/>
                </a:cubicBezTo>
                <a:cubicBezTo>
                  <a:pt x="1547757" y="0"/>
                  <a:pt x="1549860" y="577"/>
                  <a:pt x="1551006" y="1730"/>
                </a:cubicBezTo>
                <a:cubicBezTo>
                  <a:pt x="1552153" y="2883"/>
                  <a:pt x="1552727" y="5139"/>
                  <a:pt x="1552727" y="8497"/>
                </a:cubicBezTo>
                <a:close/>
                <a:moveTo>
                  <a:pt x="1669591" y="86796"/>
                </a:moveTo>
                <a:cubicBezTo>
                  <a:pt x="1669591" y="94309"/>
                  <a:pt x="1668618" y="101231"/>
                  <a:pt x="1666672" y="107563"/>
                </a:cubicBezTo>
                <a:cubicBezTo>
                  <a:pt x="1664726" y="113894"/>
                  <a:pt x="1661824" y="119392"/>
                  <a:pt x="1657966" y="124055"/>
                </a:cubicBezTo>
                <a:cubicBezTo>
                  <a:pt x="1654109" y="128717"/>
                  <a:pt x="1649295" y="132352"/>
                  <a:pt x="1643526" y="134960"/>
                </a:cubicBezTo>
                <a:cubicBezTo>
                  <a:pt x="1637757" y="137569"/>
                  <a:pt x="1631050" y="138873"/>
                  <a:pt x="1623404" y="138873"/>
                </a:cubicBezTo>
                <a:cubicBezTo>
                  <a:pt x="1616037" y="138873"/>
                  <a:pt x="1609590" y="137708"/>
                  <a:pt x="1604064" y="135377"/>
                </a:cubicBezTo>
                <a:cubicBezTo>
                  <a:pt x="1598539" y="133047"/>
                  <a:pt x="1593916" y="129707"/>
                  <a:pt x="1590198" y="125359"/>
                </a:cubicBezTo>
                <a:cubicBezTo>
                  <a:pt x="1586479" y="121010"/>
                  <a:pt x="1583699" y="115740"/>
                  <a:pt x="1581857" y="109547"/>
                </a:cubicBezTo>
                <a:cubicBezTo>
                  <a:pt x="1580015" y="103354"/>
                  <a:pt x="1579094" y="96361"/>
                  <a:pt x="1579094" y="88568"/>
                </a:cubicBezTo>
                <a:cubicBezTo>
                  <a:pt x="1579094" y="81055"/>
                  <a:pt x="1580050" y="74133"/>
                  <a:pt x="1581961" y="67801"/>
                </a:cubicBezTo>
                <a:cubicBezTo>
                  <a:pt x="1583873" y="61469"/>
                  <a:pt x="1586757" y="55990"/>
                  <a:pt x="1590615" y="51364"/>
                </a:cubicBezTo>
                <a:cubicBezTo>
                  <a:pt x="1594473" y="46735"/>
                  <a:pt x="1599286" y="43134"/>
                  <a:pt x="1605055" y="40560"/>
                </a:cubicBezTo>
                <a:cubicBezTo>
                  <a:pt x="1610824" y="37986"/>
                  <a:pt x="1617566" y="36699"/>
                  <a:pt x="1625281" y="36699"/>
                </a:cubicBezTo>
                <a:cubicBezTo>
                  <a:pt x="1632649" y="36699"/>
                  <a:pt x="1639095" y="37847"/>
                  <a:pt x="1644621" y="40143"/>
                </a:cubicBezTo>
                <a:cubicBezTo>
                  <a:pt x="1650147" y="42439"/>
                  <a:pt x="1654752" y="45761"/>
                  <a:pt x="1658436" y="50110"/>
                </a:cubicBezTo>
                <a:cubicBezTo>
                  <a:pt x="1662119" y="54458"/>
                  <a:pt x="1664900" y="59729"/>
                  <a:pt x="1666776" y="65921"/>
                </a:cubicBezTo>
                <a:cubicBezTo>
                  <a:pt x="1668653" y="72114"/>
                  <a:pt x="1669591" y="79072"/>
                  <a:pt x="1669591" y="86796"/>
                </a:cubicBezTo>
                <a:moveTo>
                  <a:pt x="1656455" y="87943"/>
                </a:moveTo>
                <a:cubicBezTo>
                  <a:pt x="1656455" y="82584"/>
                  <a:pt x="1655933" y="77469"/>
                  <a:pt x="1654891" y="72597"/>
                </a:cubicBezTo>
                <a:cubicBezTo>
                  <a:pt x="1653848" y="67725"/>
                  <a:pt x="1652110" y="63428"/>
                  <a:pt x="1649678" y="59705"/>
                </a:cubicBezTo>
                <a:cubicBezTo>
                  <a:pt x="1647245" y="55982"/>
                  <a:pt x="1643978" y="53024"/>
                  <a:pt x="1639877" y="50833"/>
                </a:cubicBezTo>
                <a:cubicBezTo>
                  <a:pt x="1635777" y="48639"/>
                  <a:pt x="1630668" y="47542"/>
                  <a:pt x="1624551" y="47542"/>
                </a:cubicBezTo>
                <a:cubicBezTo>
                  <a:pt x="1618921" y="47542"/>
                  <a:pt x="1614056" y="48551"/>
                  <a:pt x="1609955" y="50569"/>
                </a:cubicBezTo>
                <a:cubicBezTo>
                  <a:pt x="1605854" y="52587"/>
                  <a:pt x="1602500" y="55389"/>
                  <a:pt x="1599894" y="58975"/>
                </a:cubicBezTo>
                <a:cubicBezTo>
                  <a:pt x="1597288" y="62559"/>
                  <a:pt x="1595359" y="66787"/>
                  <a:pt x="1594108" y="71659"/>
                </a:cubicBezTo>
                <a:cubicBezTo>
                  <a:pt x="1592857" y="76531"/>
                  <a:pt x="1592231" y="81785"/>
                  <a:pt x="1592231" y="87421"/>
                </a:cubicBezTo>
                <a:cubicBezTo>
                  <a:pt x="1592231" y="92849"/>
                  <a:pt x="1592752" y="98017"/>
                  <a:pt x="1593795" y="102923"/>
                </a:cubicBezTo>
                <a:cubicBezTo>
                  <a:pt x="1594837" y="107830"/>
                  <a:pt x="1596575" y="112127"/>
                  <a:pt x="1599008" y="115816"/>
                </a:cubicBezTo>
                <a:cubicBezTo>
                  <a:pt x="1601441" y="119504"/>
                  <a:pt x="1604707" y="122427"/>
                  <a:pt x="1608808" y="124586"/>
                </a:cubicBezTo>
                <a:cubicBezTo>
                  <a:pt x="1612909" y="126743"/>
                  <a:pt x="1618018" y="127822"/>
                  <a:pt x="1624134" y="127822"/>
                </a:cubicBezTo>
                <a:cubicBezTo>
                  <a:pt x="1629764" y="127822"/>
                  <a:pt x="1634630" y="126813"/>
                  <a:pt x="1638731" y="124795"/>
                </a:cubicBezTo>
                <a:cubicBezTo>
                  <a:pt x="1642831" y="122777"/>
                  <a:pt x="1646185" y="119994"/>
                  <a:pt x="1648792" y="116444"/>
                </a:cubicBezTo>
                <a:cubicBezTo>
                  <a:pt x="1651398" y="112893"/>
                  <a:pt x="1653327" y="108683"/>
                  <a:pt x="1654578" y="103813"/>
                </a:cubicBezTo>
                <a:cubicBezTo>
                  <a:pt x="1655829" y="98941"/>
                  <a:pt x="1656455" y="93651"/>
                  <a:pt x="1656455" y="87943"/>
                </a:cubicBezTo>
                <a:close/>
                <a:moveTo>
                  <a:pt x="1773233" y="134911"/>
                </a:moveTo>
                <a:cubicBezTo>
                  <a:pt x="1773233" y="135328"/>
                  <a:pt x="1773129" y="135711"/>
                  <a:pt x="1772920" y="136058"/>
                </a:cubicBezTo>
                <a:cubicBezTo>
                  <a:pt x="1772712" y="136406"/>
                  <a:pt x="1772381" y="136684"/>
                  <a:pt x="1771930" y="136892"/>
                </a:cubicBezTo>
                <a:cubicBezTo>
                  <a:pt x="1771478" y="137101"/>
                  <a:pt x="1770852" y="137275"/>
                  <a:pt x="1770053" y="137414"/>
                </a:cubicBezTo>
                <a:cubicBezTo>
                  <a:pt x="1769254" y="137553"/>
                  <a:pt x="1768263" y="137622"/>
                  <a:pt x="1767082" y="137622"/>
                </a:cubicBezTo>
                <a:cubicBezTo>
                  <a:pt x="1765830" y="137622"/>
                  <a:pt x="1764805" y="137553"/>
                  <a:pt x="1764006" y="137414"/>
                </a:cubicBezTo>
                <a:cubicBezTo>
                  <a:pt x="1763207" y="137275"/>
                  <a:pt x="1762581" y="137101"/>
                  <a:pt x="1762129" y="136892"/>
                </a:cubicBezTo>
                <a:cubicBezTo>
                  <a:pt x="1761677" y="136684"/>
                  <a:pt x="1761347" y="136406"/>
                  <a:pt x="1761139" y="136058"/>
                </a:cubicBezTo>
                <a:cubicBezTo>
                  <a:pt x="1760930" y="135711"/>
                  <a:pt x="1760826" y="135328"/>
                  <a:pt x="1760826" y="134911"/>
                </a:cubicBezTo>
                <a:lnTo>
                  <a:pt x="1760826" y="78924"/>
                </a:lnTo>
                <a:cubicBezTo>
                  <a:pt x="1760826" y="73086"/>
                  <a:pt x="1760374" y="68342"/>
                  <a:pt x="1759471" y="64693"/>
                </a:cubicBezTo>
                <a:cubicBezTo>
                  <a:pt x="1758567" y="61044"/>
                  <a:pt x="1757212" y="57916"/>
                  <a:pt x="1755405" y="55309"/>
                </a:cubicBezTo>
                <a:cubicBezTo>
                  <a:pt x="1753597" y="52703"/>
                  <a:pt x="1751286" y="50687"/>
                  <a:pt x="1748471" y="49262"/>
                </a:cubicBezTo>
                <a:cubicBezTo>
                  <a:pt x="1745656" y="47838"/>
                  <a:pt x="1742372" y="47125"/>
                  <a:pt x="1738619" y="47125"/>
                </a:cubicBezTo>
                <a:cubicBezTo>
                  <a:pt x="1733823" y="47125"/>
                  <a:pt x="1729027" y="48828"/>
                  <a:pt x="1724231" y="52234"/>
                </a:cubicBezTo>
                <a:cubicBezTo>
                  <a:pt x="1719435" y="55640"/>
                  <a:pt x="1714396" y="60644"/>
                  <a:pt x="1709113" y="67247"/>
                </a:cubicBezTo>
                <a:lnTo>
                  <a:pt x="1709113" y="134911"/>
                </a:lnTo>
                <a:cubicBezTo>
                  <a:pt x="1709113" y="135328"/>
                  <a:pt x="1709009" y="135711"/>
                  <a:pt x="1708801" y="136058"/>
                </a:cubicBezTo>
                <a:cubicBezTo>
                  <a:pt x="1708592" y="136406"/>
                  <a:pt x="1708262" y="136684"/>
                  <a:pt x="1707810" y="136892"/>
                </a:cubicBezTo>
                <a:cubicBezTo>
                  <a:pt x="1707358" y="137101"/>
                  <a:pt x="1706733" y="137275"/>
                  <a:pt x="1705934" y="137414"/>
                </a:cubicBezTo>
                <a:cubicBezTo>
                  <a:pt x="1705134" y="137553"/>
                  <a:pt x="1704109" y="137622"/>
                  <a:pt x="1702858" y="137622"/>
                </a:cubicBezTo>
                <a:cubicBezTo>
                  <a:pt x="1701676" y="137622"/>
                  <a:pt x="1700686" y="137553"/>
                  <a:pt x="1699887" y="137414"/>
                </a:cubicBezTo>
                <a:cubicBezTo>
                  <a:pt x="1699087" y="137275"/>
                  <a:pt x="1698444" y="137101"/>
                  <a:pt x="1697958" y="136892"/>
                </a:cubicBezTo>
                <a:cubicBezTo>
                  <a:pt x="1697471" y="136684"/>
                  <a:pt x="1697141" y="136406"/>
                  <a:pt x="1696967" y="136058"/>
                </a:cubicBezTo>
                <a:cubicBezTo>
                  <a:pt x="1696794" y="135708"/>
                  <a:pt x="1696707" y="135325"/>
                  <a:pt x="1696707" y="134908"/>
                </a:cubicBezTo>
                <a:lnTo>
                  <a:pt x="1696707" y="40456"/>
                </a:lnTo>
                <a:cubicBezTo>
                  <a:pt x="1696707" y="40039"/>
                  <a:pt x="1696794" y="39656"/>
                  <a:pt x="1696967" y="39309"/>
                </a:cubicBezTo>
                <a:cubicBezTo>
                  <a:pt x="1697141" y="38959"/>
                  <a:pt x="1697471" y="38663"/>
                  <a:pt x="1697958" y="38419"/>
                </a:cubicBezTo>
                <a:cubicBezTo>
                  <a:pt x="1698444" y="38176"/>
                  <a:pt x="1699052" y="38002"/>
                  <a:pt x="1699782" y="37898"/>
                </a:cubicBezTo>
                <a:cubicBezTo>
                  <a:pt x="1700512" y="37794"/>
                  <a:pt x="1701468" y="37742"/>
                  <a:pt x="1702649" y="37742"/>
                </a:cubicBezTo>
                <a:cubicBezTo>
                  <a:pt x="1703831" y="37742"/>
                  <a:pt x="1704804" y="37794"/>
                  <a:pt x="1705569" y="37898"/>
                </a:cubicBezTo>
                <a:cubicBezTo>
                  <a:pt x="1706333" y="38002"/>
                  <a:pt x="1706924" y="38176"/>
                  <a:pt x="1707341" y="38419"/>
                </a:cubicBezTo>
                <a:cubicBezTo>
                  <a:pt x="1707758" y="38663"/>
                  <a:pt x="1708054" y="38959"/>
                  <a:pt x="1708227" y="39309"/>
                </a:cubicBezTo>
                <a:cubicBezTo>
                  <a:pt x="1708401" y="39656"/>
                  <a:pt x="1708488" y="40039"/>
                  <a:pt x="1708488" y="40456"/>
                </a:cubicBezTo>
                <a:lnTo>
                  <a:pt x="1708488" y="53814"/>
                </a:lnTo>
                <a:cubicBezTo>
                  <a:pt x="1713909" y="47797"/>
                  <a:pt x="1719227" y="43441"/>
                  <a:pt x="1724440" y="40746"/>
                </a:cubicBezTo>
                <a:cubicBezTo>
                  <a:pt x="1729653" y="38048"/>
                  <a:pt x="1734831" y="36699"/>
                  <a:pt x="1739974" y="36699"/>
                </a:cubicBezTo>
                <a:cubicBezTo>
                  <a:pt x="1746160" y="36699"/>
                  <a:pt x="1751373" y="37742"/>
                  <a:pt x="1755613" y="39827"/>
                </a:cubicBezTo>
                <a:cubicBezTo>
                  <a:pt x="1759853" y="41912"/>
                  <a:pt x="1763276" y="44727"/>
                  <a:pt x="1765883" y="48272"/>
                </a:cubicBezTo>
                <a:cubicBezTo>
                  <a:pt x="1768489" y="51817"/>
                  <a:pt x="1770366" y="55952"/>
                  <a:pt x="1771513" y="60679"/>
                </a:cubicBezTo>
                <a:cubicBezTo>
                  <a:pt x="1772659" y="65405"/>
                  <a:pt x="1773233" y="71105"/>
                  <a:pt x="1773233" y="77777"/>
                </a:cubicBezTo>
                <a:lnTo>
                  <a:pt x="1773233" y="134911"/>
                </a:lnTo>
                <a:close/>
                <a:moveTo>
                  <a:pt x="1915791" y="62660"/>
                </a:moveTo>
                <a:cubicBezTo>
                  <a:pt x="1915027" y="56474"/>
                  <a:pt x="1912994" y="51782"/>
                  <a:pt x="1909692" y="48585"/>
                </a:cubicBezTo>
                <a:cubicBezTo>
                  <a:pt x="1906391" y="45387"/>
                  <a:pt x="1901195" y="43789"/>
                  <a:pt x="1894105" y="43789"/>
                </a:cubicBezTo>
                <a:cubicBezTo>
                  <a:pt x="1888614" y="43789"/>
                  <a:pt x="1884166" y="45196"/>
                  <a:pt x="1880760" y="48011"/>
                </a:cubicBezTo>
                <a:cubicBezTo>
                  <a:pt x="1877354" y="50826"/>
                  <a:pt x="1875652" y="54528"/>
                  <a:pt x="1875652" y="59115"/>
                </a:cubicBezTo>
                <a:cubicBezTo>
                  <a:pt x="1875652" y="61617"/>
                  <a:pt x="1876086" y="63824"/>
                  <a:pt x="1876955" y="65735"/>
                </a:cubicBezTo>
                <a:cubicBezTo>
                  <a:pt x="1877824" y="67647"/>
                  <a:pt x="1879579" y="69749"/>
                  <a:pt x="1882220" y="72043"/>
                </a:cubicBezTo>
                <a:cubicBezTo>
                  <a:pt x="1884861" y="74337"/>
                  <a:pt x="1888962" y="77152"/>
                  <a:pt x="1894522" y="80488"/>
                </a:cubicBezTo>
                <a:cubicBezTo>
                  <a:pt x="1898901" y="83129"/>
                  <a:pt x="1902411" y="85545"/>
                  <a:pt x="1905053" y="87734"/>
                </a:cubicBezTo>
                <a:cubicBezTo>
                  <a:pt x="1907694" y="89923"/>
                  <a:pt x="1909779" y="92096"/>
                  <a:pt x="1911308" y="94250"/>
                </a:cubicBezTo>
                <a:cubicBezTo>
                  <a:pt x="1912837" y="96405"/>
                  <a:pt x="1913949" y="98681"/>
                  <a:pt x="1914644" y="101079"/>
                </a:cubicBezTo>
                <a:cubicBezTo>
                  <a:pt x="1915340" y="103477"/>
                  <a:pt x="1915687" y="106379"/>
                  <a:pt x="1915687" y="109785"/>
                </a:cubicBezTo>
                <a:cubicBezTo>
                  <a:pt x="1915687" y="115971"/>
                  <a:pt x="1914036" y="121271"/>
                  <a:pt x="1910735" y="125684"/>
                </a:cubicBezTo>
                <a:cubicBezTo>
                  <a:pt x="1907433" y="130098"/>
                  <a:pt x="1902950" y="133382"/>
                  <a:pt x="1897285" y="135537"/>
                </a:cubicBezTo>
                <a:cubicBezTo>
                  <a:pt x="1891621" y="137692"/>
                  <a:pt x="1885174" y="138769"/>
                  <a:pt x="1877945" y="138769"/>
                </a:cubicBezTo>
                <a:cubicBezTo>
                  <a:pt x="1872176" y="138769"/>
                  <a:pt x="1866512" y="138334"/>
                  <a:pt x="1860951" y="137466"/>
                </a:cubicBezTo>
                <a:cubicBezTo>
                  <a:pt x="1855391" y="136597"/>
                  <a:pt x="1849205" y="135120"/>
                  <a:pt x="1842393" y="133035"/>
                </a:cubicBezTo>
                <a:lnTo>
                  <a:pt x="1847397" y="110306"/>
                </a:lnTo>
                <a:lnTo>
                  <a:pt x="1855530" y="110306"/>
                </a:lnTo>
                <a:cubicBezTo>
                  <a:pt x="1855808" y="116979"/>
                  <a:pt x="1857684" y="122018"/>
                  <a:pt x="1861160" y="125424"/>
                </a:cubicBezTo>
                <a:cubicBezTo>
                  <a:pt x="1864635" y="128830"/>
                  <a:pt x="1870161" y="130532"/>
                  <a:pt x="1877737" y="130532"/>
                </a:cubicBezTo>
                <a:cubicBezTo>
                  <a:pt x="1884340" y="130532"/>
                  <a:pt x="1889501" y="129055"/>
                  <a:pt x="1893219" y="126101"/>
                </a:cubicBezTo>
                <a:cubicBezTo>
                  <a:pt x="1896938" y="123147"/>
                  <a:pt x="1898797" y="118960"/>
                  <a:pt x="1898797" y="113538"/>
                </a:cubicBezTo>
                <a:cubicBezTo>
                  <a:pt x="1898797" y="110410"/>
                  <a:pt x="1898276" y="107717"/>
                  <a:pt x="1897233" y="105458"/>
                </a:cubicBezTo>
                <a:cubicBezTo>
                  <a:pt x="1896191" y="103199"/>
                  <a:pt x="1894488" y="101027"/>
                  <a:pt x="1892125" y="98942"/>
                </a:cubicBezTo>
                <a:cubicBezTo>
                  <a:pt x="1889761" y="96857"/>
                  <a:pt x="1886008" y="94250"/>
                  <a:pt x="1880865" y="91122"/>
                </a:cubicBezTo>
                <a:cubicBezTo>
                  <a:pt x="1875443" y="87856"/>
                  <a:pt x="1871221" y="84902"/>
                  <a:pt x="1868197" y="82260"/>
                </a:cubicBezTo>
                <a:cubicBezTo>
                  <a:pt x="1865174" y="79619"/>
                  <a:pt x="1862897" y="76752"/>
                  <a:pt x="1861368" y="73659"/>
                </a:cubicBezTo>
                <a:cubicBezTo>
                  <a:pt x="1859839" y="70566"/>
                  <a:pt x="1859074" y="67004"/>
                  <a:pt x="1859074" y="62973"/>
                </a:cubicBezTo>
                <a:cubicBezTo>
                  <a:pt x="1859074" y="57482"/>
                  <a:pt x="1860551" y="52668"/>
                  <a:pt x="1863505" y="48533"/>
                </a:cubicBezTo>
                <a:cubicBezTo>
                  <a:pt x="1866459" y="44397"/>
                  <a:pt x="1870682" y="41217"/>
                  <a:pt x="1876173" y="38993"/>
                </a:cubicBezTo>
                <a:cubicBezTo>
                  <a:pt x="1881664" y="36769"/>
                  <a:pt x="1888058" y="35657"/>
                  <a:pt x="1895357" y="35657"/>
                </a:cubicBezTo>
                <a:cubicBezTo>
                  <a:pt x="1901821" y="35657"/>
                  <a:pt x="1907711" y="36039"/>
                  <a:pt x="1913028" y="36803"/>
                </a:cubicBezTo>
                <a:cubicBezTo>
                  <a:pt x="1918346" y="37568"/>
                  <a:pt x="1923646" y="38889"/>
                  <a:pt x="1928928" y="40765"/>
                </a:cubicBezTo>
                <a:lnTo>
                  <a:pt x="1924236" y="62660"/>
                </a:lnTo>
                <a:lnTo>
                  <a:pt x="1915791" y="626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Text +">
            <a:extLst xmlns:a="http://schemas.openxmlformats.org/drawingml/2006/main">
              <a:ext uri="{FF2B5EF4-FFF2-40B4-BE49-F238E27FC236}">
                <a16:creationId xmlns:a16="http://schemas.microsoft.com/office/drawing/2014/main" id="{22336EBE-F32D-4535-8F4E-E3C415D8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822" y="3674579"/>
            <a:ext cx="82886" cy="102993"/>
          </a:xfrm>
          <a:custGeom xmlns:a="http://schemas.openxmlformats.org/drawingml/2006/main">
            <a:pathLst>
              <a:path w="82886" h="102993">
                <a:moveTo>
                  <a:pt x="62258" y="75960"/>
                </a:moveTo>
                <a:cubicBezTo>
                  <a:pt x="61563" y="78889"/>
                  <a:pt x="61103" y="81223"/>
                  <a:pt x="60880" y="82960"/>
                </a:cubicBezTo>
                <a:cubicBezTo>
                  <a:pt x="60656" y="84698"/>
                  <a:pt x="60545" y="86262"/>
                  <a:pt x="60545" y="87652"/>
                </a:cubicBezTo>
                <a:cubicBezTo>
                  <a:pt x="60545" y="89539"/>
                  <a:pt x="60930" y="90904"/>
                  <a:pt x="61699" y="91748"/>
                </a:cubicBezTo>
                <a:cubicBezTo>
                  <a:pt x="62469" y="92592"/>
                  <a:pt x="63573" y="93014"/>
                  <a:pt x="65013" y="93014"/>
                </a:cubicBezTo>
                <a:cubicBezTo>
                  <a:pt x="65907" y="93014"/>
                  <a:pt x="66788" y="92840"/>
                  <a:pt x="67657" y="92493"/>
                </a:cubicBezTo>
                <a:cubicBezTo>
                  <a:pt x="68526" y="92145"/>
                  <a:pt x="69469" y="91599"/>
                  <a:pt x="70487" y="90854"/>
                </a:cubicBezTo>
                <a:cubicBezTo>
                  <a:pt x="71504" y="90110"/>
                  <a:pt x="72621" y="89154"/>
                  <a:pt x="73838" y="87987"/>
                </a:cubicBezTo>
                <a:cubicBezTo>
                  <a:pt x="75054" y="86821"/>
                  <a:pt x="76432" y="85418"/>
                  <a:pt x="77971" y="83780"/>
                </a:cubicBezTo>
                <a:cubicBezTo>
                  <a:pt x="78765" y="84624"/>
                  <a:pt x="79584" y="85455"/>
                  <a:pt x="80428" y="86274"/>
                </a:cubicBezTo>
                <a:cubicBezTo>
                  <a:pt x="81272" y="87094"/>
                  <a:pt x="82092" y="87900"/>
                  <a:pt x="82886" y="88695"/>
                </a:cubicBezTo>
                <a:cubicBezTo>
                  <a:pt x="80404" y="91227"/>
                  <a:pt x="78145" y="93399"/>
                  <a:pt x="76109" y="95211"/>
                </a:cubicBezTo>
                <a:cubicBezTo>
                  <a:pt x="74074" y="97023"/>
                  <a:pt x="72100" y="98512"/>
                  <a:pt x="70189" y="99679"/>
                </a:cubicBezTo>
                <a:cubicBezTo>
                  <a:pt x="68277" y="100846"/>
                  <a:pt x="66403" y="101690"/>
                  <a:pt x="64566" y="102211"/>
                </a:cubicBezTo>
                <a:cubicBezTo>
                  <a:pt x="62729" y="102732"/>
                  <a:pt x="60818" y="102993"/>
                  <a:pt x="58832" y="102993"/>
                </a:cubicBezTo>
                <a:cubicBezTo>
                  <a:pt x="55257" y="102993"/>
                  <a:pt x="52477" y="101839"/>
                  <a:pt x="50491" y="99530"/>
                </a:cubicBezTo>
                <a:cubicBezTo>
                  <a:pt x="48505" y="97222"/>
                  <a:pt x="47512" y="94057"/>
                  <a:pt x="47512" y="90035"/>
                </a:cubicBezTo>
                <a:cubicBezTo>
                  <a:pt x="47512" y="87801"/>
                  <a:pt x="47860" y="85666"/>
                  <a:pt x="48555" y="83631"/>
                </a:cubicBezTo>
                <a:lnTo>
                  <a:pt x="47512" y="83184"/>
                </a:lnTo>
                <a:cubicBezTo>
                  <a:pt x="44980" y="86709"/>
                  <a:pt x="42523" y="89712"/>
                  <a:pt x="40140" y="92195"/>
                </a:cubicBezTo>
                <a:cubicBezTo>
                  <a:pt x="37757" y="94677"/>
                  <a:pt x="35398" y="96725"/>
                  <a:pt x="33065" y="98339"/>
                </a:cubicBezTo>
                <a:cubicBezTo>
                  <a:pt x="30732" y="99952"/>
                  <a:pt x="28373" y="101131"/>
                  <a:pt x="25990" y="101876"/>
                </a:cubicBezTo>
                <a:cubicBezTo>
                  <a:pt x="23607" y="102621"/>
                  <a:pt x="21125" y="102993"/>
                  <a:pt x="18543" y="102993"/>
                </a:cubicBezTo>
                <a:cubicBezTo>
                  <a:pt x="12635" y="102993"/>
                  <a:pt x="8068" y="100871"/>
                  <a:pt x="4841" y="96626"/>
                </a:cubicBezTo>
                <a:cubicBezTo>
                  <a:pt x="1614" y="92381"/>
                  <a:pt x="0" y="86212"/>
                  <a:pt x="0" y="78120"/>
                </a:cubicBezTo>
                <a:cubicBezTo>
                  <a:pt x="0" y="73304"/>
                  <a:pt x="509" y="68674"/>
                  <a:pt x="1527" y="64231"/>
                </a:cubicBezTo>
                <a:cubicBezTo>
                  <a:pt x="2544" y="59788"/>
                  <a:pt x="3984" y="55617"/>
                  <a:pt x="5846" y="51720"/>
                </a:cubicBezTo>
                <a:cubicBezTo>
                  <a:pt x="7708" y="47823"/>
                  <a:pt x="9929" y="44273"/>
                  <a:pt x="12511" y="41071"/>
                </a:cubicBezTo>
                <a:cubicBezTo>
                  <a:pt x="15093" y="37868"/>
                  <a:pt x="17923" y="35125"/>
                  <a:pt x="21001" y="32842"/>
                </a:cubicBezTo>
                <a:cubicBezTo>
                  <a:pt x="24079" y="30558"/>
                  <a:pt x="27356" y="28783"/>
                  <a:pt x="30831" y="27517"/>
                </a:cubicBezTo>
                <a:cubicBezTo>
                  <a:pt x="34306" y="26251"/>
                  <a:pt x="37906" y="25618"/>
                  <a:pt x="41629" y="25618"/>
                </a:cubicBezTo>
                <a:cubicBezTo>
                  <a:pt x="44906" y="25618"/>
                  <a:pt x="47910" y="25941"/>
                  <a:pt x="50640" y="26586"/>
                </a:cubicBezTo>
                <a:cubicBezTo>
                  <a:pt x="53371" y="27231"/>
                  <a:pt x="55977" y="28522"/>
                  <a:pt x="58460" y="30459"/>
                </a:cubicBezTo>
                <a:cubicBezTo>
                  <a:pt x="59304" y="27331"/>
                  <a:pt x="59974" y="24662"/>
                  <a:pt x="60470" y="22453"/>
                </a:cubicBezTo>
                <a:cubicBezTo>
                  <a:pt x="60967" y="20244"/>
                  <a:pt x="61376" y="18208"/>
                  <a:pt x="61699" y="16346"/>
                </a:cubicBezTo>
                <a:cubicBezTo>
                  <a:pt x="62022" y="14485"/>
                  <a:pt x="62183" y="12933"/>
                  <a:pt x="62183" y="11692"/>
                </a:cubicBezTo>
                <a:cubicBezTo>
                  <a:pt x="62183" y="10649"/>
                  <a:pt x="62047" y="9780"/>
                  <a:pt x="61774" y="9085"/>
                </a:cubicBezTo>
                <a:cubicBezTo>
                  <a:pt x="61500" y="8390"/>
                  <a:pt x="61016" y="7819"/>
                  <a:pt x="60321" y="7373"/>
                </a:cubicBezTo>
                <a:cubicBezTo>
                  <a:pt x="59626" y="6926"/>
                  <a:pt x="58646" y="6603"/>
                  <a:pt x="57380" y="6404"/>
                </a:cubicBezTo>
                <a:cubicBezTo>
                  <a:pt x="56114" y="6206"/>
                  <a:pt x="54513" y="6057"/>
                  <a:pt x="52576" y="5958"/>
                </a:cubicBezTo>
                <a:lnTo>
                  <a:pt x="53544" y="894"/>
                </a:lnTo>
                <a:lnTo>
                  <a:pt x="75737" y="0"/>
                </a:lnTo>
                <a:lnTo>
                  <a:pt x="79535" y="0"/>
                </a:lnTo>
                <a:lnTo>
                  <a:pt x="62258" y="75960"/>
                </a:lnTo>
                <a:moveTo>
                  <a:pt x="52204" y="59502"/>
                </a:moveTo>
                <a:cubicBezTo>
                  <a:pt x="52750" y="56821"/>
                  <a:pt x="53247" y="54140"/>
                  <a:pt x="53693" y="51459"/>
                </a:cubicBezTo>
                <a:cubicBezTo>
                  <a:pt x="54140" y="48778"/>
                  <a:pt x="54364" y="46321"/>
                  <a:pt x="54364" y="44087"/>
                </a:cubicBezTo>
                <a:cubicBezTo>
                  <a:pt x="54364" y="40065"/>
                  <a:pt x="53458" y="37211"/>
                  <a:pt x="51645" y="35523"/>
                </a:cubicBezTo>
                <a:cubicBezTo>
                  <a:pt x="49833" y="33835"/>
                  <a:pt x="46941" y="32991"/>
                  <a:pt x="42970" y="32991"/>
                </a:cubicBezTo>
                <a:cubicBezTo>
                  <a:pt x="40040" y="32991"/>
                  <a:pt x="37322" y="33624"/>
                  <a:pt x="34815" y="34890"/>
                </a:cubicBezTo>
                <a:cubicBezTo>
                  <a:pt x="32308" y="36156"/>
                  <a:pt x="30012" y="37893"/>
                  <a:pt x="27927" y="40103"/>
                </a:cubicBezTo>
                <a:cubicBezTo>
                  <a:pt x="25841" y="42312"/>
                  <a:pt x="23980" y="44869"/>
                  <a:pt x="22341" y="47773"/>
                </a:cubicBezTo>
                <a:cubicBezTo>
                  <a:pt x="20703" y="50677"/>
                  <a:pt x="19325" y="53780"/>
                  <a:pt x="18208" y="57082"/>
                </a:cubicBezTo>
                <a:cubicBezTo>
                  <a:pt x="17091" y="60383"/>
                  <a:pt x="16247" y="63759"/>
                  <a:pt x="15676" y="67210"/>
                </a:cubicBezTo>
                <a:cubicBezTo>
                  <a:pt x="15105" y="70660"/>
                  <a:pt x="14820" y="74024"/>
                  <a:pt x="14820" y="77301"/>
                </a:cubicBezTo>
                <a:cubicBezTo>
                  <a:pt x="14820" y="82663"/>
                  <a:pt x="15577" y="86647"/>
                  <a:pt x="17091" y="89253"/>
                </a:cubicBezTo>
                <a:cubicBezTo>
                  <a:pt x="18605" y="91860"/>
                  <a:pt x="21050" y="93163"/>
                  <a:pt x="24426" y="93163"/>
                </a:cubicBezTo>
                <a:cubicBezTo>
                  <a:pt x="26710" y="93163"/>
                  <a:pt x="29242" y="92393"/>
                  <a:pt x="32022" y="90854"/>
                </a:cubicBezTo>
                <a:cubicBezTo>
                  <a:pt x="34803" y="89315"/>
                  <a:pt x="37496" y="87094"/>
                  <a:pt x="40103" y="84189"/>
                </a:cubicBezTo>
                <a:cubicBezTo>
                  <a:pt x="42709" y="81285"/>
                  <a:pt x="45104" y="77748"/>
                  <a:pt x="47289" y="73577"/>
                </a:cubicBezTo>
                <a:cubicBezTo>
                  <a:pt x="49473" y="69407"/>
                  <a:pt x="51112" y="64715"/>
                  <a:pt x="52204" y="595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Text %">
            <a:extLst xmlns:a="http://schemas.openxmlformats.org/drawingml/2006/main">
              <a:ext uri="{FF2B5EF4-FFF2-40B4-BE49-F238E27FC236}">
                <a16:creationId xmlns:a16="http://schemas.microsoft.com/office/drawing/2014/main" id="{35A4632D-ABA6-431F-91F2-AB506A141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3745" y="2613379"/>
            <a:ext cx="86535" cy="103112"/>
          </a:xfrm>
          <a:custGeom xmlns:a="http://schemas.openxmlformats.org/drawingml/2006/main">
            <a:pathLst>
              <a:path w="86535" h="103112">
                <a:moveTo>
                  <a:pt x="73398" y="27003"/>
                </a:moveTo>
                <a:cubicBezTo>
                  <a:pt x="72634" y="20817"/>
                  <a:pt x="70601" y="16125"/>
                  <a:pt x="67299" y="12928"/>
                </a:cubicBezTo>
                <a:cubicBezTo>
                  <a:pt x="63998" y="9731"/>
                  <a:pt x="58802" y="8132"/>
                  <a:pt x="51713" y="8132"/>
                </a:cubicBezTo>
                <a:cubicBezTo>
                  <a:pt x="46222" y="8132"/>
                  <a:pt x="41773" y="9540"/>
                  <a:pt x="38367" y="12355"/>
                </a:cubicBezTo>
                <a:cubicBezTo>
                  <a:pt x="34962" y="15170"/>
                  <a:pt x="33259" y="18871"/>
                  <a:pt x="33259" y="23458"/>
                </a:cubicBezTo>
                <a:cubicBezTo>
                  <a:pt x="33259" y="25961"/>
                  <a:pt x="33693" y="28167"/>
                  <a:pt x="34562" y="30079"/>
                </a:cubicBezTo>
                <a:cubicBezTo>
                  <a:pt x="35431" y="31990"/>
                  <a:pt x="37186" y="34093"/>
                  <a:pt x="39827" y="36386"/>
                </a:cubicBezTo>
                <a:cubicBezTo>
                  <a:pt x="42468" y="38680"/>
                  <a:pt x="46569" y="41495"/>
                  <a:pt x="52130" y="44831"/>
                </a:cubicBezTo>
                <a:cubicBezTo>
                  <a:pt x="56508" y="47473"/>
                  <a:pt x="60018" y="49888"/>
                  <a:pt x="62660" y="52077"/>
                </a:cubicBezTo>
                <a:cubicBezTo>
                  <a:pt x="65301" y="54267"/>
                  <a:pt x="67386" y="56439"/>
                  <a:pt x="68915" y="58594"/>
                </a:cubicBezTo>
                <a:cubicBezTo>
                  <a:pt x="70444" y="60748"/>
                  <a:pt x="71557" y="63025"/>
                  <a:pt x="72252" y="65423"/>
                </a:cubicBezTo>
                <a:cubicBezTo>
                  <a:pt x="72947" y="67821"/>
                  <a:pt x="73294" y="70722"/>
                  <a:pt x="73294" y="74128"/>
                </a:cubicBezTo>
                <a:cubicBezTo>
                  <a:pt x="73294" y="80314"/>
                  <a:pt x="71643" y="85614"/>
                  <a:pt x="68342" y="90028"/>
                </a:cubicBezTo>
                <a:cubicBezTo>
                  <a:pt x="65040" y="94441"/>
                  <a:pt x="60557" y="97726"/>
                  <a:pt x="54892" y="99880"/>
                </a:cubicBezTo>
                <a:cubicBezTo>
                  <a:pt x="49228" y="102035"/>
                  <a:pt x="42781" y="103112"/>
                  <a:pt x="35552" y="103112"/>
                </a:cubicBezTo>
                <a:cubicBezTo>
                  <a:pt x="29783" y="103112"/>
                  <a:pt x="24119" y="102678"/>
                  <a:pt x="18558" y="101809"/>
                </a:cubicBezTo>
                <a:cubicBezTo>
                  <a:pt x="12998" y="100940"/>
                  <a:pt x="6812" y="99463"/>
                  <a:pt x="0" y="97378"/>
                </a:cubicBezTo>
                <a:lnTo>
                  <a:pt x="5004" y="74650"/>
                </a:lnTo>
                <a:lnTo>
                  <a:pt x="13137" y="74650"/>
                </a:lnTo>
                <a:cubicBezTo>
                  <a:pt x="13415" y="81322"/>
                  <a:pt x="15291" y="86361"/>
                  <a:pt x="18767" y="89767"/>
                </a:cubicBezTo>
                <a:cubicBezTo>
                  <a:pt x="22242" y="93173"/>
                  <a:pt x="27768" y="94876"/>
                  <a:pt x="35344" y="94876"/>
                </a:cubicBezTo>
                <a:cubicBezTo>
                  <a:pt x="41947" y="94876"/>
                  <a:pt x="47108" y="93399"/>
                  <a:pt x="50826" y="90445"/>
                </a:cubicBezTo>
                <a:cubicBezTo>
                  <a:pt x="54545" y="87491"/>
                  <a:pt x="56404" y="83303"/>
                  <a:pt x="56404" y="77882"/>
                </a:cubicBezTo>
                <a:cubicBezTo>
                  <a:pt x="56404" y="74754"/>
                  <a:pt x="55883" y="72060"/>
                  <a:pt x="54840" y="69801"/>
                </a:cubicBezTo>
                <a:cubicBezTo>
                  <a:pt x="53798" y="67543"/>
                  <a:pt x="52095" y="65370"/>
                  <a:pt x="49732" y="63285"/>
                </a:cubicBezTo>
                <a:cubicBezTo>
                  <a:pt x="47368" y="61200"/>
                  <a:pt x="43615" y="58594"/>
                  <a:pt x="38472" y="55466"/>
                </a:cubicBezTo>
                <a:cubicBezTo>
                  <a:pt x="33050" y="52199"/>
                  <a:pt x="28828" y="49245"/>
                  <a:pt x="25804" y="46604"/>
                </a:cubicBezTo>
                <a:cubicBezTo>
                  <a:pt x="22781" y="43963"/>
                  <a:pt x="20504" y="41095"/>
                  <a:pt x="18975" y="38002"/>
                </a:cubicBezTo>
                <a:cubicBezTo>
                  <a:pt x="17446" y="34909"/>
                  <a:pt x="16681" y="31347"/>
                  <a:pt x="16681" y="27316"/>
                </a:cubicBezTo>
                <a:cubicBezTo>
                  <a:pt x="16681" y="21825"/>
                  <a:pt x="18158" y="17012"/>
                  <a:pt x="21112" y="12876"/>
                </a:cubicBezTo>
                <a:cubicBezTo>
                  <a:pt x="24066" y="8740"/>
                  <a:pt x="28289" y="5560"/>
                  <a:pt x="33780" y="3336"/>
                </a:cubicBezTo>
                <a:cubicBezTo>
                  <a:pt x="39271" y="1112"/>
                  <a:pt x="45665" y="0"/>
                  <a:pt x="52964" y="0"/>
                </a:cubicBezTo>
                <a:cubicBezTo>
                  <a:pt x="59428" y="0"/>
                  <a:pt x="65318" y="382"/>
                  <a:pt x="70636" y="1147"/>
                </a:cubicBezTo>
                <a:cubicBezTo>
                  <a:pt x="75953" y="1911"/>
                  <a:pt x="81253" y="3232"/>
                  <a:pt x="86535" y="5109"/>
                </a:cubicBezTo>
                <a:lnTo>
                  <a:pt x="81843" y="27003"/>
                </a:lnTo>
                <a:lnTo>
                  <a:pt x="73398" y="270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Text +">
            <a:extLst xmlns:a="http://schemas.openxmlformats.org/drawingml/2006/main">
              <a:ext uri="{FF2B5EF4-FFF2-40B4-BE49-F238E27FC236}">
                <a16:creationId xmlns:a16="http://schemas.microsoft.com/office/drawing/2014/main" id="{0F785EFD-F2AE-487D-B8E0-575AF5427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2014" y="2656991"/>
            <a:ext cx="82886" cy="102993"/>
          </a:xfrm>
          <a:custGeom xmlns:a="http://schemas.openxmlformats.org/drawingml/2006/main">
            <a:pathLst>
              <a:path w="82886" h="102993">
                <a:moveTo>
                  <a:pt x="62258" y="75960"/>
                </a:moveTo>
                <a:cubicBezTo>
                  <a:pt x="61563" y="78889"/>
                  <a:pt x="61103" y="81223"/>
                  <a:pt x="60880" y="82960"/>
                </a:cubicBezTo>
                <a:cubicBezTo>
                  <a:pt x="60656" y="84698"/>
                  <a:pt x="60545" y="86262"/>
                  <a:pt x="60545" y="87652"/>
                </a:cubicBezTo>
                <a:cubicBezTo>
                  <a:pt x="60545" y="89539"/>
                  <a:pt x="60930" y="90904"/>
                  <a:pt x="61699" y="91748"/>
                </a:cubicBezTo>
                <a:cubicBezTo>
                  <a:pt x="62469" y="92592"/>
                  <a:pt x="63573" y="93014"/>
                  <a:pt x="65013" y="93014"/>
                </a:cubicBezTo>
                <a:cubicBezTo>
                  <a:pt x="65907" y="93014"/>
                  <a:pt x="66788" y="92840"/>
                  <a:pt x="67657" y="92493"/>
                </a:cubicBezTo>
                <a:cubicBezTo>
                  <a:pt x="68526" y="92145"/>
                  <a:pt x="69469" y="91599"/>
                  <a:pt x="70487" y="90854"/>
                </a:cubicBezTo>
                <a:cubicBezTo>
                  <a:pt x="71504" y="90110"/>
                  <a:pt x="72621" y="89154"/>
                  <a:pt x="73838" y="87987"/>
                </a:cubicBezTo>
                <a:cubicBezTo>
                  <a:pt x="75054" y="86821"/>
                  <a:pt x="76432" y="85418"/>
                  <a:pt x="77971" y="83780"/>
                </a:cubicBezTo>
                <a:cubicBezTo>
                  <a:pt x="78765" y="84624"/>
                  <a:pt x="79584" y="85455"/>
                  <a:pt x="80428" y="86274"/>
                </a:cubicBezTo>
                <a:cubicBezTo>
                  <a:pt x="81272" y="87094"/>
                  <a:pt x="82092" y="87900"/>
                  <a:pt x="82886" y="88695"/>
                </a:cubicBezTo>
                <a:cubicBezTo>
                  <a:pt x="80404" y="91227"/>
                  <a:pt x="78145" y="93399"/>
                  <a:pt x="76109" y="95211"/>
                </a:cubicBezTo>
                <a:cubicBezTo>
                  <a:pt x="74074" y="97023"/>
                  <a:pt x="72100" y="98512"/>
                  <a:pt x="70189" y="99679"/>
                </a:cubicBezTo>
                <a:cubicBezTo>
                  <a:pt x="68277" y="100846"/>
                  <a:pt x="66403" y="101690"/>
                  <a:pt x="64566" y="102211"/>
                </a:cubicBezTo>
                <a:cubicBezTo>
                  <a:pt x="62729" y="102732"/>
                  <a:pt x="60818" y="102993"/>
                  <a:pt x="58832" y="102993"/>
                </a:cubicBezTo>
                <a:cubicBezTo>
                  <a:pt x="55257" y="102993"/>
                  <a:pt x="52477" y="101839"/>
                  <a:pt x="50491" y="99530"/>
                </a:cubicBezTo>
                <a:cubicBezTo>
                  <a:pt x="48505" y="97222"/>
                  <a:pt x="47512" y="94057"/>
                  <a:pt x="47512" y="90035"/>
                </a:cubicBezTo>
                <a:cubicBezTo>
                  <a:pt x="47512" y="87801"/>
                  <a:pt x="47860" y="85666"/>
                  <a:pt x="48555" y="83631"/>
                </a:cubicBezTo>
                <a:lnTo>
                  <a:pt x="47512" y="83184"/>
                </a:lnTo>
                <a:cubicBezTo>
                  <a:pt x="44980" y="86709"/>
                  <a:pt x="42523" y="89712"/>
                  <a:pt x="40140" y="92195"/>
                </a:cubicBezTo>
                <a:cubicBezTo>
                  <a:pt x="37757" y="94677"/>
                  <a:pt x="35398" y="96725"/>
                  <a:pt x="33065" y="98339"/>
                </a:cubicBezTo>
                <a:cubicBezTo>
                  <a:pt x="30732" y="99952"/>
                  <a:pt x="28373" y="101131"/>
                  <a:pt x="25990" y="101876"/>
                </a:cubicBezTo>
                <a:cubicBezTo>
                  <a:pt x="23607" y="102621"/>
                  <a:pt x="21125" y="102993"/>
                  <a:pt x="18543" y="102993"/>
                </a:cubicBezTo>
                <a:cubicBezTo>
                  <a:pt x="12635" y="102993"/>
                  <a:pt x="8068" y="100871"/>
                  <a:pt x="4841" y="96626"/>
                </a:cubicBezTo>
                <a:cubicBezTo>
                  <a:pt x="1614" y="92381"/>
                  <a:pt x="0" y="86212"/>
                  <a:pt x="0" y="78120"/>
                </a:cubicBezTo>
                <a:cubicBezTo>
                  <a:pt x="0" y="73304"/>
                  <a:pt x="509" y="68674"/>
                  <a:pt x="1527" y="64231"/>
                </a:cubicBezTo>
                <a:cubicBezTo>
                  <a:pt x="2544" y="59788"/>
                  <a:pt x="3984" y="55617"/>
                  <a:pt x="5846" y="51720"/>
                </a:cubicBezTo>
                <a:cubicBezTo>
                  <a:pt x="7708" y="47823"/>
                  <a:pt x="9929" y="44273"/>
                  <a:pt x="12511" y="41071"/>
                </a:cubicBezTo>
                <a:cubicBezTo>
                  <a:pt x="15093" y="37868"/>
                  <a:pt x="17923" y="35125"/>
                  <a:pt x="21001" y="32842"/>
                </a:cubicBezTo>
                <a:cubicBezTo>
                  <a:pt x="24079" y="30558"/>
                  <a:pt x="27356" y="28783"/>
                  <a:pt x="30831" y="27517"/>
                </a:cubicBezTo>
                <a:cubicBezTo>
                  <a:pt x="34306" y="26251"/>
                  <a:pt x="37906" y="25618"/>
                  <a:pt x="41629" y="25618"/>
                </a:cubicBezTo>
                <a:cubicBezTo>
                  <a:pt x="44906" y="25618"/>
                  <a:pt x="47910" y="25941"/>
                  <a:pt x="50640" y="26586"/>
                </a:cubicBezTo>
                <a:cubicBezTo>
                  <a:pt x="53371" y="27231"/>
                  <a:pt x="55977" y="28522"/>
                  <a:pt x="58460" y="30459"/>
                </a:cubicBezTo>
                <a:cubicBezTo>
                  <a:pt x="59304" y="27331"/>
                  <a:pt x="59974" y="24662"/>
                  <a:pt x="60470" y="22453"/>
                </a:cubicBezTo>
                <a:cubicBezTo>
                  <a:pt x="60967" y="20244"/>
                  <a:pt x="61376" y="18208"/>
                  <a:pt x="61699" y="16346"/>
                </a:cubicBezTo>
                <a:cubicBezTo>
                  <a:pt x="62022" y="14485"/>
                  <a:pt x="62183" y="12933"/>
                  <a:pt x="62183" y="11692"/>
                </a:cubicBezTo>
                <a:cubicBezTo>
                  <a:pt x="62183" y="10649"/>
                  <a:pt x="62047" y="9780"/>
                  <a:pt x="61774" y="9085"/>
                </a:cubicBezTo>
                <a:cubicBezTo>
                  <a:pt x="61500" y="8390"/>
                  <a:pt x="61016" y="7819"/>
                  <a:pt x="60321" y="7373"/>
                </a:cubicBezTo>
                <a:cubicBezTo>
                  <a:pt x="59626" y="6926"/>
                  <a:pt x="58646" y="6603"/>
                  <a:pt x="57380" y="6404"/>
                </a:cubicBezTo>
                <a:cubicBezTo>
                  <a:pt x="56114" y="6206"/>
                  <a:pt x="54513" y="6057"/>
                  <a:pt x="52576" y="5958"/>
                </a:cubicBezTo>
                <a:lnTo>
                  <a:pt x="53544" y="894"/>
                </a:lnTo>
                <a:lnTo>
                  <a:pt x="75737" y="0"/>
                </a:lnTo>
                <a:lnTo>
                  <a:pt x="79535" y="0"/>
                </a:lnTo>
                <a:lnTo>
                  <a:pt x="62258" y="75960"/>
                </a:lnTo>
                <a:moveTo>
                  <a:pt x="52204" y="59502"/>
                </a:moveTo>
                <a:cubicBezTo>
                  <a:pt x="52750" y="56821"/>
                  <a:pt x="53247" y="54140"/>
                  <a:pt x="53693" y="51459"/>
                </a:cubicBezTo>
                <a:cubicBezTo>
                  <a:pt x="54140" y="48778"/>
                  <a:pt x="54364" y="46321"/>
                  <a:pt x="54364" y="44087"/>
                </a:cubicBezTo>
                <a:cubicBezTo>
                  <a:pt x="54364" y="40065"/>
                  <a:pt x="53458" y="37211"/>
                  <a:pt x="51645" y="35523"/>
                </a:cubicBezTo>
                <a:cubicBezTo>
                  <a:pt x="49833" y="33835"/>
                  <a:pt x="46941" y="32991"/>
                  <a:pt x="42970" y="32991"/>
                </a:cubicBezTo>
                <a:cubicBezTo>
                  <a:pt x="40040" y="32991"/>
                  <a:pt x="37322" y="33624"/>
                  <a:pt x="34815" y="34890"/>
                </a:cubicBezTo>
                <a:cubicBezTo>
                  <a:pt x="32308" y="36156"/>
                  <a:pt x="30012" y="37893"/>
                  <a:pt x="27927" y="40103"/>
                </a:cubicBezTo>
                <a:cubicBezTo>
                  <a:pt x="25841" y="42312"/>
                  <a:pt x="23980" y="44869"/>
                  <a:pt x="22341" y="47773"/>
                </a:cubicBezTo>
                <a:cubicBezTo>
                  <a:pt x="20703" y="50677"/>
                  <a:pt x="19325" y="53780"/>
                  <a:pt x="18208" y="57082"/>
                </a:cubicBezTo>
                <a:cubicBezTo>
                  <a:pt x="17091" y="60383"/>
                  <a:pt x="16247" y="63759"/>
                  <a:pt x="15676" y="67210"/>
                </a:cubicBezTo>
                <a:cubicBezTo>
                  <a:pt x="15105" y="70660"/>
                  <a:pt x="14820" y="74024"/>
                  <a:pt x="14820" y="77301"/>
                </a:cubicBezTo>
                <a:cubicBezTo>
                  <a:pt x="14820" y="82663"/>
                  <a:pt x="15577" y="86647"/>
                  <a:pt x="17091" y="89253"/>
                </a:cubicBezTo>
                <a:cubicBezTo>
                  <a:pt x="18605" y="91860"/>
                  <a:pt x="21050" y="93163"/>
                  <a:pt x="24426" y="93163"/>
                </a:cubicBezTo>
                <a:cubicBezTo>
                  <a:pt x="26710" y="93163"/>
                  <a:pt x="29242" y="92393"/>
                  <a:pt x="32022" y="90854"/>
                </a:cubicBezTo>
                <a:cubicBezTo>
                  <a:pt x="34803" y="89315"/>
                  <a:pt x="37496" y="87094"/>
                  <a:pt x="40103" y="84189"/>
                </a:cubicBezTo>
                <a:cubicBezTo>
                  <a:pt x="42709" y="81285"/>
                  <a:pt x="45104" y="77748"/>
                  <a:pt x="47289" y="73577"/>
                </a:cubicBezTo>
                <a:cubicBezTo>
                  <a:pt x="49473" y="69407"/>
                  <a:pt x="51112" y="64715"/>
                  <a:pt x="52204" y="5950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Text Obtaincontaminatedtargetdata:">
            <a:extLst xmlns:a="http://schemas.openxmlformats.org/drawingml/2006/main">
              <a:ext uri="{FF2B5EF4-FFF2-40B4-BE49-F238E27FC236}">
                <a16:creationId xmlns:a16="http://schemas.microsoft.com/office/drawing/2014/main" id="{6C578F76-2688-4800-852D-4BD92586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705" y="1295566"/>
            <a:ext cx="2824713" cy="183496"/>
          </a:xfrm>
          <a:custGeom xmlns:a="http://schemas.openxmlformats.org/drawingml/2006/main">
            <a:pathLst>
              <a:path w="2824713" h="183496">
                <a:moveTo>
                  <a:pt x="116770" y="76314"/>
                </a:moveTo>
                <a:cubicBezTo>
                  <a:pt x="116770" y="87105"/>
                  <a:pt x="115536" y="96869"/>
                  <a:pt x="113069" y="105605"/>
                </a:cubicBezTo>
                <a:cubicBezTo>
                  <a:pt x="110602" y="114341"/>
                  <a:pt x="106900" y="121789"/>
                  <a:pt x="101965" y="127949"/>
                </a:cubicBezTo>
                <a:cubicBezTo>
                  <a:pt x="97030" y="134109"/>
                  <a:pt x="90810" y="138860"/>
                  <a:pt x="83303" y="142203"/>
                </a:cubicBezTo>
                <a:cubicBezTo>
                  <a:pt x="75796" y="145544"/>
                  <a:pt x="67039" y="147214"/>
                  <a:pt x="57030" y="147214"/>
                </a:cubicBezTo>
                <a:cubicBezTo>
                  <a:pt x="47021" y="147214"/>
                  <a:pt x="38419" y="145630"/>
                  <a:pt x="31226" y="142464"/>
                </a:cubicBezTo>
                <a:cubicBezTo>
                  <a:pt x="24032" y="139297"/>
                  <a:pt x="18124" y="134772"/>
                  <a:pt x="13502" y="128890"/>
                </a:cubicBezTo>
                <a:cubicBezTo>
                  <a:pt x="8879" y="123006"/>
                  <a:pt x="5474" y="115819"/>
                  <a:pt x="3284" y="107328"/>
                </a:cubicBezTo>
                <a:cubicBezTo>
                  <a:pt x="1095" y="98835"/>
                  <a:pt x="0" y="89263"/>
                  <a:pt x="0" y="78611"/>
                </a:cubicBezTo>
                <a:cubicBezTo>
                  <a:pt x="0" y="68031"/>
                  <a:pt x="1216" y="58425"/>
                  <a:pt x="3649" y="49794"/>
                </a:cubicBezTo>
                <a:cubicBezTo>
                  <a:pt x="6082" y="41162"/>
                  <a:pt x="9783" y="33801"/>
                  <a:pt x="14753" y="27710"/>
                </a:cubicBezTo>
                <a:cubicBezTo>
                  <a:pt x="19722" y="21620"/>
                  <a:pt x="25943" y="16904"/>
                  <a:pt x="33415" y="13563"/>
                </a:cubicBezTo>
                <a:cubicBezTo>
                  <a:pt x="40887" y="10221"/>
                  <a:pt x="49662" y="8549"/>
                  <a:pt x="59740" y="8549"/>
                </a:cubicBezTo>
                <a:cubicBezTo>
                  <a:pt x="69541" y="8549"/>
                  <a:pt x="78021" y="10115"/>
                  <a:pt x="85180" y="13247"/>
                </a:cubicBezTo>
                <a:cubicBezTo>
                  <a:pt x="92339" y="16380"/>
                  <a:pt x="98264" y="20869"/>
                  <a:pt x="102956" y="26716"/>
                </a:cubicBezTo>
                <a:cubicBezTo>
                  <a:pt x="107648" y="32564"/>
                  <a:pt x="111123" y="39664"/>
                  <a:pt x="113382" y="48018"/>
                </a:cubicBezTo>
                <a:cubicBezTo>
                  <a:pt x="115641" y="56372"/>
                  <a:pt x="116770" y="65804"/>
                  <a:pt x="116770" y="76314"/>
                </a:cubicBezTo>
                <a:moveTo>
                  <a:pt x="103217" y="77465"/>
                </a:moveTo>
                <a:cubicBezTo>
                  <a:pt x="103217" y="69456"/>
                  <a:pt x="102469" y="61954"/>
                  <a:pt x="100975" y="54958"/>
                </a:cubicBezTo>
                <a:cubicBezTo>
                  <a:pt x="99481" y="47959"/>
                  <a:pt x="97013" y="41867"/>
                  <a:pt x="93573" y="36680"/>
                </a:cubicBezTo>
                <a:cubicBezTo>
                  <a:pt x="90132" y="31491"/>
                  <a:pt x="85562" y="27417"/>
                  <a:pt x="79862" y="24459"/>
                </a:cubicBezTo>
                <a:cubicBezTo>
                  <a:pt x="74163" y="21498"/>
                  <a:pt x="67108" y="20018"/>
                  <a:pt x="58698" y="20018"/>
                </a:cubicBezTo>
                <a:cubicBezTo>
                  <a:pt x="50357" y="20018"/>
                  <a:pt x="43320" y="21568"/>
                  <a:pt x="37585" y="24667"/>
                </a:cubicBezTo>
                <a:cubicBezTo>
                  <a:pt x="31851" y="27764"/>
                  <a:pt x="27194" y="31925"/>
                  <a:pt x="23615" y="37149"/>
                </a:cubicBezTo>
                <a:cubicBezTo>
                  <a:pt x="20035" y="42370"/>
                  <a:pt x="17463" y="48463"/>
                  <a:pt x="15900" y="55427"/>
                </a:cubicBezTo>
                <a:cubicBezTo>
                  <a:pt x="14336" y="62388"/>
                  <a:pt x="13554" y="69734"/>
                  <a:pt x="13554" y="77465"/>
                </a:cubicBezTo>
                <a:cubicBezTo>
                  <a:pt x="13554" y="85681"/>
                  <a:pt x="14266" y="93324"/>
                  <a:pt x="15691" y="100392"/>
                </a:cubicBezTo>
                <a:cubicBezTo>
                  <a:pt x="17116" y="107457"/>
                  <a:pt x="19531" y="113602"/>
                  <a:pt x="22937" y="118826"/>
                </a:cubicBezTo>
                <a:cubicBezTo>
                  <a:pt x="26343" y="124048"/>
                  <a:pt x="30895" y="128139"/>
                  <a:pt x="36595" y="131099"/>
                </a:cubicBezTo>
                <a:cubicBezTo>
                  <a:pt x="42294" y="134058"/>
                  <a:pt x="49419" y="135537"/>
                  <a:pt x="57968" y="135537"/>
                </a:cubicBezTo>
                <a:cubicBezTo>
                  <a:pt x="66448" y="135537"/>
                  <a:pt x="73572" y="133953"/>
                  <a:pt x="79341" y="130787"/>
                </a:cubicBezTo>
                <a:cubicBezTo>
                  <a:pt x="85110" y="127618"/>
                  <a:pt x="89767" y="123370"/>
                  <a:pt x="93312" y="118044"/>
                </a:cubicBezTo>
                <a:cubicBezTo>
                  <a:pt x="96857" y="112716"/>
                  <a:pt x="99394" y="106553"/>
                  <a:pt x="100923" y="99554"/>
                </a:cubicBezTo>
                <a:cubicBezTo>
                  <a:pt x="102452" y="92556"/>
                  <a:pt x="103217" y="85193"/>
                  <a:pt x="103217" y="77465"/>
                </a:cubicBezTo>
                <a:close/>
                <a:moveTo>
                  <a:pt x="227481" y="94928"/>
                </a:moveTo>
                <a:cubicBezTo>
                  <a:pt x="227481" y="102997"/>
                  <a:pt x="226613" y="110250"/>
                  <a:pt x="224875" y="116685"/>
                </a:cubicBezTo>
                <a:cubicBezTo>
                  <a:pt x="223137" y="123121"/>
                  <a:pt x="220548" y="128601"/>
                  <a:pt x="217108" y="133126"/>
                </a:cubicBezTo>
                <a:cubicBezTo>
                  <a:pt x="213667" y="137648"/>
                  <a:pt x="209427" y="141127"/>
                  <a:pt x="204388" y="143562"/>
                </a:cubicBezTo>
                <a:cubicBezTo>
                  <a:pt x="199349" y="145996"/>
                  <a:pt x="193562" y="147214"/>
                  <a:pt x="187029" y="147214"/>
                </a:cubicBezTo>
                <a:cubicBezTo>
                  <a:pt x="184110" y="147214"/>
                  <a:pt x="181416" y="146917"/>
                  <a:pt x="178949" y="146324"/>
                </a:cubicBezTo>
                <a:cubicBezTo>
                  <a:pt x="176481" y="145734"/>
                  <a:pt x="174066" y="144778"/>
                  <a:pt x="171703" y="143457"/>
                </a:cubicBezTo>
                <a:cubicBezTo>
                  <a:pt x="169340" y="142134"/>
                  <a:pt x="166924" y="140464"/>
                  <a:pt x="164457" y="138446"/>
                </a:cubicBezTo>
                <a:cubicBezTo>
                  <a:pt x="161989" y="136428"/>
                  <a:pt x="159331" y="133994"/>
                  <a:pt x="156481" y="131142"/>
                </a:cubicBezTo>
                <a:lnTo>
                  <a:pt x="156481" y="143268"/>
                </a:lnTo>
                <a:cubicBezTo>
                  <a:pt x="156481" y="143753"/>
                  <a:pt x="156377" y="144168"/>
                  <a:pt x="156168" y="144513"/>
                </a:cubicBezTo>
                <a:cubicBezTo>
                  <a:pt x="155960" y="144858"/>
                  <a:pt x="155612" y="145134"/>
                  <a:pt x="155126" y="145340"/>
                </a:cubicBezTo>
                <a:cubicBezTo>
                  <a:pt x="154639" y="145549"/>
                  <a:pt x="154048" y="145704"/>
                  <a:pt x="153353" y="145806"/>
                </a:cubicBezTo>
                <a:cubicBezTo>
                  <a:pt x="152658" y="145911"/>
                  <a:pt x="151789" y="145963"/>
                  <a:pt x="150747" y="145963"/>
                </a:cubicBezTo>
                <a:cubicBezTo>
                  <a:pt x="149704" y="145963"/>
                  <a:pt x="148818" y="145911"/>
                  <a:pt x="148088" y="145806"/>
                </a:cubicBezTo>
                <a:cubicBezTo>
                  <a:pt x="147358" y="145702"/>
                  <a:pt x="146768" y="145546"/>
                  <a:pt x="146316" y="145337"/>
                </a:cubicBezTo>
                <a:cubicBezTo>
                  <a:pt x="145864" y="145129"/>
                  <a:pt x="145551" y="144851"/>
                  <a:pt x="145377" y="144503"/>
                </a:cubicBezTo>
                <a:cubicBezTo>
                  <a:pt x="145204" y="144156"/>
                  <a:pt x="145117" y="143739"/>
                  <a:pt x="145117" y="143252"/>
                </a:cubicBezTo>
                <a:lnTo>
                  <a:pt x="145117" y="2711"/>
                </a:lnTo>
                <a:cubicBezTo>
                  <a:pt x="145117" y="2294"/>
                  <a:pt x="145204" y="1911"/>
                  <a:pt x="145377" y="1564"/>
                </a:cubicBezTo>
                <a:cubicBezTo>
                  <a:pt x="145551" y="1216"/>
                  <a:pt x="145881" y="921"/>
                  <a:pt x="146368" y="678"/>
                </a:cubicBezTo>
                <a:cubicBezTo>
                  <a:pt x="146854" y="434"/>
                  <a:pt x="147497" y="261"/>
                  <a:pt x="148297" y="156"/>
                </a:cubicBezTo>
                <a:cubicBezTo>
                  <a:pt x="149096" y="52"/>
                  <a:pt x="150086" y="0"/>
                  <a:pt x="151268" y="0"/>
                </a:cubicBezTo>
                <a:cubicBezTo>
                  <a:pt x="152519" y="0"/>
                  <a:pt x="153544" y="52"/>
                  <a:pt x="154344" y="156"/>
                </a:cubicBezTo>
                <a:cubicBezTo>
                  <a:pt x="155143" y="261"/>
                  <a:pt x="155769" y="434"/>
                  <a:pt x="156220" y="678"/>
                </a:cubicBezTo>
                <a:cubicBezTo>
                  <a:pt x="156672" y="921"/>
                  <a:pt x="157002" y="1216"/>
                  <a:pt x="157211" y="1564"/>
                </a:cubicBezTo>
                <a:cubicBezTo>
                  <a:pt x="157419" y="1911"/>
                  <a:pt x="157524" y="2294"/>
                  <a:pt x="157524" y="2711"/>
                </a:cubicBezTo>
                <a:lnTo>
                  <a:pt x="157524" y="61633"/>
                </a:lnTo>
                <a:cubicBezTo>
                  <a:pt x="160512" y="58503"/>
                  <a:pt x="163362" y="55877"/>
                  <a:pt x="166073" y="53755"/>
                </a:cubicBezTo>
                <a:cubicBezTo>
                  <a:pt x="168784" y="51633"/>
                  <a:pt x="171425" y="49929"/>
                  <a:pt x="173997" y="48643"/>
                </a:cubicBezTo>
                <a:cubicBezTo>
                  <a:pt x="176568" y="47355"/>
                  <a:pt x="179123" y="46433"/>
                  <a:pt x="181660" y="45877"/>
                </a:cubicBezTo>
                <a:cubicBezTo>
                  <a:pt x="184197" y="45319"/>
                  <a:pt x="186820" y="45040"/>
                  <a:pt x="189531" y="45040"/>
                </a:cubicBezTo>
                <a:cubicBezTo>
                  <a:pt x="196343" y="45040"/>
                  <a:pt x="202164" y="46362"/>
                  <a:pt x="206995" y="49005"/>
                </a:cubicBezTo>
                <a:cubicBezTo>
                  <a:pt x="211825" y="51648"/>
                  <a:pt x="215752" y="55232"/>
                  <a:pt x="218776" y="59757"/>
                </a:cubicBezTo>
                <a:cubicBezTo>
                  <a:pt x="221799" y="64279"/>
                  <a:pt x="224006" y="69567"/>
                  <a:pt x="225396" y="75620"/>
                </a:cubicBezTo>
                <a:cubicBezTo>
                  <a:pt x="226786" y="81672"/>
                  <a:pt x="227481" y="88108"/>
                  <a:pt x="227481" y="94928"/>
                </a:cubicBezTo>
                <a:moveTo>
                  <a:pt x="214449" y="96909"/>
                </a:moveTo>
                <a:cubicBezTo>
                  <a:pt x="214449" y="91620"/>
                  <a:pt x="214032" y="86505"/>
                  <a:pt x="213198" y="81563"/>
                </a:cubicBezTo>
                <a:cubicBezTo>
                  <a:pt x="212364" y="76622"/>
                  <a:pt x="210939" y="72237"/>
                  <a:pt x="208923" y="68410"/>
                </a:cubicBezTo>
                <a:cubicBezTo>
                  <a:pt x="206908" y="64583"/>
                  <a:pt x="204232" y="61504"/>
                  <a:pt x="200895" y="59174"/>
                </a:cubicBezTo>
                <a:cubicBezTo>
                  <a:pt x="197559" y="56841"/>
                  <a:pt x="193389" y="55674"/>
                  <a:pt x="188384" y="55674"/>
                </a:cubicBezTo>
                <a:cubicBezTo>
                  <a:pt x="185952" y="55674"/>
                  <a:pt x="183536" y="56023"/>
                  <a:pt x="181138" y="56720"/>
                </a:cubicBezTo>
                <a:cubicBezTo>
                  <a:pt x="178740" y="57415"/>
                  <a:pt x="176290" y="58563"/>
                  <a:pt x="173788" y="60164"/>
                </a:cubicBezTo>
                <a:cubicBezTo>
                  <a:pt x="171286" y="61765"/>
                  <a:pt x="168697" y="63836"/>
                  <a:pt x="166021" y="66377"/>
                </a:cubicBezTo>
                <a:cubicBezTo>
                  <a:pt x="163345" y="68919"/>
                  <a:pt x="160512" y="72069"/>
                  <a:pt x="157524" y="75829"/>
                </a:cubicBezTo>
                <a:lnTo>
                  <a:pt x="157524" y="116949"/>
                </a:lnTo>
                <a:cubicBezTo>
                  <a:pt x="162737" y="123283"/>
                  <a:pt x="167758" y="128139"/>
                  <a:pt x="172589" y="131516"/>
                </a:cubicBezTo>
                <a:cubicBezTo>
                  <a:pt x="177420" y="134892"/>
                  <a:pt x="182441" y="136579"/>
                  <a:pt x="187654" y="136579"/>
                </a:cubicBezTo>
                <a:cubicBezTo>
                  <a:pt x="192450" y="136579"/>
                  <a:pt x="196551" y="135414"/>
                  <a:pt x="199957" y="133084"/>
                </a:cubicBezTo>
                <a:cubicBezTo>
                  <a:pt x="203363" y="130751"/>
                  <a:pt x="206143" y="127705"/>
                  <a:pt x="208298" y="123948"/>
                </a:cubicBezTo>
                <a:cubicBezTo>
                  <a:pt x="210452" y="120190"/>
                  <a:pt x="212016" y="115945"/>
                  <a:pt x="212989" y="111212"/>
                </a:cubicBezTo>
                <a:cubicBezTo>
                  <a:pt x="213963" y="106479"/>
                  <a:pt x="214449" y="101711"/>
                  <a:pt x="214449" y="96909"/>
                </a:cubicBezTo>
                <a:close/>
                <a:moveTo>
                  <a:pt x="300069" y="137726"/>
                </a:moveTo>
                <a:cubicBezTo>
                  <a:pt x="300069" y="139186"/>
                  <a:pt x="299947" y="140368"/>
                  <a:pt x="299704" y="141271"/>
                </a:cubicBezTo>
                <a:cubicBezTo>
                  <a:pt x="299460" y="142175"/>
                  <a:pt x="299078" y="142887"/>
                  <a:pt x="298557" y="143408"/>
                </a:cubicBezTo>
                <a:cubicBezTo>
                  <a:pt x="298035" y="143930"/>
                  <a:pt x="297271" y="144416"/>
                  <a:pt x="296263" y="144868"/>
                </a:cubicBezTo>
                <a:cubicBezTo>
                  <a:pt x="295255" y="145320"/>
                  <a:pt x="294091" y="145702"/>
                  <a:pt x="292770" y="146015"/>
                </a:cubicBezTo>
                <a:cubicBezTo>
                  <a:pt x="291450" y="146328"/>
                  <a:pt x="290060" y="146571"/>
                  <a:pt x="288600" y="146745"/>
                </a:cubicBezTo>
                <a:cubicBezTo>
                  <a:pt x="287140" y="146918"/>
                  <a:pt x="285716" y="147005"/>
                  <a:pt x="284325" y="147005"/>
                </a:cubicBezTo>
                <a:cubicBezTo>
                  <a:pt x="279669" y="147005"/>
                  <a:pt x="275707" y="146380"/>
                  <a:pt x="272440" y="145129"/>
                </a:cubicBezTo>
                <a:cubicBezTo>
                  <a:pt x="269173" y="143878"/>
                  <a:pt x="266497" y="141984"/>
                  <a:pt x="264412" y="139447"/>
                </a:cubicBezTo>
                <a:cubicBezTo>
                  <a:pt x="262327" y="136910"/>
                  <a:pt x="260815" y="133695"/>
                  <a:pt x="259877" y="129803"/>
                </a:cubicBezTo>
                <a:cubicBezTo>
                  <a:pt x="258938" y="125910"/>
                  <a:pt x="258469" y="121323"/>
                  <a:pt x="258469" y="116040"/>
                </a:cubicBezTo>
                <a:lnTo>
                  <a:pt x="258469" y="57343"/>
                </a:lnTo>
                <a:lnTo>
                  <a:pt x="244394" y="57343"/>
                </a:lnTo>
                <a:cubicBezTo>
                  <a:pt x="243421" y="57343"/>
                  <a:pt x="242657" y="56904"/>
                  <a:pt x="242100" y="56026"/>
                </a:cubicBezTo>
                <a:cubicBezTo>
                  <a:pt x="241544" y="55149"/>
                  <a:pt x="241266" y="53832"/>
                  <a:pt x="241266" y="52077"/>
                </a:cubicBezTo>
                <a:cubicBezTo>
                  <a:pt x="241266" y="51165"/>
                  <a:pt x="241336" y="50376"/>
                  <a:pt x="241475" y="49709"/>
                </a:cubicBezTo>
                <a:cubicBezTo>
                  <a:pt x="241614" y="49042"/>
                  <a:pt x="241822" y="48480"/>
                  <a:pt x="242100" y="48024"/>
                </a:cubicBezTo>
                <a:cubicBezTo>
                  <a:pt x="242378" y="47568"/>
                  <a:pt x="242709" y="47235"/>
                  <a:pt x="243091" y="47024"/>
                </a:cubicBezTo>
                <a:cubicBezTo>
                  <a:pt x="243473" y="46813"/>
                  <a:pt x="243908" y="46708"/>
                  <a:pt x="244394" y="46708"/>
                </a:cubicBezTo>
                <a:lnTo>
                  <a:pt x="258469" y="46708"/>
                </a:lnTo>
                <a:lnTo>
                  <a:pt x="258469" y="23563"/>
                </a:lnTo>
                <a:cubicBezTo>
                  <a:pt x="258469" y="23146"/>
                  <a:pt x="258556" y="22763"/>
                  <a:pt x="258730" y="22416"/>
                </a:cubicBezTo>
                <a:cubicBezTo>
                  <a:pt x="258904" y="22068"/>
                  <a:pt x="259234" y="21773"/>
                  <a:pt x="259720" y="21530"/>
                </a:cubicBezTo>
                <a:cubicBezTo>
                  <a:pt x="260207" y="21286"/>
                  <a:pt x="260850" y="21112"/>
                  <a:pt x="261649" y="21008"/>
                </a:cubicBezTo>
                <a:cubicBezTo>
                  <a:pt x="262448" y="20904"/>
                  <a:pt x="263439" y="20852"/>
                  <a:pt x="264620" y="20852"/>
                </a:cubicBezTo>
                <a:cubicBezTo>
                  <a:pt x="265872" y="20852"/>
                  <a:pt x="266897" y="20904"/>
                  <a:pt x="267696" y="21008"/>
                </a:cubicBezTo>
                <a:cubicBezTo>
                  <a:pt x="268495" y="21112"/>
                  <a:pt x="269121" y="21286"/>
                  <a:pt x="269573" y="21530"/>
                </a:cubicBezTo>
                <a:cubicBezTo>
                  <a:pt x="270025" y="21773"/>
                  <a:pt x="270355" y="22068"/>
                  <a:pt x="270563" y="22416"/>
                </a:cubicBezTo>
                <a:cubicBezTo>
                  <a:pt x="270772" y="22763"/>
                  <a:pt x="270876" y="23146"/>
                  <a:pt x="270876" y="23563"/>
                </a:cubicBezTo>
                <a:lnTo>
                  <a:pt x="270876" y="46708"/>
                </a:lnTo>
                <a:lnTo>
                  <a:pt x="296941" y="46708"/>
                </a:lnTo>
                <a:cubicBezTo>
                  <a:pt x="297427" y="46708"/>
                  <a:pt x="297862" y="46813"/>
                  <a:pt x="298244" y="47024"/>
                </a:cubicBezTo>
                <a:cubicBezTo>
                  <a:pt x="298626" y="47235"/>
                  <a:pt x="298956" y="47568"/>
                  <a:pt x="299234" y="48024"/>
                </a:cubicBezTo>
                <a:cubicBezTo>
                  <a:pt x="299512" y="48480"/>
                  <a:pt x="299721" y="49042"/>
                  <a:pt x="299860" y="49709"/>
                </a:cubicBezTo>
                <a:cubicBezTo>
                  <a:pt x="299999" y="50376"/>
                  <a:pt x="300069" y="51165"/>
                  <a:pt x="300069" y="52077"/>
                </a:cubicBezTo>
                <a:cubicBezTo>
                  <a:pt x="300069" y="53832"/>
                  <a:pt x="299773" y="55149"/>
                  <a:pt x="299182" y="56026"/>
                </a:cubicBezTo>
                <a:cubicBezTo>
                  <a:pt x="298592" y="56904"/>
                  <a:pt x="297844" y="57343"/>
                  <a:pt x="296941" y="57343"/>
                </a:cubicBezTo>
                <a:lnTo>
                  <a:pt x="270876" y="57343"/>
                </a:lnTo>
                <a:lnTo>
                  <a:pt x="270876" y="114372"/>
                </a:lnTo>
                <a:cubicBezTo>
                  <a:pt x="270876" y="121531"/>
                  <a:pt x="271901" y="126988"/>
                  <a:pt x="273952" y="130741"/>
                </a:cubicBezTo>
                <a:cubicBezTo>
                  <a:pt x="276002" y="134494"/>
                  <a:pt x="279738" y="136371"/>
                  <a:pt x="285159" y="136371"/>
                </a:cubicBezTo>
                <a:cubicBezTo>
                  <a:pt x="286828" y="136371"/>
                  <a:pt x="288339" y="136197"/>
                  <a:pt x="289695" y="135850"/>
                </a:cubicBezTo>
                <a:cubicBezTo>
                  <a:pt x="291050" y="135502"/>
                  <a:pt x="292249" y="135120"/>
                  <a:pt x="293292" y="134703"/>
                </a:cubicBezTo>
                <a:cubicBezTo>
                  <a:pt x="294334" y="134286"/>
                  <a:pt x="295220" y="133903"/>
                  <a:pt x="295950" y="133556"/>
                </a:cubicBezTo>
                <a:cubicBezTo>
                  <a:pt x="296680" y="133208"/>
                  <a:pt x="297323" y="133035"/>
                  <a:pt x="297879" y="133035"/>
                </a:cubicBezTo>
                <a:cubicBezTo>
                  <a:pt x="298227" y="133035"/>
                  <a:pt x="298539" y="133104"/>
                  <a:pt x="298817" y="133243"/>
                </a:cubicBezTo>
                <a:cubicBezTo>
                  <a:pt x="299095" y="133382"/>
                  <a:pt x="299321" y="133643"/>
                  <a:pt x="299495" y="134025"/>
                </a:cubicBezTo>
                <a:cubicBezTo>
                  <a:pt x="299669" y="134407"/>
                  <a:pt x="299808" y="134894"/>
                  <a:pt x="299912" y="135485"/>
                </a:cubicBezTo>
                <a:cubicBezTo>
                  <a:pt x="300016" y="136076"/>
                  <a:pt x="300069" y="136823"/>
                  <a:pt x="300069" y="137726"/>
                </a:cubicBezTo>
                <a:close/>
                <a:moveTo>
                  <a:pt x="388142" y="143252"/>
                </a:moveTo>
                <a:cubicBezTo>
                  <a:pt x="388142" y="143947"/>
                  <a:pt x="387916" y="144486"/>
                  <a:pt x="387464" y="144868"/>
                </a:cubicBezTo>
                <a:cubicBezTo>
                  <a:pt x="387012" y="145250"/>
                  <a:pt x="386421" y="145528"/>
                  <a:pt x="385692" y="145702"/>
                </a:cubicBezTo>
                <a:cubicBezTo>
                  <a:pt x="384962" y="145876"/>
                  <a:pt x="383971" y="145963"/>
                  <a:pt x="382720" y="145963"/>
                </a:cubicBezTo>
                <a:cubicBezTo>
                  <a:pt x="381539" y="145963"/>
                  <a:pt x="380531" y="145876"/>
                  <a:pt x="379697" y="145702"/>
                </a:cubicBezTo>
                <a:cubicBezTo>
                  <a:pt x="378863" y="145528"/>
                  <a:pt x="378220" y="145250"/>
                  <a:pt x="377768" y="144868"/>
                </a:cubicBezTo>
                <a:cubicBezTo>
                  <a:pt x="377316" y="144486"/>
                  <a:pt x="377090" y="143947"/>
                  <a:pt x="377090" y="143252"/>
                </a:cubicBezTo>
                <a:lnTo>
                  <a:pt x="377090" y="132722"/>
                </a:lnTo>
                <a:cubicBezTo>
                  <a:pt x="372850" y="137309"/>
                  <a:pt x="368176" y="140871"/>
                  <a:pt x="363067" y="143408"/>
                </a:cubicBezTo>
                <a:cubicBezTo>
                  <a:pt x="357959" y="145945"/>
                  <a:pt x="352659" y="147214"/>
                  <a:pt x="347168" y="147214"/>
                </a:cubicBezTo>
                <a:cubicBezTo>
                  <a:pt x="342233" y="147214"/>
                  <a:pt x="337802" y="146571"/>
                  <a:pt x="333875" y="145285"/>
                </a:cubicBezTo>
                <a:cubicBezTo>
                  <a:pt x="329948" y="143999"/>
                  <a:pt x="326629" y="142157"/>
                  <a:pt x="323918" y="139759"/>
                </a:cubicBezTo>
                <a:cubicBezTo>
                  <a:pt x="321207" y="137361"/>
                  <a:pt x="319122" y="134460"/>
                  <a:pt x="317663" y="131054"/>
                </a:cubicBezTo>
                <a:cubicBezTo>
                  <a:pt x="316203" y="127648"/>
                  <a:pt x="315473" y="123825"/>
                  <a:pt x="315473" y="119585"/>
                </a:cubicBezTo>
                <a:cubicBezTo>
                  <a:pt x="315473" y="114372"/>
                  <a:pt x="316550" y="109837"/>
                  <a:pt x="318705" y="105979"/>
                </a:cubicBezTo>
                <a:cubicBezTo>
                  <a:pt x="320860" y="102122"/>
                  <a:pt x="323918" y="98907"/>
                  <a:pt x="327880" y="96335"/>
                </a:cubicBezTo>
                <a:cubicBezTo>
                  <a:pt x="331842" y="93764"/>
                  <a:pt x="336603" y="91835"/>
                  <a:pt x="342163" y="90549"/>
                </a:cubicBezTo>
                <a:cubicBezTo>
                  <a:pt x="347724" y="89263"/>
                  <a:pt x="353910" y="88620"/>
                  <a:pt x="360722" y="88620"/>
                </a:cubicBezTo>
                <a:lnTo>
                  <a:pt x="375735" y="88620"/>
                </a:lnTo>
                <a:lnTo>
                  <a:pt x="375735" y="80462"/>
                </a:lnTo>
                <a:cubicBezTo>
                  <a:pt x="375735" y="76418"/>
                  <a:pt x="375318" y="72845"/>
                  <a:pt x="374484" y="69743"/>
                </a:cubicBezTo>
                <a:cubicBezTo>
                  <a:pt x="373650" y="66639"/>
                  <a:pt x="372294" y="64041"/>
                  <a:pt x="370418" y="61949"/>
                </a:cubicBezTo>
                <a:cubicBezTo>
                  <a:pt x="368541" y="59858"/>
                  <a:pt x="366108" y="58290"/>
                  <a:pt x="363120" y="57245"/>
                </a:cubicBezTo>
                <a:cubicBezTo>
                  <a:pt x="360131" y="56198"/>
                  <a:pt x="356482" y="55674"/>
                  <a:pt x="352172" y="55674"/>
                </a:cubicBezTo>
                <a:cubicBezTo>
                  <a:pt x="348002" y="55674"/>
                  <a:pt x="344249" y="56178"/>
                  <a:pt x="340912" y="57186"/>
                </a:cubicBezTo>
                <a:cubicBezTo>
                  <a:pt x="337576" y="58194"/>
                  <a:pt x="334657" y="59323"/>
                  <a:pt x="332155" y="60575"/>
                </a:cubicBezTo>
                <a:cubicBezTo>
                  <a:pt x="329652" y="61826"/>
                  <a:pt x="327585" y="62955"/>
                  <a:pt x="325951" y="63963"/>
                </a:cubicBezTo>
                <a:cubicBezTo>
                  <a:pt x="324318" y="64971"/>
                  <a:pt x="323154" y="65475"/>
                  <a:pt x="322458" y="65475"/>
                </a:cubicBezTo>
                <a:cubicBezTo>
                  <a:pt x="322041" y="65475"/>
                  <a:pt x="321659" y="65405"/>
                  <a:pt x="321312" y="65266"/>
                </a:cubicBezTo>
                <a:cubicBezTo>
                  <a:pt x="320964" y="65125"/>
                  <a:pt x="320669" y="64862"/>
                  <a:pt x="320425" y="64478"/>
                </a:cubicBezTo>
                <a:cubicBezTo>
                  <a:pt x="320182" y="64091"/>
                  <a:pt x="320008" y="63600"/>
                  <a:pt x="319904" y="63005"/>
                </a:cubicBezTo>
                <a:cubicBezTo>
                  <a:pt x="319800" y="62408"/>
                  <a:pt x="319748" y="61689"/>
                  <a:pt x="319748" y="60848"/>
                </a:cubicBezTo>
                <a:cubicBezTo>
                  <a:pt x="319748" y="59376"/>
                  <a:pt x="319852" y="58202"/>
                  <a:pt x="320060" y="57326"/>
                </a:cubicBezTo>
                <a:cubicBezTo>
                  <a:pt x="320269" y="56449"/>
                  <a:pt x="320808" y="55572"/>
                  <a:pt x="321677" y="54697"/>
                </a:cubicBezTo>
                <a:cubicBezTo>
                  <a:pt x="322545" y="53819"/>
                  <a:pt x="324092" y="52797"/>
                  <a:pt x="326316" y="51631"/>
                </a:cubicBezTo>
                <a:cubicBezTo>
                  <a:pt x="328540" y="50463"/>
                  <a:pt x="331095" y="49381"/>
                  <a:pt x="333979" y="48386"/>
                </a:cubicBezTo>
                <a:cubicBezTo>
                  <a:pt x="336864" y="47391"/>
                  <a:pt x="339974" y="46585"/>
                  <a:pt x="343310" y="45969"/>
                </a:cubicBezTo>
                <a:cubicBezTo>
                  <a:pt x="346647" y="45349"/>
                  <a:pt x="349983" y="45040"/>
                  <a:pt x="353319" y="45040"/>
                </a:cubicBezTo>
                <a:cubicBezTo>
                  <a:pt x="359783" y="45040"/>
                  <a:pt x="365239" y="45822"/>
                  <a:pt x="369688" y="47386"/>
                </a:cubicBezTo>
                <a:cubicBezTo>
                  <a:pt x="374136" y="48950"/>
                  <a:pt x="377733" y="51191"/>
                  <a:pt x="380479" y="54110"/>
                </a:cubicBezTo>
                <a:cubicBezTo>
                  <a:pt x="383224" y="57030"/>
                  <a:pt x="385188" y="60627"/>
                  <a:pt x="386369" y="64901"/>
                </a:cubicBezTo>
                <a:cubicBezTo>
                  <a:pt x="387551" y="69176"/>
                  <a:pt x="388142" y="74024"/>
                  <a:pt x="388142" y="79445"/>
                </a:cubicBezTo>
                <a:lnTo>
                  <a:pt x="388142" y="143252"/>
                </a:lnTo>
                <a:moveTo>
                  <a:pt x="375735" y="98838"/>
                </a:moveTo>
                <a:lnTo>
                  <a:pt x="358532" y="98838"/>
                </a:lnTo>
                <a:cubicBezTo>
                  <a:pt x="353528" y="98838"/>
                  <a:pt x="349149" y="99289"/>
                  <a:pt x="345395" y="100193"/>
                </a:cubicBezTo>
                <a:cubicBezTo>
                  <a:pt x="341642" y="101097"/>
                  <a:pt x="338514" y="102417"/>
                  <a:pt x="336012" y="104155"/>
                </a:cubicBezTo>
                <a:cubicBezTo>
                  <a:pt x="333510" y="105893"/>
                  <a:pt x="331651" y="107978"/>
                  <a:pt x="330434" y="110410"/>
                </a:cubicBezTo>
                <a:cubicBezTo>
                  <a:pt x="329218" y="112843"/>
                  <a:pt x="328610" y="115623"/>
                  <a:pt x="328610" y="118751"/>
                </a:cubicBezTo>
                <a:cubicBezTo>
                  <a:pt x="328610" y="124173"/>
                  <a:pt x="330330" y="128499"/>
                  <a:pt x="333771" y="131731"/>
                </a:cubicBezTo>
                <a:cubicBezTo>
                  <a:pt x="337211" y="134963"/>
                  <a:pt x="342059" y="136579"/>
                  <a:pt x="348315" y="136579"/>
                </a:cubicBezTo>
                <a:cubicBezTo>
                  <a:pt x="353250" y="136579"/>
                  <a:pt x="357854" y="135311"/>
                  <a:pt x="362129" y="132774"/>
                </a:cubicBezTo>
                <a:cubicBezTo>
                  <a:pt x="366404" y="130237"/>
                  <a:pt x="370939" y="126327"/>
                  <a:pt x="375735" y="121045"/>
                </a:cubicBezTo>
                <a:lnTo>
                  <a:pt x="375735" y="98838"/>
                </a:lnTo>
                <a:close/>
                <a:moveTo>
                  <a:pt x="435402" y="143249"/>
                </a:moveTo>
                <a:cubicBezTo>
                  <a:pt x="435402" y="143666"/>
                  <a:pt x="435298" y="144049"/>
                  <a:pt x="435090" y="144399"/>
                </a:cubicBezTo>
                <a:cubicBezTo>
                  <a:pt x="434881" y="144746"/>
                  <a:pt x="434551" y="145024"/>
                  <a:pt x="434099" y="145233"/>
                </a:cubicBezTo>
                <a:cubicBezTo>
                  <a:pt x="433647" y="145441"/>
                  <a:pt x="433022" y="145615"/>
                  <a:pt x="432222" y="145754"/>
                </a:cubicBezTo>
                <a:cubicBezTo>
                  <a:pt x="431423" y="145893"/>
                  <a:pt x="430398" y="145963"/>
                  <a:pt x="429147" y="145963"/>
                </a:cubicBezTo>
                <a:cubicBezTo>
                  <a:pt x="427965" y="145963"/>
                  <a:pt x="426975" y="145893"/>
                  <a:pt x="426175" y="145754"/>
                </a:cubicBezTo>
                <a:cubicBezTo>
                  <a:pt x="425376" y="145615"/>
                  <a:pt x="424733" y="145441"/>
                  <a:pt x="424247" y="145233"/>
                </a:cubicBezTo>
                <a:cubicBezTo>
                  <a:pt x="423760" y="145024"/>
                  <a:pt x="423430" y="144746"/>
                  <a:pt x="423256" y="144399"/>
                </a:cubicBezTo>
                <a:cubicBezTo>
                  <a:pt x="423082" y="144049"/>
                  <a:pt x="422995" y="143666"/>
                  <a:pt x="422995" y="143249"/>
                </a:cubicBezTo>
                <a:lnTo>
                  <a:pt x="422995" y="48797"/>
                </a:lnTo>
                <a:cubicBezTo>
                  <a:pt x="422995" y="48379"/>
                  <a:pt x="423082" y="47997"/>
                  <a:pt x="423256" y="47650"/>
                </a:cubicBezTo>
                <a:cubicBezTo>
                  <a:pt x="423430" y="47300"/>
                  <a:pt x="423760" y="47003"/>
                  <a:pt x="424247" y="46760"/>
                </a:cubicBezTo>
                <a:cubicBezTo>
                  <a:pt x="424733" y="46517"/>
                  <a:pt x="425376" y="46343"/>
                  <a:pt x="426175" y="46239"/>
                </a:cubicBezTo>
                <a:cubicBezTo>
                  <a:pt x="426975" y="46135"/>
                  <a:pt x="427965" y="46083"/>
                  <a:pt x="429147" y="46083"/>
                </a:cubicBezTo>
                <a:cubicBezTo>
                  <a:pt x="430398" y="46083"/>
                  <a:pt x="431423" y="46135"/>
                  <a:pt x="432222" y="46239"/>
                </a:cubicBezTo>
                <a:cubicBezTo>
                  <a:pt x="433022" y="46343"/>
                  <a:pt x="433647" y="46517"/>
                  <a:pt x="434099" y="46760"/>
                </a:cubicBezTo>
                <a:cubicBezTo>
                  <a:pt x="434551" y="47003"/>
                  <a:pt x="434881" y="47300"/>
                  <a:pt x="435090" y="47650"/>
                </a:cubicBezTo>
                <a:cubicBezTo>
                  <a:pt x="435298" y="47997"/>
                  <a:pt x="435402" y="48379"/>
                  <a:pt x="435402" y="48797"/>
                </a:cubicBezTo>
                <a:lnTo>
                  <a:pt x="435402" y="143249"/>
                </a:lnTo>
                <a:moveTo>
                  <a:pt x="437279" y="16838"/>
                </a:moveTo>
                <a:cubicBezTo>
                  <a:pt x="437279" y="20194"/>
                  <a:pt x="436688" y="22467"/>
                  <a:pt x="435507" y="23657"/>
                </a:cubicBezTo>
                <a:cubicBezTo>
                  <a:pt x="434325" y="24845"/>
                  <a:pt x="432170" y="25439"/>
                  <a:pt x="429042" y="25439"/>
                </a:cubicBezTo>
                <a:cubicBezTo>
                  <a:pt x="425984" y="25439"/>
                  <a:pt x="423882" y="24863"/>
                  <a:pt x="422735" y="23709"/>
                </a:cubicBezTo>
                <a:cubicBezTo>
                  <a:pt x="421588" y="22556"/>
                  <a:pt x="421015" y="20300"/>
                  <a:pt x="421015" y="16942"/>
                </a:cubicBezTo>
                <a:cubicBezTo>
                  <a:pt x="421015" y="13586"/>
                  <a:pt x="421605" y="11314"/>
                  <a:pt x="422787" y="10126"/>
                </a:cubicBezTo>
                <a:cubicBezTo>
                  <a:pt x="423969" y="8936"/>
                  <a:pt x="426123" y="8341"/>
                  <a:pt x="429251" y="8341"/>
                </a:cubicBezTo>
                <a:cubicBezTo>
                  <a:pt x="432309" y="8341"/>
                  <a:pt x="434412" y="8917"/>
                  <a:pt x="435559" y="10071"/>
                </a:cubicBezTo>
                <a:cubicBezTo>
                  <a:pt x="436706" y="11224"/>
                  <a:pt x="437279" y="13480"/>
                  <a:pt x="437279" y="16838"/>
                </a:cubicBezTo>
                <a:close/>
                <a:moveTo>
                  <a:pt x="547094" y="143252"/>
                </a:moveTo>
                <a:cubicBezTo>
                  <a:pt x="547094" y="143669"/>
                  <a:pt x="546990" y="144051"/>
                  <a:pt x="546782" y="144399"/>
                </a:cubicBezTo>
                <a:cubicBezTo>
                  <a:pt x="546573" y="144746"/>
                  <a:pt x="546243" y="145024"/>
                  <a:pt x="545791" y="145233"/>
                </a:cubicBezTo>
                <a:cubicBezTo>
                  <a:pt x="545339" y="145441"/>
                  <a:pt x="544714" y="145615"/>
                  <a:pt x="543915" y="145754"/>
                </a:cubicBezTo>
                <a:cubicBezTo>
                  <a:pt x="543115" y="145893"/>
                  <a:pt x="542125" y="145963"/>
                  <a:pt x="540943" y="145963"/>
                </a:cubicBezTo>
                <a:cubicBezTo>
                  <a:pt x="539692" y="145963"/>
                  <a:pt x="538667" y="145893"/>
                  <a:pt x="537868" y="145754"/>
                </a:cubicBezTo>
                <a:cubicBezTo>
                  <a:pt x="537068" y="145615"/>
                  <a:pt x="536443" y="145441"/>
                  <a:pt x="535991" y="145233"/>
                </a:cubicBezTo>
                <a:cubicBezTo>
                  <a:pt x="535539" y="145024"/>
                  <a:pt x="535209" y="144746"/>
                  <a:pt x="535000" y="144399"/>
                </a:cubicBezTo>
                <a:cubicBezTo>
                  <a:pt x="534792" y="144051"/>
                  <a:pt x="534688" y="143669"/>
                  <a:pt x="534688" y="143252"/>
                </a:cubicBezTo>
                <a:lnTo>
                  <a:pt x="534688" y="87265"/>
                </a:lnTo>
                <a:cubicBezTo>
                  <a:pt x="534688" y="81426"/>
                  <a:pt x="534236" y="76683"/>
                  <a:pt x="533332" y="73034"/>
                </a:cubicBezTo>
                <a:cubicBezTo>
                  <a:pt x="532429" y="69384"/>
                  <a:pt x="531073" y="66257"/>
                  <a:pt x="529266" y="63650"/>
                </a:cubicBezTo>
                <a:cubicBezTo>
                  <a:pt x="527459" y="61044"/>
                  <a:pt x="525148" y="59028"/>
                  <a:pt x="522333" y="57603"/>
                </a:cubicBezTo>
                <a:cubicBezTo>
                  <a:pt x="519518" y="56178"/>
                  <a:pt x="516234" y="55466"/>
                  <a:pt x="512480" y="55466"/>
                </a:cubicBezTo>
                <a:cubicBezTo>
                  <a:pt x="507685" y="55466"/>
                  <a:pt x="502889" y="57169"/>
                  <a:pt x="498093" y="60575"/>
                </a:cubicBezTo>
                <a:cubicBezTo>
                  <a:pt x="493297" y="63980"/>
                  <a:pt x="488258" y="68985"/>
                  <a:pt x="482975" y="75588"/>
                </a:cubicBezTo>
                <a:lnTo>
                  <a:pt x="482975" y="143252"/>
                </a:lnTo>
                <a:cubicBezTo>
                  <a:pt x="482975" y="143669"/>
                  <a:pt x="482871" y="144051"/>
                  <a:pt x="482662" y="144399"/>
                </a:cubicBezTo>
                <a:cubicBezTo>
                  <a:pt x="482454" y="144746"/>
                  <a:pt x="482124" y="145024"/>
                  <a:pt x="481672" y="145233"/>
                </a:cubicBezTo>
                <a:cubicBezTo>
                  <a:pt x="481220" y="145441"/>
                  <a:pt x="480595" y="145615"/>
                  <a:pt x="479795" y="145754"/>
                </a:cubicBezTo>
                <a:cubicBezTo>
                  <a:pt x="478996" y="145893"/>
                  <a:pt x="477971" y="145963"/>
                  <a:pt x="476720" y="145963"/>
                </a:cubicBezTo>
                <a:cubicBezTo>
                  <a:pt x="475538" y="145963"/>
                  <a:pt x="474547" y="145893"/>
                  <a:pt x="473748" y="145754"/>
                </a:cubicBezTo>
                <a:cubicBezTo>
                  <a:pt x="472949" y="145615"/>
                  <a:pt x="472306" y="145441"/>
                  <a:pt x="471819" y="145233"/>
                </a:cubicBezTo>
                <a:cubicBezTo>
                  <a:pt x="471333" y="145024"/>
                  <a:pt x="471003" y="144746"/>
                  <a:pt x="470829" y="144399"/>
                </a:cubicBezTo>
                <a:cubicBezTo>
                  <a:pt x="470655" y="144049"/>
                  <a:pt x="470568" y="143666"/>
                  <a:pt x="470568" y="143249"/>
                </a:cubicBezTo>
                <a:lnTo>
                  <a:pt x="470568" y="48797"/>
                </a:lnTo>
                <a:cubicBezTo>
                  <a:pt x="470568" y="48379"/>
                  <a:pt x="470655" y="47997"/>
                  <a:pt x="470829" y="47650"/>
                </a:cubicBezTo>
                <a:cubicBezTo>
                  <a:pt x="471003" y="47300"/>
                  <a:pt x="471333" y="47003"/>
                  <a:pt x="471819" y="46760"/>
                </a:cubicBezTo>
                <a:cubicBezTo>
                  <a:pt x="472306" y="46517"/>
                  <a:pt x="472914" y="46343"/>
                  <a:pt x="473644" y="46239"/>
                </a:cubicBezTo>
                <a:cubicBezTo>
                  <a:pt x="474374" y="46135"/>
                  <a:pt x="475329" y="46083"/>
                  <a:pt x="476511" y="46083"/>
                </a:cubicBezTo>
                <a:cubicBezTo>
                  <a:pt x="477693" y="46083"/>
                  <a:pt x="478666" y="46135"/>
                  <a:pt x="479430" y="46239"/>
                </a:cubicBezTo>
                <a:cubicBezTo>
                  <a:pt x="480195" y="46343"/>
                  <a:pt x="480786" y="46517"/>
                  <a:pt x="481203" y="46760"/>
                </a:cubicBezTo>
                <a:cubicBezTo>
                  <a:pt x="481620" y="47003"/>
                  <a:pt x="481915" y="47300"/>
                  <a:pt x="482089" y="47650"/>
                </a:cubicBezTo>
                <a:cubicBezTo>
                  <a:pt x="482263" y="47997"/>
                  <a:pt x="482350" y="48379"/>
                  <a:pt x="482350" y="48797"/>
                </a:cubicBezTo>
                <a:lnTo>
                  <a:pt x="482350" y="62155"/>
                </a:lnTo>
                <a:cubicBezTo>
                  <a:pt x="487771" y="56138"/>
                  <a:pt x="493088" y="51782"/>
                  <a:pt x="498301" y="49086"/>
                </a:cubicBezTo>
                <a:cubicBezTo>
                  <a:pt x="503514" y="46389"/>
                  <a:pt x="508692" y="45040"/>
                  <a:pt x="513836" y="45040"/>
                </a:cubicBezTo>
                <a:cubicBezTo>
                  <a:pt x="520022" y="45040"/>
                  <a:pt x="525235" y="46083"/>
                  <a:pt x="529475" y="48168"/>
                </a:cubicBezTo>
                <a:cubicBezTo>
                  <a:pt x="533715" y="50253"/>
                  <a:pt x="537138" y="53068"/>
                  <a:pt x="539744" y="56613"/>
                </a:cubicBezTo>
                <a:cubicBezTo>
                  <a:pt x="542351" y="60158"/>
                  <a:pt x="544227" y="64293"/>
                  <a:pt x="545374" y="69020"/>
                </a:cubicBezTo>
                <a:cubicBezTo>
                  <a:pt x="546521" y="73746"/>
                  <a:pt x="547094" y="79445"/>
                  <a:pt x="547094" y="86118"/>
                </a:cubicBezTo>
                <a:lnTo>
                  <a:pt x="547094" y="143252"/>
                </a:lnTo>
                <a:close/>
                <a:moveTo>
                  <a:pt x="694863" y="129386"/>
                </a:moveTo>
                <a:cubicBezTo>
                  <a:pt x="694863" y="130220"/>
                  <a:pt x="694829" y="130967"/>
                  <a:pt x="694759" y="131627"/>
                </a:cubicBezTo>
                <a:cubicBezTo>
                  <a:pt x="694689" y="132287"/>
                  <a:pt x="694585" y="132861"/>
                  <a:pt x="694446" y="133347"/>
                </a:cubicBezTo>
                <a:cubicBezTo>
                  <a:pt x="694307" y="133834"/>
                  <a:pt x="694116" y="134268"/>
                  <a:pt x="693873" y="134651"/>
                </a:cubicBezTo>
                <a:cubicBezTo>
                  <a:pt x="693630" y="135033"/>
                  <a:pt x="693056" y="135676"/>
                  <a:pt x="692153" y="136579"/>
                </a:cubicBezTo>
                <a:cubicBezTo>
                  <a:pt x="691249" y="137483"/>
                  <a:pt x="689737" y="138630"/>
                  <a:pt x="687617" y="140020"/>
                </a:cubicBezTo>
                <a:cubicBezTo>
                  <a:pt x="685497" y="141410"/>
                  <a:pt x="683117" y="142626"/>
                  <a:pt x="680475" y="143669"/>
                </a:cubicBezTo>
                <a:cubicBezTo>
                  <a:pt x="677834" y="144712"/>
                  <a:pt x="674985" y="145563"/>
                  <a:pt x="671926" y="146223"/>
                </a:cubicBezTo>
                <a:cubicBezTo>
                  <a:pt x="668868" y="146884"/>
                  <a:pt x="665705" y="147214"/>
                  <a:pt x="662439" y="147214"/>
                </a:cubicBezTo>
                <a:cubicBezTo>
                  <a:pt x="655905" y="147214"/>
                  <a:pt x="650119" y="146118"/>
                  <a:pt x="645080" y="143926"/>
                </a:cubicBezTo>
                <a:cubicBezTo>
                  <a:pt x="640040" y="141735"/>
                  <a:pt x="635818" y="138500"/>
                  <a:pt x="632412" y="134221"/>
                </a:cubicBezTo>
                <a:cubicBezTo>
                  <a:pt x="629006" y="129942"/>
                  <a:pt x="626417" y="124688"/>
                  <a:pt x="624645" y="118461"/>
                </a:cubicBezTo>
                <a:cubicBezTo>
                  <a:pt x="622872" y="112234"/>
                  <a:pt x="621986" y="105050"/>
                  <a:pt x="621986" y="96909"/>
                </a:cubicBezTo>
                <a:cubicBezTo>
                  <a:pt x="621986" y="87725"/>
                  <a:pt x="623081" y="79864"/>
                  <a:pt x="625270" y="73323"/>
                </a:cubicBezTo>
                <a:cubicBezTo>
                  <a:pt x="627460" y="66783"/>
                  <a:pt x="630466" y="61426"/>
                  <a:pt x="634289" y="57251"/>
                </a:cubicBezTo>
                <a:cubicBezTo>
                  <a:pt x="638112" y="53077"/>
                  <a:pt x="642577" y="49998"/>
                  <a:pt x="647686" y="48015"/>
                </a:cubicBezTo>
                <a:cubicBezTo>
                  <a:pt x="652795" y="46031"/>
                  <a:pt x="658268" y="45040"/>
                  <a:pt x="664107" y="45040"/>
                </a:cubicBezTo>
                <a:cubicBezTo>
                  <a:pt x="667235" y="45040"/>
                  <a:pt x="670223" y="45339"/>
                  <a:pt x="673073" y="45936"/>
                </a:cubicBezTo>
                <a:cubicBezTo>
                  <a:pt x="675923" y="46531"/>
                  <a:pt x="678547" y="47320"/>
                  <a:pt x="680945" y="48301"/>
                </a:cubicBezTo>
                <a:cubicBezTo>
                  <a:pt x="683343" y="49281"/>
                  <a:pt x="685480" y="50402"/>
                  <a:pt x="687357" y="51664"/>
                </a:cubicBezTo>
                <a:cubicBezTo>
                  <a:pt x="689233" y="52926"/>
                  <a:pt x="690606" y="53995"/>
                  <a:pt x="691475" y="54873"/>
                </a:cubicBezTo>
                <a:cubicBezTo>
                  <a:pt x="692344" y="55748"/>
                  <a:pt x="692934" y="56414"/>
                  <a:pt x="693247" y="56870"/>
                </a:cubicBezTo>
                <a:cubicBezTo>
                  <a:pt x="693560" y="57324"/>
                  <a:pt x="693803" y="57829"/>
                  <a:pt x="693977" y="58385"/>
                </a:cubicBezTo>
                <a:cubicBezTo>
                  <a:pt x="694151" y="58941"/>
                  <a:pt x="694272" y="59549"/>
                  <a:pt x="694342" y="60210"/>
                </a:cubicBezTo>
                <a:cubicBezTo>
                  <a:pt x="694411" y="60870"/>
                  <a:pt x="694446" y="61652"/>
                  <a:pt x="694446" y="62555"/>
                </a:cubicBezTo>
                <a:cubicBezTo>
                  <a:pt x="694446" y="64571"/>
                  <a:pt x="694151" y="65979"/>
                  <a:pt x="693560" y="66778"/>
                </a:cubicBezTo>
                <a:cubicBezTo>
                  <a:pt x="692969" y="67577"/>
                  <a:pt x="692326" y="67977"/>
                  <a:pt x="691631" y="67977"/>
                </a:cubicBezTo>
                <a:cubicBezTo>
                  <a:pt x="690658" y="67977"/>
                  <a:pt x="689459" y="67346"/>
                  <a:pt x="688034" y="66084"/>
                </a:cubicBezTo>
                <a:cubicBezTo>
                  <a:pt x="686609" y="64822"/>
                  <a:pt x="684785" y="63437"/>
                  <a:pt x="682561" y="61930"/>
                </a:cubicBezTo>
                <a:cubicBezTo>
                  <a:pt x="680336" y="60423"/>
                  <a:pt x="677643" y="59038"/>
                  <a:pt x="674481" y="57776"/>
                </a:cubicBezTo>
                <a:cubicBezTo>
                  <a:pt x="671318" y="56514"/>
                  <a:pt x="667547" y="55883"/>
                  <a:pt x="663168" y="55883"/>
                </a:cubicBezTo>
                <a:cubicBezTo>
                  <a:pt x="654133" y="55883"/>
                  <a:pt x="647165" y="59363"/>
                  <a:pt x="642265" y="66322"/>
                </a:cubicBezTo>
                <a:cubicBezTo>
                  <a:pt x="637364" y="73281"/>
                  <a:pt x="634914" y="83338"/>
                  <a:pt x="634914" y="96492"/>
                </a:cubicBezTo>
                <a:cubicBezTo>
                  <a:pt x="634914" y="103104"/>
                  <a:pt x="635575" y="108898"/>
                  <a:pt x="636895" y="113874"/>
                </a:cubicBezTo>
                <a:cubicBezTo>
                  <a:pt x="638216" y="118850"/>
                  <a:pt x="640110" y="122991"/>
                  <a:pt x="642577" y="126297"/>
                </a:cubicBezTo>
                <a:cubicBezTo>
                  <a:pt x="645045" y="129603"/>
                  <a:pt x="648051" y="132073"/>
                  <a:pt x="651596" y="133709"/>
                </a:cubicBezTo>
                <a:cubicBezTo>
                  <a:pt x="655141" y="135345"/>
                  <a:pt x="659137" y="136162"/>
                  <a:pt x="663586" y="136162"/>
                </a:cubicBezTo>
                <a:cubicBezTo>
                  <a:pt x="667756" y="136162"/>
                  <a:pt x="671440" y="135502"/>
                  <a:pt x="674637" y="134181"/>
                </a:cubicBezTo>
                <a:cubicBezTo>
                  <a:pt x="677834" y="132861"/>
                  <a:pt x="680615" y="131401"/>
                  <a:pt x="682978" y="129803"/>
                </a:cubicBezTo>
                <a:cubicBezTo>
                  <a:pt x="685341" y="128204"/>
                  <a:pt x="687304" y="126744"/>
                  <a:pt x="688868" y="125424"/>
                </a:cubicBezTo>
                <a:cubicBezTo>
                  <a:pt x="690432" y="124103"/>
                  <a:pt x="691596" y="123443"/>
                  <a:pt x="692361" y="123443"/>
                </a:cubicBezTo>
                <a:cubicBezTo>
                  <a:pt x="692778" y="123443"/>
                  <a:pt x="693143" y="123564"/>
                  <a:pt x="693456" y="123808"/>
                </a:cubicBezTo>
                <a:cubicBezTo>
                  <a:pt x="693769" y="124051"/>
                  <a:pt x="694029" y="124433"/>
                  <a:pt x="694238" y="124955"/>
                </a:cubicBezTo>
                <a:cubicBezTo>
                  <a:pt x="694446" y="125476"/>
                  <a:pt x="694603" y="126101"/>
                  <a:pt x="694707" y="126831"/>
                </a:cubicBezTo>
                <a:cubicBezTo>
                  <a:pt x="694811" y="127561"/>
                  <a:pt x="694863" y="128412"/>
                  <a:pt x="694863" y="129386"/>
                </a:cubicBezTo>
                <a:close/>
                <a:moveTo>
                  <a:pt x="801934" y="95136"/>
                </a:moveTo>
                <a:cubicBezTo>
                  <a:pt x="801934" y="102650"/>
                  <a:pt x="800961" y="109572"/>
                  <a:pt x="799015" y="115904"/>
                </a:cubicBezTo>
                <a:cubicBezTo>
                  <a:pt x="797069" y="122235"/>
                  <a:pt x="794167" y="127733"/>
                  <a:pt x="790309" y="132396"/>
                </a:cubicBezTo>
                <a:cubicBezTo>
                  <a:pt x="786452" y="137057"/>
                  <a:pt x="781638" y="140692"/>
                  <a:pt x="775869" y="143301"/>
                </a:cubicBezTo>
                <a:cubicBezTo>
                  <a:pt x="770100" y="145910"/>
                  <a:pt x="763393" y="147214"/>
                  <a:pt x="755747" y="147214"/>
                </a:cubicBezTo>
                <a:cubicBezTo>
                  <a:pt x="748380" y="147214"/>
                  <a:pt x="741933" y="146049"/>
                  <a:pt x="736407" y="143718"/>
                </a:cubicBezTo>
                <a:cubicBezTo>
                  <a:pt x="730882" y="141387"/>
                  <a:pt x="726259" y="138048"/>
                  <a:pt x="722541" y="133699"/>
                </a:cubicBezTo>
                <a:cubicBezTo>
                  <a:pt x="718822" y="129351"/>
                  <a:pt x="716042" y="124080"/>
                  <a:pt x="714200" y="117888"/>
                </a:cubicBezTo>
                <a:cubicBezTo>
                  <a:pt x="712358" y="111695"/>
                  <a:pt x="711437" y="104702"/>
                  <a:pt x="711437" y="96909"/>
                </a:cubicBezTo>
                <a:cubicBezTo>
                  <a:pt x="711437" y="89396"/>
                  <a:pt x="712393" y="82473"/>
                  <a:pt x="714304" y="76142"/>
                </a:cubicBezTo>
                <a:cubicBezTo>
                  <a:pt x="716216" y="69810"/>
                  <a:pt x="719100" y="64331"/>
                  <a:pt x="722958" y="59705"/>
                </a:cubicBezTo>
                <a:cubicBezTo>
                  <a:pt x="726816" y="55076"/>
                  <a:pt x="731629" y="51475"/>
                  <a:pt x="737398" y="48901"/>
                </a:cubicBezTo>
                <a:cubicBezTo>
                  <a:pt x="743167" y="46327"/>
                  <a:pt x="749909" y="45040"/>
                  <a:pt x="757624" y="45040"/>
                </a:cubicBezTo>
                <a:cubicBezTo>
                  <a:pt x="764992" y="45040"/>
                  <a:pt x="771438" y="46188"/>
                  <a:pt x="776964" y="48484"/>
                </a:cubicBezTo>
                <a:cubicBezTo>
                  <a:pt x="782490" y="50780"/>
                  <a:pt x="787095" y="54102"/>
                  <a:pt x="790779" y="58450"/>
                </a:cubicBezTo>
                <a:cubicBezTo>
                  <a:pt x="794462" y="62799"/>
                  <a:pt x="797243" y="68069"/>
                  <a:pt x="799119" y="74262"/>
                </a:cubicBezTo>
                <a:cubicBezTo>
                  <a:pt x="800996" y="80454"/>
                  <a:pt x="801934" y="87413"/>
                  <a:pt x="801934" y="95136"/>
                </a:cubicBezTo>
                <a:moveTo>
                  <a:pt x="788798" y="96283"/>
                </a:moveTo>
                <a:cubicBezTo>
                  <a:pt x="788798" y="90925"/>
                  <a:pt x="788276" y="85810"/>
                  <a:pt x="787234" y="80938"/>
                </a:cubicBezTo>
                <a:cubicBezTo>
                  <a:pt x="786191" y="76066"/>
                  <a:pt x="784453" y="71768"/>
                  <a:pt x="782021" y="68045"/>
                </a:cubicBezTo>
                <a:cubicBezTo>
                  <a:pt x="779588" y="64322"/>
                  <a:pt x="776321" y="61365"/>
                  <a:pt x="772220" y="59174"/>
                </a:cubicBezTo>
                <a:cubicBezTo>
                  <a:pt x="768120" y="56980"/>
                  <a:pt x="763011" y="55883"/>
                  <a:pt x="756894" y="55883"/>
                </a:cubicBezTo>
                <a:cubicBezTo>
                  <a:pt x="751264" y="55883"/>
                  <a:pt x="746399" y="56892"/>
                  <a:pt x="742298" y="58910"/>
                </a:cubicBezTo>
                <a:cubicBezTo>
                  <a:pt x="738197" y="60928"/>
                  <a:pt x="734843" y="63729"/>
                  <a:pt x="732237" y="67316"/>
                </a:cubicBezTo>
                <a:cubicBezTo>
                  <a:pt x="729631" y="70899"/>
                  <a:pt x="727702" y="75127"/>
                  <a:pt x="726451" y="79999"/>
                </a:cubicBezTo>
                <a:cubicBezTo>
                  <a:pt x="725200" y="84871"/>
                  <a:pt x="724574" y="90125"/>
                  <a:pt x="724574" y="95762"/>
                </a:cubicBezTo>
                <a:cubicBezTo>
                  <a:pt x="724574" y="101190"/>
                  <a:pt x="725095" y="106357"/>
                  <a:pt x="726138" y="111264"/>
                </a:cubicBezTo>
                <a:cubicBezTo>
                  <a:pt x="727180" y="116171"/>
                  <a:pt x="728918" y="120468"/>
                  <a:pt x="731351" y="124156"/>
                </a:cubicBezTo>
                <a:cubicBezTo>
                  <a:pt x="733784" y="127844"/>
                  <a:pt x="737050" y="130768"/>
                  <a:pt x="741151" y="132927"/>
                </a:cubicBezTo>
                <a:cubicBezTo>
                  <a:pt x="745252" y="135084"/>
                  <a:pt x="750361" y="136162"/>
                  <a:pt x="756477" y="136162"/>
                </a:cubicBezTo>
                <a:cubicBezTo>
                  <a:pt x="762107" y="136162"/>
                  <a:pt x="766973" y="135153"/>
                  <a:pt x="771074" y="133136"/>
                </a:cubicBezTo>
                <a:cubicBezTo>
                  <a:pt x="775174" y="131118"/>
                  <a:pt x="778528" y="128334"/>
                  <a:pt x="781135" y="124785"/>
                </a:cubicBezTo>
                <a:cubicBezTo>
                  <a:pt x="783741" y="121234"/>
                  <a:pt x="785670" y="117023"/>
                  <a:pt x="786921" y="112153"/>
                </a:cubicBezTo>
                <a:cubicBezTo>
                  <a:pt x="788172" y="107282"/>
                  <a:pt x="788798" y="101991"/>
                  <a:pt x="788798" y="96283"/>
                </a:cubicBezTo>
                <a:close/>
                <a:moveTo>
                  <a:pt x="905532" y="143252"/>
                </a:moveTo>
                <a:cubicBezTo>
                  <a:pt x="905532" y="143669"/>
                  <a:pt x="905428" y="144051"/>
                  <a:pt x="905220" y="144399"/>
                </a:cubicBezTo>
                <a:cubicBezTo>
                  <a:pt x="905011" y="144746"/>
                  <a:pt x="904681" y="145024"/>
                  <a:pt x="904229" y="145233"/>
                </a:cubicBezTo>
                <a:cubicBezTo>
                  <a:pt x="903777" y="145441"/>
                  <a:pt x="903152" y="145615"/>
                  <a:pt x="902352" y="145754"/>
                </a:cubicBezTo>
                <a:cubicBezTo>
                  <a:pt x="901553" y="145893"/>
                  <a:pt x="900563" y="145963"/>
                  <a:pt x="899381" y="145963"/>
                </a:cubicBezTo>
                <a:cubicBezTo>
                  <a:pt x="898130" y="145963"/>
                  <a:pt x="897105" y="145893"/>
                  <a:pt x="896305" y="145754"/>
                </a:cubicBezTo>
                <a:cubicBezTo>
                  <a:pt x="895506" y="145615"/>
                  <a:pt x="894881" y="145441"/>
                  <a:pt x="894429" y="145233"/>
                </a:cubicBezTo>
                <a:cubicBezTo>
                  <a:pt x="893977" y="145024"/>
                  <a:pt x="893647" y="144746"/>
                  <a:pt x="893438" y="144399"/>
                </a:cubicBezTo>
                <a:cubicBezTo>
                  <a:pt x="893230" y="144051"/>
                  <a:pt x="893126" y="143669"/>
                  <a:pt x="893126" y="143252"/>
                </a:cubicBezTo>
                <a:lnTo>
                  <a:pt x="893126" y="87265"/>
                </a:lnTo>
                <a:cubicBezTo>
                  <a:pt x="893126" y="81426"/>
                  <a:pt x="892674" y="76683"/>
                  <a:pt x="891770" y="73034"/>
                </a:cubicBezTo>
                <a:cubicBezTo>
                  <a:pt x="890867" y="69384"/>
                  <a:pt x="889511" y="66257"/>
                  <a:pt x="887704" y="63650"/>
                </a:cubicBezTo>
                <a:cubicBezTo>
                  <a:pt x="885897" y="61044"/>
                  <a:pt x="883586" y="59028"/>
                  <a:pt x="880771" y="57603"/>
                </a:cubicBezTo>
                <a:cubicBezTo>
                  <a:pt x="877956" y="56178"/>
                  <a:pt x="874672" y="55466"/>
                  <a:pt x="870918" y="55466"/>
                </a:cubicBezTo>
                <a:cubicBezTo>
                  <a:pt x="866122" y="55466"/>
                  <a:pt x="861327" y="57169"/>
                  <a:pt x="856531" y="60575"/>
                </a:cubicBezTo>
                <a:cubicBezTo>
                  <a:pt x="851735" y="63980"/>
                  <a:pt x="846696" y="68985"/>
                  <a:pt x="841413" y="75588"/>
                </a:cubicBezTo>
                <a:lnTo>
                  <a:pt x="841413" y="143252"/>
                </a:lnTo>
                <a:cubicBezTo>
                  <a:pt x="841413" y="143669"/>
                  <a:pt x="841309" y="144051"/>
                  <a:pt x="841100" y="144399"/>
                </a:cubicBezTo>
                <a:cubicBezTo>
                  <a:pt x="840892" y="144746"/>
                  <a:pt x="840562" y="145024"/>
                  <a:pt x="840110" y="145233"/>
                </a:cubicBezTo>
                <a:cubicBezTo>
                  <a:pt x="839658" y="145441"/>
                  <a:pt x="839032" y="145615"/>
                  <a:pt x="838233" y="145754"/>
                </a:cubicBezTo>
                <a:cubicBezTo>
                  <a:pt x="837434" y="145893"/>
                  <a:pt x="836409" y="145963"/>
                  <a:pt x="835157" y="145963"/>
                </a:cubicBezTo>
                <a:cubicBezTo>
                  <a:pt x="833976" y="145963"/>
                  <a:pt x="832985" y="145893"/>
                  <a:pt x="832186" y="145754"/>
                </a:cubicBezTo>
                <a:cubicBezTo>
                  <a:pt x="831387" y="145615"/>
                  <a:pt x="830744" y="145441"/>
                  <a:pt x="830257" y="145233"/>
                </a:cubicBezTo>
                <a:cubicBezTo>
                  <a:pt x="829771" y="145024"/>
                  <a:pt x="829441" y="144746"/>
                  <a:pt x="829267" y="144399"/>
                </a:cubicBezTo>
                <a:cubicBezTo>
                  <a:pt x="829093" y="144049"/>
                  <a:pt x="829006" y="143666"/>
                  <a:pt x="829006" y="143249"/>
                </a:cubicBezTo>
                <a:lnTo>
                  <a:pt x="829006" y="48797"/>
                </a:lnTo>
                <a:cubicBezTo>
                  <a:pt x="829006" y="48379"/>
                  <a:pt x="829093" y="47997"/>
                  <a:pt x="829267" y="47650"/>
                </a:cubicBezTo>
                <a:cubicBezTo>
                  <a:pt x="829441" y="47300"/>
                  <a:pt x="829771" y="47003"/>
                  <a:pt x="830257" y="46760"/>
                </a:cubicBezTo>
                <a:cubicBezTo>
                  <a:pt x="830744" y="46517"/>
                  <a:pt x="831352" y="46343"/>
                  <a:pt x="832082" y="46239"/>
                </a:cubicBezTo>
                <a:cubicBezTo>
                  <a:pt x="832812" y="46135"/>
                  <a:pt x="833767" y="46083"/>
                  <a:pt x="834949" y="46083"/>
                </a:cubicBezTo>
                <a:cubicBezTo>
                  <a:pt x="836131" y="46083"/>
                  <a:pt x="837104" y="46135"/>
                  <a:pt x="837868" y="46239"/>
                </a:cubicBezTo>
                <a:cubicBezTo>
                  <a:pt x="838633" y="46343"/>
                  <a:pt x="839224" y="46517"/>
                  <a:pt x="839641" y="46760"/>
                </a:cubicBezTo>
                <a:cubicBezTo>
                  <a:pt x="840058" y="47003"/>
                  <a:pt x="840353" y="47300"/>
                  <a:pt x="840527" y="47650"/>
                </a:cubicBezTo>
                <a:cubicBezTo>
                  <a:pt x="840701" y="47997"/>
                  <a:pt x="840787" y="48379"/>
                  <a:pt x="840787" y="48797"/>
                </a:cubicBezTo>
                <a:lnTo>
                  <a:pt x="840787" y="62155"/>
                </a:lnTo>
                <a:cubicBezTo>
                  <a:pt x="846209" y="56138"/>
                  <a:pt x="851526" y="51782"/>
                  <a:pt x="856739" y="49086"/>
                </a:cubicBezTo>
                <a:cubicBezTo>
                  <a:pt x="861952" y="46389"/>
                  <a:pt x="867130" y="45040"/>
                  <a:pt x="872274" y="45040"/>
                </a:cubicBezTo>
                <a:cubicBezTo>
                  <a:pt x="878460" y="45040"/>
                  <a:pt x="883673" y="46083"/>
                  <a:pt x="887913" y="48168"/>
                </a:cubicBezTo>
                <a:cubicBezTo>
                  <a:pt x="892152" y="50253"/>
                  <a:pt x="895576" y="53068"/>
                  <a:pt x="898182" y="56613"/>
                </a:cubicBezTo>
                <a:cubicBezTo>
                  <a:pt x="900789" y="60158"/>
                  <a:pt x="902665" y="64293"/>
                  <a:pt x="903812" y="69020"/>
                </a:cubicBezTo>
                <a:cubicBezTo>
                  <a:pt x="904959" y="73746"/>
                  <a:pt x="905532" y="79445"/>
                  <a:pt x="905532" y="86118"/>
                </a:cubicBezTo>
                <a:lnTo>
                  <a:pt x="905532" y="143252"/>
                </a:lnTo>
                <a:close/>
                <a:moveTo>
                  <a:pt x="982911" y="137726"/>
                </a:moveTo>
                <a:cubicBezTo>
                  <a:pt x="982911" y="139186"/>
                  <a:pt x="982790" y="140368"/>
                  <a:pt x="982546" y="141271"/>
                </a:cubicBezTo>
                <a:cubicBezTo>
                  <a:pt x="982303" y="142175"/>
                  <a:pt x="981921" y="142887"/>
                  <a:pt x="981400" y="143408"/>
                </a:cubicBezTo>
                <a:cubicBezTo>
                  <a:pt x="980878" y="143930"/>
                  <a:pt x="980114" y="144416"/>
                  <a:pt x="979106" y="144868"/>
                </a:cubicBezTo>
                <a:cubicBezTo>
                  <a:pt x="978098" y="145320"/>
                  <a:pt x="976934" y="145702"/>
                  <a:pt x="975613" y="146015"/>
                </a:cubicBezTo>
                <a:cubicBezTo>
                  <a:pt x="974293" y="146328"/>
                  <a:pt x="972902" y="146571"/>
                  <a:pt x="971443" y="146745"/>
                </a:cubicBezTo>
                <a:cubicBezTo>
                  <a:pt x="969983" y="146918"/>
                  <a:pt x="968558" y="147005"/>
                  <a:pt x="967168" y="147005"/>
                </a:cubicBezTo>
                <a:cubicBezTo>
                  <a:pt x="962511" y="147005"/>
                  <a:pt x="958549" y="146380"/>
                  <a:pt x="955283" y="145129"/>
                </a:cubicBezTo>
                <a:cubicBezTo>
                  <a:pt x="952016" y="143878"/>
                  <a:pt x="949340" y="141984"/>
                  <a:pt x="947255" y="139447"/>
                </a:cubicBezTo>
                <a:cubicBezTo>
                  <a:pt x="945170" y="136910"/>
                  <a:pt x="943658" y="133695"/>
                  <a:pt x="942719" y="129803"/>
                </a:cubicBezTo>
                <a:cubicBezTo>
                  <a:pt x="941781" y="125910"/>
                  <a:pt x="941312" y="121323"/>
                  <a:pt x="941312" y="116040"/>
                </a:cubicBezTo>
                <a:lnTo>
                  <a:pt x="941312" y="57343"/>
                </a:lnTo>
                <a:lnTo>
                  <a:pt x="927237" y="57343"/>
                </a:lnTo>
                <a:cubicBezTo>
                  <a:pt x="926264" y="57343"/>
                  <a:pt x="925499" y="56904"/>
                  <a:pt x="924943" y="56026"/>
                </a:cubicBezTo>
                <a:cubicBezTo>
                  <a:pt x="924387" y="55149"/>
                  <a:pt x="924109" y="53832"/>
                  <a:pt x="924109" y="52077"/>
                </a:cubicBezTo>
                <a:cubicBezTo>
                  <a:pt x="924109" y="51165"/>
                  <a:pt x="924179" y="50376"/>
                  <a:pt x="924318" y="49709"/>
                </a:cubicBezTo>
                <a:cubicBezTo>
                  <a:pt x="924457" y="49042"/>
                  <a:pt x="924665" y="48480"/>
                  <a:pt x="924943" y="48024"/>
                </a:cubicBezTo>
                <a:cubicBezTo>
                  <a:pt x="925221" y="47568"/>
                  <a:pt x="925551" y="47235"/>
                  <a:pt x="925934" y="47024"/>
                </a:cubicBezTo>
                <a:cubicBezTo>
                  <a:pt x="926316" y="46813"/>
                  <a:pt x="926750" y="46708"/>
                  <a:pt x="927237" y="46708"/>
                </a:cubicBezTo>
                <a:lnTo>
                  <a:pt x="941312" y="46708"/>
                </a:lnTo>
                <a:lnTo>
                  <a:pt x="941312" y="23563"/>
                </a:lnTo>
                <a:cubicBezTo>
                  <a:pt x="941312" y="23146"/>
                  <a:pt x="941399" y="22763"/>
                  <a:pt x="941573" y="22416"/>
                </a:cubicBezTo>
                <a:cubicBezTo>
                  <a:pt x="941746" y="22068"/>
                  <a:pt x="942076" y="21773"/>
                  <a:pt x="942563" y="21530"/>
                </a:cubicBezTo>
                <a:cubicBezTo>
                  <a:pt x="943050" y="21286"/>
                  <a:pt x="943693" y="21112"/>
                  <a:pt x="944492" y="21008"/>
                </a:cubicBezTo>
                <a:cubicBezTo>
                  <a:pt x="945291" y="20904"/>
                  <a:pt x="946282" y="20852"/>
                  <a:pt x="947463" y="20852"/>
                </a:cubicBezTo>
                <a:cubicBezTo>
                  <a:pt x="948714" y="20852"/>
                  <a:pt x="949740" y="20904"/>
                  <a:pt x="950539" y="21008"/>
                </a:cubicBezTo>
                <a:cubicBezTo>
                  <a:pt x="951338" y="21112"/>
                  <a:pt x="951964" y="21286"/>
                  <a:pt x="952416" y="21530"/>
                </a:cubicBezTo>
                <a:cubicBezTo>
                  <a:pt x="952867" y="21773"/>
                  <a:pt x="953197" y="22068"/>
                  <a:pt x="953406" y="22416"/>
                </a:cubicBezTo>
                <a:cubicBezTo>
                  <a:pt x="953614" y="22763"/>
                  <a:pt x="953719" y="23146"/>
                  <a:pt x="953719" y="23563"/>
                </a:cubicBezTo>
                <a:lnTo>
                  <a:pt x="953719" y="46708"/>
                </a:lnTo>
                <a:lnTo>
                  <a:pt x="979784" y="46708"/>
                </a:lnTo>
                <a:cubicBezTo>
                  <a:pt x="980270" y="46708"/>
                  <a:pt x="980704" y="46813"/>
                  <a:pt x="981087" y="47024"/>
                </a:cubicBezTo>
                <a:cubicBezTo>
                  <a:pt x="981469" y="47235"/>
                  <a:pt x="981799" y="47568"/>
                  <a:pt x="982077" y="48024"/>
                </a:cubicBezTo>
                <a:cubicBezTo>
                  <a:pt x="982355" y="48480"/>
                  <a:pt x="982564" y="49042"/>
                  <a:pt x="982703" y="49709"/>
                </a:cubicBezTo>
                <a:cubicBezTo>
                  <a:pt x="982842" y="50376"/>
                  <a:pt x="982911" y="51165"/>
                  <a:pt x="982911" y="52077"/>
                </a:cubicBezTo>
                <a:cubicBezTo>
                  <a:pt x="982911" y="53832"/>
                  <a:pt x="982616" y="55149"/>
                  <a:pt x="982025" y="56026"/>
                </a:cubicBezTo>
                <a:cubicBezTo>
                  <a:pt x="981434" y="56904"/>
                  <a:pt x="980687" y="57343"/>
                  <a:pt x="979784" y="57343"/>
                </a:cubicBezTo>
                <a:lnTo>
                  <a:pt x="953719" y="57343"/>
                </a:lnTo>
                <a:lnTo>
                  <a:pt x="953719" y="114372"/>
                </a:lnTo>
                <a:cubicBezTo>
                  <a:pt x="953719" y="121531"/>
                  <a:pt x="954744" y="126988"/>
                  <a:pt x="956794" y="130741"/>
                </a:cubicBezTo>
                <a:cubicBezTo>
                  <a:pt x="958845" y="134494"/>
                  <a:pt x="962581" y="136371"/>
                  <a:pt x="968002" y="136371"/>
                </a:cubicBezTo>
                <a:cubicBezTo>
                  <a:pt x="969670" y="136371"/>
                  <a:pt x="971182" y="136197"/>
                  <a:pt x="972538" y="135850"/>
                </a:cubicBezTo>
                <a:cubicBezTo>
                  <a:pt x="973893" y="135502"/>
                  <a:pt x="975092" y="135120"/>
                  <a:pt x="976134" y="134703"/>
                </a:cubicBezTo>
                <a:cubicBezTo>
                  <a:pt x="977177" y="134286"/>
                  <a:pt x="978063" y="133903"/>
                  <a:pt x="978793" y="133556"/>
                </a:cubicBezTo>
                <a:cubicBezTo>
                  <a:pt x="979523" y="133208"/>
                  <a:pt x="980166" y="133035"/>
                  <a:pt x="980722" y="133035"/>
                </a:cubicBezTo>
                <a:cubicBezTo>
                  <a:pt x="981069" y="133035"/>
                  <a:pt x="981382" y="133104"/>
                  <a:pt x="981660" y="133243"/>
                </a:cubicBezTo>
                <a:cubicBezTo>
                  <a:pt x="981938" y="133382"/>
                  <a:pt x="982164" y="133643"/>
                  <a:pt x="982338" y="134025"/>
                </a:cubicBezTo>
                <a:cubicBezTo>
                  <a:pt x="982512" y="134407"/>
                  <a:pt x="982651" y="134894"/>
                  <a:pt x="982755" y="135485"/>
                </a:cubicBezTo>
                <a:cubicBezTo>
                  <a:pt x="982859" y="136076"/>
                  <a:pt x="982911" y="136823"/>
                  <a:pt x="982911" y="137726"/>
                </a:cubicBezTo>
                <a:close/>
                <a:moveTo>
                  <a:pt x="1071006" y="143252"/>
                </a:moveTo>
                <a:cubicBezTo>
                  <a:pt x="1071006" y="143947"/>
                  <a:pt x="1070781" y="144486"/>
                  <a:pt x="1070329" y="144868"/>
                </a:cubicBezTo>
                <a:cubicBezTo>
                  <a:pt x="1069877" y="145250"/>
                  <a:pt x="1069286" y="145528"/>
                  <a:pt x="1068556" y="145702"/>
                </a:cubicBezTo>
                <a:cubicBezTo>
                  <a:pt x="1067827" y="145876"/>
                  <a:pt x="1066836" y="145963"/>
                  <a:pt x="1065585" y="145963"/>
                </a:cubicBezTo>
                <a:cubicBezTo>
                  <a:pt x="1064403" y="145963"/>
                  <a:pt x="1063396" y="145876"/>
                  <a:pt x="1062561" y="145702"/>
                </a:cubicBezTo>
                <a:cubicBezTo>
                  <a:pt x="1061727" y="145528"/>
                  <a:pt x="1061084" y="145250"/>
                  <a:pt x="1060633" y="144868"/>
                </a:cubicBezTo>
                <a:cubicBezTo>
                  <a:pt x="1060181" y="144486"/>
                  <a:pt x="1059955" y="143947"/>
                  <a:pt x="1059955" y="143252"/>
                </a:cubicBezTo>
                <a:lnTo>
                  <a:pt x="1059955" y="132722"/>
                </a:lnTo>
                <a:cubicBezTo>
                  <a:pt x="1055715" y="137309"/>
                  <a:pt x="1051041" y="140871"/>
                  <a:pt x="1045932" y="143408"/>
                </a:cubicBezTo>
                <a:cubicBezTo>
                  <a:pt x="1040823" y="145945"/>
                  <a:pt x="1035524" y="147214"/>
                  <a:pt x="1030033" y="147214"/>
                </a:cubicBezTo>
                <a:cubicBezTo>
                  <a:pt x="1025098" y="147214"/>
                  <a:pt x="1020667" y="146571"/>
                  <a:pt x="1016740" y="145285"/>
                </a:cubicBezTo>
                <a:cubicBezTo>
                  <a:pt x="1012813" y="143999"/>
                  <a:pt x="1009494" y="142157"/>
                  <a:pt x="1006783" y="139759"/>
                </a:cubicBezTo>
                <a:cubicBezTo>
                  <a:pt x="1004072" y="137361"/>
                  <a:pt x="1001987" y="134460"/>
                  <a:pt x="1000527" y="131054"/>
                </a:cubicBezTo>
                <a:cubicBezTo>
                  <a:pt x="999068" y="127648"/>
                  <a:pt x="998338" y="123825"/>
                  <a:pt x="998338" y="119585"/>
                </a:cubicBezTo>
                <a:cubicBezTo>
                  <a:pt x="998338" y="114372"/>
                  <a:pt x="999415" y="109837"/>
                  <a:pt x="1001570" y="105979"/>
                </a:cubicBezTo>
                <a:cubicBezTo>
                  <a:pt x="1003725" y="102122"/>
                  <a:pt x="1006783" y="98907"/>
                  <a:pt x="1010745" y="96335"/>
                </a:cubicBezTo>
                <a:cubicBezTo>
                  <a:pt x="1014707" y="93764"/>
                  <a:pt x="1019468" y="91835"/>
                  <a:pt x="1025028" y="90549"/>
                </a:cubicBezTo>
                <a:cubicBezTo>
                  <a:pt x="1030589" y="89263"/>
                  <a:pt x="1036775" y="88620"/>
                  <a:pt x="1043586" y="88620"/>
                </a:cubicBezTo>
                <a:lnTo>
                  <a:pt x="1058600" y="88620"/>
                </a:lnTo>
                <a:lnTo>
                  <a:pt x="1058600" y="80462"/>
                </a:lnTo>
                <a:cubicBezTo>
                  <a:pt x="1058600" y="76418"/>
                  <a:pt x="1058183" y="72845"/>
                  <a:pt x="1057349" y="69743"/>
                </a:cubicBezTo>
                <a:cubicBezTo>
                  <a:pt x="1056514" y="66639"/>
                  <a:pt x="1055159" y="64041"/>
                  <a:pt x="1053282" y="61949"/>
                </a:cubicBezTo>
                <a:cubicBezTo>
                  <a:pt x="1051406" y="59858"/>
                  <a:pt x="1048973" y="58290"/>
                  <a:pt x="1045984" y="57245"/>
                </a:cubicBezTo>
                <a:cubicBezTo>
                  <a:pt x="1042996" y="56198"/>
                  <a:pt x="1039346" y="55674"/>
                  <a:pt x="1035037" y="55674"/>
                </a:cubicBezTo>
                <a:cubicBezTo>
                  <a:pt x="1030867" y="55674"/>
                  <a:pt x="1027113" y="56178"/>
                  <a:pt x="1023777" y="57186"/>
                </a:cubicBezTo>
                <a:cubicBezTo>
                  <a:pt x="1020441" y="58194"/>
                  <a:pt x="1017522" y="59323"/>
                  <a:pt x="1015019" y="60575"/>
                </a:cubicBezTo>
                <a:cubicBezTo>
                  <a:pt x="1012517" y="61826"/>
                  <a:pt x="1010449" y="62955"/>
                  <a:pt x="1008816" y="63963"/>
                </a:cubicBezTo>
                <a:cubicBezTo>
                  <a:pt x="1007183" y="64971"/>
                  <a:pt x="1006018" y="65475"/>
                  <a:pt x="1005323" y="65475"/>
                </a:cubicBezTo>
                <a:cubicBezTo>
                  <a:pt x="1004906" y="65475"/>
                  <a:pt x="1004524" y="65405"/>
                  <a:pt x="1004176" y="65266"/>
                </a:cubicBezTo>
                <a:cubicBezTo>
                  <a:pt x="1003829" y="65125"/>
                  <a:pt x="1003533" y="64862"/>
                  <a:pt x="1003290" y="64478"/>
                </a:cubicBezTo>
                <a:cubicBezTo>
                  <a:pt x="1003047" y="64091"/>
                  <a:pt x="1002873" y="63600"/>
                  <a:pt x="1002769" y="63005"/>
                </a:cubicBezTo>
                <a:cubicBezTo>
                  <a:pt x="1002665" y="62408"/>
                  <a:pt x="1002612" y="61689"/>
                  <a:pt x="1002612" y="60848"/>
                </a:cubicBezTo>
                <a:cubicBezTo>
                  <a:pt x="1002612" y="59376"/>
                  <a:pt x="1002717" y="58202"/>
                  <a:pt x="1002925" y="57326"/>
                </a:cubicBezTo>
                <a:cubicBezTo>
                  <a:pt x="1003134" y="56449"/>
                  <a:pt x="1003672" y="55572"/>
                  <a:pt x="1004541" y="54697"/>
                </a:cubicBezTo>
                <a:cubicBezTo>
                  <a:pt x="1005410" y="53819"/>
                  <a:pt x="1006957" y="52797"/>
                  <a:pt x="1009181" y="51631"/>
                </a:cubicBezTo>
                <a:cubicBezTo>
                  <a:pt x="1011405" y="50463"/>
                  <a:pt x="1013959" y="49381"/>
                  <a:pt x="1016844" y="48386"/>
                </a:cubicBezTo>
                <a:cubicBezTo>
                  <a:pt x="1019728" y="47391"/>
                  <a:pt x="1022839" y="46585"/>
                  <a:pt x="1026175" y="45969"/>
                </a:cubicBezTo>
                <a:cubicBezTo>
                  <a:pt x="1029511" y="45349"/>
                  <a:pt x="1032848" y="45040"/>
                  <a:pt x="1036184" y="45040"/>
                </a:cubicBezTo>
                <a:cubicBezTo>
                  <a:pt x="1042648" y="45040"/>
                  <a:pt x="1048104" y="45822"/>
                  <a:pt x="1052553" y="47386"/>
                </a:cubicBezTo>
                <a:cubicBezTo>
                  <a:pt x="1057001" y="48950"/>
                  <a:pt x="1060598" y="51191"/>
                  <a:pt x="1063343" y="54110"/>
                </a:cubicBezTo>
                <a:cubicBezTo>
                  <a:pt x="1066089" y="57030"/>
                  <a:pt x="1068052" y="60627"/>
                  <a:pt x="1069234" y="64901"/>
                </a:cubicBezTo>
                <a:cubicBezTo>
                  <a:pt x="1070416" y="69176"/>
                  <a:pt x="1071006" y="74024"/>
                  <a:pt x="1071006" y="79445"/>
                </a:cubicBezTo>
                <a:lnTo>
                  <a:pt x="1071006" y="143252"/>
                </a:lnTo>
                <a:moveTo>
                  <a:pt x="1058600" y="98838"/>
                </a:moveTo>
                <a:lnTo>
                  <a:pt x="1041397" y="98838"/>
                </a:lnTo>
                <a:cubicBezTo>
                  <a:pt x="1036392" y="98838"/>
                  <a:pt x="1032014" y="99289"/>
                  <a:pt x="1028260" y="100193"/>
                </a:cubicBezTo>
                <a:cubicBezTo>
                  <a:pt x="1024507" y="101097"/>
                  <a:pt x="1021379" y="102417"/>
                  <a:pt x="1018877" y="104155"/>
                </a:cubicBezTo>
                <a:cubicBezTo>
                  <a:pt x="1016375" y="105893"/>
                  <a:pt x="1014515" y="107978"/>
                  <a:pt x="1013299" y="110410"/>
                </a:cubicBezTo>
                <a:cubicBezTo>
                  <a:pt x="1012083" y="112843"/>
                  <a:pt x="1011475" y="115623"/>
                  <a:pt x="1011475" y="118751"/>
                </a:cubicBezTo>
                <a:cubicBezTo>
                  <a:pt x="1011475" y="124173"/>
                  <a:pt x="1013195" y="128499"/>
                  <a:pt x="1016635" y="131731"/>
                </a:cubicBezTo>
                <a:cubicBezTo>
                  <a:pt x="1020076" y="134963"/>
                  <a:pt x="1024924" y="136579"/>
                  <a:pt x="1031179" y="136579"/>
                </a:cubicBezTo>
                <a:cubicBezTo>
                  <a:pt x="1036114" y="136579"/>
                  <a:pt x="1040719" y="135311"/>
                  <a:pt x="1044994" y="132774"/>
                </a:cubicBezTo>
                <a:cubicBezTo>
                  <a:pt x="1049268" y="130237"/>
                  <a:pt x="1053804" y="126327"/>
                  <a:pt x="1058600" y="121045"/>
                </a:cubicBezTo>
                <a:lnTo>
                  <a:pt x="1058600" y="98838"/>
                </a:lnTo>
                <a:close/>
                <a:moveTo>
                  <a:pt x="1240375" y="143252"/>
                </a:moveTo>
                <a:cubicBezTo>
                  <a:pt x="1240375" y="143669"/>
                  <a:pt x="1240271" y="144051"/>
                  <a:pt x="1240063" y="144399"/>
                </a:cubicBezTo>
                <a:cubicBezTo>
                  <a:pt x="1239854" y="144746"/>
                  <a:pt x="1239524" y="145024"/>
                  <a:pt x="1239072" y="145233"/>
                </a:cubicBezTo>
                <a:cubicBezTo>
                  <a:pt x="1238620" y="145441"/>
                  <a:pt x="1237995" y="145615"/>
                  <a:pt x="1237195" y="145754"/>
                </a:cubicBezTo>
                <a:cubicBezTo>
                  <a:pt x="1236396" y="145893"/>
                  <a:pt x="1235406" y="145963"/>
                  <a:pt x="1234224" y="145963"/>
                </a:cubicBezTo>
                <a:cubicBezTo>
                  <a:pt x="1232973" y="145963"/>
                  <a:pt x="1231948" y="145893"/>
                  <a:pt x="1231148" y="145754"/>
                </a:cubicBezTo>
                <a:cubicBezTo>
                  <a:pt x="1230349" y="145615"/>
                  <a:pt x="1229706" y="145441"/>
                  <a:pt x="1229220" y="145233"/>
                </a:cubicBezTo>
                <a:cubicBezTo>
                  <a:pt x="1228733" y="145024"/>
                  <a:pt x="1228403" y="144746"/>
                  <a:pt x="1228229" y="144399"/>
                </a:cubicBezTo>
                <a:cubicBezTo>
                  <a:pt x="1228055" y="144051"/>
                  <a:pt x="1227969" y="143669"/>
                  <a:pt x="1227969" y="143252"/>
                </a:cubicBezTo>
                <a:lnTo>
                  <a:pt x="1227969" y="85180"/>
                </a:lnTo>
                <a:cubicBezTo>
                  <a:pt x="1227969" y="80731"/>
                  <a:pt x="1227569" y="76683"/>
                  <a:pt x="1226770" y="73034"/>
                </a:cubicBezTo>
                <a:cubicBezTo>
                  <a:pt x="1225970" y="69384"/>
                  <a:pt x="1224719" y="66257"/>
                  <a:pt x="1223016" y="63650"/>
                </a:cubicBezTo>
                <a:cubicBezTo>
                  <a:pt x="1221313" y="61044"/>
                  <a:pt x="1219159" y="59028"/>
                  <a:pt x="1216552" y="57603"/>
                </a:cubicBezTo>
                <a:cubicBezTo>
                  <a:pt x="1213946" y="56178"/>
                  <a:pt x="1210870" y="55466"/>
                  <a:pt x="1207325" y="55466"/>
                </a:cubicBezTo>
                <a:cubicBezTo>
                  <a:pt x="1202946" y="55466"/>
                  <a:pt x="1198515" y="57169"/>
                  <a:pt x="1194032" y="60575"/>
                </a:cubicBezTo>
                <a:cubicBezTo>
                  <a:pt x="1189549" y="63980"/>
                  <a:pt x="1184631" y="68985"/>
                  <a:pt x="1179280" y="75588"/>
                </a:cubicBezTo>
                <a:lnTo>
                  <a:pt x="1179280" y="143252"/>
                </a:lnTo>
                <a:cubicBezTo>
                  <a:pt x="1179280" y="143669"/>
                  <a:pt x="1179175" y="144051"/>
                  <a:pt x="1178967" y="144399"/>
                </a:cubicBezTo>
                <a:cubicBezTo>
                  <a:pt x="1178758" y="144746"/>
                  <a:pt x="1178428" y="145024"/>
                  <a:pt x="1177976" y="145233"/>
                </a:cubicBezTo>
                <a:cubicBezTo>
                  <a:pt x="1177524" y="145441"/>
                  <a:pt x="1176899" y="145615"/>
                  <a:pt x="1176100" y="145754"/>
                </a:cubicBezTo>
                <a:cubicBezTo>
                  <a:pt x="1175300" y="145893"/>
                  <a:pt x="1174310" y="145963"/>
                  <a:pt x="1173128" y="145963"/>
                </a:cubicBezTo>
                <a:cubicBezTo>
                  <a:pt x="1171947" y="145963"/>
                  <a:pt x="1170956" y="145893"/>
                  <a:pt x="1170157" y="145754"/>
                </a:cubicBezTo>
                <a:cubicBezTo>
                  <a:pt x="1169358" y="145615"/>
                  <a:pt x="1168715" y="145441"/>
                  <a:pt x="1168228" y="145233"/>
                </a:cubicBezTo>
                <a:cubicBezTo>
                  <a:pt x="1167742" y="145024"/>
                  <a:pt x="1167411" y="144746"/>
                  <a:pt x="1167238" y="144399"/>
                </a:cubicBezTo>
                <a:cubicBezTo>
                  <a:pt x="1167064" y="144051"/>
                  <a:pt x="1166977" y="143669"/>
                  <a:pt x="1166977" y="143252"/>
                </a:cubicBezTo>
                <a:lnTo>
                  <a:pt x="1166977" y="85180"/>
                </a:lnTo>
                <a:cubicBezTo>
                  <a:pt x="1166977" y="80731"/>
                  <a:pt x="1166560" y="76683"/>
                  <a:pt x="1165726" y="73034"/>
                </a:cubicBezTo>
                <a:cubicBezTo>
                  <a:pt x="1164892" y="69384"/>
                  <a:pt x="1163623" y="66257"/>
                  <a:pt x="1161920" y="63650"/>
                </a:cubicBezTo>
                <a:cubicBezTo>
                  <a:pt x="1160217" y="61044"/>
                  <a:pt x="1158063" y="59028"/>
                  <a:pt x="1155456" y="57603"/>
                </a:cubicBezTo>
                <a:cubicBezTo>
                  <a:pt x="1152850" y="56178"/>
                  <a:pt x="1149774" y="55466"/>
                  <a:pt x="1146229" y="55466"/>
                </a:cubicBezTo>
                <a:cubicBezTo>
                  <a:pt x="1141850" y="55466"/>
                  <a:pt x="1137419" y="57169"/>
                  <a:pt x="1132936" y="60575"/>
                </a:cubicBezTo>
                <a:cubicBezTo>
                  <a:pt x="1128453" y="63980"/>
                  <a:pt x="1123570" y="68985"/>
                  <a:pt x="1118288" y="75588"/>
                </a:cubicBezTo>
                <a:lnTo>
                  <a:pt x="1118288" y="143252"/>
                </a:lnTo>
                <a:cubicBezTo>
                  <a:pt x="1118288" y="143669"/>
                  <a:pt x="1118184" y="144051"/>
                  <a:pt x="1117975" y="144399"/>
                </a:cubicBezTo>
                <a:cubicBezTo>
                  <a:pt x="1117767" y="144746"/>
                  <a:pt x="1117436" y="145024"/>
                  <a:pt x="1116985" y="145233"/>
                </a:cubicBezTo>
                <a:cubicBezTo>
                  <a:pt x="1116533" y="145441"/>
                  <a:pt x="1115907" y="145615"/>
                  <a:pt x="1115108" y="145754"/>
                </a:cubicBezTo>
                <a:cubicBezTo>
                  <a:pt x="1114309" y="145893"/>
                  <a:pt x="1113283" y="145963"/>
                  <a:pt x="1112032" y="145963"/>
                </a:cubicBezTo>
                <a:cubicBezTo>
                  <a:pt x="1110851" y="145963"/>
                  <a:pt x="1109860" y="145893"/>
                  <a:pt x="1109061" y="145754"/>
                </a:cubicBezTo>
                <a:cubicBezTo>
                  <a:pt x="1108262" y="145615"/>
                  <a:pt x="1107619" y="145441"/>
                  <a:pt x="1107132" y="145233"/>
                </a:cubicBezTo>
                <a:cubicBezTo>
                  <a:pt x="1106646" y="145024"/>
                  <a:pt x="1106316" y="144746"/>
                  <a:pt x="1106142" y="144399"/>
                </a:cubicBezTo>
                <a:cubicBezTo>
                  <a:pt x="1105968" y="144049"/>
                  <a:pt x="1105881" y="143666"/>
                  <a:pt x="1105881" y="143249"/>
                </a:cubicBezTo>
                <a:lnTo>
                  <a:pt x="1105881" y="48797"/>
                </a:lnTo>
                <a:cubicBezTo>
                  <a:pt x="1105881" y="48379"/>
                  <a:pt x="1105968" y="47997"/>
                  <a:pt x="1106142" y="47650"/>
                </a:cubicBezTo>
                <a:cubicBezTo>
                  <a:pt x="1106316" y="47300"/>
                  <a:pt x="1106646" y="47003"/>
                  <a:pt x="1107132" y="46760"/>
                </a:cubicBezTo>
                <a:cubicBezTo>
                  <a:pt x="1107619" y="46517"/>
                  <a:pt x="1108227" y="46343"/>
                  <a:pt x="1108957" y="46239"/>
                </a:cubicBezTo>
                <a:cubicBezTo>
                  <a:pt x="1109687" y="46135"/>
                  <a:pt x="1110642" y="46083"/>
                  <a:pt x="1111824" y="46083"/>
                </a:cubicBezTo>
                <a:cubicBezTo>
                  <a:pt x="1113005" y="46083"/>
                  <a:pt x="1113979" y="46135"/>
                  <a:pt x="1114743" y="46239"/>
                </a:cubicBezTo>
                <a:cubicBezTo>
                  <a:pt x="1115508" y="46343"/>
                  <a:pt x="1116098" y="46517"/>
                  <a:pt x="1116516" y="46760"/>
                </a:cubicBezTo>
                <a:cubicBezTo>
                  <a:pt x="1116933" y="47003"/>
                  <a:pt x="1117228" y="47300"/>
                  <a:pt x="1117402" y="47650"/>
                </a:cubicBezTo>
                <a:cubicBezTo>
                  <a:pt x="1117575" y="47997"/>
                  <a:pt x="1117662" y="48379"/>
                  <a:pt x="1117662" y="48797"/>
                </a:cubicBezTo>
                <a:lnTo>
                  <a:pt x="1117662" y="62155"/>
                </a:lnTo>
                <a:cubicBezTo>
                  <a:pt x="1123084" y="56138"/>
                  <a:pt x="1128227" y="51782"/>
                  <a:pt x="1133093" y="49086"/>
                </a:cubicBezTo>
                <a:cubicBezTo>
                  <a:pt x="1137958" y="46389"/>
                  <a:pt x="1142789" y="45040"/>
                  <a:pt x="1147585" y="45040"/>
                </a:cubicBezTo>
                <a:cubicBezTo>
                  <a:pt x="1151547" y="45040"/>
                  <a:pt x="1155074" y="45507"/>
                  <a:pt x="1158167" y="46441"/>
                </a:cubicBezTo>
                <a:cubicBezTo>
                  <a:pt x="1161260" y="47375"/>
                  <a:pt x="1163988" y="48690"/>
                  <a:pt x="1166351" y="50386"/>
                </a:cubicBezTo>
                <a:cubicBezTo>
                  <a:pt x="1168715" y="52081"/>
                  <a:pt x="1170730" y="54105"/>
                  <a:pt x="1172398" y="56460"/>
                </a:cubicBezTo>
                <a:cubicBezTo>
                  <a:pt x="1174067" y="58812"/>
                  <a:pt x="1175422" y="61406"/>
                  <a:pt x="1176465" y="64243"/>
                </a:cubicBezTo>
                <a:cubicBezTo>
                  <a:pt x="1179731" y="60644"/>
                  <a:pt x="1182807" y="57616"/>
                  <a:pt x="1185691" y="55160"/>
                </a:cubicBezTo>
                <a:cubicBezTo>
                  <a:pt x="1188576" y="52703"/>
                  <a:pt x="1191321" y="50731"/>
                  <a:pt x="1193928" y="49243"/>
                </a:cubicBezTo>
                <a:cubicBezTo>
                  <a:pt x="1196534" y="47755"/>
                  <a:pt x="1199054" y="46683"/>
                  <a:pt x="1201487" y="46027"/>
                </a:cubicBezTo>
                <a:cubicBezTo>
                  <a:pt x="1203919" y="45369"/>
                  <a:pt x="1206317" y="45040"/>
                  <a:pt x="1208681" y="45040"/>
                </a:cubicBezTo>
                <a:cubicBezTo>
                  <a:pt x="1214589" y="45040"/>
                  <a:pt x="1219576" y="46083"/>
                  <a:pt x="1223642" y="48168"/>
                </a:cubicBezTo>
                <a:cubicBezTo>
                  <a:pt x="1227708" y="50253"/>
                  <a:pt x="1230975" y="53068"/>
                  <a:pt x="1233442" y="56613"/>
                </a:cubicBezTo>
                <a:cubicBezTo>
                  <a:pt x="1235910" y="60158"/>
                  <a:pt x="1237682" y="64293"/>
                  <a:pt x="1238759" y="69020"/>
                </a:cubicBezTo>
                <a:cubicBezTo>
                  <a:pt x="1239837" y="73746"/>
                  <a:pt x="1240375" y="78750"/>
                  <a:pt x="1240375" y="84033"/>
                </a:cubicBezTo>
                <a:lnTo>
                  <a:pt x="1240375" y="143252"/>
                </a:lnTo>
                <a:close/>
                <a:moveTo>
                  <a:pt x="1288017" y="143249"/>
                </a:moveTo>
                <a:cubicBezTo>
                  <a:pt x="1288017" y="143666"/>
                  <a:pt x="1287913" y="144049"/>
                  <a:pt x="1287704" y="144399"/>
                </a:cubicBezTo>
                <a:cubicBezTo>
                  <a:pt x="1287496" y="144746"/>
                  <a:pt x="1287166" y="145024"/>
                  <a:pt x="1286714" y="145233"/>
                </a:cubicBezTo>
                <a:cubicBezTo>
                  <a:pt x="1286262" y="145441"/>
                  <a:pt x="1285637" y="145615"/>
                  <a:pt x="1284837" y="145754"/>
                </a:cubicBezTo>
                <a:cubicBezTo>
                  <a:pt x="1284038" y="145893"/>
                  <a:pt x="1283013" y="145963"/>
                  <a:pt x="1281762" y="145963"/>
                </a:cubicBezTo>
                <a:cubicBezTo>
                  <a:pt x="1280580" y="145963"/>
                  <a:pt x="1279590" y="145893"/>
                  <a:pt x="1278790" y="145754"/>
                </a:cubicBezTo>
                <a:cubicBezTo>
                  <a:pt x="1277991" y="145615"/>
                  <a:pt x="1277348" y="145441"/>
                  <a:pt x="1276861" y="145233"/>
                </a:cubicBezTo>
                <a:cubicBezTo>
                  <a:pt x="1276375" y="145024"/>
                  <a:pt x="1276045" y="144746"/>
                  <a:pt x="1275871" y="144399"/>
                </a:cubicBezTo>
                <a:cubicBezTo>
                  <a:pt x="1275697" y="144049"/>
                  <a:pt x="1275610" y="143666"/>
                  <a:pt x="1275610" y="143249"/>
                </a:cubicBezTo>
                <a:lnTo>
                  <a:pt x="1275610" y="48797"/>
                </a:lnTo>
                <a:cubicBezTo>
                  <a:pt x="1275610" y="48379"/>
                  <a:pt x="1275697" y="47997"/>
                  <a:pt x="1275871" y="47650"/>
                </a:cubicBezTo>
                <a:cubicBezTo>
                  <a:pt x="1276045" y="47300"/>
                  <a:pt x="1276375" y="47003"/>
                  <a:pt x="1276861" y="46760"/>
                </a:cubicBezTo>
                <a:cubicBezTo>
                  <a:pt x="1277348" y="46517"/>
                  <a:pt x="1277991" y="46343"/>
                  <a:pt x="1278790" y="46239"/>
                </a:cubicBezTo>
                <a:cubicBezTo>
                  <a:pt x="1279590" y="46135"/>
                  <a:pt x="1280580" y="46083"/>
                  <a:pt x="1281762" y="46083"/>
                </a:cubicBezTo>
                <a:cubicBezTo>
                  <a:pt x="1283013" y="46083"/>
                  <a:pt x="1284038" y="46135"/>
                  <a:pt x="1284837" y="46239"/>
                </a:cubicBezTo>
                <a:cubicBezTo>
                  <a:pt x="1285637" y="46343"/>
                  <a:pt x="1286262" y="46517"/>
                  <a:pt x="1286714" y="46760"/>
                </a:cubicBezTo>
                <a:cubicBezTo>
                  <a:pt x="1287166" y="47003"/>
                  <a:pt x="1287496" y="47300"/>
                  <a:pt x="1287704" y="47650"/>
                </a:cubicBezTo>
                <a:cubicBezTo>
                  <a:pt x="1287913" y="47997"/>
                  <a:pt x="1288017" y="48379"/>
                  <a:pt x="1288017" y="48797"/>
                </a:cubicBezTo>
                <a:lnTo>
                  <a:pt x="1288017" y="143249"/>
                </a:lnTo>
                <a:moveTo>
                  <a:pt x="1289894" y="16838"/>
                </a:moveTo>
                <a:cubicBezTo>
                  <a:pt x="1289894" y="20194"/>
                  <a:pt x="1289303" y="22467"/>
                  <a:pt x="1288121" y="23657"/>
                </a:cubicBezTo>
                <a:cubicBezTo>
                  <a:pt x="1286940" y="24845"/>
                  <a:pt x="1284785" y="25439"/>
                  <a:pt x="1281657" y="25439"/>
                </a:cubicBezTo>
                <a:cubicBezTo>
                  <a:pt x="1278599" y="25439"/>
                  <a:pt x="1276497" y="24863"/>
                  <a:pt x="1275350" y="23709"/>
                </a:cubicBezTo>
                <a:cubicBezTo>
                  <a:pt x="1274203" y="22556"/>
                  <a:pt x="1273629" y="20300"/>
                  <a:pt x="1273629" y="16942"/>
                </a:cubicBezTo>
                <a:cubicBezTo>
                  <a:pt x="1273629" y="13586"/>
                  <a:pt x="1274220" y="11314"/>
                  <a:pt x="1275402" y="10126"/>
                </a:cubicBezTo>
                <a:cubicBezTo>
                  <a:pt x="1276583" y="8936"/>
                  <a:pt x="1278738" y="8341"/>
                  <a:pt x="1281866" y="8341"/>
                </a:cubicBezTo>
                <a:cubicBezTo>
                  <a:pt x="1284924" y="8341"/>
                  <a:pt x="1287027" y="8917"/>
                  <a:pt x="1288174" y="10071"/>
                </a:cubicBezTo>
                <a:cubicBezTo>
                  <a:pt x="1289320" y="11224"/>
                  <a:pt x="1289894" y="13480"/>
                  <a:pt x="1289894" y="16838"/>
                </a:cubicBezTo>
                <a:close/>
                <a:moveTo>
                  <a:pt x="1399731" y="143252"/>
                </a:moveTo>
                <a:cubicBezTo>
                  <a:pt x="1399731" y="143669"/>
                  <a:pt x="1399626" y="144051"/>
                  <a:pt x="1399418" y="144399"/>
                </a:cubicBezTo>
                <a:cubicBezTo>
                  <a:pt x="1399209" y="144746"/>
                  <a:pt x="1398879" y="145024"/>
                  <a:pt x="1398427" y="145233"/>
                </a:cubicBezTo>
                <a:cubicBezTo>
                  <a:pt x="1397976" y="145441"/>
                  <a:pt x="1397350" y="145615"/>
                  <a:pt x="1396551" y="145754"/>
                </a:cubicBezTo>
                <a:cubicBezTo>
                  <a:pt x="1395752" y="145893"/>
                  <a:pt x="1394761" y="145963"/>
                  <a:pt x="1393579" y="145963"/>
                </a:cubicBezTo>
                <a:cubicBezTo>
                  <a:pt x="1392328" y="145963"/>
                  <a:pt x="1391303" y="145893"/>
                  <a:pt x="1390504" y="145754"/>
                </a:cubicBezTo>
                <a:cubicBezTo>
                  <a:pt x="1389704" y="145615"/>
                  <a:pt x="1389079" y="145441"/>
                  <a:pt x="1388627" y="145233"/>
                </a:cubicBezTo>
                <a:cubicBezTo>
                  <a:pt x="1388175" y="145024"/>
                  <a:pt x="1387845" y="144746"/>
                  <a:pt x="1387637" y="144399"/>
                </a:cubicBezTo>
                <a:cubicBezTo>
                  <a:pt x="1387428" y="144051"/>
                  <a:pt x="1387324" y="143669"/>
                  <a:pt x="1387324" y="143252"/>
                </a:cubicBezTo>
                <a:lnTo>
                  <a:pt x="1387324" y="87265"/>
                </a:lnTo>
                <a:cubicBezTo>
                  <a:pt x="1387324" y="81426"/>
                  <a:pt x="1386872" y="76683"/>
                  <a:pt x="1385969" y="73034"/>
                </a:cubicBezTo>
                <a:cubicBezTo>
                  <a:pt x="1385065" y="69384"/>
                  <a:pt x="1383710" y="66257"/>
                  <a:pt x="1381902" y="63650"/>
                </a:cubicBezTo>
                <a:cubicBezTo>
                  <a:pt x="1380095" y="61044"/>
                  <a:pt x="1377784" y="59028"/>
                  <a:pt x="1374969" y="57603"/>
                </a:cubicBezTo>
                <a:cubicBezTo>
                  <a:pt x="1372154" y="56178"/>
                  <a:pt x="1368870" y="55466"/>
                  <a:pt x="1365117" y="55466"/>
                </a:cubicBezTo>
                <a:cubicBezTo>
                  <a:pt x="1360321" y="55466"/>
                  <a:pt x="1355525" y="57169"/>
                  <a:pt x="1350729" y="60575"/>
                </a:cubicBezTo>
                <a:cubicBezTo>
                  <a:pt x="1345933" y="63980"/>
                  <a:pt x="1340894" y="68985"/>
                  <a:pt x="1335611" y="75588"/>
                </a:cubicBezTo>
                <a:lnTo>
                  <a:pt x="1335611" y="143252"/>
                </a:lnTo>
                <a:cubicBezTo>
                  <a:pt x="1335611" y="143669"/>
                  <a:pt x="1335507" y="144051"/>
                  <a:pt x="1335299" y="144399"/>
                </a:cubicBezTo>
                <a:cubicBezTo>
                  <a:pt x="1335090" y="144746"/>
                  <a:pt x="1334760" y="145024"/>
                  <a:pt x="1334308" y="145233"/>
                </a:cubicBezTo>
                <a:cubicBezTo>
                  <a:pt x="1333856" y="145441"/>
                  <a:pt x="1333231" y="145615"/>
                  <a:pt x="1332431" y="145754"/>
                </a:cubicBezTo>
                <a:cubicBezTo>
                  <a:pt x="1331632" y="145893"/>
                  <a:pt x="1330607" y="145963"/>
                  <a:pt x="1329356" y="145963"/>
                </a:cubicBezTo>
                <a:cubicBezTo>
                  <a:pt x="1328174" y="145963"/>
                  <a:pt x="1327184" y="145893"/>
                  <a:pt x="1326384" y="145754"/>
                </a:cubicBezTo>
                <a:cubicBezTo>
                  <a:pt x="1325585" y="145615"/>
                  <a:pt x="1324942" y="145441"/>
                  <a:pt x="1324456" y="145233"/>
                </a:cubicBezTo>
                <a:cubicBezTo>
                  <a:pt x="1323969" y="145024"/>
                  <a:pt x="1323639" y="144746"/>
                  <a:pt x="1323465" y="144399"/>
                </a:cubicBezTo>
                <a:cubicBezTo>
                  <a:pt x="1323291" y="144049"/>
                  <a:pt x="1323205" y="143666"/>
                  <a:pt x="1323205" y="143249"/>
                </a:cubicBezTo>
                <a:lnTo>
                  <a:pt x="1323205" y="48797"/>
                </a:lnTo>
                <a:cubicBezTo>
                  <a:pt x="1323205" y="48379"/>
                  <a:pt x="1323291" y="47997"/>
                  <a:pt x="1323465" y="47650"/>
                </a:cubicBezTo>
                <a:cubicBezTo>
                  <a:pt x="1323639" y="47300"/>
                  <a:pt x="1323969" y="47003"/>
                  <a:pt x="1324456" y="46760"/>
                </a:cubicBezTo>
                <a:cubicBezTo>
                  <a:pt x="1324942" y="46517"/>
                  <a:pt x="1325550" y="46343"/>
                  <a:pt x="1326280" y="46239"/>
                </a:cubicBezTo>
                <a:cubicBezTo>
                  <a:pt x="1327010" y="46135"/>
                  <a:pt x="1327966" y="46083"/>
                  <a:pt x="1329147" y="46083"/>
                </a:cubicBezTo>
                <a:cubicBezTo>
                  <a:pt x="1330329" y="46083"/>
                  <a:pt x="1331302" y="46135"/>
                  <a:pt x="1332067" y="46239"/>
                </a:cubicBezTo>
                <a:cubicBezTo>
                  <a:pt x="1332831" y="46343"/>
                  <a:pt x="1333422" y="46517"/>
                  <a:pt x="1333839" y="46760"/>
                </a:cubicBezTo>
                <a:cubicBezTo>
                  <a:pt x="1334256" y="47003"/>
                  <a:pt x="1334551" y="47300"/>
                  <a:pt x="1334725" y="47650"/>
                </a:cubicBezTo>
                <a:cubicBezTo>
                  <a:pt x="1334899" y="47997"/>
                  <a:pt x="1334986" y="48379"/>
                  <a:pt x="1334986" y="48797"/>
                </a:cubicBezTo>
                <a:lnTo>
                  <a:pt x="1334986" y="62155"/>
                </a:lnTo>
                <a:cubicBezTo>
                  <a:pt x="1340407" y="56138"/>
                  <a:pt x="1345725" y="51782"/>
                  <a:pt x="1350937" y="49086"/>
                </a:cubicBezTo>
                <a:cubicBezTo>
                  <a:pt x="1356150" y="46389"/>
                  <a:pt x="1361329" y="45040"/>
                  <a:pt x="1366472" y="45040"/>
                </a:cubicBezTo>
                <a:cubicBezTo>
                  <a:pt x="1372658" y="45040"/>
                  <a:pt x="1377871" y="46083"/>
                  <a:pt x="1382111" y="48168"/>
                </a:cubicBezTo>
                <a:cubicBezTo>
                  <a:pt x="1386351" y="50253"/>
                  <a:pt x="1389774" y="53068"/>
                  <a:pt x="1392380" y="56613"/>
                </a:cubicBezTo>
                <a:cubicBezTo>
                  <a:pt x="1394987" y="60158"/>
                  <a:pt x="1396864" y="64293"/>
                  <a:pt x="1398010" y="69020"/>
                </a:cubicBezTo>
                <a:cubicBezTo>
                  <a:pt x="1399157" y="73746"/>
                  <a:pt x="1399731" y="79445"/>
                  <a:pt x="1399731" y="86118"/>
                </a:cubicBezTo>
                <a:lnTo>
                  <a:pt x="1399731" y="143252"/>
                </a:lnTo>
                <a:close/>
                <a:moveTo>
                  <a:pt x="1499888" y="143252"/>
                </a:moveTo>
                <a:cubicBezTo>
                  <a:pt x="1499888" y="143947"/>
                  <a:pt x="1499662" y="144486"/>
                  <a:pt x="1499210" y="144868"/>
                </a:cubicBezTo>
                <a:cubicBezTo>
                  <a:pt x="1498759" y="145250"/>
                  <a:pt x="1498168" y="145528"/>
                  <a:pt x="1497438" y="145702"/>
                </a:cubicBezTo>
                <a:cubicBezTo>
                  <a:pt x="1496708" y="145876"/>
                  <a:pt x="1495718" y="145963"/>
                  <a:pt x="1494467" y="145963"/>
                </a:cubicBezTo>
                <a:cubicBezTo>
                  <a:pt x="1493285" y="145963"/>
                  <a:pt x="1492277" y="145876"/>
                  <a:pt x="1491443" y="145702"/>
                </a:cubicBezTo>
                <a:cubicBezTo>
                  <a:pt x="1490609" y="145528"/>
                  <a:pt x="1489966" y="145250"/>
                  <a:pt x="1489514" y="144868"/>
                </a:cubicBezTo>
                <a:cubicBezTo>
                  <a:pt x="1489063" y="144486"/>
                  <a:pt x="1488837" y="143947"/>
                  <a:pt x="1488837" y="143252"/>
                </a:cubicBezTo>
                <a:lnTo>
                  <a:pt x="1488837" y="132722"/>
                </a:lnTo>
                <a:cubicBezTo>
                  <a:pt x="1484597" y="137309"/>
                  <a:pt x="1479922" y="140871"/>
                  <a:pt x="1474814" y="143408"/>
                </a:cubicBezTo>
                <a:cubicBezTo>
                  <a:pt x="1469705" y="145945"/>
                  <a:pt x="1464405" y="147214"/>
                  <a:pt x="1458914" y="147214"/>
                </a:cubicBezTo>
                <a:cubicBezTo>
                  <a:pt x="1453979" y="147214"/>
                  <a:pt x="1449548" y="146571"/>
                  <a:pt x="1445621" y="145285"/>
                </a:cubicBezTo>
                <a:cubicBezTo>
                  <a:pt x="1441694" y="143999"/>
                  <a:pt x="1438375" y="142157"/>
                  <a:pt x="1435664" y="139759"/>
                </a:cubicBezTo>
                <a:cubicBezTo>
                  <a:pt x="1432954" y="137361"/>
                  <a:pt x="1430869" y="134460"/>
                  <a:pt x="1429409" y="131054"/>
                </a:cubicBezTo>
                <a:cubicBezTo>
                  <a:pt x="1427949" y="127648"/>
                  <a:pt x="1427219" y="123825"/>
                  <a:pt x="1427219" y="119585"/>
                </a:cubicBezTo>
                <a:cubicBezTo>
                  <a:pt x="1427219" y="114372"/>
                  <a:pt x="1428297" y="109837"/>
                  <a:pt x="1430452" y="105979"/>
                </a:cubicBezTo>
                <a:cubicBezTo>
                  <a:pt x="1432606" y="102122"/>
                  <a:pt x="1435664" y="98907"/>
                  <a:pt x="1439626" y="96335"/>
                </a:cubicBezTo>
                <a:cubicBezTo>
                  <a:pt x="1443588" y="93764"/>
                  <a:pt x="1448349" y="91835"/>
                  <a:pt x="1453910" y="90549"/>
                </a:cubicBezTo>
                <a:cubicBezTo>
                  <a:pt x="1459470" y="89263"/>
                  <a:pt x="1465656" y="88620"/>
                  <a:pt x="1472468" y="88620"/>
                </a:cubicBezTo>
                <a:lnTo>
                  <a:pt x="1487481" y="88620"/>
                </a:lnTo>
                <a:lnTo>
                  <a:pt x="1487481" y="80462"/>
                </a:lnTo>
                <a:cubicBezTo>
                  <a:pt x="1487481" y="76418"/>
                  <a:pt x="1487064" y="72845"/>
                  <a:pt x="1486230" y="69743"/>
                </a:cubicBezTo>
                <a:cubicBezTo>
                  <a:pt x="1485396" y="66639"/>
                  <a:pt x="1484041" y="64041"/>
                  <a:pt x="1482164" y="61949"/>
                </a:cubicBezTo>
                <a:cubicBezTo>
                  <a:pt x="1480287" y="59858"/>
                  <a:pt x="1477855" y="58290"/>
                  <a:pt x="1474866" y="57245"/>
                </a:cubicBezTo>
                <a:cubicBezTo>
                  <a:pt x="1471877" y="56198"/>
                  <a:pt x="1468228" y="55674"/>
                  <a:pt x="1463919" y="55674"/>
                </a:cubicBezTo>
                <a:cubicBezTo>
                  <a:pt x="1459748" y="55674"/>
                  <a:pt x="1455995" y="56178"/>
                  <a:pt x="1452659" y="57186"/>
                </a:cubicBezTo>
                <a:cubicBezTo>
                  <a:pt x="1449322" y="58194"/>
                  <a:pt x="1446403" y="59323"/>
                  <a:pt x="1443901" y="60575"/>
                </a:cubicBezTo>
                <a:cubicBezTo>
                  <a:pt x="1441399" y="61826"/>
                  <a:pt x="1439331" y="62955"/>
                  <a:pt x="1437698" y="63963"/>
                </a:cubicBezTo>
                <a:cubicBezTo>
                  <a:pt x="1436064" y="64971"/>
                  <a:pt x="1434900" y="65475"/>
                  <a:pt x="1434205" y="65475"/>
                </a:cubicBezTo>
                <a:cubicBezTo>
                  <a:pt x="1433788" y="65475"/>
                  <a:pt x="1433406" y="65405"/>
                  <a:pt x="1433058" y="65266"/>
                </a:cubicBezTo>
                <a:cubicBezTo>
                  <a:pt x="1432710" y="65125"/>
                  <a:pt x="1432415" y="64862"/>
                  <a:pt x="1432172" y="64478"/>
                </a:cubicBezTo>
                <a:cubicBezTo>
                  <a:pt x="1431929" y="64091"/>
                  <a:pt x="1431755" y="63600"/>
                  <a:pt x="1431650" y="63005"/>
                </a:cubicBezTo>
                <a:cubicBezTo>
                  <a:pt x="1431546" y="62408"/>
                  <a:pt x="1431494" y="61689"/>
                  <a:pt x="1431494" y="60848"/>
                </a:cubicBezTo>
                <a:cubicBezTo>
                  <a:pt x="1431494" y="59376"/>
                  <a:pt x="1431598" y="58202"/>
                  <a:pt x="1431807" y="57326"/>
                </a:cubicBezTo>
                <a:cubicBezTo>
                  <a:pt x="1432015" y="56449"/>
                  <a:pt x="1432554" y="55572"/>
                  <a:pt x="1433423" y="54697"/>
                </a:cubicBezTo>
                <a:cubicBezTo>
                  <a:pt x="1434292" y="53819"/>
                  <a:pt x="1435838" y="52797"/>
                  <a:pt x="1438062" y="51631"/>
                </a:cubicBezTo>
                <a:cubicBezTo>
                  <a:pt x="1440287" y="50463"/>
                  <a:pt x="1442841" y="49381"/>
                  <a:pt x="1445725" y="48386"/>
                </a:cubicBezTo>
                <a:cubicBezTo>
                  <a:pt x="1448610" y="47391"/>
                  <a:pt x="1451720" y="46585"/>
                  <a:pt x="1455057" y="45969"/>
                </a:cubicBezTo>
                <a:cubicBezTo>
                  <a:pt x="1458393" y="45349"/>
                  <a:pt x="1461729" y="45040"/>
                  <a:pt x="1465066" y="45040"/>
                </a:cubicBezTo>
                <a:cubicBezTo>
                  <a:pt x="1471530" y="45040"/>
                  <a:pt x="1476986" y="45822"/>
                  <a:pt x="1481434" y="47386"/>
                </a:cubicBezTo>
                <a:cubicBezTo>
                  <a:pt x="1485883" y="48950"/>
                  <a:pt x="1489480" y="51191"/>
                  <a:pt x="1492225" y="54110"/>
                </a:cubicBezTo>
                <a:cubicBezTo>
                  <a:pt x="1494971" y="57030"/>
                  <a:pt x="1496934" y="60627"/>
                  <a:pt x="1498116" y="64901"/>
                </a:cubicBezTo>
                <a:cubicBezTo>
                  <a:pt x="1499297" y="69176"/>
                  <a:pt x="1499888" y="74024"/>
                  <a:pt x="1499888" y="79445"/>
                </a:cubicBezTo>
                <a:lnTo>
                  <a:pt x="1499888" y="143252"/>
                </a:lnTo>
                <a:moveTo>
                  <a:pt x="1487481" y="98838"/>
                </a:moveTo>
                <a:lnTo>
                  <a:pt x="1470278" y="98838"/>
                </a:lnTo>
                <a:cubicBezTo>
                  <a:pt x="1465274" y="98838"/>
                  <a:pt x="1460895" y="99289"/>
                  <a:pt x="1457142" y="100193"/>
                </a:cubicBezTo>
                <a:cubicBezTo>
                  <a:pt x="1453389" y="101097"/>
                  <a:pt x="1450261" y="102417"/>
                  <a:pt x="1447759" y="104155"/>
                </a:cubicBezTo>
                <a:cubicBezTo>
                  <a:pt x="1445256" y="105893"/>
                  <a:pt x="1443397" y="107978"/>
                  <a:pt x="1442181" y="110410"/>
                </a:cubicBezTo>
                <a:cubicBezTo>
                  <a:pt x="1440964" y="112843"/>
                  <a:pt x="1440356" y="115623"/>
                  <a:pt x="1440356" y="118751"/>
                </a:cubicBezTo>
                <a:cubicBezTo>
                  <a:pt x="1440356" y="124173"/>
                  <a:pt x="1442076" y="128499"/>
                  <a:pt x="1445517" y="131731"/>
                </a:cubicBezTo>
                <a:cubicBezTo>
                  <a:pt x="1448957" y="134963"/>
                  <a:pt x="1453806" y="136579"/>
                  <a:pt x="1460061" y="136579"/>
                </a:cubicBezTo>
                <a:cubicBezTo>
                  <a:pt x="1464996" y="136579"/>
                  <a:pt x="1469601" y="135311"/>
                  <a:pt x="1473875" y="132774"/>
                </a:cubicBezTo>
                <a:cubicBezTo>
                  <a:pt x="1478150" y="130237"/>
                  <a:pt x="1482685" y="126327"/>
                  <a:pt x="1487481" y="121045"/>
                </a:cubicBezTo>
                <a:lnTo>
                  <a:pt x="1487481" y="98838"/>
                </a:lnTo>
                <a:close/>
                <a:moveTo>
                  <a:pt x="1578298" y="137726"/>
                </a:moveTo>
                <a:cubicBezTo>
                  <a:pt x="1578298" y="139186"/>
                  <a:pt x="1578176" y="140368"/>
                  <a:pt x="1577933" y="141271"/>
                </a:cubicBezTo>
                <a:cubicBezTo>
                  <a:pt x="1577690" y="142175"/>
                  <a:pt x="1577308" y="142887"/>
                  <a:pt x="1576786" y="143408"/>
                </a:cubicBezTo>
                <a:cubicBezTo>
                  <a:pt x="1576265" y="143930"/>
                  <a:pt x="1575500" y="144416"/>
                  <a:pt x="1574493" y="144868"/>
                </a:cubicBezTo>
                <a:cubicBezTo>
                  <a:pt x="1573485" y="145320"/>
                  <a:pt x="1572320" y="145702"/>
                  <a:pt x="1571000" y="146015"/>
                </a:cubicBezTo>
                <a:cubicBezTo>
                  <a:pt x="1569679" y="146328"/>
                  <a:pt x="1568289" y="146571"/>
                  <a:pt x="1566830" y="146745"/>
                </a:cubicBezTo>
                <a:cubicBezTo>
                  <a:pt x="1565370" y="146918"/>
                  <a:pt x="1563945" y="147005"/>
                  <a:pt x="1562555" y="147005"/>
                </a:cubicBezTo>
                <a:cubicBezTo>
                  <a:pt x="1557898" y="147005"/>
                  <a:pt x="1553936" y="146380"/>
                  <a:pt x="1550669" y="145129"/>
                </a:cubicBezTo>
                <a:cubicBezTo>
                  <a:pt x="1547403" y="143878"/>
                  <a:pt x="1544727" y="141984"/>
                  <a:pt x="1542641" y="139447"/>
                </a:cubicBezTo>
                <a:cubicBezTo>
                  <a:pt x="1540556" y="136910"/>
                  <a:pt x="1539044" y="133695"/>
                  <a:pt x="1538106" y="129803"/>
                </a:cubicBezTo>
                <a:cubicBezTo>
                  <a:pt x="1537168" y="125910"/>
                  <a:pt x="1536699" y="121323"/>
                  <a:pt x="1536699" y="116040"/>
                </a:cubicBezTo>
                <a:lnTo>
                  <a:pt x="1536699" y="57343"/>
                </a:lnTo>
                <a:lnTo>
                  <a:pt x="1522624" y="57343"/>
                </a:lnTo>
                <a:cubicBezTo>
                  <a:pt x="1521651" y="57343"/>
                  <a:pt x="1520886" y="56904"/>
                  <a:pt x="1520330" y="56026"/>
                </a:cubicBezTo>
                <a:cubicBezTo>
                  <a:pt x="1519774" y="55149"/>
                  <a:pt x="1519496" y="53832"/>
                  <a:pt x="1519496" y="52077"/>
                </a:cubicBezTo>
                <a:cubicBezTo>
                  <a:pt x="1519496" y="51165"/>
                  <a:pt x="1519565" y="50376"/>
                  <a:pt x="1519704" y="49709"/>
                </a:cubicBezTo>
                <a:cubicBezTo>
                  <a:pt x="1519843" y="49042"/>
                  <a:pt x="1520052" y="48480"/>
                  <a:pt x="1520330" y="48024"/>
                </a:cubicBezTo>
                <a:cubicBezTo>
                  <a:pt x="1520608" y="47568"/>
                  <a:pt x="1520938" y="47235"/>
                  <a:pt x="1521320" y="47024"/>
                </a:cubicBezTo>
                <a:cubicBezTo>
                  <a:pt x="1521703" y="46813"/>
                  <a:pt x="1522137" y="46708"/>
                  <a:pt x="1522624" y="46708"/>
                </a:cubicBezTo>
                <a:lnTo>
                  <a:pt x="1536699" y="46708"/>
                </a:lnTo>
                <a:lnTo>
                  <a:pt x="1536699" y="23563"/>
                </a:lnTo>
                <a:cubicBezTo>
                  <a:pt x="1536699" y="23146"/>
                  <a:pt x="1536786" y="22763"/>
                  <a:pt x="1536959" y="22416"/>
                </a:cubicBezTo>
                <a:cubicBezTo>
                  <a:pt x="1537133" y="22068"/>
                  <a:pt x="1537463" y="21773"/>
                  <a:pt x="1537950" y="21530"/>
                </a:cubicBezTo>
                <a:cubicBezTo>
                  <a:pt x="1538436" y="21286"/>
                  <a:pt x="1539079" y="21112"/>
                  <a:pt x="1539879" y="21008"/>
                </a:cubicBezTo>
                <a:cubicBezTo>
                  <a:pt x="1540678" y="20904"/>
                  <a:pt x="1541668" y="20852"/>
                  <a:pt x="1542850" y="20852"/>
                </a:cubicBezTo>
                <a:cubicBezTo>
                  <a:pt x="1544101" y="20852"/>
                  <a:pt x="1545126" y="20904"/>
                  <a:pt x="1545926" y="21008"/>
                </a:cubicBezTo>
                <a:cubicBezTo>
                  <a:pt x="1546725" y="21112"/>
                  <a:pt x="1547350" y="21286"/>
                  <a:pt x="1547802" y="21530"/>
                </a:cubicBezTo>
                <a:cubicBezTo>
                  <a:pt x="1548254" y="21773"/>
                  <a:pt x="1548584" y="22068"/>
                  <a:pt x="1548793" y="22416"/>
                </a:cubicBezTo>
                <a:cubicBezTo>
                  <a:pt x="1549001" y="22763"/>
                  <a:pt x="1549105" y="23146"/>
                  <a:pt x="1549105" y="23563"/>
                </a:cubicBezTo>
                <a:lnTo>
                  <a:pt x="1549105" y="46708"/>
                </a:lnTo>
                <a:lnTo>
                  <a:pt x="1575170" y="46708"/>
                </a:lnTo>
                <a:cubicBezTo>
                  <a:pt x="1575657" y="46708"/>
                  <a:pt x="1576091" y="46813"/>
                  <a:pt x="1576473" y="47024"/>
                </a:cubicBezTo>
                <a:cubicBezTo>
                  <a:pt x="1576856" y="47235"/>
                  <a:pt x="1577186" y="47568"/>
                  <a:pt x="1577464" y="48024"/>
                </a:cubicBezTo>
                <a:cubicBezTo>
                  <a:pt x="1577742" y="48480"/>
                  <a:pt x="1577950" y="49042"/>
                  <a:pt x="1578089" y="49709"/>
                </a:cubicBezTo>
                <a:cubicBezTo>
                  <a:pt x="1578229" y="50376"/>
                  <a:pt x="1578298" y="51165"/>
                  <a:pt x="1578298" y="52077"/>
                </a:cubicBezTo>
                <a:cubicBezTo>
                  <a:pt x="1578298" y="53832"/>
                  <a:pt x="1578003" y="55149"/>
                  <a:pt x="1577412" y="56026"/>
                </a:cubicBezTo>
                <a:cubicBezTo>
                  <a:pt x="1576821" y="56904"/>
                  <a:pt x="1576074" y="57343"/>
                  <a:pt x="1575170" y="57343"/>
                </a:cubicBezTo>
                <a:lnTo>
                  <a:pt x="1549105" y="57343"/>
                </a:lnTo>
                <a:lnTo>
                  <a:pt x="1549105" y="114372"/>
                </a:lnTo>
                <a:cubicBezTo>
                  <a:pt x="1549105" y="121531"/>
                  <a:pt x="1550131" y="126988"/>
                  <a:pt x="1552181" y="130741"/>
                </a:cubicBezTo>
                <a:cubicBezTo>
                  <a:pt x="1554232" y="134494"/>
                  <a:pt x="1557967" y="136371"/>
                  <a:pt x="1563389" y="136371"/>
                </a:cubicBezTo>
                <a:cubicBezTo>
                  <a:pt x="1565057" y="136371"/>
                  <a:pt x="1566569" y="136197"/>
                  <a:pt x="1567924" y="135850"/>
                </a:cubicBezTo>
                <a:cubicBezTo>
                  <a:pt x="1569280" y="135502"/>
                  <a:pt x="1570479" y="135120"/>
                  <a:pt x="1571521" y="134703"/>
                </a:cubicBezTo>
                <a:cubicBezTo>
                  <a:pt x="1572564" y="134286"/>
                  <a:pt x="1573450" y="133903"/>
                  <a:pt x="1574180" y="133556"/>
                </a:cubicBezTo>
                <a:cubicBezTo>
                  <a:pt x="1574910" y="133208"/>
                  <a:pt x="1575553" y="133035"/>
                  <a:pt x="1576109" y="133035"/>
                </a:cubicBezTo>
                <a:cubicBezTo>
                  <a:pt x="1576456" y="133035"/>
                  <a:pt x="1576769" y="133104"/>
                  <a:pt x="1577047" y="133243"/>
                </a:cubicBezTo>
                <a:cubicBezTo>
                  <a:pt x="1577325" y="133382"/>
                  <a:pt x="1577551" y="133643"/>
                  <a:pt x="1577725" y="134025"/>
                </a:cubicBezTo>
                <a:cubicBezTo>
                  <a:pt x="1577898" y="134407"/>
                  <a:pt x="1578037" y="134894"/>
                  <a:pt x="1578142" y="135485"/>
                </a:cubicBezTo>
                <a:cubicBezTo>
                  <a:pt x="1578246" y="136076"/>
                  <a:pt x="1578298" y="136823"/>
                  <a:pt x="1578298" y="137726"/>
                </a:cubicBezTo>
                <a:close/>
                <a:moveTo>
                  <a:pt x="1678304" y="91227"/>
                </a:moveTo>
                <a:cubicBezTo>
                  <a:pt x="1678304" y="93729"/>
                  <a:pt x="1677644" y="95449"/>
                  <a:pt x="1676323" y="96388"/>
                </a:cubicBezTo>
                <a:cubicBezTo>
                  <a:pt x="1675002" y="97326"/>
                  <a:pt x="1673717" y="97795"/>
                  <a:pt x="1672465" y="97795"/>
                </a:cubicBezTo>
                <a:lnTo>
                  <a:pt x="1608138" y="97795"/>
                </a:lnTo>
                <a:cubicBezTo>
                  <a:pt x="1608138" y="103649"/>
                  <a:pt x="1608711" y="108945"/>
                  <a:pt x="1609858" y="113685"/>
                </a:cubicBezTo>
                <a:cubicBezTo>
                  <a:pt x="1611005" y="118424"/>
                  <a:pt x="1612899" y="122484"/>
                  <a:pt x="1615540" y="125864"/>
                </a:cubicBezTo>
                <a:cubicBezTo>
                  <a:pt x="1618181" y="129243"/>
                  <a:pt x="1621622" y="131840"/>
                  <a:pt x="1625862" y="133654"/>
                </a:cubicBezTo>
                <a:cubicBezTo>
                  <a:pt x="1630102" y="135465"/>
                  <a:pt x="1635314" y="136371"/>
                  <a:pt x="1641501" y="136371"/>
                </a:cubicBezTo>
                <a:cubicBezTo>
                  <a:pt x="1645879" y="136371"/>
                  <a:pt x="1649806" y="135983"/>
                  <a:pt x="1653282" y="135208"/>
                </a:cubicBezTo>
                <a:cubicBezTo>
                  <a:pt x="1656757" y="134432"/>
                  <a:pt x="1659763" y="133569"/>
                  <a:pt x="1662300" y="132618"/>
                </a:cubicBezTo>
                <a:cubicBezTo>
                  <a:pt x="1664837" y="131666"/>
                  <a:pt x="1666922" y="130803"/>
                  <a:pt x="1668556" y="130027"/>
                </a:cubicBezTo>
                <a:cubicBezTo>
                  <a:pt x="1670189" y="129252"/>
                  <a:pt x="1671353" y="128864"/>
                  <a:pt x="1672048" y="128864"/>
                </a:cubicBezTo>
                <a:cubicBezTo>
                  <a:pt x="1672465" y="128864"/>
                  <a:pt x="1672848" y="128970"/>
                  <a:pt x="1673195" y="129180"/>
                </a:cubicBezTo>
                <a:cubicBezTo>
                  <a:pt x="1673543" y="129391"/>
                  <a:pt x="1673821" y="129724"/>
                  <a:pt x="1674029" y="130181"/>
                </a:cubicBezTo>
                <a:cubicBezTo>
                  <a:pt x="1674238" y="130637"/>
                  <a:pt x="1674394" y="131216"/>
                  <a:pt x="1674499" y="131917"/>
                </a:cubicBezTo>
                <a:cubicBezTo>
                  <a:pt x="1674603" y="132619"/>
                  <a:pt x="1674655" y="133495"/>
                  <a:pt x="1674655" y="134546"/>
                </a:cubicBezTo>
                <a:cubicBezTo>
                  <a:pt x="1674655" y="135039"/>
                  <a:pt x="1674620" y="135514"/>
                  <a:pt x="1674551" y="135970"/>
                </a:cubicBezTo>
                <a:cubicBezTo>
                  <a:pt x="1674481" y="136426"/>
                  <a:pt x="1674394" y="136848"/>
                  <a:pt x="1674290" y="137234"/>
                </a:cubicBezTo>
                <a:cubicBezTo>
                  <a:pt x="1674186" y="137619"/>
                  <a:pt x="1674029" y="137987"/>
                  <a:pt x="1673821" y="138339"/>
                </a:cubicBezTo>
                <a:cubicBezTo>
                  <a:pt x="1673612" y="138689"/>
                  <a:pt x="1673334" y="139039"/>
                  <a:pt x="1672987" y="139391"/>
                </a:cubicBezTo>
                <a:cubicBezTo>
                  <a:pt x="1672639" y="139741"/>
                  <a:pt x="1671562" y="140350"/>
                  <a:pt x="1669755" y="141219"/>
                </a:cubicBezTo>
                <a:cubicBezTo>
                  <a:pt x="1667948" y="142088"/>
                  <a:pt x="1665584" y="142957"/>
                  <a:pt x="1662665" y="143825"/>
                </a:cubicBezTo>
                <a:cubicBezTo>
                  <a:pt x="1659746" y="144694"/>
                  <a:pt x="1656357" y="145476"/>
                  <a:pt x="1652500" y="146171"/>
                </a:cubicBezTo>
                <a:cubicBezTo>
                  <a:pt x="1648642" y="146866"/>
                  <a:pt x="1644489" y="147214"/>
                  <a:pt x="1640041" y="147214"/>
                </a:cubicBezTo>
                <a:cubicBezTo>
                  <a:pt x="1632743" y="147214"/>
                  <a:pt x="1626279" y="146118"/>
                  <a:pt x="1620649" y="143926"/>
                </a:cubicBezTo>
                <a:cubicBezTo>
                  <a:pt x="1615019" y="141735"/>
                  <a:pt x="1610292" y="138500"/>
                  <a:pt x="1606469" y="134221"/>
                </a:cubicBezTo>
                <a:cubicBezTo>
                  <a:pt x="1602647" y="129942"/>
                  <a:pt x="1599745" y="124636"/>
                  <a:pt x="1597764" y="118305"/>
                </a:cubicBezTo>
                <a:cubicBezTo>
                  <a:pt x="1595783" y="111973"/>
                  <a:pt x="1594792" y="104633"/>
                  <a:pt x="1594792" y="96283"/>
                </a:cubicBezTo>
                <a:cubicBezTo>
                  <a:pt x="1594792" y="88281"/>
                  <a:pt x="1595818" y="81115"/>
                  <a:pt x="1597868" y="74783"/>
                </a:cubicBezTo>
                <a:cubicBezTo>
                  <a:pt x="1599918" y="68452"/>
                  <a:pt x="1602855" y="63077"/>
                  <a:pt x="1606678" y="58659"/>
                </a:cubicBezTo>
                <a:cubicBezTo>
                  <a:pt x="1610501" y="54241"/>
                  <a:pt x="1615106" y="50867"/>
                  <a:pt x="1620492" y="48536"/>
                </a:cubicBezTo>
                <a:cubicBezTo>
                  <a:pt x="1625879" y="46205"/>
                  <a:pt x="1631874" y="45040"/>
                  <a:pt x="1638477" y="45040"/>
                </a:cubicBezTo>
                <a:cubicBezTo>
                  <a:pt x="1645567" y="45040"/>
                  <a:pt x="1651614" y="46222"/>
                  <a:pt x="1656618" y="48585"/>
                </a:cubicBezTo>
                <a:cubicBezTo>
                  <a:pt x="1661623" y="50948"/>
                  <a:pt x="1665741" y="54128"/>
                  <a:pt x="1668973" y="58124"/>
                </a:cubicBezTo>
                <a:cubicBezTo>
                  <a:pt x="1672205" y="62121"/>
                  <a:pt x="1674568" y="66761"/>
                  <a:pt x="1676062" y="72043"/>
                </a:cubicBezTo>
                <a:cubicBezTo>
                  <a:pt x="1677557" y="77326"/>
                  <a:pt x="1678304" y="82886"/>
                  <a:pt x="1678304" y="88725"/>
                </a:cubicBezTo>
                <a:lnTo>
                  <a:pt x="1678304" y="91227"/>
                </a:lnTo>
                <a:moveTo>
                  <a:pt x="1665480" y="87578"/>
                </a:moveTo>
                <a:cubicBezTo>
                  <a:pt x="1665689" y="77569"/>
                  <a:pt x="1663395" y="69749"/>
                  <a:pt x="1658599" y="64119"/>
                </a:cubicBezTo>
                <a:cubicBezTo>
                  <a:pt x="1653803" y="58489"/>
                  <a:pt x="1646818" y="55674"/>
                  <a:pt x="1637643" y="55674"/>
                </a:cubicBezTo>
                <a:cubicBezTo>
                  <a:pt x="1632916" y="55674"/>
                  <a:pt x="1628764" y="56561"/>
                  <a:pt x="1625184" y="58333"/>
                </a:cubicBezTo>
                <a:cubicBezTo>
                  <a:pt x="1621604" y="60105"/>
                  <a:pt x="1618581" y="62451"/>
                  <a:pt x="1616113" y="65370"/>
                </a:cubicBezTo>
                <a:cubicBezTo>
                  <a:pt x="1613646" y="68290"/>
                  <a:pt x="1611752" y="71678"/>
                  <a:pt x="1610431" y="75536"/>
                </a:cubicBezTo>
                <a:cubicBezTo>
                  <a:pt x="1609111" y="79393"/>
                  <a:pt x="1608346" y="83407"/>
                  <a:pt x="1608138" y="87578"/>
                </a:cubicBezTo>
                <a:lnTo>
                  <a:pt x="1665480" y="87578"/>
                </a:lnTo>
                <a:close/>
                <a:moveTo>
                  <a:pt x="1782288" y="143249"/>
                </a:moveTo>
                <a:cubicBezTo>
                  <a:pt x="1782288" y="143737"/>
                  <a:pt x="1782201" y="144156"/>
                  <a:pt x="1782027" y="144503"/>
                </a:cubicBezTo>
                <a:cubicBezTo>
                  <a:pt x="1781854" y="144851"/>
                  <a:pt x="1781541" y="145129"/>
                  <a:pt x="1781089" y="145337"/>
                </a:cubicBezTo>
                <a:cubicBezTo>
                  <a:pt x="1780637" y="145546"/>
                  <a:pt x="1780064" y="145702"/>
                  <a:pt x="1779369" y="145806"/>
                </a:cubicBezTo>
                <a:cubicBezTo>
                  <a:pt x="1778674" y="145911"/>
                  <a:pt x="1777805" y="145963"/>
                  <a:pt x="1776762" y="145963"/>
                </a:cubicBezTo>
                <a:cubicBezTo>
                  <a:pt x="1775650" y="145963"/>
                  <a:pt x="1774729" y="145911"/>
                  <a:pt x="1774000" y="145806"/>
                </a:cubicBezTo>
                <a:cubicBezTo>
                  <a:pt x="1773270" y="145704"/>
                  <a:pt x="1772679" y="145549"/>
                  <a:pt x="1772227" y="145340"/>
                </a:cubicBezTo>
                <a:cubicBezTo>
                  <a:pt x="1771775" y="145134"/>
                  <a:pt x="1771428" y="144858"/>
                  <a:pt x="1771185" y="144513"/>
                </a:cubicBezTo>
                <a:cubicBezTo>
                  <a:pt x="1770941" y="144165"/>
                  <a:pt x="1770820" y="143751"/>
                  <a:pt x="1770820" y="143268"/>
                </a:cubicBezTo>
                <a:lnTo>
                  <a:pt x="1770820" y="129786"/>
                </a:lnTo>
                <a:cubicBezTo>
                  <a:pt x="1765815" y="135212"/>
                  <a:pt x="1760637" y="139474"/>
                  <a:pt x="1755285" y="142571"/>
                </a:cubicBezTo>
                <a:cubicBezTo>
                  <a:pt x="1749933" y="145666"/>
                  <a:pt x="1744095" y="147214"/>
                  <a:pt x="1737769" y="147214"/>
                </a:cubicBezTo>
                <a:cubicBezTo>
                  <a:pt x="1730958" y="147214"/>
                  <a:pt x="1725154" y="145892"/>
                  <a:pt x="1720358" y="143249"/>
                </a:cubicBezTo>
                <a:cubicBezTo>
                  <a:pt x="1715562" y="140605"/>
                  <a:pt x="1711653" y="137023"/>
                  <a:pt x="1708629" y="132500"/>
                </a:cubicBezTo>
                <a:cubicBezTo>
                  <a:pt x="1705606" y="127976"/>
                  <a:pt x="1703399" y="122671"/>
                  <a:pt x="1702009" y="116584"/>
                </a:cubicBezTo>
                <a:cubicBezTo>
                  <a:pt x="1700618" y="110496"/>
                  <a:pt x="1699923" y="104042"/>
                  <a:pt x="1699923" y="97222"/>
                </a:cubicBezTo>
                <a:cubicBezTo>
                  <a:pt x="1699923" y="89222"/>
                  <a:pt x="1700792" y="82004"/>
                  <a:pt x="1702530" y="75568"/>
                </a:cubicBezTo>
                <a:cubicBezTo>
                  <a:pt x="1704268" y="69132"/>
                  <a:pt x="1706839" y="63653"/>
                  <a:pt x="1710245" y="59131"/>
                </a:cubicBezTo>
                <a:cubicBezTo>
                  <a:pt x="1713651" y="54607"/>
                  <a:pt x="1717856" y="51127"/>
                  <a:pt x="1722860" y="48692"/>
                </a:cubicBezTo>
                <a:cubicBezTo>
                  <a:pt x="1727865" y="46257"/>
                  <a:pt x="1733669" y="45040"/>
                  <a:pt x="1740272" y="45040"/>
                </a:cubicBezTo>
                <a:cubicBezTo>
                  <a:pt x="1745971" y="45040"/>
                  <a:pt x="1751184" y="46311"/>
                  <a:pt x="1755911" y="48852"/>
                </a:cubicBezTo>
                <a:cubicBezTo>
                  <a:pt x="1760637" y="51391"/>
                  <a:pt x="1765294" y="55130"/>
                  <a:pt x="1769881" y="60070"/>
                </a:cubicBezTo>
                <a:lnTo>
                  <a:pt x="1769881" y="3134"/>
                </a:lnTo>
                <a:cubicBezTo>
                  <a:pt x="1769881" y="2715"/>
                  <a:pt x="1769968" y="2332"/>
                  <a:pt x="1770142" y="1984"/>
                </a:cubicBezTo>
                <a:cubicBezTo>
                  <a:pt x="1770316" y="1637"/>
                  <a:pt x="1770646" y="1359"/>
                  <a:pt x="1771132" y="1150"/>
                </a:cubicBezTo>
                <a:cubicBezTo>
                  <a:pt x="1771619" y="939"/>
                  <a:pt x="1772262" y="765"/>
                  <a:pt x="1773061" y="626"/>
                </a:cubicBezTo>
                <a:cubicBezTo>
                  <a:pt x="1773861" y="487"/>
                  <a:pt x="1774851" y="417"/>
                  <a:pt x="1776033" y="417"/>
                </a:cubicBezTo>
                <a:cubicBezTo>
                  <a:pt x="1777284" y="417"/>
                  <a:pt x="1778309" y="487"/>
                  <a:pt x="1779108" y="626"/>
                </a:cubicBezTo>
                <a:cubicBezTo>
                  <a:pt x="1779908" y="765"/>
                  <a:pt x="1780533" y="938"/>
                  <a:pt x="1780985" y="1147"/>
                </a:cubicBezTo>
                <a:cubicBezTo>
                  <a:pt x="1781437" y="1355"/>
                  <a:pt x="1781767" y="1633"/>
                  <a:pt x="1781975" y="1981"/>
                </a:cubicBezTo>
                <a:cubicBezTo>
                  <a:pt x="1782184" y="2328"/>
                  <a:pt x="1782288" y="2712"/>
                  <a:pt x="1782288" y="3131"/>
                </a:cubicBezTo>
                <a:lnTo>
                  <a:pt x="1782288" y="143249"/>
                </a:lnTo>
                <a:moveTo>
                  <a:pt x="1769881" y="75200"/>
                </a:moveTo>
                <a:cubicBezTo>
                  <a:pt x="1764668" y="68866"/>
                  <a:pt x="1759647" y="64029"/>
                  <a:pt x="1754816" y="60689"/>
                </a:cubicBezTo>
                <a:cubicBezTo>
                  <a:pt x="1749985" y="57346"/>
                  <a:pt x="1744929" y="55674"/>
                  <a:pt x="1739646" y="55674"/>
                </a:cubicBezTo>
                <a:cubicBezTo>
                  <a:pt x="1734850" y="55674"/>
                  <a:pt x="1730749" y="56823"/>
                  <a:pt x="1727344" y="59121"/>
                </a:cubicBezTo>
                <a:cubicBezTo>
                  <a:pt x="1723938" y="61417"/>
                  <a:pt x="1721158" y="64444"/>
                  <a:pt x="1719003" y="68202"/>
                </a:cubicBezTo>
                <a:cubicBezTo>
                  <a:pt x="1716848" y="71959"/>
                  <a:pt x="1715284" y="76205"/>
                  <a:pt x="1714311" y="80938"/>
                </a:cubicBezTo>
                <a:cubicBezTo>
                  <a:pt x="1713338" y="85671"/>
                  <a:pt x="1712852" y="90473"/>
                  <a:pt x="1712852" y="95345"/>
                </a:cubicBezTo>
                <a:cubicBezTo>
                  <a:pt x="1712852" y="100564"/>
                  <a:pt x="1713269" y="105645"/>
                  <a:pt x="1714103" y="110586"/>
                </a:cubicBezTo>
                <a:cubicBezTo>
                  <a:pt x="1714937" y="115528"/>
                  <a:pt x="1716362" y="119929"/>
                  <a:pt x="1718377" y="123791"/>
                </a:cubicBezTo>
                <a:cubicBezTo>
                  <a:pt x="1720393" y="127653"/>
                  <a:pt x="1723069" y="130751"/>
                  <a:pt x="1726405" y="133084"/>
                </a:cubicBezTo>
                <a:cubicBezTo>
                  <a:pt x="1729742" y="135414"/>
                  <a:pt x="1733912" y="136579"/>
                  <a:pt x="1738916" y="136579"/>
                </a:cubicBezTo>
                <a:cubicBezTo>
                  <a:pt x="1741419" y="136579"/>
                  <a:pt x="1743851" y="136232"/>
                  <a:pt x="1746214" y="135537"/>
                </a:cubicBezTo>
                <a:cubicBezTo>
                  <a:pt x="1748578" y="134840"/>
                  <a:pt x="1751010" y="133691"/>
                  <a:pt x="1753513" y="132090"/>
                </a:cubicBezTo>
                <a:cubicBezTo>
                  <a:pt x="1756015" y="130489"/>
                  <a:pt x="1758604" y="128418"/>
                  <a:pt x="1761280" y="125877"/>
                </a:cubicBezTo>
                <a:cubicBezTo>
                  <a:pt x="1763956" y="123335"/>
                  <a:pt x="1766823" y="120185"/>
                  <a:pt x="1769881" y="116425"/>
                </a:cubicBezTo>
                <a:lnTo>
                  <a:pt x="1769881" y="75200"/>
                </a:lnTo>
                <a:close/>
                <a:moveTo>
                  <a:pt x="1909813" y="137726"/>
                </a:moveTo>
                <a:cubicBezTo>
                  <a:pt x="1909813" y="139186"/>
                  <a:pt x="1909692" y="140368"/>
                  <a:pt x="1909449" y="141271"/>
                </a:cubicBezTo>
                <a:cubicBezTo>
                  <a:pt x="1909205" y="142175"/>
                  <a:pt x="1908823" y="142887"/>
                  <a:pt x="1908302" y="143408"/>
                </a:cubicBezTo>
                <a:cubicBezTo>
                  <a:pt x="1907780" y="143930"/>
                  <a:pt x="1907016" y="144416"/>
                  <a:pt x="1906008" y="144868"/>
                </a:cubicBezTo>
                <a:cubicBezTo>
                  <a:pt x="1905000" y="145320"/>
                  <a:pt x="1903836" y="145702"/>
                  <a:pt x="1902515" y="146015"/>
                </a:cubicBezTo>
                <a:cubicBezTo>
                  <a:pt x="1901195" y="146328"/>
                  <a:pt x="1899805" y="146571"/>
                  <a:pt x="1898345" y="146745"/>
                </a:cubicBezTo>
                <a:cubicBezTo>
                  <a:pt x="1896885" y="146918"/>
                  <a:pt x="1895460" y="147005"/>
                  <a:pt x="1894070" y="147005"/>
                </a:cubicBezTo>
                <a:cubicBezTo>
                  <a:pt x="1889413" y="147005"/>
                  <a:pt x="1885452" y="146380"/>
                  <a:pt x="1882185" y="145129"/>
                </a:cubicBezTo>
                <a:cubicBezTo>
                  <a:pt x="1878918" y="143878"/>
                  <a:pt x="1876242" y="141984"/>
                  <a:pt x="1874157" y="139447"/>
                </a:cubicBezTo>
                <a:cubicBezTo>
                  <a:pt x="1872072" y="136910"/>
                  <a:pt x="1870560" y="133695"/>
                  <a:pt x="1869622" y="129803"/>
                </a:cubicBezTo>
                <a:cubicBezTo>
                  <a:pt x="1868683" y="125910"/>
                  <a:pt x="1868214" y="121323"/>
                  <a:pt x="1868214" y="116040"/>
                </a:cubicBezTo>
                <a:lnTo>
                  <a:pt x="1868214" y="57343"/>
                </a:lnTo>
                <a:lnTo>
                  <a:pt x="1854139" y="57343"/>
                </a:lnTo>
                <a:cubicBezTo>
                  <a:pt x="1853166" y="57343"/>
                  <a:pt x="1852401" y="56904"/>
                  <a:pt x="1851845" y="56026"/>
                </a:cubicBezTo>
                <a:cubicBezTo>
                  <a:pt x="1851289" y="55149"/>
                  <a:pt x="1851011" y="53832"/>
                  <a:pt x="1851011" y="52077"/>
                </a:cubicBezTo>
                <a:cubicBezTo>
                  <a:pt x="1851011" y="51165"/>
                  <a:pt x="1851081" y="50376"/>
                  <a:pt x="1851220" y="49709"/>
                </a:cubicBezTo>
                <a:cubicBezTo>
                  <a:pt x="1851359" y="49042"/>
                  <a:pt x="1851567" y="48480"/>
                  <a:pt x="1851845" y="48024"/>
                </a:cubicBezTo>
                <a:cubicBezTo>
                  <a:pt x="1852123" y="47568"/>
                  <a:pt x="1852454" y="47235"/>
                  <a:pt x="1852836" y="47024"/>
                </a:cubicBezTo>
                <a:cubicBezTo>
                  <a:pt x="1853218" y="46813"/>
                  <a:pt x="1853653" y="46708"/>
                  <a:pt x="1854139" y="46708"/>
                </a:cubicBezTo>
                <a:lnTo>
                  <a:pt x="1868214" y="46708"/>
                </a:lnTo>
                <a:lnTo>
                  <a:pt x="1868214" y="23563"/>
                </a:lnTo>
                <a:cubicBezTo>
                  <a:pt x="1868214" y="23146"/>
                  <a:pt x="1868301" y="22763"/>
                  <a:pt x="1868475" y="22416"/>
                </a:cubicBezTo>
                <a:cubicBezTo>
                  <a:pt x="1868648" y="22068"/>
                  <a:pt x="1868979" y="21773"/>
                  <a:pt x="1869465" y="21530"/>
                </a:cubicBezTo>
                <a:cubicBezTo>
                  <a:pt x="1869952" y="21286"/>
                  <a:pt x="1870595" y="21112"/>
                  <a:pt x="1871394" y="21008"/>
                </a:cubicBezTo>
                <a:cubicBezTo>
                  <a:pt x="1872193" y="20904"/>
                  <a:pt x="1873184" y="20852"/>
                  <a:pt x="1874365" y="20852"/>
                </a:cubicBezTo>
                <a:cubicBezTo>
                  <a:pt x="1875616" y="20852"/>
                  <a:pt x="1876642" y="20904"/>
                  <a:pt x="1877441" y="21008"/>
                </a:cubicBezTo>
                <a:cubicBezTo>
                  <a:pt x="1878240" y="21112"/>
                  <a:pt x="1878866" y="21286"/>
                  <a:pt x="1879318" y="21530"/>
                </a:cubicBezTo>
                <a:cubicBezTo>
                  <a:pt x="1879769" y="21773"/>
                  <a:pt x="1880100" y="22068"/>
                  <a:pt x="1880308" y="22416"/>
                </a:cubicBezTo>
                <a:cubicBezTo>
                  <a:pt x="1880517" y="22763"/>
                  <a:pt x="1880621" y="23146"/>
                  <a:pt x="1880621" y="23563"/>
                </a:cubicBezTo>
                <a:lnTo>
                  <a:pt x="1880621" y="46708"/>
                </a:lnTo>
                <a:lnTo>
                  <a:pt x="1906686" y="46708"/>
                </a:lnTo>
                <a:cubicBezTo>
                  <a:pt x="1907172" y="46708"/>
                  <a:pt x="1907607" y="46813"/>
                  <a:pt x="1907989" y="47024"/>
                </a:cubicBezTo>
                <a:cubicBezTo>
                  <a:pt x="1908371" y="47235"/>
                  <a:pt x="1908701" y="47568"/>
                  <a:pt x="1908979" y="48024"/>
                </a:cubicBezTo>
                <a:cubicBezTo>
                  <a:pt x="1909257" y="48480"/>
                  <a:pt x="1909466" y="49042"/>
                  <a:pt x="1909605" y="49709"/>
                </a:cubicBezTo>
                <a:cubicBezTo>
                  <a:pt x="1909744" y="50376"/>
                  <a:pt x="1909813" y="51165"/>
                  <a:pt x="1909813" y="52077"/>
                </a:cubicBezTo>
                <a:cubicBezTo>
                  <a:pt x="1909813" y="53832"/>
                  <a:pt x="1909518" y="55149"/>
                  <a:pt x="1908927" y="56026"/>
                </a:cubicBezTo>
                <a:cubicBezTo>
                  <a:pt x="1908336" y="56904"/>
                  <a:pt x="1907589" y="57343"/>
                  <a:pt x="1906686" y="57343"/>
                </a:cubicBezTo>
                <a:lnTo>
                  <a:pt x="1880621" y="57343"/>
                </a:lnTo>
                <a:lnTo>
                  <a:pt x="1880621" y="114372"/>
                </a:lnTo>
                <a:cubicBezTo>
                  <a:pt x="1880621" y="121531"/>
                  <a:pt x="1881646" y="126988"/>
                  <a:pt x="1883697" y="130741"/>
                </a:cubicBezTo>
                <a:cubicBezTo>
                  <a:pt x="1885747" y="134494"/>
                  <a:pt x="1889483" y="136371"/>
                  <a:pt x="1894904" y="136371"/>
                </a:cubicBezTo>
                <a:cubicBezTo>
                  <a:pt x="1896573" y="136371"/>
                  <a:pt x="1898084" y="136197"/>
                  <a:pt x="1899440" y="135850"/>
                </a:cubicBezTo>
                <a:cubicBezTo>
                  <a:pt x="1900795" y="135502"/>
                  <a:pt x="1901994" y="135120"/>
                  <a:pt x="1903037" y="134703"/>
                </a:cubicBezTo>
                <a:cubicBezTo>
                  <a:pt x="1904079" y="134286"/>
                  <a:pt x="1904965" y="133903"/>
                  <a:pt x="1905695" y="133556"/>
                </a:cubicBezTo>
                <a:cubicBezTo>
                  <a:pt x="1906425" y="133208"/>
                  <a:pt x="1907068" y="133035"/>
                  <a:pt x="1907624" y="133035"/>
                </a:cubicBezTo>
                <a:cubicBezTo>
                  <a:pt x="1907972" y="133035"/>
                  <a:pt x="1908284" y="133104"/>
                  <a:pt x="1908562" y="133243"/>
                </a:cubicBezTo>
                <a:cubicBezTo>
                  <a:pt x="1908840" y="133382"/>
                  <a:pt x="1909066" y="133643"/>
                  <a:pt x="1909240" y="134025"/>
                </a:cubicBezTo>
                <a:cubicBezTo>
                  <a:pt x="1909414" y="134407"/>
                  <a:pt x="1909553" y="134894"/>
                  <a:pt x="1909657" y="135485"/>
                </a:cubicBezTo>
                <a:cubicBezTo>
                  <a:pt x="1909761" y="136076"/>
                  <a:pt x="1909813" y="136823"/>
                  <a:pt x="1909813" y="137726"/>
                </a:cubicBezTo>
                <a:close/>
                <a:moveTo>
                  <a:pt x="1997908" y="143252"/>
                </a:moveTo>
                <a:cubicBezTo>
                  <a:pt x="1997908" y="143947"/>
                  <a:pt x="1997682" y="144486"/>
                  <a:pt x="1997231" y="144868"/>
                </a:cubicBezTo>
                <a:cubicBezTo>
                  <a:pt x="1996779" y="145250"/>
                  <a:pt x="1996188" y="145528"/>
                  <a:pt x="1995458" y="145702"/>
                </a:cubicBezTo>
                <a:cubicBezTo>
                  <a:pt x="1994728" y="145876"/>
                  <a:pt x="1993738" y="145963"/>
                  <a:pt x="1992487" y="145963"/>
                </a:cubicBezTo>
                <a:cubicBezTo>
                  <a:pt x="1991305" y="145963"/>
                  <a:pt x="1990297" y="145876"/>
                  <a:pt x="1989463" y="145702"/>
                </a:cubicBezTo>
                <a:cubicBezTo>
                  <a:pt x="1988629" y="145528"/>
                  <a:pt x="1987986" y="145250"/>
                  <a:pt x="1987535" y="144868"/>
                </a:cubicBezTo>
                <a:cubicBezTo>
                  <a:pt x="1987083" y="144486"/>
                  <a:pt x="1986857" y="143947"/>
                  <a:pt x="1986857" y="143252"/>
                </a:cubicBezTo>
                <a:lnTo>
                  <a:pt x="1986857" y="132722"/>
                </a:lnTo>
                <a:cubicBezTo>
                  <a:pt x="1982617" y="137309"/>
                  <a:pt x="1977943" y="140871"/>
                  <a:pt x="1972834" y="143408"/>
                </a:cubicBezTo>
                <a:cubicBezTo>
                  <a:pt x="1967725" y="145945"/>
                  <a:pt x="1962425" y="147214"/>
                  <a:pt x="1956934" y="147214"/>
                </a:cubicBezTo>
                <a:cubicBezTo>
                  <a:pt x="1952000" y="147214"/>
                  <a:pt x="1947569" y="146571"/>
                  <a:pt x="1943641" y="145285"/>
                </a:cubicBezTo>
                <a:cubicBezTo>
                  <a:pt x="1939714" y="143999"/>
                  <a:pt x="1936395" y="142157"/>
                  <a:pt x="1933685" y="139759"/>
                </a:cubicBezTo>
                <a:cubicBezTo>
                  <a:pt x="1930974" y="137361"/>
                  <a:pt x="1928889" y="134460"/>
                  <a:pt x="1927429" y="131054"/>
                </a:cubicBezTo>
                <a:cubicBezTo>
                  <a:pt x="1925970" y="127648"/>
                  <a:pt x="1925240" y="123825"/>
                  <a:pt x="1925240" y="119585"/>
                </a:cubicBezTo>
                <a:cubicBezTo>
                  <a:pt x="1925240" y="114372"/>
                  <a:pt x="1926317" y="109837"/>
                  <a:pt x="1928472" y="105979"/>
                </a:cubicBezTo>
                <a:cubicBezTo>
                  <a:pt x="1930626" y="102122"/>
                  <a:pt x="1933685" y="98907"/>
                  <a:pt x="1937647" y="96335"/>
                </a:cubicBezTo>
                <a:cubicBezTo>
                  <a:pt x="1941608" y="93764"/>
                  <a:pt x="1946370" y="91835"/>
                  <a:pt x="1951930" y="90549"/>
                </a:cubicBezTo>
                <a:cubicBezTo>
                  <a:pt x="1957491" y="89263"/>
                  <a:pt x="1963677" y="88620"/>
                  <a:pt x="1970488" y="88620"/>
                </a:cubicBezTo>
                <a:lnTo>
                  <a:pt x="1985501" y="88620"/>
                </a:lnTo>
                <a:lnTo>
                  <a:pt x="1985501" y="80462"/>
                </a:lnTo>
                <a:cubicBezTo>
                  <a:pt x="1985501" y="76418"/>
                  <a:pt x="1985084" y="72845"/>
                  <a:pt x="1984250" y="69743"/>
                </a:cubicBezTo>
                <a:cubicBezTo>
                  <a:pt x="1983416" y="66639"/>
                  <a:pt x="1982061" y="64041"/>
                  <a:pt x="1980184" y="61949"/>
                </a:cubicBezTo>
                <a:cubicBezTo>
                  <a:pt x="1978308" y="59858"/>
                  <a:pt x="1975875" y="58290"/>
                  <a:pt x="1972886" y="57245"/>
                </a:cubicBezTo>
                <a:cubicBezTo>
                  <a:pt x="1969897" y="56198"/>
                  <a:pt x="1966248" y="55674"/>
                  <a:pt x="1961939" y="55674"/>
                </a:cubicBezTo>
                <a:cubicBezTo>
                  <a:pt x="1957769" y="55674"/>
                  <a:pt x="1954015" y="56178"/>
                  <a:pt x="1950679" y="57186"/>
                </a:cubicBezTo>
                <a:cubicBezTo>
                  <a:pt x="1947343" y="58194"/>
                  <a:pt x="1944423" y="59323"/>
                  <a:pt x="1941921" y="60575"/>
                </a:cubicBezTo>
                <a:cubicBezTo>
                  <a:pt x="1939419" y="61826"/>
                  <a:pt x="1937351" y="62955"/>
                  <a:pt x="1935718" y="63963"/>
                </a:cubicBezTo>
                <a:cubicBezTo>
                  <a:pt x="1934084" y="64971"/>
                  <a:pt x="1932920" y="65475"/>
                  <a:pt x="1932225" y="65475"/>
                </a:cubicBezTo>
                <a:cubicBezTo>
                  <a:pt x="1931808" y="65475"/>
                  <a:pt x="1931426" y="65405"/>
                  <a:pt x="1931078" y="65266"/>
                </a:cubicBezTo>
                <a:cubicBezTo>
                  <a:pt x="1930731" y="65125"/>
                  <a:pt x="1930435" y="64862"/>
                  <a:pt x="1930192" y="64478"/>
                </a:cubicBezTo>
                <a:cubicBezTo>
                  <a:pt x="1929949" y="64091"/>
                  <a:pt x="1929775" y="63600"/>
                  <a:pt x="1929671" y="63005"/>
                </a:cubicBezTo>
                <a:cubicBezTo>
                  <a:pt x="1929566" y="62408"/>
                  <a:pt x="1929514" y="61689"/>
                  <a:pt x="1929514" y="60848"/>
                </a:cubicBezTo>
                <a:cubicBezTo>
                  <a:pt x="1929514" y="59376"/>
                  <a:pt x="1929619" y="58202"/>
                  <a:pt x="1929827" y="57326"/>
                </a:cubicBezTo>
                <a:cubicBezTo>
                  <a:pt x="1930036" y="56449"/>
                  <a:pt x="1930574" y="55572"/>
                  <a:pt x="1931443" y="54697"/>
                </a:cubicBezTo>
                <a:cubicBezTo>
                  <a:pt x="1932312" y="53819"/>
                  <a:pt x="1933858" y="52797"/>
                  <a:pt x="1936083" y="51631"/>
                </a:cubicBezTo>
                <a:cubicBezTo>
                  <a:pt x="1938307" y="50463"/>
                  <a:pt x="1940861" y="49381"/>
                  <a:pt x="1943746" y="48386"/>
                </a:cubicBezTo>
                <a:cubicBezTo>
                  <a:pt x="1946630" y="47391"/>
                  <a:pt x="1949741" y="46585"/>
                  <a:pt x="1953077" y="45969"/>
                </a:cubicBezTo>
                <a:cubicBezTo>
                  <a:pt x="1956413" y="45349"/>
                  <a:pt x="1959749" y="45040"/>
                  <a:pt x="1963086" y="45040"/>
                </a:cubicBezTo>
                <a:cubicBezTo>
                  <a:pt x="1969550" y="45040"/>
                  <a:pt x="1975006" y="45822"/>
                  <a:pt x="1979454" y="47386"/>
                </a:cubicBezTo>
                <a:cubicBezTo>
                  <a:pt x="1983903" y="48950"/>
                  <a:pt x="1987500" y="51191"/>
                  <a:pt x="1990245" y="54110"/>
                </a:cubicBezTo>
                <a:cubicBezTo>
                  <a:pt x="1992991" y="57030"/>
                  <a:pt x="1994954" y="60627"/>
                  <a:pt x="1996136" y="64901"/>
                </a:cubicBezTo>
                <a:cubicBezTo>
                  <a:pt x="1997318" y="69176"/>
                  <a:pt x="1997908" y="74024"/>
                  <a:pt x="1997908" y="79445"/>
                </a:cubicBezTo>
                <a:lnTo>
                  <a:pt x="1997908" y="143252"/>
                </a:lnTo>
                <a:moveTo>
                  <a:pt x="1985501" y="98838"/>
                </a:moveTo>
                <a:lnTo>
                  <a:pt x="1968299" y="98838"/>
                </a:lnTo>
                <a:cubicBezTo>
                  <a:pt x="1963294" y="98838"/>
                  <a:pt x="1958915" y="99289"/>
                  <a:pt x="1955162" y="100193"/>
                </a:cubicBezTo>
                <a:cubicBezTo>
                  <a:pt x="1951409" y="101097"/>
                  <a:pt x="1948281" y="102417"/>
                  <a:pt x="1945779" y="104155"/>
                </a:cubicBezTo>
                <a:cubicBezTo>
                  <a:pt x="1943277" y="105893"/>
                  <a:pt x="1941417" y="107978"/>
                  <a:pt x="1940201" y="110410"/>
                </a:cubicBezTo>
                <a:cubicBezTo>
                  <a:pt x="1938985" y="112843"/>
                  <a:pt x="1938376" y="115623"/>
                  <a:pt x="1938376" y="118751"/>
                </a:cubicBezTo>
                <a:cubicBezTo>
                  <a:pt x="1938376" y="124173"/>
                  <a:pt x="1940097" y="128499"/>
                  <a:pt x="1943537" y="131731"/>
                </a:cubicBezTo>
                <a:cubicBezTo>
                  <a:pt x="1946978" y="134963"/>
                  <a:pt x="1951826" y="136579"/>
                  <a:pt x="1958081" y="136579"/>
                </a:cubicBezTo>
                <a:cubicBezTo>
                  <a:pt x="1963016" y="136579"/>
                  <a:pt x="1967621" y="135311"/>
                  <a:pt x="1971896" y="132774"/>
                </a:cubicBezTo>
                <a:cubicBezTo>
                  <a:pt x="1976170" y="130237"/>
                  <a:pt x="1980706" y="126327"/>
                  <a:pt x="1985501" y="121045"/>
                </a:cubicBezTo>
                <a:lnTo>
                  <a:pt x="1985501" y="98838"/>
                </a:lnTo>
                <a:close/>
                <a:moveTo>
                  <a:pt x="2085121" y="53772"/>
                </a:moveTo>
                <a:cubicBezTo>
                  <a:pt x="2085121" y="54823"/>
                  <a:pt x="2085087" y="55716"/>
                  <a:pt x="2085017" y="56450"/>
                </a:cubicBezTo>
                <a:cubicBezTo>
                  <a:pt x="2084948" y="57184"/>
                  <a:pt x="2084826" y="57777"/>
                  <a:pt x="2084652" y="58229"/>
                </a:cubicBezTo>
                <a:cubicBezTo>
                  <a:pt x="2084478" y="58681"/>
                  <a:pt x="2084270" y="59028"/>
                  <a:pt x="2084027" y="59271"/>
                </a:cubicBezTo>
                <a:cubicBezTo>
                  <a:pt x="2083783" y="59515"/>
                  <a:pt x="2083453" y="59636"/>
                  <a:pt x="2083036" y="59636"/>
                </a:cubicBezTo>
                <a:cubicBezTo>
                  <a:pt x="2082411" y="59636"/>
                  <a:pt x="2081681" y="59480"/>
                  <a:pt x="2080847" y="59167"/>
                </a:cubicBezTo>
                <a:cubicBezTo>
                  <a:pt x="2080013" y="58854"/>
                  <a:pt x="2079040" y="58524"/>
                  <a:pt x="2077927" y="58177"/>
                </a:cubicBezTo>
                <a:cubicBezTo>
                  <a:pt x="2076815" y="57829"/>
                  <a:pt x="2075599" y="57499"/>
                  <a:pt x="2074278" y="57186"/>
                </a:cubicBezTo>
                <a:cubicBezTo>
                  <a:pt x="2072958" y="56873"/>
                  <a:pt x="2071498" y="56717"/>
                  <a:pt x="2069899" y="56717"/>
                </a:cubicBezTo>
                <a:cubicBezTo>
                  <a:pt x="2068023" y="56717"/>
                  <a:pt x="2066181" y="57113"/>
                  <a:pt x="2064374" y="57906"/>
                </a:cubicBezTo>
                <a:cubicBezTo>
                  <a:pt x="2062567" y="58699"/>
                  <a:pt x="2060673" y="59975"/>
                  <a:pt x="2058692" y="61734"/>
                </a:cubicBezTo>
                <a:cubicBezTo>
                  <a:pt x="2056711" y="63494"/>
                  <a:pt x="2054626" y="65822"/>
                  <a:pt x="2052436" y="68720"/>
                </a:cubicBezTo>
                <a:cubicBezTo>
                  <a:pt x="2050247" y="71617"/>
                  <a:pt x="2047831" y="75170"/>
                  <a:pt x="2045190" y="79377"/>
                </a:cubicBezTo>
                <a:lnTo>
                  <a:pt x="2045190" y="143249"/>
                </a:lnTo>
                <a:cubicBezTo>
                  <a:pt x="2045190" y="143666"/>
                  <a:pt x="2045086" y="144049"/>
                  <a:pt x="2044877" y="144399"/>
                </a:cubicBezTo>
                <a:cubicBezTo>
                  <a:pt x="2044669" y="144746"/>
                  <a:pt x="2044339" y="145024"/>
                  <a:pt x="2043887" y="145233"/>
                </a:cubicBezTo>
                <a:cubicBezTo>
                  <a:pt x="2043435" y="145441"/>
                  <a:pt x="2042809" y="145615"/>
                  <a:pt x="2042010" y="145754"/>
                </a:cubicBezTo>
                <a:cubicBezTo>
                  <a:pt x="2041211" y="145893"/>
                  <a:pt x="2040186" y="145963"/>
                  <a:pt x="2038935" y="145963"/>
                </a:cubicBezTo>
                <a:cubicBezTo>
                  <a:pt x="2037753" y="145963"/>
                  <a:pt x="2036762" y="145893"/>
                  <a:pt x="2035963" y="145754"/>
                </a:cubicBezTo>
                <a:cubicBezTo>
                  <a:pt x="2035164" y="145615"/>
                  <a:pt x="2034521" y="145441"/>
                  <a:pt x="2034034" y="145233"/>
                </a:cubicBezTo>
                <a:cubicBezTo>
                  <a:pt x="2033548" y="145024"/>
                  <a:pt x="2033218" y="144746"/>
                  <a:pt x="2033044" y="144399"/>
                </a:cubicBezTo>
                <a:cubicBezTo>
                  <a:pt x="2032870" y="144049"/>
                  <a:pt x="2032783" y="143666"/>
                  <a:pt x="2032783" y="143249"/>
                </a:cubicBezTo>
                <a:lnTo>
                  <a:pt x="2032783" y="48797"/>
                </a:lnTo>
                <a:cubicBezTo>
                  <a:pt x="2032783" y="48379"/>
                  <a:pt x="2032870" y="47997"/>
                  <a:pt x="2033044" y="47650"/>
                </a:cubicBezTo>
                <a:cubicBezTo>
                  <a:pt x="2033218" y="47300"/>
                  <a:pt x="2033548" y="47003"/>
                  <a:pt x="2034034" y="46760"/>
                </a:cubicBezTo>
                <a:cubicBezTo>
                  <a:pt x="2034521" y="46517"/>
                  <a:pt x="2035129" y="46343"/>
                  <a:pt x="2035859" y="46239"/>
                </a:cubicBezTo>
                <a:cubicBezTo>
                  <a:pt x="2036589" y="46135"/>
                  <a:pt x="2037544" y="46083"/>
                  <a:pt x="2038726" y="46083"/>
                </a:cubicBezTo>
                <a:cubicBezTo>
                  <a:pt x="2039908" y="46083"/>
                  <a:pt x="2040881" y="46135"/>
                  <a:pt x="2041645" y="46239"/>
                </a:cubicBezTo>
                <a:cubicBezTo>
                  <a:pt x="2042410" y="46343"/>
                  <a:pt x="2043001" y="46517"/>
                  <a:pt x="2043418" y="46760"/>
                </a:cubicBezTo>
                <a:cubicBezTo>
                  <a:pt x="2043835" y="47003"/>
                  <a:pt x="2044130" y="47300"/>
                  <a:pt x="2044304" y="47650"/>
                </a:cubicBezTo>
                <a:cubicBezTo>
                  <a:pt x="2044478" y="47997"/>
                  <a:pt x="2044565" y="48379"/>
                  <a:pt x="2044565" y="48797"/>
                </a:cubicBezTo>
                <a:lnTo>
                  <a:pt x="2044565" y="63722"/>
                </a:lnTo>
                <a:cubicBezTo>
                  <a:pt x="2047275" y="59777"/>
                  <a:pt x="2049777" y="56594"/>
                  <a:pt x="2052071" y="54172"/>
                </a:cubicBezTo>
                <a:cubicBezTo>
                  <a:pt x="2054365" y="51751"/>
                  <a:pt x="2056554" y="49865"/>
                  <a:pt x="2058639" y="48516"/>
                </a:cubicBezTo>
                <a:cubicBezTo>
                  <a:pt x="2060725" y="47167"/>
                  <a:pt x="2062758" y="46251"/>
                  <a:pt x="2064739" y="45766"/>
                </a:cubicBezTo>
                <a:cubicBezTo>
                  <a:pt x="2066720" y="45282"/>
                  <a:pt x="2068753" y="45040"/>
                  <a:pt x="2070838" y="45040"/>
                </a:cubicBezTo>
                <a:cubicBezTo>
                  <a:pt x="2071741" y="45040"/>
                  <a:pt x="2072784" y="45093"/>
                  <a:pt x="2073966" y="45200"/>
                </a:cubicBezTo>
                <a:cubicBezTo>
                  <a:pt x="2075147" y="45304"/>
                  <a:pt x="2076416" y="45496"/>
                  <a:pt x="2077771" y="45776"/>
                </a:cubicBezTo>
                <a:cubicBezTo>
                  <a:pt x="2079126" y="46056"/>
                  <a:pt x="2080343" y="46390"/>
                  <a:pt x="2081420" y="46777"/>
                </a:cubicBezTo>
                <a:cubicBezTo>
                  <a:pt x="2082497" y="47161"/>
                  <a:pt x="2083245" y="47512"/>
                  <a:pt x="2083662" y="47829"/>
                </a:cubicBezTo>
                <a:cubicBezTo>
                  <a:pt x="2084079" y="48144"/>
                  <a:pt x="2084357" y="48424"/>
                  <a:pt x="2084496" y="48669"/>
                </a:cubicBezTo>
                <a:cubicBezTo>
                  <a:pt x="2084635" y="48915"/>
                  <a:pt x="2084756" y="49231"/>
                  <a:pt x="2084861" y="49618"/>
                </a:cubicBezTo>
                <a:cubicBezTo>
                  <a:pt x="2084965" y="50002"/>
                  <a:pt x="2085034" y="50528"/>
                  <a:pt x="2085069" y="51194"/>
                </a:cubicBezTo>
                <a:cubicBezTo>
                  <a:pt x="2085104" y="51861"/>
                  <a:pt x="2085121" y="52720"/>
                  <a:pt x="2085121" y="53772"/>
                </a:cubicBezTo>
                <a:close/>
                <a:moveTo>
                  <a:pt x="2179666" y="52077"/>
                </a:moveTo>
                <a:cubicBezTo>
                  <a:pt x="2179666" y="54043"/>
                  <a:pt x="2179353" y="55413"/>
                  <a:pt x="2178728" y="56186"/>
                </a:cubicBezTo>
                <a:cubicBezTo>
                  <a:pt x="2178102" y="56957"/>
                  <a:pt x="2177303" y="57343"/>
                  <a:pt x="2176330" y="57343"/>
                </a:cubicBezTo>
                <a:lnTo>
                  <a:pt x="2161421" y="57343"/>
                </a:lnTo>
                <a:cubicBezTo>
                  <a:pt x="2164340" y="60310"/>
                  <a:pt x="2166373" y="63535"/>
                  <a:pt x="2167520" y="67019"/>
                </a:cubicBezTo>
                <a:cubicBezTo>
                  <a:pt x="2168667" y="70501"/>
                  <a:pt x="2169240" y="74174"/>
                  <a:pt x="2169240" y="78038"/>
                </a:cubicBezTo>
                <a:cubicBezTo>
                  <a:pt x="2169240" y="83381"/>
                  <a:pt x="2168389" y="88135"/>
                  <a:pt x="2166686" y="92299"/>
                </a:cubicBezTo>
                <a:cubicBezTo>
                  <a:pt x="2164983" y="96462"/>
                  <a:pt x="2162568" y="99984"/>
                  <a:pt x="2159440" y="102865"/>
                </a:cubicBezTo>
                <a:cubicBezTo>
                  <a:pt x="2156312" y="105745"/>
                  <a:pt x="2152593" y="107948"/>
                  <a:pt x="2148284" y="109475"/>
                </a:cubicBezTo>
                <a:cubicBezTo>
                  <a:pt x="2143975" y="111002"/>
                  <a:pt x="2139213" y="111766"/>
                  <a:pt x="2134001" y="111766"/>
                </a:cubicBezTo>
                <a:cubicBezTo>
                  <a:pt x="2129761" y="111766"/>
                  <a:pt x="2125729" y="111176"/>
                  <a:pt x="2121906" y="109997"/>
                </a:cubicBezTo>
                <a:cubicBezTo>
                  <a:pt x="2118084" y="108817"/>
                  <a:pt x="2115095" y="107360"/>
                  <a:pt x="2112940" y="105624"/>
                </a:cubicBezTo>
                <a:cubicBezTo>
                  <a:pt x="2111550" y="107021"/>
                  <a:pt x="2110403" y="108627"/>
                  <a:pt x="2109500" y="110443"/>
                </a:cubicBezTo>
                <a:cubicBezTo>
                  <a:pt x="2108596" y="112259"/>
                  <a:pt x="2108144" y="114354"/>
                  <a:pt x="2108144" y="116728"/>
                </a:cubicBezTo>
                <a:cubicBezTo>
                  <a:pt x="2108144" y="119380"/>
                  <a:pt x="2109413" y="121614"/>
                  <a:pt x="2111950" y="123430"/>
                </a:cubicBezTo>
                <a:cubicBezTo>
                  <a:pt x="2114487" y="125246"/>
                  <a:pt x="2117771" y="126223"/>
                  <a:pt x="2121802" y="126362"/>
                </a:cubicBezTo>
                <a:lnTo>
                  <a:pt x="2147346" y="127408"/>
                </a:lnTo>
                <a:cubicBezTo>
                  <a:pt x="2151655" y="127547"/>
                  <a:pt x="2155704" y="128139"/>
                  <a:pt x="2159492" y="129184"/>
                </a:cubicBezTo>
                <a:cubicBezTo>
                  <a:pt x="2163280" y="130226"/>
                  <a:pt x="2166599" y="131775"/>
                  <a:pt x="2169449" y="133830"/>
                </a:cubicBezTo>
                <a:cubicBezTo>
                  <a:pt x="2172298" y="135884"/>
                  <a:pt x="2174557" y="138409"/>
                  <a:pt x="2176225" y="141405"/>
                </a:cubicBezTo>
                <a:cubicBezTo>
                  <a:pt x="2177894" y="144398"/>
                  <a:pt x="2178728" y="147913"/>
                  <a:pt x="2178728" y="151951"/>
                </a:cubicBezTo>
                <a:cubicBezTo>
                  <a:pt x="2178728" y="156130"/>
                  <a:pt x="2177876" y="160134"/>
                  <a:pt x="2176173" y="163964"/>
                </a:cubicBezTo>
                <a:cubicBezTo>
                  <a:pt x="2174470" y="167793"/>
                  <a:pt x="2171829" y="171152"/>
                  <a:pt x="2168250" y="174041"/>
                </a:cubicBezTo>
                <a:cubicBezTo>
                  <a:pt x="2164670" y="176932"/>
                  <a:pt x="2160100" y="179230"/>
                  <a:pt x="2154540" y="180935"/>
                </a:cubicBezTo>
                <a:cubicBezTo>
                  <a:pt x="2148979" y="182642"/>
                  <a:pt x="2142341" y="183496"/>
                  <a:pt x="2134626" y="183496"/>
                </a:cubicBezTo>
                <a:cubicBezTo>
                  <a:pt x="2127258" y="183496"/>
                  <a:pt x="2120985" y="182852"/>
                  <a:pt x="2115807" y="181564"/>
                </a:cubicBezTo>
                <a:cubicBezTo>
                  <a:pt x="2110629" y="180278"/>
                  <a:pt x="2106389" y="178505"/>
                  <a:pt x="2103088" y="176244"/>
                </a:cubicBezTo>
                <a:cubicBezTo>
                  <a:pt x="2099786" y="173985"/>
                  <a:pt x="2097388" y="171325"/>
                  <a:pt x="2095894" y="168264"/>
                </a:cubicBezTo>
                <a:cubicBezTo>
                  <a:pt x="2094399" y="165204"/>
                  <a:pt x="2093652" y="161899"/>
                  <a:pt x="2093652" y="158350"/>
                </a:cubicBezTo>
                <a:cubicBezTo>
                  <a:pt x="2093652" y="155917"/>
                  <a:pt x="2093930" y="153623"/>
                  <a:pt x="2094486" y="151466"/>
                </a:cubicBezTo>
                <a:cubicBezTo>
                  <a:pt x="2095042" y="149309"/>
                  <a:pt x="2095894" y="147257"/>
                  <a:pt x="2097041" y="145311"/>
                </a:cubicBezTo>
                <a:cubicBezTo>
                  <a:pt x="2098188" y="143363"/>
                  <a:pt x="2099612" y="141485"/>
                  <a:pt x="2101315" y="139678"/>
                </a:cubicBezTo>
                <a:cubicBezTo>
                  <a:pt x="2103018" y="137869"/>
                  <a:pt x="2104982" y="136024"/>
                  <a:pt x="2107206" y="134146"/>
                </a:cubicBezTo>
                <a:cubicBezTo>
                  <a:pt x="2103661" y="132330"/>
                  <a:pt x="2101055" y="130131"/>
                  <a:pt x="2099386" y="127548"/>
                </a:cubicBezTo>
                <a:cubicBezTo>
                  <a:pt x="2097718" y="124965"/>
                  <a:pt x="2096884" y="122208"/>
                  <a:pt x="2096884" y="119276"/>
                </a:cubicBezTo>
                <a:cubicBezTo>
                  <a:pt x="2096884" y="114949"/>
                  <a:pt x="2097718" y="111127"/>
                  <a:pt x="2099386" y="107810"/>
                </a:cubicBezTo>
                <a:cubicBezTo>
                  <a:pt x="2101055" y="104494"/>
                  <a:pt x="2103070" y="101509"/>
                  <a:pt x="2105434" y="98857"/>
                </a:cubicBezTo>
                <a:cubicBezTo>
                  <a:pt x="2103418" y="96220"/>
                  <a:pt x="2101854" y="93340"/>
                  <a:pt x="2100742" y="90217"/>
                </a:cubicBezTo>
                <a:cubicBezTo>
                  <a:pt x="2099630" y="87093"/>
                  <a:pt x="2099074" y="83346"/>
                  <a:pt x="2099074" y="78976"/>
                </a:cubicBezTo>
                <a:cubicBezTo>
                  <a:pt x="2099074" y="73700"/>
                  <a:pt x="2099943" y="68964"/>
                  <a:pt x="2101680" y="64768"/>
                </a:cubicBezTo>
                <a:cubicBezTo>
                  <a:pt x="2103418" y="60569"/>
                  <a:pt x="2105833" y="57012"/>
                  <a:pt x="2108926" y="54097"/>
                </a:cubicBezTo>
                <a:cubicBezTo>
                  <a:pt x="2112019" y="51183"/>
                  <a:pt x="2115720" y="48944"/>
                  <a:pt x="2120030" y="47383"/>
                </a:cubicBezTo>
                <a:cubicBezTo>
                  <a:pt x="2124339" y="45821"/>
                  <a:pt x="2129066" y="45040"/>
                  <a:pt x="2134209" y="45040"/>
                </a:cubicBezTo>
                <a:cubicBezTo>
                  <a:pt x="2136920" y="45040"/>
                  <a:pt x="2139474" y="45196"/>
                  <a:pt x="2141872" y="45509"/>
                </a:cubicBezTo>
                <a:cubicBezTo>
                  <a:pt x="2144270" y="45822"/>
                  <a:pt x="2146477" y="46222"/>
                  <a:pt x="2148493" y="46708"/>
                </a:cubicBezTo>
                <a:lnTo>
                  <a:pt x="2176330" y="46708"/>
                </a:lnTo>
                <a:cubicBezTo>
                  <a:pt x="2177511" y="46708"/>
                  <a:pt x="2178363" y="47164"/>
                  <a:pt x="2178884" y="48076"/>
                </a:cubicBezTo>
                <a:cubicBezTo>
                  <a:pt x="2179405" y="48989"/>
                  <a:pt x="2179666" y="50322"/>
                  <a:pt x="2179666" y="52077"/>
                </a:cubicBezTo>
                <a:moveTo>
                  <a:pt x="2156416" y="78246"/>
                </a:moveTo>
                <a:cubicBezTo>
                  <a:pt x="2156416" y="71105"/>
                  <a:pt x="2154453" y="65523"/>
                  <a:pt x="2150526" y="61500"/>
                </a:cubicBezTo>
                <a:cubicBezTo>
                  <a:pt x="2146598" y="57477"/>
                  <a:pt x="2141021" y="55466"/>
                  <a:pt x="2133792" y="55466"/>
                </a:cubicBezTo>
                <a:cubicBezTo>
                  <a:pt x="2130108" y="55466"/>
                  <a:pt x="2126876" y="56090"/>
                  <a:pt x="2124096" y="57339"/>
                </a:cubicBezTo>
                <a:cubicBezTo>
                  <a:pt x="2121316" y="58586"/>
                  <a:pt x="2119022" y="60285"/>
                  <a:pt x="2117215" y="62435"/>
                </a:cubicBezTo>
                <a:cubicBezTo>
                  <a:pt x="2115408" y="64585"/>
                  <a:pt x="2114052" y="67082"/>
                  <a:pt x="2113149" y="69925"/>
                </a:cubicBezTo>
                <a:cubicBezTo>
                  <a:pt x="2112245" y="72769"/>
                  <a:pt x="2111793" y="75786"/>
                  <a:pt x="2111793" y="78976"/>
                </a:cubicBezTo>
                <a:cubicBezTo>
                  <a:pt x="2111793" y="85910"/>
                  <a:pt x="2113757" y="91370"/>
                  <a:pt x="2117684" y="95358"/>
                </a:cubicBezTo>
                <a:cubicBezTo>
                  <a:pt x="2121611" y="99346"/>
                  <a:pt x="2127119" y="101340"/>
                  <a:pt x="2134209" y="101340"/>
                </a:cubicBezTo>
                <a:cubicBezTo>
                  <a:pt x="2137962" y="101340"/>
                  <a:pt x="2141247" y="100716"/>
                  <a:pt x="2144062" y="99470"/>
                </a:cubicBezTo>
                <a:cubicBezTo>
                  <a:pt x="2146877" y="98221"/>
                  <a:pt x="2149188" y="96539"/>
                  <a:pt x="2150995" y="94423"/>
                </a:cubicBezTo>
                <a:cubicBezTo>
                  <a:pt x="2152802" y="92307"/>
                  <a:pt x="2154157" y="89845"/>
                  <a:pt x="2155061" y="87037"/>
                </a:cubicBezTo>
                <a:cubicBezTo>
                  <a:pt x="2155964" y="84228"/>
                  <a:pt x="2156416" y="81298"/>
                  <a:pt x="2156416" y="78246"/>
                </a:cubicBezTo>
                <a:moveTo>
                  <a:pt x="2166321" y="152681"/>
                </a:moveTo>
                <a:cubicBezTo>
                  <a:pt x="2166321" y="148081"/>
                  <a:pt x="2164462" y="144561"/>
                  <a:pt x="2160743" y="142121"/>
                </a:cubicBezTo>
                <a:cubicBezTo>
                  <a:pt x="2157024" y="139680"/>
                  <a:pt x="2152037" y="138355"/>
                  <a:pt x="2145782" y="138147"/>
                </a:cubicBezTo>
                <a:lnTo>
                  <a:pt x="2118362" y="137205"/>
                </a:lnTo>
                <a:cubicBezTo>
                  <a:pt x="2115859" y="139158"/>
                  <a:pt x="2113809" y="141005"/>
                  <a:pt x="2112210" y="142747"/>
                </a:cubicBezTo>
                <a:cubicBezTo>
                  <a:pt x="2110612" y="144489"/>
                  <a:pt x="2109343" y="146179"/>
                  <a:pt x="2108405" y="147817"/>
                </a:cubicBezTo>
                <a:cubicBezTo>
                  <a:pt x="2107467" y="149457"/>
                  <a:pt x="2106824" y="151061"/>
                  <a:pt x="2106476" y="152629"/>
                </a:cubicBezTo>
                <a:cubicBezTo>
                  <a:pt x="2106129" y="154197"/>
                  <a:pt x="2105955" y="155783"/>
                  <a:pt x="2105955" y="157386"/>
                </a:cubicBezTo>
                <a:cubicBezTo>
                  <a:pt x="2105955" y="162544"/>
                  <a:pt x="2108544" y="166448"/>
                  <a:pt x="2113722" y="169095"/>
                </a:cubicBezTo>
                <a:cubicBezTo>
                  <a:pt x="2118900" y="171745"/>
                  <a:pt x="2126112" y="173070"/>
                  <a:pt x="2135356" y="173070"/>
                </a:cubicBezTo>
                <a:cubicBezTo>
                  <a:pt x="2141194" y="173070"/>
                  <a:pt x="2146077" y="172495"/>
                  <a:pt x="2150004" y="171343"/>
                </a:cubicBezTo>
                <a:cubicBezTo>
                  <a:pt x="2153931" y="170194"/>
                  <a:pt x="2157111" y="168678"/>
                  <a:pt x="2159544" y="166795"/>
                </a:cubicBezTo>
                <a:cubicBezTo>
                  <a:pt x="2161977" y="164914"/>
                  <a:pt x="2163714" y="162753"/>
                  <a:pt x="2164757" y="160311"/>
                </a:cubicBezTo>
                <a:cubicBezTo>
                  <a:pt x="2165800" y="157872"/>
                  <a:pt x="2166321" y="155329"/>
                  <a:pt x="2166321" y="152681"/>
                </a:cubicBezTo>
                <a:close/>
                <a:moveTo>
                  <a:pt x="2280502" y="91227"/>
                </a:moveTo>
                <a:cubicBezTo>
                  <a:pt x="2280502" y="93729"/>
                  <a:pt x="2279841" y="95449"/>
                  <a:pt x="2278521" y="96388"/>
                </a:cubicBezTo>
                <a:cubicBezTo>
                  <a:pt x="2277200" y="97326"/>
                  <a:pt x="2275914" y="97795"/>
                  <a:pt x="2274663" y="97795"/>
                </a:cubicBezTo>
                <a:lnTo>
                  <a:pt x="2210335" y="97795"/>
                </a:lnTo>
                <a:cubicBezTo>
                  <a:pt x="2210335" y="103649"/>
                  <a:pt x="2210909" y="108945"/>
                  <a:pt x="2212055" y="113685"/>
                </a:cubicBezTo>
                <a:cubicBezTo>
                  <a:pt x="2213202" y="118424"/>
                  <a:pt x="2215096" y="122484"/>
                  <a:pt x="2217738" y="125864"/>
                </a:cubicBezTo>
                <a:cubicBezTo>
                  <a:pt x="2220379" y="129243"/>
                  <a:pt x="2223819" y="131840"/>
                  <a:pt x="2228059" y="133654"/>
                </a:cubicBezTo>
                <a:cubicBezTo>
                  <a:pt x="2232299" y="135465"/>
                  <a:pt x="2237512" y="136371"/>
                  <a:pt x="2243698" y="136371"/>
                </a:cubicBezTo>
                <a:cubicBezTo>
                  <a:pt x="2248077" y="136371"/>
                  <a:pt x="2252004" y="135983"/>
                  <a:pt x="2255479" y="135208"/>
                </a:cubicBezTo>
                <a:cubicBezTo>
                  <a:pt x="2258955" y="134432"/>
                  <a:pt x="2261961" y="133569"/>
                  <a:pt x="2264498" y="132618"/>
                </a:cubicBezTo>
                <a:cubicBezTo>
                  <a:pt x="2267035" y="131666"/>
                  <a:pt x="2269120" y="130803"/>
                  <a:pt x="2270753" y="130027"/>
                </a:cubicBezTo>
                <a:cubicBezTo>
                  <a:pt x="2272387" y="129252"/>
                  <a:pt x="2273551" y="128864"/>
                  <a:pt x="2274246" y="128864"/>
                </a:cubicBezTo>
                <a:cubicBezTo>
                  <a:pt x="2274663" y="128864"/>
                  <a:pt x="2275045" y="128970"/>
                  <a:pt x="2275393" y="129180"/>
                </a:cubicBezTo>
                <a:cubicBezTo>
                  <a:pt x="2275740" y="129391"/>
                  <a:pt x="2276018" y="129724"/>
                  <a:pt x="2276227" y="130181"/>
                </a:cubicBezTo>
                <a:cubicBezTo>
                  <a:pt x="2276435" y="130637"/>
                  <a:pt x="2276592" y="131216"/>
                  <a:pt x="2276696" y="131917"/>
                </a:cubicBezTo>
                <a:cubicBezTo>
                  <a:pt x="2276800" y="132619"/>
                  <a:pt x="2276852" y="133495"/>
                  <a:pt x="2276852" y="134546"/>
                </a:cubicBezTo>
                <a:cubicBezTo>
                  <a:pt x="2276852" y="135039"/>
                  <a:pt x="2276818" y="135514"/>
                  <a:pt x="2276748" y="135970"/>
                </a:cubicBezTo>
                <a:cubicBezTo>
                  <a:pt x="2276679" y="136426"/>
                  <a:pt x="2276592" y="136848"/>
                  <a:pt x="2276488" y="137234"/>
                </a:cubicBezTo>
                <a:cubicBezTo>
                  <a:pt x="2276383" y="137619"/>
                  <a:pt x="2276227" y="137987"/>
                  <a:pt x="2276018" y="138339"/>
                </a:cubicBezTo>
                <a:cubicBezTo>
                  <a:pt x="2275810" y="138689"/>
                  <a:pt x="2275532" y="139039"/>
                  <a:pt x="2275184" y="139391"/>
                </a:cubicBezTo>
                <a:cubicBezTo>
                  <a:pt x="2274837" y="139741"/>
                  <a:pt x="2273759" y="140350"/>
                  <a:pt x="2271952" y="141219"/>
                </a:cubicBezTo>
                <a:cubicBezTo>
                  <a:pt x="2270145" y="142088"/>
                  <a:pt x="2267782" y="142957"/>
                  <a:pt x="2264863" y="143825"/>
                </a:cubicBezTo>
                <a:cubicBezTo>
                  <a:pt x="2261943" y="144694"/>
                  <a:pt x="2258555" y="145476"/>
                  <a:pt x="2254697" y="146171"/>
                </a:cubicBezTo>
                <a:cubicBezTo>
                  <a:pt x="2250840" y="146866"/>
                  <a:pt x="2246687" y="147214"/>
                  <a:pt x="2242238" y="147214"/>
                </a:cubicBezTo>
                <a:cubicBezTo>
                  <a:pt x="2234940" y="147214"/>
                  <a:pt x="2228476" y="146118"/>
                  <a:pt x="2222846" y="143926"/>
                </a:cubicBezTo>
                <a:cubicBezTo>
                  <a:pt x="2217216" y="141735"/>
                  <a:pt x="2212490" y="138500"/>
                  <a:pt x="2208667" y="134221"/>
                </a:cubicBezTo>
                <a:cubicBezTo>
                  <a:pt x="2204844" y="129942"/>
                  <a:pt x="2201942" y="124636"/>
                  <a:pt x="2199961" y="118305"/>
                </a:cubicBezTo>
                <a:cubicBezTo>
                  <a:pt x="2197980" y="111973"/>
                  <a:pt x="2196990" y="104633"/>
                  <a:pt x="2196990" y="96283"/>
                </a:cubicBezTo>
                <a:cubicBezTo>
                  <a:pt x="2196990" y="88281"/>
                  <a:pt x="2198015" y="81115"/>
                  <a:pt x="2200066" y="74783"/>
                </a:cubicBezTo>
                <a:cubicBezTo>
                  <a:pt x="2202116" y="68452"/>
                  <a:pt x="2205053" y="63077"/>
                  <a:pt x="2208876" y="58659"/>
                </a:cubicBezTo>
                <a:cubicBezTo>
                  <a:pt x="2212698" y="54241"/>
                  <a:pt x="2217303" y="50867"/>
                  <a:pt x="2222690" y="48536"/>
                </a:cubicBezTo>
                <a:cubicBezTo>
                  <a:pt x="2228077" y="46205"/>
                  <a:pt x="2234071" y="45040"/>
                  <a:pt x="2240675" y="45040"/>
                </a:cubicBezTo>
                <a:cubicBezTo>
                  <a:pt x="2247764" y="45040"/>
                  <a:pt x="2253811" y="46222"/>
                  <a:pt x="2258816" y="48585"/>
                </a:cubicBezTo>
                <a:cubicBezTo>
                  <a:pt x="2263820" y="50948"/>
                  <a:pt x="2267938" y="54128"/>
                  <a:pt x="2271170" y="58124"/>
                </a:cubicBezTo>
                <a:cubicBezTo>
                  <a:pt x="2274402" y="62121"/>
                  <a:pt x="2276766" y="66761"/>
                  <a:pt x="2278260" y="72043"/>
                </a:cubicBezTo>
                <a:cubicBezTo>
                  <a:pt x="2279754" y="77326"/>
                  <a:pt x="2280502" y="82886"/>
                  <a:pt x="2280502" y="88725"/>
                </a:cubicBezTo>
                <a:lnTo>
                  <a:pt x="2280502" y="91227"/>
                </a:lnTo>
                <a:moveTo>
                  <a:pt x="2267678" y="87578"/>
                </a:moveTo>
                <a:cubicBezTo>
                  <a:pt x="2267886" y="77569"/>
                  <a:pt x="2265592" y="69749"/>
                  <a:pt x="2260797" y="64119"/>
                </a:cubicBezTo>
                <a:cubicBezTo>
                  <a:pt x="2256001" y="58489"/>
                  <a:pt x="2249015" y="55674"/>
                  <a:pt x="2239840" y="55674"/>
                </a:cubicBezTo>
                <a:cubicBezTo>
                  <a:pt x="2235114" y="55674"/>
                  <a:pt x="2230961" y="56561"/>
                  <a:pt x="2227382" y="58333"/>
                </a:cubicBezTo>
                <a:cubicBezTo>
                  <a:pt x="2223802" y="60105"/>
                  <a:pt x="2220778" y="62451"/>
                  <a:pt x="2218311" y="65370"/>
                </a:cubicBezTo>
                <a:cubicBezTo>
                  <a:pt x="2215843" y="68290"/>
                  <a:pt x="2213949" y="71678"/>
                  <a:pt x="2212629" y="75536"/>
                </a:cubicBezTo>
                <a:cubicBezTo>
                  <a:pt x="2211308" y="79393"/>
                  <a:pt x="2210544" y="83407"/>
                  <a:pt x="2210335" y="87578"/>
                </a:cubicBezTo>
                <a:lnTo>
                  <a:pt x="2267678" y="87578"/>
                </a:lnTo>
                <a:close/>
                <a:moveTo>
                  <a:pt x="2352766" y="137726"/>
                </a:moveTo>
                <a:cubicBezTo>
                  <a:pt x="2352766" y="139186"/>
                  <a:pt x="2352645" y="140368"/>
                  <a:pt x="2352401" y="141271"/>
                </a:cubicBezTo>
                <a:cubicBezTo>
                  <a:pt x="2352158" y="142175"/>
                  <a:pt x="2351776" y="142887"/>
                  <a:pt x="2351254" y="143408"/>
                </a:cubicBezTo>
                <a:cubicBezTo>
                  <a:pt x="2350733" y="143930"/>
                  <a:pt x="2349969" y="144416"/>
                  <a:pt x="2348961" y="144868"/>
                </a:cubicBezTo>
                <a:cubicBezTo>
                  <a:pt x="2347953" y="145320"/>
                  <a:pt x="2346789" y="145702"/>
                  <a:pt x="2345468" y="146015"/>
                </a:cubicBezTo>
                <a:cubicBezTo>
                  <a:pt x="2344147" y="146328"/>
                  <a:pt x="2342757" y="146571"/>
                  <a:pt x="2341298" y="146745"/>
                </a:cubicBezTo>
                <a:cubicBezTo>
                  <a:pt x="2339838" y="146918"/>
                  <a:pt x="2338413" y="147005"/>
                  <a:pt x="2337023" y="147005"/>
                </a:cubicBezTo>
                <a:cubicBezTo>
                  <a:pt x="2332366" y="147005"/>
                  <a:pt x="2328404" y="146380"/>
                  <a:pt x="2325138" y="145129"/>
                </a:cubicBezTo>
                <a:cubicBezTo>
                  <a:pt x="2321871" y="143878"/>
                  <a:pt x="2319195" y="141984"/>
                  <a:pt x="2317110" y="139447"/>
                </a:cubicBezTo>
                <a:cubicBezTo>
                  <a:pt x="2315024" y="136910"/>
                  <a:pt x="2313513" y="133695"/>
                  <a:pt x="2312574" y="129803"/>
                </a:cubicBezTo>
                <a:cubicBezTo>
                  <a:pt x="2311636" y="125910"/>
                  <a:pt x="2311167" y="121323"/>
                  <a:pt x="2311167" y="116040"/>
                </a:cubicBezTo>
                <a:lnTo>
                  <a:pt x="2311167" y="57343"/>
                </a:lnTo>
                <a:lnTo>
                  <a:pt x="2297092" y="57343"/>
                </a:lnTo>
                <a:cubicBezTo>
                  <a:pt x="2296119" y="57343"/>
                  <a:pt x="2295354" y="56904"/>
                  <a:pt x="2294798" y="56026"/>
                </a:cubicBezTo>
                <a:cubicBezTo>
                  <a:pt x="2294242" y="55149"/>
                  <a:pt x="2293964" y="53832"/>
                  <a:pt x="2293964" y="52077"/>
                </a:cubicBezTo>
                <a:cubicBezTo>
                  <a:pt x="2293964" y="51165"/>
                  <a:pt x="2294034" y="50376"/>
                  <a:pt x="2294173" y="49709"/>
                </a:cubicBezTo>
                <a:cubicBezTo>
                  <a:pt x="2294312" y="49042"/>
                  <a:pt x="2294520" y="48480"/>
                  <a:pt x="2294798" y="48024"/>
                </a:cubicBezTo>
                <a:cubicBezTo>
                  <a:pt x="2295076" y="47568"/>
                  <a:pt x="2295406" y="47235"/>
                  <a:pt x="2295789" y="47024"/>
                </a:cubicBezTo>
                <a:cubicBezTo>
                  <a:pt x="2296171" y="46813"/>
                  <a:pt x="2296605" y="46708"/>
                  <a:pt x="2297092" y="46708"/>
                </a:cubicBezTo>
                <a:lnTo>
                  <a:pt x="2311167" y="46708"/>
                </a:lnTo>
                <a:lnTo>
                  <a:pt x="2311167" y="23563"/>
                </a:lnTo>
                <a:cubicBezTo>
                  <a:pt x="2311167" y="23146"/>
                  <a:pt x="2311254" y="22763"/>
                  <a:pt x="2311427" y="22416"/>
                </a:cubicBezTo>
                <a:cubicBezTo>
                  <a:pt x="2311601" y="22068"/>
                  <a:pt x="2311931" y="21773"/>
                  <a:pt x="2312418" y="21530"/>
                </a:cubicBezTo>
                <a:cubicBezTo>
                  <a:pt x="2312905" y="21286"/>
                  <a:pt x="2313547" y="21112"/>
                  <a:pt x="2314347" y="21008"/>
                </a:cubicBezTo>
                <a:cubicBezTo>
                  <a:pt x="2315146" y="20904"/>
                  <a:pt x="2316137" y="20852"/>
                  <a:pt x="2317318" y="20852"/>
                </a:cubicBezTo>
                <a:cubicBezTo>
                  <a:pt x="2318569" y="20852"/>
                  <a:pt x="2319594" y="20904"/>
                  <a:pt x="2320394" y="21008"/>
                </a:cubicBezTo>
                <a:cubicBezTo>
                  <a:pt x="2321193" y="21112"/>
                  <a:pt x="2321819" y="21286"/>
                  <a:pt x="2322270" y="21530"/>
                </a:cubicBezTo>
                <a:cubicBezTo>
                  <a:pt x="2322722" y="21773"/>
                  <a:pt x="2323052" y="22068"/>
                  <a:pt x="2323261" y="22416"/>
                </a:cubicBezTo>
                <a:cubicBezTo>
                  <a:pt x="2323469" y="22763"/>
                  <a:pt x="2323574" y="23146"/>
                  <a:pt x="2323574" y="23563"/>
                </a:cubicBezTo>
                <a:lnTo>
                  <a:pt x="2323574" y="46708"/>
                </a:lnTo>
                <a:lnTo>
                  <a:pt x="2349638" y="46708"/>
                </a:lnTo>
                <a:cubicBezTo>
                  <a:pt x="2350125" y="46708"/>
                  <a:pt x="2350559" y="46813"/>
                  <a:pt x="2350942" y="47024"/>
                </a:cubicBezTo>
                <a:cubicBezTo>
                  <a:pt x="2351324" y="47235"/>
                  <a:pt x="2351654" y="47568"/>
                  <a:pt x="2351932" y="48024"/>
                </a:cubicBezTo>
                <a:cubicBezTo>
                  <a:pt x="2352210" y="48480"/>
                  <a:pt x="2352419" y="49042"/>
                  <a:pt x="2352558" y="49709"/>
                </a:cubicBezTo>
                <a:cubicBezTo>
                  <a:pt x="2352697" y="50376"/>
                  <a:pt x="2352766" y="51165"/>
                  <a:pt x="2352766" y="52077"/>
                </a:cubicBezTo>
                <a:cubicBezTo>
                  <a:pt x="2352766" y="53832"/>
                  <a:pt x="2352471" y="55149"/>
                  <a:pt x="2351880" y="56026"/>
                </a:cubicBezTo>
                <a:cubicBezTo>
                  <a:pt x="2351289" y="56904"/>
                  <a:pt x="2350542" y="57343"/>
                  <a:pt x="2349638" y="57343"/>
                </a:cubicBezTo>
                <a:lnTo>
                  <a:pt x="2323574" y="57343"/>
                </a:lnTo>
                <a:lnTo>
                  <a:pt x="2323574" y="114372"/>
                </a:lnTo>
                <a:cubicBezTo>
                  <a:pt x="2323574" y="121531"/>
                  <a:pt x="2324599" y="126988"/>
                  <a:pt x="2326649" y="130741"/>
                </a:cubicBezTo>
                <a:cubicBezTo>
                  <a:pt x="2328700" y="134494"/>
                  <a:pt x="2332436" y="136371"/>
                  <a:pt x="2337857" y="136371"/>
                </a:cubicBezTo>
                <a:cubicBezTo>
                  <a:pt x="2339525" y="136371"/>
                  <a:pt x="2341037" y="136197"/>
                  <a:pt x="2342392" y="135850"/>
                </a:cubicBezTo>
                <a:cubicBezTo>
                  <a:pt x="2343748" y="135502"/>
                  <a:pt x="2344947" y="135120"/>
                  <a:pt x="2345989" y="134703"/>
                </a:cubicBezTo>
                <a:cubicBezTo>
                  <a:pt x="2347032" y="134286"/>
                  <a:pt x="2347918" y="133903"/>
                  <a:pt x="2348648" y="133556"/>
                </a:cubicBezTo>
                <a:cubicBezTo>
                  <a:pt x="2349378" y="133208"/>
                  <a:pt x="2350021" y="133035"/>
                  <a:pt x="2350577" y="133035"/>
                </a:cubicBezTo>
                <a:cubicBezTo>
                  <a:pt x="2350924" y="133035"/>
                  <a:pt x="2351237" y="133104"/>
                  <a:pt x="2351515" y="133243"/>
                </a:cubicBezTo>
                <a:cubicBezTo>
                  <a:pt x="2351793" y="133382"/>
                  <a:pt x="2352019" y="133643"/>
                  <a:pt x="2352193" y="134025"/>
                </a:cubicBezTo>
                <a:cubicBezTo>
                  <a:pt x="2352367" y="134407"/>
                  <a:pt x="2352506" y="134894"/>
                  <a:pt x="2352610" y="135485"/>
                </a:cubicBezTo>
                <a:cubicBezTo>
                  <a:pt x="2352714" y="136076"/>
                  <a:pt x="2352766" y="136823"/>
                  <a:pt x="2352766" y="137726"/>
                </a:cubicBezTo>
                <a:close/>
                <a:moveTo>
                  <a:pt x="2501667" y="143249"/>
                </a:moveTo>
                <a:cubicBezTo>
                  <a:pt x="2501667" y="143737"/>
                  <a:pt x="2501580" y="144156"/>
                  <a:pt x="2501406" y="144503"/>
                </a:cubicBezTo>
                <a:cubicBezTo>
                  <a:pt x="2501232" y="144851"/>
                  <a:pt x="2500920" y="145129"/>
                  <a:pt x="2500468" y="145337"/>
                </a:cubicBezTo>
                <a:cubicBezTo>
                  <a:pt x="2500016" y="145546"/>
                  <a:pt x="2499443" y="145702"/>
                  <a:pt x="2498748" y="145806"/>
                </a:cubicBezTo>
                <a:cubicBezTo>
                  <a:pt x="2498053" y="145911"/>
                  <a:pt x="2497184" y="145963"/>
                  <a:pt x="2496141" y="145963"/>
                </a:cubicBezTo>
                <a:cubicBezTo>
                  <a:pt x="2495029" y="145963"/>
                  <a:pt x="2494108" y="145911"/>
                  <a:pt x="2493378" y="145806"/>
                </a:cubicBezTo>
                <a:cubicBezTo>
                  <a:pt x="2492648" y="145704"/>
                  <a:pt x="2492058" y="145549"/>
                  <a:pt x="2491606" y="145340"/>
                </a:cubicBezTo>
                <a:cubicBezTo>
                  <a:pt x="2491154" y="145134"/>
                  <a:pt x="2490807" y="144858"/>
                  <a:pt x="2490563" y="144513"/>
                </a:cubicBezTo>
                <a:cubicBezTo>
                  <a:pt x="2490320" y="144165"/>
                  <a:pt x="2490198" y="143751"/>
                  <a:pt x="2490198" y="143268"/>
                </a:cubicBezTo>
                <a:lnTo>
                  <a:pt x="2490198" y="129786"/>
                </a:lnTo>
                <a:cubicBezTo>
                  <a:pt x="2485194" y="135212"/>
                  <a:pt x="2480016" y="139474"/>
                  <a:pt x="2474664" y="142571"/>
                </a:cubicBezTo>
                <a:cubicBezTo>
                  <a:pt x="2469312" y="145666"/>
                  <a:pt x="2463473" y="147214"/>
                  <a:pt x="2457148" y="147214"/>
                </a:cubicBezTo>
                <a:cubicBezTo>
                  <a:pt x="2450337" y="147214"/>
                  <a:pt x="2444533" y="145892"/>
                  <a:pt x="2439737" y="143249"/>
                </a:cubicBezTo>
                <a:cubicBezTo>
                  <a:pt x="2434941" y="140605"/>
                  <a:pt x="2431031" y="137023"/>
                  <a:pt x="2428008" y="132500"/>
                </a:cubicBezTo>
                <a:cubicBezTo>
                  <a:pt x="2424984" y="127976"/>
                  <a:pt x="2422778" y="122671"/>
                  <a:pt x="2421387" y="116584"/>
                </a:cubicBezTo>
                <a:cubicBezTo>
                  <a:pt x="2419997" y="110496"/>
                  <a:pt x="2419302" y="104042"/>
                  <a:pt x="2419302" y="97222"/>
                </a:cubicBezTo>
                <a:cubicBezTo>
                  <a:pt x="2419302" y="89222"/>
                  <a:pt x="2420171" y="82004"/>
                  <a:pt x="2421909" y="75568"/>
                </a:cubicBezTo>
                <a:cubicBezTo>
                  <a:pt x="2423646" y="69132"/>
                  <a:pt x="2426218" y="63653"/>
                  <a:pt x="2429624" y="59131"/>
                </a:cubicBezTo>
                <a:cubicBezTo>
                  <a:pt x="2433030" y="54607"/>
                  <a:pt x="2437235" y="51127"/>
                  <a:pt x="2442239" y="48692"/>
                </a:cubicBezTo>
                <a:cubicBezTo>
                  <a:pt x="2447244" y="46257"/>
                  <a:pt x="2453047" y="45040"/>
                  <a:pt x="2459650" y="45040"/>
                </a:cubicBezTo>
                <a:cubicBezTo>
                  <a:pt x="2465350" y="45040"/>
                  <a:pt x="2470563" y="46311"/>
                  <a:pt x="2475289" y="48852"/>
                </a:cubicBezTo>
                <a:cubicBezTo>
                  <a:pt x="2480016" y="51391"/>
                  <a:pt x="2484673" y="55130"/>
                  <a:pt x="2489260" y="60070"/>
                </a:cubicBezTo>
                <a:lnTo>
                  <a:pt x="2489260" y="3134"/>
                </a:lnTo>
                <a:cubicBezTo>
                  <a:pt x="2489260" y="2715"/>
                  <a:pt x="2489347" y="2332"/>
                  <a:pt x="2489521" y="1984"/>
                </a:cubicBezTo>
                <a:cubicBezTo>
                  <a:pt x="2489694" y="1637"/>
                  <a:pt x="2490025" y="1359"/>
                  <a:pt x="2490511" y="1150"/>
                </a:cubicBezTo>
                <a:cubicBezTo>
                  <a:pt x="2490998" y="939"/>
                  <a:pt x="2491641" y="765"/>
                  <a:pt x="2492440" y="626"/>
                </a:cubicBezTo>
                <a:cubicBezTo>
                  <a:pt x="2493239" y="487"/>
                  <a:pt x="2494230" y="417"/>
                  <a:pt x="2495411" y="417"/>
                </a:cubicBezTo>
                <a:cubicBezTo>
                  <a:pt x="2496662" y="417"/>
                  <a:pt x="2497688" y="487"/>
                  <a:pt x="2498487" y="626"/>
                </a:cubicBezTo>
                <a:cubicBezTo>
                  <a:pt x="2499286" y="765"/>
                  <a:pt x="2499912" y="938"/>
                  <a:pt x="2500364" y="1147"/>
                </a:cubicBezTo>
                <a:cubicBezTo>
                  <a:pt x="2500815" y="1355"/>
                  <a:pt x="2501146" y="1633"/>
                  <a:pt x="2501354" y="1981"/>
                </a:cubicBezTo>
                <a:cubicBezTo>
                  <a:pt x="2501563" y="2328"/>
                  <a:pt x="2501667" y="2712"/>
                  <a:pt x="2501667" y="3131"/>
                </a:cubicBezTo>
                <a:lnTo>
                  <a:pt x="2501667" y="143249"/>
                </a:lnTo>
                <a:moveTo>
                  <a:pt x="2489260" y="75200"/>
                </a:moveTo>
                <a:cubicBezTo>
                  <a:pt x="2484047" y="68866"/>
                  <a:pt x="2479025" y="64029"/>
                  <a:pt x="2474195" y="60689"/>
                </a:cubicBezTo>
                <a:cubicBezTo>
                  <a:pt x="2469364" y="57346"/>
                  <a:pt x="2464307" y="55674"/>
                  <a:pt x="2459025" y="55674"/>
                </a:cubicBezTo>
                <a:cubicBezTo>
                  <a:pt x="2454229" y="55674"/>
                  <a:pt x="2450128" y="56823"/>
                  <a:pt x="2446722" y="59121"/>
                </a:cubicBezTo>
                <a:cubicBezTo>
                  <a:pt x="2443317" y="61417"/>
                  <a:pt x="2440536" y="64444"/>
                  <a:pt x="2438382" y="68202"/>
                </a:cubicBezTo>
                <a:cubicBezTo>
                  <a:pt x="2436227" y="71959"/>
                  <a:pt x="2434663" y="76205"/>
                  <a:pt x="2433690" y="80938"/>
                </a:cubicBezTo>
                <a:cubicBezTo>
                  <a:pt x="2432717" y="85671"/>
                  <a:pt x="2432230" y="90473"/>
                  <a:pt x="2432230" y="95345"/>
                </a:cubicBezTo>
                <a:cubicBezTo>
                  <a:pt x="2432230" y="100564"/>
                  <a:pt x="2432647" y="105645"/>
                  <a:pt x="2433481" y="110586"/>
                </a:cubicBezTo>
                <a:cubicBezTo>
                  <a:pt x="2434316" y="115528"/>
                  <a:pt x="2435740" y="119929"/>
                  <a:pt x="2437756" y="123791"/>
                </a:cubicBezTo>
                <a:cubicBezTo>
                  <a:pt x="2439772" y="127653"/>
                  <a:pt x="2442448" y="130751"/>
                  <a:pt x="2445784" y="133084"/>
                </a:cubicBezTo>
                <a:cubicBezTo>
                  <a:pt x="2449120" y="135414"/>
                  <a:pt x="2453291" y="136579"/>
                  <a:pt x="2458295" y="136579"/>
                </a:cubicBezTo>
                <a:cubicBezTo>
                  <a:pt x="2460797" y="136579"/>
                  <a:pt x="2463230" y="136232"/>
                  <a:pt x="2465593" y="135537"/>
                </a:cubicBezTo>
                <a:cubicBezTo>
                  <a:pt x="2467956" y="134840"/>
                  <a:pt x="2470389" y="133691"/>
                  <a:pt x="2472891" y="132090"/>
                </a:cubicBezTo>
                <a:cubicBezTo>
                  <a:pt x="2475394" y="130489"/>
                  <a:pt x="2477983" y="128418"/>
                  <a:pt x="2480659" y="125877"/>
                </a:cubicBezTo>
                <a:cubicBezTo>
                  <a:pt x="2483335" y="123335"/>
                  <a:pt x="2486202" y="120185"/>
                  <a:pt x="2489260" y="116425"/>
                </a:cubicBezTo>
                <a:lnTo>
                  <a:pt x="2489260" y="75200"/>
                </a:lnTo>
                <a:close/>
                <a:moveTo>
                  <a:pt x="2602241" y="143252"/>
                </a:moveTo>
                <a:cubicBezTo>
                  <a:pt x="2602241" y="143947"/>
                  <a:pt x="2602015" y="144486"/>
                  <a:pt x="2601563" y="144868"/>
                </a:cubicBezTo>
                <a:cubicBezTo>
                  <a:pt x="2601112" y="145250"/>
                  <a:pt x="2600521" y="145528"/>
                  <a:pt x="2599791" y="145702"/>
                </a:cubicBezTo>
                <a:cubicBezTo>
                  <a:pt x="2599061" y="145876"/>
                  <a:pt x="2598071" y="145963"/>
                  <a:pt x="2596820" y="145963"/>
                </a:cubicBezTo>
                <a:cubicBezTo>
                  <a:pt x="2595638" y="145963"/>
                  <a:pt x="2594630" y="145876"/>
                  <a:pt x="2593796" y="145702"/>
                </a:cubicBezTo>
                <a:cubicBezTo>
                  <a:pt x="2592962" y="145528"/>
                  <a:pt x="2592319" y="145250"/>
                  <a:pt x="2591867" y="144868"/>
                </a:cubicBezTo>
                <a:cubicBezTo>
                  <a:pt x="2591415" y="144486"/>
                  <a:pt x="2591190" y="143947"/>
                  <a:pt x="2591190" y="143252"/>
                </a:cubicBezTo>
                <a:lnTo>
                  <a:pt x="2591190" y="132722"/>
                </a:lnTo>
                <a:cubicBezTo>
                  <a:pt x="2586950" y="137309"/>
                  <a:pt x="2582275" y="140871"/>
                  <a:pt x="2577167" y="143408"/>
                </a:cubicBezTo>
                <a:cubicBezTo>
                  <a:pt x="2572058" y="145945"/>
                  <a:pt x="2566758" y="147214"/>
                  <a:pt x="2561267" y="147214"/>
                </a:cubicBezTo>
                <a:cubicBezTo>
                  <a:pt x="2556332" y="147214"/>
                  <a:pt x="2551901" y="146571"/>
                  <a:pt x="2547974" y="145285"/>
                </a:cubicBezTo>
                <a:cubicBezTo>
                  <a:pt x="2544047" y="143999"/>
                  <a:pt x="2540728" y="142157"/>
                  <a:pt x="2538017" y="139759"/>
                </a:cubicBezTo>
                <a:cubicBezTo>
                  <a:pt x="2535307" y="137361"/>
                  <a:pt x="2533221" y="134460"/>
                  <a:pt x="2531762" y="131054"/>
                </a:cubicBezTo>
                <a:cubicBezTo>
                  <a:pt x="2530302" y="127648"/>
                  <a:pt x="2529572" y="123825"/>
                  <a:pt x="2529572" y="119585"/>
                </a:cubicBezTo>
                <a:cubicBezTo>
                  <a:pt x="2529572" y="114372"/>
                  <a:pt x="2530650" y="109837"/>
                  <a:pt x="2532804" y="105979"/>
                </a:cubicBezTo>
                <a:cubicBezTo>
                  <a:pt x="2534959" y="102122"/>
                  <a:pt x="2538017" y="98907"/>
                  <a:pt x="2541979" y="96335"/>
                </a:cubicBezTo>
                <a:cubicBezTo>
                  <a:pt x="2545941" y="93764"/>
                  <a:pt x="2550702" y="91835"/>
                  <a:pt x="2556263" y="90549"/>
                </a:cubicBezTo>
                <a:cubicBezTo>
                  <a:pt x="2561823" y="89263"/>
                  <a:pt x="2568009" y="88620"/>
                  <a:pt x="2574821" y="88620"/>
                </a:cubicBezTo>
                <a:lnTo>
                  <a:pt x="2589834" y="88620"/>
                </a:lnTo>
                <a:lnTo>
                  <a:pt x="2589834" y="80462"/>
                </a:lnTo>
                <a:cubicBezTo>
                  <a:pt x="2589834" y="76418"/>
                  <a:pt x="2589417" y="72845"/>
                  <a:pt x="2588583" y="69743"/>
                </a:cubicBezTo>
                <a:cubicBezTo>
                  <a:pt x="2587749" y="66639"/>
                  <a:pt x="2586394" y="64041"/>
                  <a:pt x="2584517" y="61949"/>
                </a:cubicBezTo>
                <a:cubicBezTo>
                  <a:pt x="2582640" y="59858"/>
                  <a:pt x="2580208" y="58290"/>
                  <a:pt x="2577219" y="57245"/>
                </a:cubicBezTo>
                <a:cubicBezTo>
                  <a:pt x="2574230" y="56198"/>
                  <a:pt x="2570581" y="55674"/>
                  <a:pt x="2566272" y="55674"/>
                </a:cubicBezTo>
                <a:cubicBezTo>
                  <a:pt x="2562101" y="55674"/>
                  <a:pt x="2558348" y="56178"/>
                  <a:pt x="2555012" y="57186"/>
                </a:cubicBezTo>
                <a:cubicBezTo>
                  <a:pt x="2551675" y="58194"/>
                  <a:pt x="2548756" y="59323"/>
                  <a:pt x="2546254" y="60575"/>
                </a:cubicBezTo>
                <a:cubicBezTo>
                  <a:pt x="2543752" y="61826"/>
                  <a:pt x="2541684" y="62955"/>
                  <a:pt x="2540050" y="63963"/>
                </a:cubicBezTo>
                <a:cubicBezTo>
                  <a:pt x="2538417" y="64971"/>
                  <a:pt x="2537253" y="65475"/>
                  <a:pt x="2536558" y="65475"/>
                </a:cubicBezTo>
                <a:cubicBezTo>
                  <a:pt x="2536141" y="65475"/>
                  <a:pt x="2535758" y="65405"/>
                  <a:pt x="2535411" y="65266"/>
                </a:cubicBezTo>
                <a:cubicBezTo>
                  <a:pt x="2535063" y="65125"/>
                  <a:pt x="2534768" y="64862"/>
                  <a:pt x="2534525" y="64478"/>
                </a:cubicBezTo>
                <a:cubicBezTo>
                  <a:pt x="2534281" y="64091"/>
                  <a:pt x="2534108" y="63600"/>
                  <a:pt x="2534003" y="63005"/>
                </a:cubicBezTo>
                <a:cubicBezTo>
                  <a:pt x="2533899" y="62408"/>
                  <a:pt x="2533847" y="61689"/>
                  <a:pt x="2533847" y="60848"/>
                </a:cubicBezTo>
                <a:cubicBezTo>
                  <a:pt x="2533847" y="59376"/>
                  <a:pt x="2533951" y="58202"/>
                  <a:pt x="2534160" y="57326"/>
                </a:cubicBezTo>
                <a:cubicBezTo>
                  <a:pt x="2534368" y="56449"/>
                  <a:pt x="2534907" y="55572"/>
                  <a:pt x="2535776" y="54697"/>
                </a:cubicBezTo>
                <a:cubicBezTo>
                  <a:pt x="2536645" y="53819"/>
                  <a:pt x="2538191" y="52797"/>
                  <a:pt x="2540415" y="51631"/>
                </a:cubicBezTo>
                <a:cubicBezTo>
                  <a:pt x="2542640" y="50463"/>
                  <a:pt x="2545194" y="49381"/>
                  <a:pt x="2548078" y="48386"/>
                </a:cubicBezTo>
                <a:cubicBezTo>
                  <a:pt x="2550963" y="47391"/>
                  <a:pt x="2554073" y="46585"/>
                  <a:pt x="2557410" y="45969"/>
                </a:cubicBezTo>
                <a:cubicBezTo>
                  <a:pt x="2560746" y="45349"/>
                  <a:pt x="2564082" y="45040"/>
                  <a:pt x="2567418" y="45040"/>
                </a:cubicBezTo>
                <a:cubicBezTo>
                  <a:pt x="2573883" y="45040"/>
                  <a:pt x="2579339" y="45822"/>
                  <a:pt x="2583787" y="47386"/>
                </a:cubicBezTo>
                <a:cubicBezTo>
                  <a:pt x="2588236" y="48950"/>
                  <a:pt x="2591832" y="51191"/>
                  <a:pt x="2594578" y="54110"/>
                </a:cubicBezTo>
                <a:cubicBezTo>
                  <a:pt x="2597323" y="57030"/>
                  <a:pt x="2599287" y="60627"/>
                  <a:pt x="2600469" y="64901"/>
                </a:cubicBezTo>
                <a:cubicBezTo>
                  <a:pt x="2601650" y="69176"/>
                  <a:pt x="2602241" y="74024"/>
                  <a:pt x="2602241" y="79445"/>
                </a:cubicBezTo>
                <a:lnTo>
                  <a:pt x="2602241" y="143252"/>
                </a:lnTo>
                <a:moveTo>
                  <a:pt x="2589834" y="98838"/>
                </a:moveTo>
                <a:lnTo>
                  <a:pt x="2572631" y="98838"/>
                </a:lnTo>
                <a:cubicBezTo>
                  <a:pt x="2567627" y="98838"/>
                  <a:pt x="2563248" y="99289"/>
                  <a:pt x="2559495" y="100193"/>
                </a:cubicBezTo>
                <a:cubicBezTo>
                  <a:pt x="2555741" y="101097"/>
                  <a:pt x="2552614" y="102417"/>
                  <a:pt x="2550111" y="104155"/>
                </a:cubicBezTo>
                <a:cubicBezTo>
                  <a:pt x="2547609" y="105893"/>
                  <a:pt x="2545750" y="107978"/>
                  <a:pt x="2544534" y="110410"/>
                </a:cubicBezTo>
                <a:cubicBezTo>
                  <a:pt x="2543317" y="112843"/>
                  <a:pt x="2542709" y="115623"/>
                  <a:pt x="2542709" y="118751"/>
                </a:cubicBezTo>
                <a:cubicBezTo>
                  <a:pt x="2542709" y="124173"/>
                  <a:pt x="2544429" y="128499"/>
                  <a:pt x="2547870" y="131731"/>
                </a:cubicBezTo>
                <a:cubicBezTo>
                  <a:pt x="2551310" y="134963"/>
                  <a:pt x="2556158" y="136579"/>
                  <a:pt x="2562414" y="136579"/>
                </a:cubicBezTo>
                <a:cubicBezTo>
                  <a:pt x="2567349" y="136579"/>
                  <a:pt x="2571954" y="135311"/>
                  <a:pt x="2576228" y="132774"/>
                </a:cubicBezTo>
                <a:cubicBezTo>
                  <a:pt x="2580503" y="130237"/>
                  <a:pt x="2585038" y="126327"/>
                  <a:pt x="2589834" y="121045"/>
                </a:cubicBezTo>
                <a:lnTo>
                  <a:pt x="2589834" y="98838"/>
                </a:lnTo>
                <a:close/>
                <a:moveTo>
                  <a:pt x="2680652" y="137726"/>
                </a:moveTo>
                <a:cubicBezTo>
                  <a:pt x="2680652" y="139186"/>
                  <a:pt x="2680530" y="140368"/>
                  <a:pt x="2680287" y="141271"/>
                </a:cubicBezTo>
                <a:cubicBezTo>
                  <a:pt x="2680043" y="142175"/>
                  <a:pt x="2679661" y="142887"/>
                  <a:pt x="2679140" y="143408"/>
                </a:cubicBezTo>
                <a:cubicBezTo>
                  <a:pt x="2678618" y="143930"/>
                  <a:pt x="2677854" y="144416"/>
                  <a:pt x="2676846" y="144868"/>
                </a:cubicBezTo>
                <a:cubicBezTo>
                  <a:pt x="2675838" y="145320"/>
                  <a:pt x="2674674" y="145702"/>
                  <a:pt x="2673353" y="146015"/>
                </a:cubicBezTo>
                <a:cubicBezTo>
                  <a:pt x="2672033" y="146328"/>
                  <a:pt x="2670643" y="146571"/>
                  <a:pt x="2669183" y="146745"/>
                </a:cubicBezTo>
                <a:cubicBezTo>
                  <a:pt x="2667723" y="146918"/>
                  <a:pt x="2666298" y="147005"/>
                  <a:pt x="2664908" y="147005"/>
                </a:cubicBezTo>
                <a:cubicBezTo>
                  <a:pt x="2660251" y="147005"/>
                  <a:pt x="2656290" y="146380"/>
                  <a:pt x="2653023" y="145129"/>
                </a:cubicBezTo>
                <a:cubicBezTo>
                  <a:pt x="2649756" y="143878"/>
                  <a:pt x="2647080" y="141984"/>
                  <a:pt x="2644995" y="139447"/>
                </a:cubicBezTo>
                <a:cubicBezTo>
                  <a:pt x="2642910" y="136910"/>
                  <a:pt x="2641398" y="133695"/>
                  <a:pt x="2640460" y="129803"/>
                </a:cubicBezTo>
                <a:cubicBezTo>
                  <a:pt x="2639521" y="125910"/>
                  <a:pt x="2639052" y="121323"/>
                  <a:pt x="2639052" y="116040"/>
                </a:cubicBezTo>
                <a:lnTo>
                  <a:pt x="2639052" y="57343"/>
                </a:lnTo>
                <a:lnTo>
                  <a:pt x="2624977" y="57343"/>
                </a:lnTo>
                <a:cubicBezTo>
                  <a:pt x="2624004" y="57343"/>
                  <a:pt x="2623239" y="56904"/>
                  <a:pt x="2622683" y="56026"/>
                </a:cubicBezTo>
                <a:cubicBezTo>
                  <a:pt x="2622127" y="55149"/>
                  <a:pt x="2621849" y="53832"/>
                  <a:pt x="2621849" y="52077"/>
                </a:cubicBezTo>
                <a:cubicBezTo>
                  <a:pt x="2621849" y="51165"/>
                  <a:pt x="2621919" y="50376"/>
                  <a:pt x="2622058" y="49709"/>
                </a:cubicBezTo>
                <a:cubicBezTo>
                  <a:pt x="2622197" y="49042"/>
                  <a:pt x="2622405" y="48480"/>
                  <a:pt x="2622683" y="48024"/>
                </a:cubicBezTo>
                <a:cubicBezTo>
                  <a:pt x="2622961" y="47568"/>
                  <a:pt x="2623292" y="47235"/>
                  <a:pt x="2623674" y="47024"/>
                </a:cubicBezTo>
                <a:cubicBezTo>
                  <a:pt x="2624056" y="46813"/>
                  <a:pt x="2624491" y="46708"/>
                  <a:pt x="2624977" y="46708"/>
                </a:cubicBezTo>
                <a:lnTo>
                  <a:pt x="2639052" y="46708"/>
                </a:lnTo>
                <a:lnTo>
                  <a:pt x="2639052" y="23563"/>
                </a:lnTo>
                <a:cubicBezTo>
                  <a:pt x="2639052" y="23146"/>
                  <a:pt x="2639139" y="22763"/>
                  <a:pt x="2639313" y="22416"/>
                </a:cubicBezTo>
                <a:cubicBezTo>
                  <a:pt x="2639487" y="22068"/>
                  <a:pt x="2639817" y="21773"/>
                  <a:pt x="2640303" y="21530"/>
                </a:cubicBezTo>
                <a:cubicBezTo>
                  <a:pt x="2640790" y="21286"/>
                  <a:pt x="2641433" y="21112"/>
                  <a:pt x="2642232" y="21008"/>
                </a:cubicBezTo>
                <a:cubicBezTo>
                  <a:pt x="2643031" y="20904"/>
                  <a:pt x="2644022" y="20852"/>
                  <a:pt x="2645203" y="20852"/>
                </a:cubicBezTo>
                <a:cubicBezTo>
                  <a:pt x="2646455" y="20852"/>
                  <a:pt x="2647480" y="20904"/>
                  <a:pt x="2648279" y="21008"/>
                </a:cubicBezTo>
                <a:cubicBezTo>
                  <a:pt x="2649078" y="21112"/>
                  <a:pt x="2649704" y="21286"/>
                  <a:pt x="2650156" y="21530"/>
                </a:cubicBezTo>
                <a:cubicBezTo>
                  <a:pt x="2650608" y="21773"/>
                  <a:pt x="2650938" y="22068"/>
                  <a:pt x="2651146" y="22416"/>
                </a:cubicBezTo>
                <a:cubicBezTo>
                  <a:pt x="2651355" y="22763"/>
                  <a:pt x="2651459" y="23146"/>
                  <a:pt x="2651459" y="23563"/>
                </a:cubicBezTo>
                <a:lnTo>
                  <a:pt x="2651459" y="46708"/>
                </a:lnTo>
                <a:lnTo>
                  <a:pt x="2677524" y="46708"/>
                </a:lnTo>
                <a:cubicBezTo>
                  <a:pt x="2678010" y="46708"/>
                  <a:pt x="2678445" y="46813"/>
                  <a:pt x="2678827" y="47024"/>
                </a:cubicBezTo>
                <a:cubicBezTo>
                  <a:pt x="2679209" y="47235"/>
                  <a:pt x="2679539" y="47568"/>
                  <a:pt x="2679817" y="48024"/>
                </a:cubicBezTo>
                <a:cubicBezTo>
                  <a:pt x="2680095" y="48480"/>
                  <a:pt x="2680304" y="49042"/>
                  <a:pt x="2680443" y="49709"/>
                </a:cubicBezTo>
                <a:cubicBezTo>
                  <a:pt x="2680582" y="50376"/>
                  <a:pt x="2680652" y="51165"/>
                  <a:pt x="2680652" y="52077"/>
                </a:cubicBezTo>
                <a:cubicBezTo>
                  <a:pt x="2680652" y="53832"/>
                  <a:pt x="2680356" y="55149"/>
                  <a:pt x="2679765" y="56026"/>
                </a:cubicBezTo>
                <a:cubicBezTo>
                  <a:pt x="2679174" y="56904"/>
                  <a:pt x="2678427" y="57343"/>
                  <a:pt x="2677524" y="57343"/>
                </a:cubicBezTo>
                <a:lnTo>
                  <a:pt x="2651459" y="57343"/>
                </a:lnTo>
                <a:lnTo>
                  <a:pt x="2651459" y="114372"/>
                </a:lnTo>
                <a:cubicBezTo>
                  <a:pt x="2651459" y="121531"/>
                  <a:pt x="2652484" y="126988"/>
                  <a:pt x="2654535" y="130741"/>
                </a:cubicBezTo>
                <a:cubicBezTo>
                  <a:pt x="2656585" y="134494"/>
                  <a:pt x="2660321" y="136371"/>
                  <a:pt x="2665742" y="136371"/>
                </a:cubicBezTo>
                <a:cubicBezTo>
                  <a:pt x="2667411" y="136371"/>
                  <a:pt x="2668922" y="136197"/>
                  <a:pt x="2670278" y="135850"/>
                </a:cubicBezTo>
                <a:cubicBezTo>
                  <a:pt x="2671633" y="135502"/>
                  <a:pt x="2672832" y="135120"/>
                  <a:pt x="2673875" y="134703"/>
                </a:cubicBezTo>
                <a:cubicBezTo>
                  <a:pt x="2674917" y="134286"/>
                  <a:pt x="2675803" y="133903"/>
                  <a:pt x="2676533" y="133556"/>
                </a:cubicBezTo>
                <a:cubicBezTo>
                  <a:pt x="2677263" y="133208"/>
                  <a:pt x="2677906" y="133035"/>
                  <a:pt x="2678462" y="133035"/>
                </a:cubicBezTo>
                <a:cubicBezTo>
                  <a:pt x="2678810" y="133035"/>
                  <a:pt x="2679122" y="133104"/>
                  <a:pt x="2679400" y="133243"/>
                </a:cubicBezTo>
                <a:cubicBezTo>
                  <a:pt x="2679678" y="133382"/>
                  <a:pt x="2679904" y="133643"/>
                  <a:pt x="2680078" y="134025"/>
                </a:cubicBezTo>
                <a:cubicBezTo>
                  <a:pt x="2680252" y="134407"/>
                  <a:pt x="2680391" y="134894"/>
                  <a:pt x="2680495" y="135485"/>
                </a:cubicBezTo>
                <a:cubicBezTo>
                  <a:pt x="2680599" y="136076"/>
                  <a:pt x="2680652" y="136823"/>
                  <a:pt x="2680652" y="137726"/>
                </a:cubicBezTo>
                <a:close/>
                <a:moveTo>
                  <a:pt x="2768747" y="143252"/>
                </a:moveTo>
                <a:cubicBezTo>
                  <a:pt x="2768747" y="143947"/>
                  <a:pt x="2768521" y="144486"/>
                  <a:pt x="2768069" y="144868"/>
                </a:cubicBezTo>
                <a:cubicBezTo>
                  <a:pt x="2767617" y="145250"/>
                  <a:pt x="2767027" y="145528"/>
                  <a:pt x="2766297" y="145702"/>
                </a:cubicBezTo>
                <a:cubicBezTo>
                  <a:pt x="2765567" y="145876"/>
                  <a:pt x="2764577" y="145963"/>
                  <a:pt x="2763325" y="145963"/>
                </a:cubicBezTo>
                <a:cubicBezTo>
                  <a:pt x="2762144" y="145963"/>
                  <a:pt x="2761136" y="145876"/>
                  <a:pt x="2760302" y="145702"/>
                </a:cubicBezTo>
                <a:cubicBezTo>
                  <a:pt x="2759468" y="145528"/>
                  <a:pt x="2758825" y="145250"/>
                  <a:pt x="2758373" y="144868"/>
                </a:cubicBezTo>
                <a:cubicBezTo>
                  <a:pt x="2757921" y="144486"/>
                  <a:pt x="2757695" y="143947"/>
                  <a:pt x="2757695" y="143252"/>
                </a:cubicBezTo>
                <a:lnTo>
                  <a:pt x="2757695" y="132722"/>
                </a:lnTo>
                <a:cubicBezTo>
                  <a:pt x="2753456" y="137309"/>
                  <a:pt x="2748781" y="140871"/>
                  <a:pt x="2743673" y="143408"/>
                </a:cubicBezTo>
                <a:cubicBezTo>
                  <a:pt x="2738564" y="145945"/>
                  <a:pt x="2733264" y="147214"/>
                  <a:pt x="2727773" y="147214"/>
                </a:cubicBezTo>
                <a:cubicBezTo>
                  <a:pt x="2722838" y="147214"/>
                  <a:pt x="2718407" y="146571"/>
                  <a:pt x="2714480" y="145285"/>
                </a:cubicBezTo>
                <a:cubicBezTo>
                  <a:pt x="2710553" y="143999"/>
                  <a:pt x="2707234" y="142157"/>
                  <a:pt x="2704523" y="139759"/>
                </a:cubicBezTo>
                <a:cubicBezTo>
                  <a:pt x="2701813" y="137361"/>
                  <a:pt x="2699727" y="134460"/>
                  <a:pt x="2698268" y="131054"/>
                </a:cubicBezTo>
                <a:cubicBezTo>
                  <a:pt x="2696808" y="127648"/>
                  <a:pt x="2696078" y="123825"/>
                  <a:pt x="2696078" y="119585"/>
                </a:cubicBezTo>
                <a:cubicBezTo>
                  <a:pt x="2696078" y="114372"/>
                  <a:pt x="2697156" y="109837"/>
                  <a:pt x="2699310" y="105979"/>
                </a:cubicBezTo>
                <a:cubicBezTo>
                  <a:pt x="2701465" y="102122"/>
                  <a:pt x="2704523" y="98907"/>
                  <a:pt x="2708485" y="96335"/>
                </a:cubicBezTo>
                <a:cubicBezTo>
                  <a:pt x="2712447" y="93764"/>
                  <a:pt x="2717208" y="91835"/>
                  <a:pt x="2722769" y="90549"/>
                </a:cubicBezTo>
                <a:cubicBezTo>
                  <a:pt x="2728329" y="89263"/>
                  <a:pt x="2734515" y="88620"/>
                  <a:pt x="2741327" y="88620"/>
                </a:cubicBezTo>
                <a:lnTo>
                  <a:pt x="2756340" y="88620"/>
                </a:lnTo>
                <a:lnTo>
                  <a:pt x="2756340" y="80462"/>
                </a:lnTo>
                <a:cubicBezTo>
                  <a:pt x="2756340" y="76418"/>
                  <a:pt x="2755923" y="72845"/>
                  <a:pt x="2755089" y="69743"/>
                </a:cubicBezTo>
                <a:cubicBezTo>
                  <a:pt x="2754255" y="66639"/>
                  <a:pt x="2752900" y="64041"/>
                  <a:pt x="2751023" y="61949"/>
                </a:cubicBezTo>
                <a:cubicBezTo>
                  <a:pt x="2749146" y="59858"/>
                  <a:pt x="2746714" y="58290"/>
                  <a:pt x="2743725" y="57245"/>
                </a:cubicBezTo>
                <a:cubicBezTo>
                  <a:pt x="2740736" y="56198"/>
                  <a:pt x="2737087" y="55674"/>
                  <a:pt x="2732778" y="55674"/>
                </a:cubicBezTo>
                <a:cubicBezTo>
                  <a:pt x="2728607" y="55674"/>
                  <a:pt x="2724854" y="56178"/>
                  <a:pt x="2721518" y="57186"/>
                </a:cubicBezTo>
                <a:cubicBezTo>
                  <a:pt x="2718181" y="58194"/>
                  <a:pt x="2715262" y="59323"/>
                  <a:pt x="2712760" y="60575"/>
                </a:cubicBezTo>
                <a:cubicBezTo>
                  <a:pt x="2710258" y="61826"/>
                  <a:pt x="2708190" y="62955"/>
                  <a:pt x="2706556" y="63963"/>
                </a:cubicBezTo>
                <a:cubicBezTo>
                  <a:pt x="2704923" y="64971"/>
                  <a:pt x="2703759" y="65475"/>
                  <a:pt x="2703064" y="65475"/>
                </a:cubicBezTo>
                <a:cubicBezTo>
                  <a:pt x="2702647" y="65475"/>
                  <a:pt x="2702264" y="65405"/>
                  <a:pt x="2701917" y="65266"/>
                </a:cubicBezTo>
                <a:cubicBezTo>
                  <a:pt x="2701569" y="65125"/>
                  <a:pt x="2701274" y="64862"/>
                  <a:pt x="2701031" y="64478"/>
                </a:cubicBezTo>
                <a:cubicBezTo>
                  <a:pt x="2700787" y="64091"/>
                  <a:pt x="2700614" y="63600"/>
                  <a:pt x="2700509" y="63005"/>
                </a:cubicBezTo>
                <a:cubicBezTo>
                  <a:pt x="2700405" y="62408"/>
                  <a:pt x="2700353" y="61689"/>
                  <a:pt x="2700353" y="60848"/>
                </a:cubicBezTo>
                <a:cubicBezTo>
                  <a:pt x="2700353" y="59376"/>
                  <a:pt x="2700457" y="58202"/>
                  <a:pt x="2700666" y="57326"/>
                </a:cubicBezTo>
                <a:cubicBezTo>
                  <a:pt x="2700874" y="56449"/>
                  <a:pt x="2701413" y="55572"/>
                  <a:pt x="2702282" y="54697"/>
                </a:cubicBezTo>
                <a:cubicBezTo>
                  <a:pt x="2703151" y="53819"/>
                  <a:pt x="2704697" y="52797"/>
                  <a:pt x="2706921" y="51631"/>
                </a:cubicBezTo>
                <a:cubicBezTo>
                  <a:pt x="2709145" y="50463"/>
                  <a:pt x="2711700" y="49381"/>
                  <a:pt x="2714584" y="48386"/>
                </a:cubicBezTo>
                <a:cubicBezTo>
                  <a:pt x="2717469" y="47391"/>
                  <a:pt x="2720579" y="46585"/>
                  <a:pt x="2723916" y="45969"/>
                </a:cubicBezTo>
                <a:cubicBezTo>
                  <a:pt x="2727252" y="45349"/>
                  <a:pt x="2730588" y="45040"/>
                  <a:pt x="2733924" y="45040"/>
                </a:cubicBezTo>
                <a:cubicBezTo>
                  <a:pt x="2740388" y="45040"/>
                  <a:pt x="2745845" y="45822"/>
                  <a:pt x="2750293" y="47386"/>
                </a:cubicBezTo>
                <a:cubicBezTo>
                  <a:pt x="2754741" y="48950"/>
                  <a:pt x="2758338" y="51191"/>
                  <a:pt x="2761084" y="54110"/>
                </a:cubicBezTo>
                <a:cubicBezTo>
                  <a:pt x="2763829" y="57030"/>
                  <a:pt x="2765793" y="60627"/>
                  <a:pt x="2766975" y="64901"/>
                </a:cubicBezTo>
                <a:cubicBezTo>
                  <a:pt x="2768156" y="69176"/>
                  <a:pt x="2768747" y="74024"/>
                  <a:pt x="2768747" y="79445"/>
                </a:cubicBezTo>
                <a:lnTo>
                  <a:pt x="2768747" y="143252"/>
                </a:lnTo>
                <a:moveTo>
                  <a:pt x="2756340" y="98838"/>
                </a:moveTo>
                <a:lnTo>
                  <a:pt x="2739137" y="98838"/>
                </a:lnTo>
                <a:cubicBezTo>
                  <a:pt x="2734133" y="98838"/>
                  <a:pt x="2729754" y="99289"/>
                  <a:pt x="2726001" y="100193"/>
                </a:cubicBezTo>
                <a:cubicBezTo>
                  <a:pt x="2722247" y="101097"/>
                  <a:pt x="2719120" y="102417"/>
                  <a:pt x="2716617" y="104155"/>
                </a:cubicBezTo>
                <a:cubicBezTo>
                  <a:pt x="2714115" y="105893"/>
                  <a:pt x="2712256" y="107978"/>
                  <a:pt x="2711040" y="110410"/>
                </a:cubicBezTo>
                <a:cubicBezTo>
                  <a:pt x="2709823" y="112843"/>
                  <a:pt x="2709215" y="115623"/>
                  <a:pt x="2709215" y="118751"/>
                </a:cubicBezTo>
                <a:cubicBezTo>
                  <a:pt x="2709215" y="124173"/>
                  <a:pt x="2710935" y="128499"/>
                  <a:pt x="2714376" y="131731"/>
                </a:cubicBezTo>
                <a:cubicBezTo>
                  <a:pt x="2717816" y="134963"/>
                  <a:pt x="2722664" y="136579"/>
                  <a:pt x="2728920" y="136579"/>
                </a:cubicBezTo>
                <a:cubicBezTo>
                  <a:pt x="2733855" y="136579"/>
                  <a:pt x="2738460" y="135311"/>
                  <a:pt x="2742734" y="132774"/>
                </a:cubicBezTo>
                <a:cubicBezTo>
                  <a:pt x="2747009" y="130237"/>
                  <a:pt x="2751544" y="126327"/>
                  <a:pt x="2756340" y="121045"/>
                </a:cubicBezTo>
                <a:lnTo>
                  <a:pt x="2756340" y="98838"/>
                </a:lnTo>
                <a:close/>
                <a:moveTo>
                  <a:pt x="2824713" y="51191"/>
                </a:moveTo>
                <a:lnTo>
                  <a:pt x="2824713" y="75588"/>
                </a:lnTo>
                <a:lnTo>
                  <a:pt x="2803861" y="75588"/>
                </a:lnTo>
                <a:lnTo>
                  <a:pt x="2803861" y="51191"/>
                </a:lnTo>
                <a:lnTo>
                  <a:pt x="2824713" y="51191"/>
                </a:lnTo>
                <a:moveTo>
                  <a:pt x="2824713" y="121149"/>
                </a:moveTo>
                <a:lnTo>
                  <a:pt x="2824713" y="145337"/>
                </a:lnTo>
                <a:lnTo>
                  <a:pt x="2803861" y="145337"/>
                </a:lnTo>
                <a:lnTo>
                  <a:pt x="2803861" y="121149"/>
                </a:lnTo>
                <a:lnTo>
                  <a:pt x="2824713" y="1211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6">
            <a:extLst xmlns:a="http://schemas.openxmlformats.org/drawingml/2006/main">
              <a:ext uri="{FF2B5EF4-FFF2-40B4-BE49-F238E27FC236}">
                <a16:creationId xmlns:a16="http://schemas.microsoft.com/office/drawing/2014/main" id="{DBA2D215-3978-43FE-8396-6EF0977E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9047" y="1558477"/>
            <a:ext cx="138352" cy="142314"/>
          </a:xfrm>
          <a:custGeom xmlns:a="http://schemas.openxmlformats.org/drawingml/2006/main">
            <a:pathLst>
              <a:path w="138352" h="142314">
                <a:moveTo>
                  <a:pt x="73607" y="0"/>
                </a:moveTo>
                <a:lnTo>
                  <a:pt x="72460" y="5109"/>
                </a:lnTo>
                <a:cubicBezTo>
                  <a:pt x="69471" y="5595"/>
                  <a:pt x="67091" y="6620"/>
                  <a:pt x="65318" y="8184"/>
                </a:cubicBezTo>
                <a:cubicBezTo>
                  <a:pt x="63546" y="9748"/>
                  <a:pt x="62660" y="12025"/>
                  <a:pt x="62660" y="15013"/>
                </a:cubicBezTo>
                <a:cubicBezTo>
                  <a:pt x="62660" y="19462"/>
                  <a:pt x="63807" y="25057"/>
                  <a:pt x="66100" y="31799"/>
                </a:cubicBezTo>
                <a:lnTo>
                  <a:pt x="74754" y="57030"/>
                </a:lnTo>
                <a:lnTo>
                  <a:pt x="94042" y="32633"/>
                </a:lnTo>
                <a:cubicBezTo>
                  <a:pt x="97030" y="28880"/>
                  <a:pt x="99359" y="25804"/>
                  <a:pt x="101027" y="23406"/>
                </a:cubicBezTo>
                <a:cubicBezTo>
                  <a:pt x="102695" y="21008"/>
                  <a:pt x="103894" y="18888"/>
                  <a:pt x="104624" y="17046"/>
                </a:cubicBezTo>
                <a:cubicBezTo>
                  <a:pt x="105354" y="15204"/>
                  <a:pt x="105719" y="13588"/>
                  <a:pt x="105719" y="12198"/>
                </a:cubicBezTo>
                <a:cubicBezTo>
                  <a:pt x="105719" y="10322"/>
                  <a:pt x="105163" y="8723"/>
                  <a:pt x="104051" y="7402"/>
                </a:cubicBezTo>
                <a:cubicBezTo>
                  <a:pt x="102938" y="6082"/>
                  <a:pt x="101027" y="5317"/>
                  <a:pt x="98316" y="5109"/>
                </a:cubicBezTo>
                <a:lnTo>
                  <a:pt x="99463" y="0"/>
                </a:lnTo>
                <a:lnTo>
                  <a:pt x="138352" y="0"/>
                </a:lnTo>
                <a:lnTo>
                  <a:pt x="137205" y="5109"/>
                </a:lnTo>
                <a:cubicBezTo>
                  <a:pt x="135120" y="5734"/>
                  <a:pt x="133156" y="6742"/>
                  <a:pt x="131314" y="8132"/>
                </a:cubicBezTo>
                <a:cubicBezTo>
                  <a:pt x="129472" y="9522"/>
                  <a:pt x="127283" y="11608"/>
                  <a:pt x="124746" y="14388"/>
                </a:cubicBezTo>
                <a:cubicBezTo>
                  <a:pt x="122209" y="17168"/>
                  <a:pt x="117500" y="22659"/>
                  <a:pt x="110619" y="30861"/>
                </a:cubicBezTo>
                <a:lnTo>
                  <a:pt x="79550" y="67977"/>
                </a:lnTo>
                <a:lnTo>
                  <a:pt x="94772" y="110306"/>
                </a:lnTo>
                <a:cubicBezTo>
                  <a:pt x="97065" y="116701"/>
                  <a:pt x="98942" y="121583"/>
                  <a:pt x="100402" y="124955"/>
                </a:cubicBezTo>
                <a:cubicBezTo>
                  <a:pt x="101861" y="128326"/>
                  <a:pt x="103147" y="130810"/>
                  <a:pt x="104259" y="132409"/>
                </a:cubicBezTo>
                <a:cubicBezTo>
                  <a:pt x="105163" y="133591"/>
                  <a:pt x="106101" y="134512"/>
                  <a:pt x="107074" y="135172"/>
                </a:cubicBezTo>
                <a:cubicBezTo>
                  <a:pt x="108047" y="135832"/>
                  <a:pt x="109681" y="136510"/>
                  <a:pt x="111974" y="137205"/>
                </a:cubicBezTo>
                <a:lnTo>
                  <a:pt x="110932" y="142314"/>
                </a:lnTo>
                <a:lnTo>
                  <a:pt x="68811" y="142314"/>
                </a:lnTo>
                <a:lnTo>
                  <a:pt x="69854" y="137205"/>
                </a:lnTo>
                <a:cubicBezTo>
                  <a:pt x="73051" y="136718"/>
                  <a:pt x="75501" y="135624"/>
                  <a:pt x="77204" y="133921"/>
                </a:cubicBezTo>
                <a:cubicBezTo>
                  <a:pt x="78907" y="132218"/>
                  <a:pt x="79758" y="130011"/>
                  <a:pt x="79758" y="127300"/>
                </a:cubicBezTo>
                <a:cubicBezTo>
                  <a:pt x="79758" y="123200"/>
                  <a:pt x="78924" y="118647"/>
                  <a:pt x="77256" y="113642"/>
                </a:cubicBezTo>
                <a:lnTo>
                  <a:pt x="66413" y="81843"/>
                </a:lnTo>
                <a:lnTo>
                  <a:pt x="42642" y="111557"/>
                </a:lnTo>
                <a:cubicBezTo>
                  <a:pt x="39097" y="116006"/>
                  <a:pt x="36525" y="119637"/>
                  <a:pt x="34927" y="122452"/>
                </a:cubicBezTo>
                <a:cubicBezTo>
                  <a:pt x="33328" y="125267"/>
                  <a:pt x="32529" y="127683"/>
                  <a:pt x="32529" y="129698"/>
                </a:cubicBezTo>
                <a:cubicBezTo>
                  <a:pt x="32529" y="132409"/>
                  <a:pt x="33172" y="134268"/>
                  <a:pt x="34458" y="135276"/>
                </a:cubicBezTo>
                <a:cubicBezTo>
                  <a:pt x="35743" y="136284"/>
                  <a:pt x="37568" y="136927"/>
                  <a:pt x="39931" y="137205"/>
                </a:cubicBezTo>
                <a:lnTo>
                  <a:pt x="38784" y="142314"/>
                </a:lnTo>
                <a:lnTo>
                  <a:pt x="0" y="142314"/>
                </a:lnTo>
                <a:lnTo>
                  <a:pt x="1043" y="137205"/>
                </a:lnTo>
                <a:cubicBezTo>
                  <a:pt x="3197" y="136510"/>
                  <a:pt x="5161" y="135502"/>
                  <a:pt x="6933" y="134181"/>
                </a:cubicBezTo>
                <a:cubicBezTo>
                  <a:pt x="8706" y="132861"/>
                  <a:pt x="10999" y="130619"/>
                  <a:pt x="13814" y="127457"/>
                </a:cubicBezTo>
                <a:cubicBezTo>
                  <a:pt x="16629" y="124294"/>
                  <a:pt x="21547" y="118543"/>
                  <a:pt x="28567" y="110202"/>
                </a:cubicBezTo>
                <a:lnTo>
                  <a:pt x="61617" y="70896"/>
                </a:lnTo>
                <a:lnTo>
                  <a:pt x="46187" y="28046"/>
                </a:lnTo>
                <a:cubicBezTo>
                  <a:pt x="43615" y="20887"/>
                  <a:pt x="41599" y="15934"/>
                  <a:pt x="40140" y="13189"/>
                </a:cubicBezTo>
                <a:cubicBezTo>
                  <a:pt x="38680" y="10443"/>
                  <a:pt x="37238" y="8514"/>
                  <a:pt x="35813" y="7402"/>
                </a:cubicBezTo>
                <a:cubicBezTo>
                  <a:pt x="34388" y="6290"/>
                  <a:pt x="32564" y="5526"/>
                  <a:pt x="30339" y="5109"/>
                </a:cubicBezTo>
                <a:lnTo>
                  <a:pt x="31486" y="0"/>
                </a:lnTo>
                <a:lnTo>
                  <a:pt x="7360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Text 4">
            <a:extLst xmlns:a="http://schemas.openxmlformats.org/drawingml/2006/main">
              <a:ext uri="{FF2B5EF4-FFF2-40B4-BE49-F238E27FC236}">
                <a16:creationId xmlns:a16="http://schemas.microsoft.com/office/drawing/2014/main" id="{E67ABC4F-16A4-47D3-94E8-011F516C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8654" y="1668681"/>
            <a:ext cx="65311" cy="77375"/>
          </a:xfrm>
          <a:custGeom xmlns:a="http://schemas.openxmlformats.org/drawingml/2006/main">
            <a:pathLst>
              <a:path w="65311" h="77375">
                <a:moveTo>
                  <a:pt x="52353" y="20703"/>
                </a:moveTo>
                <a:cubicBezTo>
                  <a:pt x="52303" y="18121"/>
                  <a:pt x="52117" y="15974"/>
                  <a:pt x="51794" y="14261"/>
                </a:cubicBezTo>
                <a:cubicBezTo>
                  <a:pt x="51472" y="12548"/>
                  <a:pt x="50950" y="11195"/>
                  <a:pt x="50231" y="10202"/>
                </a:cubicBezTo>
                <a:cubicBezTo>
                  <a:pt x="49511" y="9210"/>
                  <a:pt x="48567" y="8502"/>
                  <a:pt x="47401" y="8080"/>
                </a:cubicBezTo>
                <a:cubicBezTo>
                  <a:pt x="46234" y="7658"/>
                  <a:pt x="44807" y="7422"/>
                  <a:pt x="43119" y="7373"/>
                </a:cubicBezTo>
                <a:cubicBezTo>
                  <a:pt x="40438" y="7373"/>
                  <a:pt x="37868" y="7968"/>
                  <a:pt x="35411" y="9160"/>
                </a:cubicBezTo>
                <a:cubicBezTo>
                  <a:pt x="32953" y="10351"/>
                  <a:pt x="30670" y="12002"/>
                  <a:pt x="28560" y="14112"/>
                </a:cubicBezTo>
                <a:cubicBezTo>
                  <a:pt x="26450" y="16222"/>
                  <a:pt x="24526" y="18692"/>
                  <a:pt x="22788" y="21522"/>
                </a:cubicBezTo>
                <a:cubicBezTo>
                  <a:pt x="21050" y="24352"/>
                  <a:pt x="19561" y="27405"/>
                  <a:pt x="18320" y="30682"/>
                </a:cubicBezTo>
                <a:cubicBezTo>
                  <a:pt x="17079" y="33959"/>
                  <a:pt x="16123" y="37372"/>
                  <a:pt x="15453" y="40922"/>
                </a:cubicBezTo>
                <a:cubicBezTo>
                  <a:pt x="14782" y="44471"/>
                  <a:pt x="14447" y="48009"/>
                  <a:pt x="14447" y="51534"/>
                </a:cubicBezTo>
                <a:cubicBezTo>
                  <a:pt x="14447" y="56796"/>
                  <a:pt x="15490" y="60805"/>
                  <a:pt x="17575" y="63561"/>
                </a:cubicBezTo>
                <a:cubicBezTo>
                  <a:pt x="19660" y="66316"/>
                  <a:pt x="22788" y="67694"/>
                  <a:pt x="26958" y="67694"/>
                </a:cubicBezTo>
                <a:cubicBezTo>
                  <a:pt x="29292" y="67694"/>
                  <a:pt x="31451" y="67483"/>
                  <a:pt x="33437" y="67061"/>
                </a:cubicBezTo>
                <a:cubicBezTo>
                  <a:pt x="35423" y="66639"/>
                  <a:pt x="37360" y="65931"/>
                  <a:pt x="39246" y="64939"/>
                </a:cubicBezTo>
                <a:cubicBezTo>
                  <a:pt x="41133" y="63946"/>
                  <a:pt x="43081" y="62642"/>
                  <a:pt x="45092" y="61029"/>
                </a:cubicBezTo>
                <a:cubicBezTo>
                  <a:pt x="47103" y="59415"/>
                  <a:pt x="49324" y="57417"/>
                  <a:pt x="51757" y="55034"/>
                </a:cubicBezTo>
                <a:cubicBezTo>
                  <a:pt x="52700" y="56027"/>
                  <a:pt x="53607" y="57007"/>
                  <a:pt x="54475" y="57976"/>
                </a:cubicBezTo>
                <a:cubicBezTo>
                  <a:pt x="55344" y="58944"/>
                  <a:pt x="56250" y="59924"/>
                  <a:pt x="57194" y="60917"/>
                </a:cubicBezTo>
                <a:cubicBezTo>
                  <a:pt x="51832" y="66478"/>
                  <a:pt x="46470" y="70611"/>
                  <a:pt x="41108" y="73316"/>
                </a:cubicBezTo>
                <a:cubicBezTo>
                  <a:pt x="35746" y="76022"/>
                  <a:pt x="29987" y="77375"/>
                  <a:pt x="23831" y="77375"/>
                </a:cubicBezTo>
                <a:cubicBezTo>
                  <a:pt x="16135" y="77375"/>
                  <a:pt x="10240" y="75129"/>
                  <a:pt x="6144" y="70636"/>
                </a:cubicBezTo>
                <a:cubicBezTo>
                  <a:pt x="2048" y="66142"/>
                  <a:pt x="0" y="59726"/>
                  <a:pt x="0" y="51385"/>
                </a:cubicBezTo>
                <a:cubicBezTo>
                  <a:pt x="0" y="46718"/>
                  <a:pt x="521" y="42213"/>
                  <a:pt x="1564" y="37868"/>
                </a:cubicBezTo>
                <a:cubicBezTo>
                  <a:pt x="2606" y="33524"/>
                  <a:pt x="4108" y="29441"/>
                  <a:pt x="6069" y="25618"/>
                </a:cubicBezTo>
                <a:cubicBezTo>
                  <a:pt x="8030" y="21795"/>
                  <a:pt x="10376" y="18320"/>
                  <a:pt x="13107" y="15192"/>
                </a:cubicBezTo>
                <a:cubicBezTo>
                  <a:pt x="15837" y="12064"/>
                  <a:pt x="18891" y="9371"/>
                  <a:pt x="22267" y="7112"/>
                </a:cubicBezTo>
                <a:cubicBezTo>
                  <a:pt x="25643" y="4853"/>
                  <a:pt x="29292" y="3103"/>
                  <a:pt x="33214" y="1862"/>
                </a:cubicBezTo>
                <a:cubicBezTo>
                  <a:pt x="37136" y="621"/>
                  <a:pt x="41257" y="0"/>
                  <a:pt x="45576" y="0"/>
                </a:cubicBezTo>
                <a:cubicBezTo>
                  <a:pt x="49200" y="0"/>
                  <a:pt x="52564" y="199"/>
                  <a:pt x="55667" y="596"/>
                </a:cubicBezTo>
                <a:cubicBezTo>
                  <a:pt x="58770" y="993"/>
                  <a:pt x="61985" y="1614"/>
                  <a:pt x="65311" y="2458"/>
                </a:cubicBezTo>
                <a:lnTo>
                  <a:pt x="61141" y="20703"/>
                </a:lnTo>
                <a:lnTo>
                  <a:pt x="52353" y="207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Text ={'">
            <a:extLst xmlns:a="http://schemas.openxmlformats.org/drawingml/2006/main">
              <a:ext uri="{FF2B5EF4-FFF2-40B4-BE49-F238E27FC236}">
                <a16:creationId xmlns:a16="http://schemas.microsoft.com/office/drawing/2014/main" id="{5F118840-F958-4047-8666-5306EFF2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5952" y="1549719"/>
            <a:ext cx="396429" cy="198822"/>
          </a:xfrm>
          <a:custGeom xmlns:a="http://schemas.openxmlformats.org/drawingml/2006/main">
            <a:pathLst>
              <a:path w="396429" h="198822">
                <a:moveTo>
                  <a:pt x="0" y="75379"/>
                </a:moveTo>
                <a:lnTo>
                  <a:pt x="0" y="61513"/>
                </a:lnTo>
                <a:lnTo>
                  <a:pt x="128447" y="61513"/>
                </a:lnTo>
                <a:lnTo>
                  <a:pt x="128447" y="75379"/>
                </a:lnTo>
                <a:lnTo>
                  <a:pt x="0" y="75379"/>
                </a:lnTo>
                <a:moveTo>
                  <a:pt x="0" y="118647"/>
                </a:moveTo>
                <a:lnTo>
                  <a:pt x="0" y="104780"/>
                </a:lnTo>
                <a:lnTo>
                  <a:pt x="128447" y="104780"/>
                </a:lnTo>
                <a:lnTo>
                  <a:pt x="128447" y="118647"/>
                </a:lnTo>
                <a:lnTo>
                  <a:pt x="0" y="118647"/>
                </a:lnTo>
                <a:moveTo>
                  <a:pt x="132826" y="90080"/>
                </a:moveTo>
                <a:lnTo>
                  <a:pt x="132826" y="90080"/>
                </a:lnTo>
                <a:close/>
                <a:moveTo>
                  <a:pt x="213841" y="94667"/>
                </a:moveTo>
                <a:cubicBezTo>
                  <a:pt x="220514" y="94459"/>
                  <a:pt x="225501" y="92843"/>
                  <a:pt x="228803" y="89819"/>
                </a:cubicBezTo>
                <a:cubicBezTo>
                  <a:pt x="232104" y="86796"/>
                  <a:pt x="233755" y="82886"/>
                  <a:pt x="233755" y="78090"/>
                </a:cubicBezTo>
                <a:cubicBezTo>
                  <a:pt x="233755" y="75588"/>
                  <a:pt x="232938" y="70653"/>
                  <a:pt x="231305" y="63285"/>
                </a:cubicBezTo>
                <a:cubicBezTo>
                  <a:pt x="229671" y="55918"/>
                  <a:pt x="228855" y="49349"/>
                  <a:pt x="228855" y="43580"/>
                </a:cubicBezTo>
                <a:cubicBezTo>
                  <a:pt x="228855" y="29193"/>
                  <a:pt x="232903" y="18402"/>
                  <a:pt x="241001" y="11208"/>
                </a:cubicBezTo>
                <a:cubicBezTo>
                  <a:pt x="249098" y="4014"/>
                  <a:pt x="261314" y="278"/>
                  <a:pt x="277648" y="0"/>
                </a:cubicBezTo>
                <a:lnTo>
                  <a:pt x="280359" y="0"/>
                </a:lnTo>
                <a:lnTo>
                  <a:pt x="280359" y="7924"/>
                </a:lnTo>
                <a:lnTo>
                  <a:pt x="278795" y="7924"/>
                </a:lnTo>
                <a:cubicBezTo>
                  <a:pt x="268716" y="7924"/>
                  <a:pt x="260828" y="10548"/>
                  <a:pt x="255128" y="15795"/>
                </a:cubicBezTo>
                <a:cubicBezTo>
                  <a:pt x="249429" y="21043"/>
                  <a:pt x="246579" y="29679"/>
                  <a:pt x="246579" y="41704"/>
                </a:cubicBezTo>
                <a:cubicBezTo>
                  <a:pt x="246579" y="46569"/>
                  <a:pt x="247274" y="52581"/>
                  <a:pt x="248664" y="59740"/>
                </a:cubicBezTo>
                <a:cubicBezTo>
                  <a:pt x="250054" y="66900"/>
                  <a:pt x="250749" y="72008"/>
                  <a:pt x="250749" y="75067"/>
                </a:cubicBezTo>
                <a:cubicBezTo>
                  <a:pt x="250749" y="80975"/>
                  <a:pt x="249012" y="85823"/>
                  <a:pt x="245536" y="89611"/>
                </a:cubicBezTo>
                <a:cubicBezTo>
                  <a:pt x="242061" y="93399"/>
                  <a:pt x="237925" y="96196"/>
                  <a:pt x="233129" y="98004"/>
                </a:cubicBezTo>
                <a:lnTo>
                  <a:pt x="233129" y="99880"/>
                </a:lnTo>
                <a:cubicBezTo>
                  <a:pt x="237925" y="101687"/>
                  <a:pt x="242061" y="104485"/>
                  <a:pt x="245536" y="108273"/>
                </a:cubicBezTo>
                <a:cubicBezTo>
                  <a:pt x="249012" y="112061"/>
                  <a:pt x="250749" y="116909"/>
                  <a:pt x="250749" y="122817"/>
                </a:cubicBezTo>
                <a:cubicBezTo>
                  <a:pt x="250749" y="125876"/>
                  <a:pt x="250054" y="130984"/>
                  <a:pt x="248664" y="138143"/>
                </a:cubicBezTo>
                <a:cubicBezTo>
                  <a:pt x="247274" y="145302"/>
                  <a:pt x="246579" y="151315"/>
                  <a:pt x="246579" y="156180"/>
                </a:cubicBezTo>
                <a:cubicBezTo>
                  <a:pt x="246579" y="168830"/>
                  <a:pt x="249429" y="177779"/>
                  <a:pt x="255128" y="183027"/>
                </a:cubicBezTo>
                <a:cubicBezTo>
                  <a:pt x="260828" y="188275"/>
                  <a:pt x="268716" y="190898"/>
                  <a:pt x="278795" y="190898"/>
                </a:cubicBezTo>
                <a:lnTo>
                  <a:pt x="280359" y="190898"/>
                </a:lnTo>
                <a:lnTo>
                  <a:pt x="280359" y="198822"/>
                </a:lnTo>
                <a:lnTo>
                  <a:pt x="277648" y="198822"/>
                </a:lnTo>
                <a:cubicBezTo>
                  <a:pt x="261314" y="198544"/>
                  <a:pt x="249098" y="194808"/>
                  <a:pt x="241001" y="187614"/>
                </a:cubicBezTo>
                <a:cubicBezTo>
                  <a:pt x="232903" y="180420"/>
                  <a:pt x="228855" y="169317"/>
                  <a:pt x="228855" y="154303"/>
                </a:cubicBezTo>
                <a:cubicBezTo>
                  <a:pt x="228855" y="148534"/>
                  <a:pt x="229671" y="141966"/>
                  <a:pt x="231305" y="134599"/>
                </a:cubicBezTo>
                <a:cubicBezTo>
                  <a:pt x="232938" y="127231"/>
                  <a:pt x="233755" y="122296"/>
                  <a:pt x="233755" y="119794"/>
                </a:cubicBezTo>
                <a:cubicBezTo>
                  <a:pt x="233755" y="114998"/>
                  <a:pt x="232104" y="111088"/>
                  <a:pt x="228803" y="108065"/>
                </a:cubicBezTo>
                <a:cubicBezTo>
                  <a:pt x="225501" y="105041"/>
                  <a:pt x="220514" y="103425"/>
                  <a:pt x="213841" y="103217"/>
                </a:cubicBezTo>
                <a:lnTo>
                  <a:pt x="213841" y="94667"/>
                </a:lnTo>
                <a:close/>
                <a:moveTo>
                  <a:pt x="335646" y="103946"/>
                </a:moveTo>
                <a:cubicBezTo>
                  <a:pt x="334603" y="98455"/>
                  <a:pt x="333526" y="93173"/>
                  <a:pt x="332413" y="88099"/>
                </a:cubicBezTo>
                <a:cubicBezTo>
                  <a:pt x="331301" y="83025"/>
                  <a:pt x="330155" y="78299"/>
                  <a:pt x="328973" y="73920"/>
                </a:cubicBezTo>
                <a:cubicBezTo>
                  <a:pt x="327791" y="69541"/>
                  <a:pt x="326818" y="66674"/>
                  <a:pt x="326054" y="65318"/>
                </a:cubicBezTo>
                <a:cubicBezTo>
                  <a:pt x="325289" y="63963"/>
                  <a:pt x="324472" y="63025"/>
                  <a:pt x="323604" y="62503"/>
                </a:cubicBezTo>
                <a:cubicBezTo>
                  <a:pt x="322735" y="61982"/>
                  <a:pt x="321640" y="61721"/>
                  <a:pt x="320319" y="61721"/>
                </a:cubicBezTo>
                <a:cubicBezTo>
                  <a:pt x="318860" y="61721"/>
                  <a:pt x="317539" y="62052"/>
                  <a:pt x="316358" y="62712"/>
                </a:cubicBezTo>
                <a:cubicBezTo>
                  <a:pt x="315176" y="63372"/>
                  <a:pt x="313890" y="64519"/>
                  <a:pt x="312500" y="66152"/>
                </a:cubicBezTo>
                <a:cubicBezTo>
                  <a:pt x="311110" y="67786"/>
                  <a:pt x="309268" y="70340"/>
                  <a:pt x="306974" y="73815"/>
                </a:cubicBezTo>
                <a:lnTo>
                  <a:pt x="300197" y="69332"/>
                </a:lnTo>
                <a:cubicBezTo>
                  <a:pt x="304576" y="62729"/>
                  <a:pt x="308781" y="57794"/>
                  <a:pt x="312813" y="54528"/>
                </a:cubicBezTo>
                <a:cubicBezTo>
                  <a:pt x="316844" y="51261"/>
                  <a:pt x="321605" y="49627"/>
                  <a:pt x="327096" y="49627"/>
                </a:cubicBezTo>
                <a:cubicBezTo>
                  <a:pt x="329251" y="49627"/>
                  <a:pt x="331145" y="49871"/>
                  <a:pt x="332778" y="50357"/>
                </a:cubicBezTo>
                <a:cubicBezTo>
                  <a:pt x="334412" y="50844"/>
                  <a:pt x="335854" y="51591"/>
                  <a:pt x="337105" y="52599"/>
                </a:cubicBezTo>
                <a:cubicBezTo>
                  <a:pt x="338356" y="53607"/>
                  <a:pt x="339468" y="54910"/>
                  <a:pt x="340441" y="56508"/>
                </a:cubicBezTo>
                <a:cubicBezTo>
                  <a:pt x="341415" y="58107"/>
                  <a:pt x="342353" y="60279"/>
                  <a:pt x="343256" y="63025"/>
                </a:cubicBezTo>
                <a:cubicBezTo>
                  <a:pt x="344160" y="65770"/>
                  <a:pt x="345011" y="69176"/>
                  <a:pt x="345811" y="73242"/>
                </a:cubicBezTo>
                <a:cubicBezTo>
                  <a:pt x="346610" y="77308"/>
                  <a:pt x="347323" y="81531"/>
                  <a:pt x="347948" y="85910"/>
                </a:cubicBezTo>
                <a:lnTo>
                  <a:pt x="348991" y="85910"/>
                </a:lnTo>
                <a:cubicBezTo>
                  <a:pt x="355663" y="76526"/>
                  <a:pt x="360720" y="69662"/>
                  <a:pt x="364160" y="65318"/>
                </a:cubicBezTo>
                <a:cubicBezTo>
                  <a:pt x="367601" y="60974"/>
                  <a:pt x="370503" y="57742"/>
                  <a:pt x="372866" y="55622"/>
                </a:cubicBezTo>
                <a:cubicBezTo>
                  <a:pt x="375229" y="53502"/>
                  <a:pt x="377506" y="52008"/>
                  <a:pt x="379695" y="51139"/>
                </a:cubicBezTo>
                <a:cubicBezTo>
                  <a:pt x="381884" y="50270"/>
                  <a:pt x="384786" y="49836"/>
                  <a:pt x="388401" y="49836"/>
                </a:cubicBezTo>
                <a:cubicBezTo>
                  <a:pt x="391667" y="49836"/>
                  <a:pt x="394343" y="50253"/>
                  <a:pt x="396429" y="51087"/>
                </a:cubicBezTo>
                <a:lnTo>
                  <a:pt x="392258" y="69958"/>
                </a:lnTo>
                <a:lnTo>
                  <a:pt x="384960" y="69958"/>
                </a:lnTo>
                <a:cubicBezTo>
                  <a:pt x="384543" y="67039"/>
                  <a:pt x="383327" y="65579"/>
                  <a:pt x="381311" y="65579"/>
                </a:cubicBezTo>
                <a:cubicBezTo>
                  <a:pt x="380685" y="65579"/>
                  <a:pt x="380025" y="65683"/>
                  <a:pt x="379330" y="65892"/>
                </a:cubicBezTo>
                <a:cubicBezTo>
                  <a:pt x="378635" y="66100"/>
                  <a:pt x="377784" y="66552"/>
                  <a:pt x="376776" y="67247"/>
                </a:cubicBezTo>
                <a:cubicBezTo>
                  <a:pt x="375768" y="67942"/>
                  <a:pt x="374291" y="69298"/>
                  <a:pt x="372345" y="71313"/>
                </a:cubicBezTo>
                <a:cubicBezTo>
                  <a:pt x="370399" y="73329"/>
                  <a:pt x="368209" y="75796"/>
                  <a:pt x="365776" y="78716"/>
                </a:cubicBezTo>
                <a:cubicBezTo>
                  <a:pt x="363344" y="81635"/>
                  <a:pt x="360841" y="84693"/>
                  <a:pt x="358270" y="87890"/>
                </a:cubicBezTo>
                <a:lnTo>
                  <a:pt x="351180" y="96752"/>
                </a:lnTo>
                <a:cubicBezTo>
                  <a:pt x="352431" y="103425"/>
                  <a:pt x="353613" y="109194"/>
                  <a:pt x="354725" y="114059"/>
                </a:cubicBezTo>
                <a:cubicBezTo>
                  <a:pt x="355837" y="118925"/>
                  <a:pt x="356828" y="122974"/>
                  <a:pt x="357696" y="126206"/>
                </a:cubicBezTo>
                <a:cubicBezTo>
                  <a:pt x="358565" y="129438"/>
                  <a:pt x="359330" y="131992"/>
                  <a:pt x="359990" y="133869"/>
                </a:cubicBezTo>
                <a:cubicBezTo>
                  <a:pt x="360650" y="135745"/>
                  <a:pt x="361363" y="137153"/>
                  <a:pt x="362127" y="138091"/>
                </a:cubicBezTo>
                <a:cubicBezTo>
                  <a:pt x="362892" y="139030"/>
                  <a:pt x="363674" y="139690"/>
                  <a:pt x="364473" y="140072"/>
                </a:cubicBezTo>
                <a:cubicBezTo>
                  <a:pt x="365272" y="140454"/>
                  <a:pt x="366193" y="140646"/>
                  <a:pt x="367236" y="140646"/>
                </a:cubicBezTo>
                <a:cubicBezTo>
                  <a:pt x="369113" y="140646"/>
                  <a:pt x="370937" y="139916"/>
                  <a:pt x="372710" y="138456"/>
                </a:cubicBezTo>
                <a:cubicBezTo>
                  <a:pt x="374482" y="136996"/>
                  <a:pt x="377036" y="133695"/>
                  <a:pt x="380373" y="128551"/>
                </a:cubicBezTo>
                <a:lnTo>
                  <a:pt x="387150" y="133035"/>
                </a:lnTo>
                <a:cubicBezTo>
                  <a:pt x="382284" y="140263"/>
                  <a:pt x="377888" y="145355"/>
                  <a:pt x="373961" y="148309"/>
                </a:cubicBezTo>
                <a:cubicBezTo>
                  <a:pt x="370034" y="151263"/>
                  <a:pt x="365359" y="152740"/>
                  <a:pt x="359938" y="152740"/>
                </a:cubicBezTo>
                <a:cubicBezTo>
                  <a:pt x="356949" y="152740"/>
                  <a:pt x="354412" y="152201"/>
                  <a:pt x="352327" y="151124"/>
                </a:cubicBezTo>
                <a:cubicBezTo>
                  <a:pt x="350242" y="150046"/>
                  <a:pt x="348435" y="148326"/>
                  <a:pt x="346906" y="145963"/>
                </a:cubicBezTo>
                <a:cubicBezTo>
                  <a:pt x="345376" y="143600"/>
                  <a:pt x="344021" y="139916"/>
                  <a:pt x="342839" y="134911"/>
                </a:cubicBezTo>
                <a:cubicBezTo>
                  <a:pt x="340685" y="126015"/>
                  <a:pt x="339364" y="119203"/>
                  <a:pt x="338878" y="114477"/>
                </a:cubicBezTo>
                <a:lnTo>
                  <a:pt x="337835" y="114477"/>
                </a:lnTo>
                <a:cubicBezTo>
                  <a:pt x="330467" y="124833"/>
                  <a:pt x="324994" y="132270"/>
                  <a:pt x="321414" y="136788"/>
                </a:cubicBezTo>
                <a:cubicBezTo>
                  <a:pt x="317835" y="141306"/>
                  <a:pt x="314881" y="144642"/>
                  <a:pt x="312552" y="146797"/>
                </a:cubicBezTo>
                <a:cubicBezTo>
                  <a:pt x="310224" y="148952"/>
                  <a:pt x="307965" y="150463"/>
                  <a:pt x="305775" y="151332"/>
                </a:cubicBezTo>
                <a:cubicBezTo>
                  <a:pt x="303586" y="152201"/>
                  <a:pt x="300684" y="152635"/>
                  <a:pt x="297070" y="152635"/>
                </a:cubicBezTo>
                <a:cubicBezTo>
                  <a:pt x="293803" y="152635"/>
                  <a:pt x="291127" y="152218"/>
                  <a:pt x="289042" y="151384"/>
                </a:cubicBezTo>
                <a:lnTo>
                  <a:pt x="293212" y="132513"/>
                </a:lnTo>
                <a:lnTo>
                  <a:pt x="300510" y="132513"/>
                </a:lnTo>
                <a:cubicBezTo>
                  <a:pt x="300927" y="135433"/>
                  <a:pt x="302144" y="136892"/>
                  <a:pt x="304159" y="136892"/>
                </a:cubicBezTo>
                <a:cubicBezTo>
                  <a:pt x="305132" y="136892"/>
                  <a:pt x="306158" y="136632"/>
                  <a:pt x="307235" y="136110"/>
                </a:cubicBezTo>
                <a:cubicBezTo>
                  <a:pt x="308312" y="135589"/>
                  <a:pt x="309859" y="134338"/>
                  <a:pt x="311874" y="132357"/>
                </a:cubicBezTo>
                <a:cubicBezTo>
                  <a:pt x="313890" y="130376"/>
                  <a:pt x="316670" y="127266"/>
                  <a:pt x="320215" y="123026"/>
                </a:cubicBezTo>
                <a:cubicBezTo>
                  <a:pt x="323760" y="118786"/>
                  <a:pt x="328903" y="112426"/>
                  <a:pt x="335646" y="1039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Text -">
            <a:extLst xmlns:a="http://schemas.openxmlformats.org/drawingml/2006/main">
              <a:ext uri="{FF2B5EF4-FFF2-40B4-BE49-F238E27FC236}">
                <a16:creationId xmlns:a16="http://schemas.microsoft.com/office/drawing/2014/main" id="{97C40B94-A3E3-46DE-B09E-A4C04040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769" y="1651329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||/||%">
            <a:extLst xmlns:a="http://schemas.openxmlformats.org/drawingml/2006/main">
              <a:ext uri="{FF2B5EF4-FFF2-40B4-BE49-F238E27FC236}">
                <a16:creationId xmlns:a16="http://schemas.microsoft.com/office/drawing/2014/main" id="{F798451C-DA52-4458-8DDA-6336ACE3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618" y="1551596"/>
            <a:ext cx="435848" cy="194026"/>
          </a:xfrm>
          <a:custGeom xmlns:a="http://schemas.openxmlformats.org/drawingml/2006/main">
            <a:pathLst>
              <a:path w="435848" h="194026">
                <a:moveTo>
                  <a:pt x="16056" y="194026"/>
                </a:moveTo>
                <a:lnTo>
                  <a:pt x="0" y="194026"/>
                </a:lnTo>
                <a:lnTo>
                  <a:pt x="0" y="0"/>
                </a:lnTo>
                <a:lnTo>
                  <a:pt x="16056" y="0"/>
                </a:lnTo>
                <a:lnTo>
                  <a:pt x="16056" y="194026"/>
                </a:lnTo>
                <a:close/>
                <a:moveTo>
                  <a:pt x="82782" y="194026"/>
                </a:moveTo>
                <a:lnTo>
                  <a:pt x="66726" y="194026"/>
                </a:lnTo>
                <a:lnTo>
                  <a:pt x="66726" y="0"/>
                </a:lnTo>
                <a:lnTo>
                  <a:pt x="82782" y="0"/>
                </a:lnTo>
                <a:lnTo>
                  <a:pt x="82782" y="194026"/>
                </a:lnTo>
                <a:close/>
                <a:moveTo>
                  <a:pt x="194131" y="119898"/>
                </a:moveTo>
                <a:lnTo>
                  <a:pt x="187771" y="149195"/>
                </a:lnTo>
                <a:lnTo>
                  <a:pt x="112287" y="149195"/>
                </a:lnTo>
                <a:lnTo>
                  <a:pt x="110306" y="144086"/>
                </a:lnTo>
                <a:lnTo>
                  <a:pt x="167336" y="78403"/>
                </a:lnTo>
                <a:cubicBezTo>
                  <a:pt x="175399" y="69159"/>
                  <a:pt x="181307" y="62590"/>
                  <a:pt x="185060" y="58698"/>
                </a:cubicBezTo>
                <a:lnTo>
                  <a:pt x="184435" y="57968"/>
                </a:lnTo>
                <a:lnTo>
                  <a:pt x="160038" y="57968"/>
                </a:lnTo>
                <a:cubicBezTo>
                  <a:pt x="156424" y="57968"/>
                  <a:pt x="153782" y="58211"/>
                  <a:pt x="152114" y="58698"/>
                </a:cubicBezTo>
                <a:cubicBezTo>
                  <a:pt x="150446" y="59184"/>
                  <a:pt x="148778" y="60036"/>
                  <a:pt x="147110" y="61252"/>
                </a:cubicBezTo>
                <a:cubicBezTo>
                  <a:pt x="145442" y="62469"/>
                  <a:pt x="143652" y="64276"/>
                  <a:pt x="141740" y="66674"/>
                </a:cubicBezTo>
                <a:cubicBezTo>
                  <a:pt x="139829" y="69072"/>
                  <a:pt x="137692" y="72495"/>
                  <a:pt x="135328" y="76943"/>
                </a:cubicBezTo>
                <a:lnTo>
                  <a:pt x="126049" y="76943"/>
                </a:lnTo>
                <a:lnTo>
                  <a:pt x="132201" y="49523"/>
                </a:lnTo>
                <a:lnTo>
                  <a:pt x="206329" y="49523"/>
                </a:lnTo>
                <a:lnTo>
                  <a:pt x="208310" y="54736"/>
                </a:lnTo>
                <a:lnTo>
                  <a:pt x="158578" y="111870"/>
                </a:lnTo>
                <a:cubicBezTo>
                  <a:pt x="148917" y="122921"/>
                  <a:pt x="140541" y="132305"/>
                  <a:pt x="133452" y="140020"/>
                </a:cubicBezTo>
                <a:lnTo>
                  <a:pt x="134077" y="140750"/>
                </a:lnTo>
                <a:lnTo>
                  <a:pt x="157640" y="140750"/>
                </a:lnTo>
                <a:cubicBezTo>
                  <a:pt x="161810" y="140750"/>
                  <a:pt x="165008" y="140524"/>
                  <a:pt x="167232" y="140072"/>
                </a:cubicBezTo>
                <a:cubicBezTo>
                  <a:pt x="169456" y="139620"/>
                  <a:pt x="171402" y="138769"/>
                  <a:pt x="173070" y="137518"/>
                </a:cubicBezTo>
                <a:cubicBezTo>
                  <a:pt x="174738" y="136267"/>
                  <a:pt x="176459" y="134373"/>
                  <a:pt x="178231" y="131836"/>
                </a:cubicBezTo>
                <a:cubicBezTo>
                  <a:pt x="180004" y="129299"/>
                  <a:pt x="182210" y="125319"/>
                  <a:pt x="184852" y="119898"/>
                </a:cubicBezTo>
                <a:lnTo>
                  <a:pt x="194131" y="119898"/>
                </a:lnTo>
                <a:close/>
                <a:moveTo>
                  <a:pt x="252456" y="194026"/>
                </a:moveTo>
                <a:lnTo>
                  <a:pt x="236400" y="194026"/>
                </a:lnTo>
                <a:lnTo>
                  <a:pt x="236400" y="0"/>
                </a:lnTo>
                <a:lnTo>
                  <a:pt x="252456" y="0"/>
                </a:lnTo>
                <a:lnTo>
                  <a:pt x="252456" y="194026"/>
                </a:lnTo>
                <a:close/>
                <a:moveTo>
                  <a:pt x="319182" y="194026"/>
                </a:moveTo>
                <a:lnTo>
                  <a:pt x="303126" y="194026"/>
                </a:lnTo>
                <a:lnTo>
                  <a:pt x="303126" y="0"/>
                </a:lnTo>
                <a:lnTo>
                  <a:pt x="319182" y="0"/>
                </a:lnTo>
                <a:lnTo>
                  <a:pt x="319182" y="194026"/>
                </a:lnTo>
                <a:close/>
                <a:moveTo>
                  <a:pt x="422712" y="74858"/>
                </a:moveTo>
                <a:cubicBezTo>
                  <a:pt x="421947" y="68672"/>
                  <a:pt x="419914" y="63980"/>
                  <a:pt x="416612" y="60783"/>
                </a:cubicBezTo>
                <a:cubicBezTo>
                  <a:pt x="413311" y="57586"/>
                  <a:pt x="408115" y="55987"/>
                  <a:pt x="401026" y="55987"/>
                </a:cubicBezTo>
                <a:cubicBezTo>
                  <a:pt x="395535" y="55987"/>
                  <a:pt x="391086" y="57395"/>
                  <a:pt x="387681" y="60210"/>
                </a:cubicBezTo>
                <a:cubicBezTo>
                  <a:pt x="384275" y="63025"/>
                  <a:pt x="382572" y="66726"/>
                  <a:pt x="382572" y="71313"/>
                </a:cubicBezTo>
                <a:cubicBezTo>
                  <a:pt x="382572" y="73815"/>
                  <a:pt x="383006" y="76022"/>
                  <a:pt x="383875" y="77934"/>
                </a:cubicBezTo>
                <a:cubicBezTo>
                  <a:pt x="384744" y="79845"/>
                  <a:pt x="386499" y="81948"/>
                  <a:pt x="389140" y="84241"/>
                </a:cubicBezTo>
                <a:cubicBezTo>
                  <a:pt x="391781" y="86535"/>
                  <a:pt x="395882" y="89350"/>
                  <a:pt x="401443" y="92686"/>
                </a:cubicBezTo>
                <a:cubicBezTo>
                  <a:pt x="405822" y="95328"/>
                  <a:pt x="409332" y="97743"/>
                  <a:pt x="411973" y="99932"/>
                </a:cubicBezTo>
                <a:cubicBezTo>
                  <a:pt x="414614" y="102122"/>
                  <a:pt x="416699" y="104294"/>
                  <a:pt x="418228" y="106449"/>
                </a:cubicBezTo>
                <a:cubicBezTo>
                  <a:pt x="419758" y="108603"/>
                  <a:pt x="420870" y="110880"/>
                  <a:pt x="421565" y="113278"/>
                </a:cubicBezTo>
                <a:cubicBezTo>
                  <a:pt x="422260" y="115675"/>
                  <a:pt x="422607" y="118577"/>
                  <a:pt x="422607" y="121983"/>
                </a:cubicBezTo>
                <a:cubicBezTo>
                  <a:pt x="422607" y="128169"/>
                  <a:pt x="420957" y="133469"/>
                  <a:pt x="417655" y="137883"/>
                </a:cubicBezTo>
                <a:cubicBezTo>
                  <a:pt x="414353" y="142296"/>
                  <a:pt x="409870" y="145580"/>
                  <a:pt x="404206" y="147735"/>
                </a:cubicBezTo>
                <a:cubicBezTo>
                  <a:pt x="398541" y="149890"/>
                  <a:pt x="392094" y="150967"/>
                  <a:pt x="384866" y="150967"/>
                </a:cubicBezTo>
                <a:cubicBezTo>
                  <a:pt x="379097" y="150967"/>
                  <a:pt x="373432" y="150533"/>
                  <a:pt x="367871" y="149664"/>
                </a:cubicBezTo>
                <a:cubicBezTo>
                  <a:pt x="362311" y="148795"/>
                  <a:pt x="356125" y="147318"/>
                  <a:pt x="349313" y="145233"/>
                </a:cubicBezTo>
                <a:lnTo>
                  <a:pt x="354318" y="122504"/>
                </a:lnTo>
                <a:lnTo>
                  <a:pt x="362450" y="122504"/>
                </a:lnTo>
                <a:cubicBezTo>
                  <a:pt x="362728" y="129177"/>
                  <a:pt x="364605" y="134216"/>
                  <a:pt x="368080" y="137622"/>
                </a:cubicBezTo>
                <a:cubicBezTo>
                  <a:pt x="371555" y="141028"/>
                  <a:pt x="377081" y="142731"/>
                  <a:pt x="384657" y="142731"/>
                </a:cubicBezTo>
                <a:cubicBezTo>
                  <a:pt x="391260" y="142731"/>
                  <a:pt x="396421" y="141254"/>
                  <a:pt x="400139" y="138300"/>
                </a:cubicBezTo>
                <a:cubicBezTo>
                  <a:pt x="403858" y="135346"/>
                  <a:pt x="405717" y="131158"/>
                  <a:pt x="405717" y="125736"/>
                </a:cubicBezTo>
                <a:cubicBezTo>
                  <a:pt x="405717" y="122609"/>
                  <a:pt x="405196" y="119915"/>
                  <a:pt x="404153" y="117656"/>
                </a:cubicBezTo>
                <a:cubicBezTo>
                  <a:pt x="403111" y="115397"/>
                  <a:pt x="401408" y="113225"/>
                  <a:pt x="399045" y="111140"/>
                </a:cubicBezTo>
                <a:cubicBezTo>
                  <a:pt x="396682" y="109055"/>
                  <a:pt x="392928" y="106449"/>
                  <a:pt x="387785" y="103321"/>
                </a:cubicBezTo>
                <a:cubicBezTo>
                  <a:pt x="382363" y="100054"/>
                  <a:pt x="378141" y="97100"/>
                  <a:pt x="375117" y="94459"/>
                </a:cubicBezTo>
                <a:cubicBezTo>
                  <a:pt x="372094" y="91818"/>
                  <a:pt x="369817" y="88950"/>
                  <a:pt x="368288" y="85857"/>
                </a:cubicBezTo>
                <a:cubicBezTo>
                  <a:pt x="366759" y="82764"/>
                  <a:pt x="365995" y="79202"/>
                  <a:pt x="365995" y="75171"/>
                </a:cubicBezTo>
                <a:cubicBezTo>
                  <a:pt x="365995" y="69680"/>
                  <a:pt x="367472" y="64867"/>
                  <a:pt x="370426" y="60731"/>
                </a:cubicBezTo>
                <a:cubicBezTo>
                  <a:pt x="373380" y="56595"/>
                  <a:pt x="377602" y="53415"/>
                  <a:pt x="383093" y="51191"/>
                </a:cubicBezTo>
                <a:cubicBezTo>
                  <a:pt x="388584" y="48967"/>
                  <a:pt x="394979" y="47855"/>
                  <a:pt x="402277" y="47855"/>
                </a:cubicBezTo>
                <a:cubicBezTo>
                  <a:pt x="408741" y="47855"/>
                  <a:pt x="414632" y="48237"/>
                  <a:pt x="419949" y="49002"/>
                </a:cubicBezTo>
                <a:cubicBezTo>
                  <a:pt x="425266" y="49766"/>
                  <a:pt x="430566" y="51087"/>
                  <a:pt x="435848" y="52964"/>
                </a:cubicBezTo>
                <a:lnTo>
                  <a:pt x="431157" y="74858"/>
                </a:lnTo>
                <a:lnTo>
                  <a:pt x="422712" y="7485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Text ,">
            <a:extLst xmlns:a="http://schemas.openxmlformats.org/drawingml/2006/main">
              <a:ext uri="{FF2B5EF4-FFF2-40B4-BE49-F238E27FC236}">
                <a16:creationId xmlns:a16="http://schemas.microsoft.com/office/drawing/2014/main" id="{1F1DF74C-EF5F-4743-ADEE-4BFFBC2BF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5007" y="1668681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Text ||'">
            <a:extLst xmlns:a="http://schemas.openxmlformats.org/drawingml/2006/main">
              <a:ext uri="{FF2B5EF4-FFF2-40B4-BE49-F238E27FC236}">
                <a16:creationId xmlns:a16="http://schemas.microsoft.com/office/drawing/2014/main" id="{9B1B784E-F6D2-4311-B4AA-F7291443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684" y="1551596"/>
            <a:ext cx="218214" cy="194026"/>
          </a:xfrm>
          <a:custGeom xmlns:a="http://schemas.openxmlformats.org/drawingml/2006/main">
            <a:pathLst>
              <a:path w="218214" h="194026">
                <a:moveTo>
                  <a:pt x="16056" y="194026"/>
                </a:moveTo>
                <a:lnTo>
                  <a:pt x="0" y="194026"/>
                </a:lnTo>
                <a:lnTo>
                  <a:pt x="0" y="0"/>
                </a:lnTo>
                <a:lnTo>
                  <a:pt x="16056" y="0"/>
                </a:lnTo>
                <a:lnTo>
                  <a:pt x="16056" y="194026"/>
                </a:lnTo>
                <a:close/>
                <a:moveTo>
                  <a:pt x="82782" y="194026"/>
                </a:moveTo>
                <a:lnTo>
                  <a:pt x="66726" y="194026"/>
                </a:lnTo>
                <a:lnTo>
                  <a:pt x="66726" y="0"/>
                </a:lnTo>
                <a:lnTo>
                  <a:pt x="82782" y="0"/>
                </a:lnTo>
                <a:lnTo>
                  <a:pt x="82782" y="194026"/>
                </a:lnTo>
                <a:close/>
                <a:moveTo>
                  <a:pt x="157431" y="102070"/>
                </a:moveTo>
                <a:cubicBezTo>
                  <a:pt x="156389" y="96579"/>
                  <a:pt x="155311" y="91296"/>
                  <a:pt x="154199" y="86222"/>
                </a:cubicBezTo>
                <a:cubicBezTo>
                  <a:pt x="153087" y="81148"/>
                  <a:pt x="151940" y="76422"/>
                  <a:pt x="150759" y="72043"/>
                </a:cubicBezTo>
                <a:cubicBezTo>
                  <a:pt x="149577" y="67664"/>
                  <a:pt x="148604" y="64797"/>
                  <a:pt x="147840" y="63442"/>
                </a:cubicBezTo>
                <a:cubicBezTo>
                  <a:pt x="147075" y="62086"/>
                  <a:pt x="146258" y="61148"/>
                  <a:pt x="145389" y="60627"/>
                </a:cubicBezTo>
                <a:cubicBezTo>
                  <a:pt x="144521" y="60105"/>
                  <a:pt x="143426" y="59845"/>
                  <a:pt x="142105" y="59845"/>
                </a:cubicBezTo>
                <a:cubicBezTo>
                  <a:pt x="140646" y="59845"/>
                  <a:pt x="139325" y="60175"/>
                  <a:pt x="138143" y="60835"/>
                </a:cubicBezTo>
                <a:cubicBezTo>
                  <a:pt x="136962" y="61495"/>
                  <a:pt x="135676" y="62642"/>
                  <a:pt x="134286" y="64276"/>
                </a:cubicBezTo>
                <a:cubicBezTo>
                  <a:pt x="132896" y="65909"/>
                  <a:pt x="131054" y="68463"/>
                  <a:pt x="128760" y="71939"/>
                </a:cubicBezTo>
                <a:lnTo>
                  <a:pt x="121983" y="67456"/>
                </a:lnTo>
                <a:cubicBezTo>
                  <a:pt x="126362" y="60853"/>
                  <a:pt x="130567" y="55918"/>
                  <a:pt x="134599" y="52651"/>
                </a:cubicBezTo>
                <a:cubicBezTo>
                  <a:pt x="138630" y="49384"/>
                  <a:pt x="143391" y="47751"/>
                  <a:pt x="148882" y="47751"/>
                </a:cubicBezTo>
                <a:cubicBezTo>
                  <a:pt x="151037" y="47751"/>
                  <a:pt x="152931" y="47994"/>
                  <a:pt x="154564" y="48480"/>
                </a:cubicBezTo>
                <a:cubicBezTo>
                  <a:pt x="156198" y="48967"/>
                  <a:pt x="157640" y="49714"/>
                  <a:pt x="158891" y="50722"/>
                </a:cubicBezTo>
                <a:cubicBezTo>
                  <a:pt x="160142" y="51730"/>
                  <a:pt x="161254" y="53033"/>
                  <a:pt x="162227" y="54632"/>
                </a:cubicBezTo>
                <a:cubicBezTo>
                  <a:pt x="163200" y="56230"/>
                  <a:pt x="164139" y="58402"/>
                  <a:pt x="165042" y="61148"/>
                </a:cubicBezTo>
                <a:cubicBezTo>
                  <a:pt x="165946" y="63893"/>
                  <a:pt x="166797" y="67299"/>
                  <a:pt x="167597" y="71365"/>
                </a:cubicBezTo>
                <a:cubicBezTo>
                  <a:pt x="168396" y="75431"/>
                  <a:pt x="169108" y="79654"/>
                  <a:pt x="169734" y="84033"/>
                </a:cubicBezTo>
                <a:lnTo>
                  <a:pt x="170777" y="84033"/>
                </a:lnTo>
                <a:cubicBezTo>
                  <a:pt x="177449" y="74650"/>
                  <a:pt x="182506" y="67786"/>
                  <a:pt x="185946" y="63442"/>
                </a:cubicBezTo>
                <a:cubicBezTo>
                  <a:pt x="189387" y="59098"/>
                  <a:pt x="192289" y="55866"/>
                  <a:pt x="194652" y="53746"/>
                </a:cubicBezTo>
                <a:cubicBezTo>
                  <a:pt x="197015" y="51626"/>
                  <a:pt x="199291" y="50131"/>
                  <a:pt x="201481" y="49262"/>
                </a:cubicBezTo>
                <a:cubicBezTo>
                  <a:pt x="203670" y="48394"/>
                  <a:pt x="206572" y="47959"/>
                  <a:pt x="210187" y="47959"/>
                </a:cubicBezTo>
                <a:cubicBezTo>
                  <a:pt x="213453" y="47959"/>
                  <a:pt x="216129" y="48376"/>
                  <a:pt x="218214" y="49210"/>
                </a:cubicBezTo>
                <a:lnTo>
                  <a:pt x="214044" y="68081"/>
                </a:lnTo>
                <a:lnTo>
                  <a:pt x="206746" y="68081"/>
                </a:lnTo>
                <a:cubicBezTo>
                  <a:pt x="206329" y="65162"/>
                  <a:pt x="205113" y="63702"/>
                  <a:pt x="203097" y="63702"/>
                </a:cubicBezTo>
                <a:cubicBezTo>
                  <a:pt x="202471" y="63702"/>
                  <a:pt x="201811" y="63807"/>
                  <a:pt x="201116" y="64015"/>
                </a:cubicBezTo>
                <a:cubicBezTo>
                  <a:pt x="200421" y="64224"/>
                  <a:pt x="199569" y="64675"/>
                  <a:pt x="198562" y="65370"/>
                </a:cubicBezTo>
                <a:cubicBezTo>
                  <a:pt x="197554" y="66066"/>
                  <a:pt x="196077" y="67421"/>
                  <a:pt x="194131" y="69437"/>
                </a:cubicBezTo>
                <a:cubicBezTo>
                  <a:pt x="192184" y="71452"/>
                  <a:pt x="189995" y="73920"/>
                  <a:pt x="187562" y="76839"/>
                </a:cubicBezTo>
                <a:cubicBezTo>
                  <a:pt x="185130" y="79758"/>
                  <a:pt x="182627" y="82816"/>
                  <a:pt x="180056" y="86014"/>
                </a:cubicBezTo>
                <a:lnTo>
                  <a:pt x="172966" y="94876"/>
                </a:lnTo>
                <a:cubicBezTo>
                  <a:pt x="174217" y="101548"/>
                  <a:pt x="175399" y="107317"/>
                  <a:pt x="176511" y="112183"/>
                </a:cubicBezTo>
                <a:cubicBezTo>
                  <a:pt x="177623" y="117048"/>
                  <a:pt x="178613" y="121097"/>
                  <a:pt x="179482" y="124329"/>
                </a:cubicBezTo>
                <a:cubicBezTo>
                  <a:pt x="180351" y="127561"/>
                  <a:pt x="181116" y="130115"/>
                  <a:pt x="181776" y="131992"/>
                </a:cubicBezTo>
                <a:cubicBezTo>
                  <a:pt x="182436" y="133869"/>
                  <a:pt x="183149" y="135276"/>
                  <a:pt x="183913" y="136215"/>
                </a:cubicBezTo>
                <a:cubicBezTo>
                  <a:pt x="184678" y="137153"/>
                  <a:pt x="185460" y="137813"/>
                  <a:pt x="186259" y="138195"/>
                </a:cubicBezTo>
                <a:cubicBezTo>
                  <a:pt x="187058" y="138578"/>
                  <a:pt x="187979" y="138769"/>
                  <a:pt x="189022" y="138769"/>
                </a:cubicBezTo>
                <a:cubicBezTo>
                  <a:pt x="190899" y="138769"/>
                  <a:pt x="192723" y="138039"/>
                  <a:pt x="194496" y="136579"/>
                </a:cubicBezTo>
                <a:cubicBezTo>
                  <a:pt x="196268" y="135120"/>
                  <a:pt x="198822" y="131818"/>
                  <a:pt x="202159" y="126675"/>
                </a:cubicBezTo>
                <a:lnTo>
                  <a:pt x="208935" y="131158"/>
                </a:lnTo>
                <a:cubicBezTo>
                  <a:pt x="204070" y="138387"/>
                  <a:pt x="199674" y="143478"/>
                  <a:pt x="195747" y="146432"/>
                </a:cubicBezTo>
                <a:cubicBezTo>
                  <a:pt x="191820" y="149386"/>
                  <a:pt x="187145" y="150863"/>
                  <a:pt x="181724" y="150863"/>
                </a:cubicBezTo>
                <a:cubicBezTo>
                  <a:pt x="178735" y="150863"/>
                  <a:pt x="176198" y="150324"/>
                  <a:pt x="174113" y="149247"/>
                </a:cubicBezTo>
                <a:cubicBezTo>
                  <a:pt x="172028" y="148170"/>
                  <a:pt x="170221" y="146449"/>
                  <a:pt x="168691" y="144086"/>
                </a:cubicBezTo>
                <a:cubicBezTo>
                  <a:pt x="167162" y="141723"/>
                  <a:pt x="165807" y="138039"/>
                  <a:pt x="164625" y="133035"/>
                </a:cubicBezTo>
                <a:cubicBezTo>
                  <a:pt x="162471" y="124138"/>
                  <a:pt x="161150" y="117326"/>
                  <a:pt x="160663" y="112600"/>
                </a:cubicBezTo>
                <a:lnTo>
                  <a:pt x="159621" y="112600"/>
                </a:lnTo>
                <a:cubicBezTo>
                  <a:pt x="152253" y="122956"/>
                  <a:pt x="146780" y="130393"/>
                  <a:pt x="143200" y="134911"/>
                </a:cubicBezTo>
                <a:cubicBezTo>
                  <a:pt x="139620" y="139429"/>
                  <a:pt x="136666" y="142765"/>
                  <a:pt x="134338" y="144920"/>
                </a:cubicBezTo>
                <a:cubicBezTo>
                  <a:pt x="132010" y="147075"/>
                  <a:pt x="129751" y="148587"/>
                  <a:pt x="127561" y="149455"/>
                </a:cubicBezTo>
                <a:cubicBezTo>
                  <a:pt x="125372" y="150324"/>
                  <a:pt x="122470" y="150759"/>
                  <a:pt x="118856" y="150759"/>
                </a:cubicBezTo>
                <a:cubicBezTo>
                  <a:pt x="115589" y="150759"/>
                  <a:pt x="112913" y="150342"/>
                  <a:pt x="110828" y="149508"/>
                </a:cubicBezTo>
                <a:lnTo>
                  <a:pt x="114998" y="130637"/>
                </a:lnTo>
                <a:lnTo>
                  <a:pt x="122296" y="130637"/>
                </a:lnTo>
                <a:cubicBezTo>
                  <a:pt x="122713" y="133556"/>
                  <a:pt x="123929" y="135016"/>
                  <a:pt x="125945" y="135016"/>
                </a:cubicBezTo>
                <a:cubicBezTo>
                  <a:pt x="126918" y="135016"/>
                  <a:pt x="127943" y="134755"/>
                  <a:pt x="129021" y="134234"/>
                </a:cubicBezTo>
                <a:cubicBezTo>
                  <a:pt x="130098" y="133712"/>
                  <a:pt x="131645" y="132461"/>
                  <a:pt x="133660" y="130480"/>
                </a:cubicBezTo>
                <a:cubicBezTo>
                  <a:pt x="135676" y="128499"/>
                  <a:pt x="138456" y="125389"/>
                  <a:pt x="142001" y="121149"/>
                </a:cubicBezTo>
                <a:cubicBezTo>
                  <a:pt x="145546" y="116909"/>
                  <a:pt x="150689" y="110549"/>
                  <a:pt x="157431" y="1020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5" name="Text ,">
            <a:extLst xmlns:a="http://schemas.openxmlformats.org/drawingml/2006/main">
              <a:ext uri="{FF2B5EF4-FFF2-40B4-BE49-F238E27FC236}">
                <a16:creationId xmlns:a16="http://schemas.microsoft.com/office/drawing/2014/main" id="{D1E40778-C596-4298-9498-6AE9EFF0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8244" y="1668681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Text |(%">
            <a:extLst xmlns:a="http://schemas.openxmlformats.org/drawingml/2006/main">
              <a:ext uri="{FF2B5EF4-FFF2-40B4-BE49-F238E27FC236}">
                <a16:creationId xmlns:a16="http://schemas.microsoft.com/office/drawing/2014/main" id="{6951E155-EF2D-4D67-ABFB-1BE57419E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921" y="1550136"/>
            <a:ext cx="220419" cy="197780"/>
          </a:xfrm>
          <a:custGeom xmlns:a="http://schemas.openxmlformats.org/drawingml/2006/main">
            <a:pathLst>
              <a:path w="220419" h="197780">
                <a:moveTo>
                  <a:pt x="16056" y="195486"/>
                </a:moveTo>
                <a:lnTo>
                  <a:pt x="0" y="195486"/>
                </a:lnTo>
                <a:lnTo>
                  <a:pt x="0" y="1460"/>
                </a:lnTo>
                <a:lnTo>
                  <a:pt x="16056" y="1460"/>
                </a:lnTo>
                <a:lnTo>
                  <a:pt x="16056" y="195486"/>
                </a:lnTo>
                <a:close/>
                <a:moveTo>
                  <a:pt x="77778" y="97899"/>
                </a:moveTo>
                <a:cubicBezTo>
                  <a:pt x="77778" y="122226"/>
                  <a:pt x="81687" y="142279"/>
                  <a:pt x="89507" y="158057"/>
                </a:cubicBezTo>
                <a:cubicBezTo>
                  <a:pt x="97326" y="173835"/>
                  <a:pt x="109264" y="184400"/>
                  <a:pt x="125320" y="189752"/>
                </a:cubicBezTo>
                <a:lnTo>
                  <a:pt x="122817" y="197780"/>
                </a:lnTo>
                <a:cubicBezTo>
                  <a:pt x="102452" y="192428"/>
                  <a:pt x="86848" y="180907"/>
                  <a:pt x="76005" y="163218"/>
                </a:cubicBezTo>
                <a:cubicBezTo>
                  <a:pt x="65162" y="145528"/>
                  <a:pt x="59741" y="124103"/>
                  <a:pt x="59741" y="98942"/>
                </a:cubicBezTo>
                <a:cubicBezTo>
                  <a:pt x="59741" y="73850"/>
                  <a:pt x="65180" y="52425"/>
                  <a:pt x="76057" y="34666"/>
                </a:cubicBezTo>
                <a:cubicBezTo>
                  <a:pt x="86935" y="16907"/>
                  <a:pt x="102522" y="5352"/>
                  <a:pt x="122817" y="0"/>
                </a:cubicBezTo>
                <a:lnTo>
                  <a:pt x="125632" y="8028"/>
                </a:lnTo>
                <a:cubicBezTo>
                  <a:pt x="109368" y="13380"/>
                  <a:pt x="97326" y="23823"/>
                  <a:pt x="89507" y="39358"/>
                </a:cubicBezTo>
                <a:cubicBezTo>
                  <a:pt x="81687" y="54892"/>
                  <a:pt x="77778" y="74406"/>
                  <a:pt x="77778" y="97899"/>
                </a:cubicBezTo>
                <a:close/>
                <a:moveTo>
                  <a:pt x="207282" y="76318"/>
                </a:moveTo>
                <a:cubicBezTo>
                  <a:pt x="206518" y="70132"/>
                  <a:pt x="204484" y="65440"/>
                  <a:pt x="201183" y="62243"/>
                </a:cubicBezTo>
                <a:cubicBezTo>
                  <a:pt x="197881" y="59045"/>
                  <a:pt x="192686" y="57447"/>
                  <a:pt x="185596" y="57447"/>
                </a:cubicBezTo>
                <a:cubicBezTo>
                  <a:pt x="180105" y="57447"/>
                  <a:pt x="175657" y="58854"/>
                  <a:pt x="172251" y="61669"/>
                </a:cubicBezTo>
                <a:cubicBezTo>
                  <a:pt x="168845" y="64484"/>
                  <a:pt x="167142" y="68185"/>
                  <a:pt x="167142" y="72773"/>
                </a:cubicBezTo>
                <a:cubicBezTo>
                  <a:pt x="167142" y="75275"/>
                  <a:pt x="167577" y="77482"/>
                  <a:pt x="168446" y="79393"/>
                </a:cubicBezTo>
                <a:cubicBezTo>
                  <a:pt x="169314" y="81305"/>
                  <a:pt x="171069" y="83407"/>
                  <a:pt x="173711" y="85701"/>
                </a:cubicBezTo>
                <a:cubicBezTo>
                  <a:pt x="176352" y="87995"/>
                  <a:pt x="180453" y="90810"/>
                  <a:pt x="186013" y="94146"/>
                </a:cubicBezTo>
                <a:cubicBezTo>
                  <a:pt x="190392" y="96787"/>
                  <a:pt x="193902" y="99203"/>
                  <a:pt x="196543" y="101392"/>
                </a:cubicBezTo>
                <a:cubicBezTo>
                  <a:pt x="199185" y="103581"/>
                  <a:pt x="201270" y="105753"/>
                  <a:pt x="202799" y="107908"/>
                </a:cubicBezTo>
                <a:cubicBezTo>
                  <a:pt x="204328" y="110063"/>
                  <a:pt x="205440" y="112339"/>
                  <a:pt x="206135" y="114737"/>
                </a:cubicBezTo>
                <a:cubicBezTo>
                  <a:pt x="206830" y="117135"/>
                  <a:pt x="207178" y="120037"/>
                  <a:pt x="207178" y="123443"/>
                </a:cubicBezTo>
                <a:cubicBezTo>
                  <a:pt x="207178" y="129629"/>
                  <a:pt x="205527" y="134929"/>
                  <a:pt x="202226" y="139342"/>
                </a:cubicBezTo>
                <a:cubicBezTo>
                  <a:pt x="198924" y="143756"/>
                  <a:pt x="194441" y="147040"/>
                  <a:pt x="188776" y="149195"/>
                </a:cubicBezTo>
                <a:cubicBezTo>
                  <a:pt x="183111" y="151349"/>
                  <a:pt x="176665" y="152427"/>
                  <a:pt x="169436" y="152427"/>
                </a:cubicBezTo>
                <a:cubicBezTo>
                  <a:pt x="163667" y="152427"/>
                  <a:pt x="158002" y="151992"/>
                  <a:pt x="152442" y="151124"/>
                </a:cubicBezTo>
                <a:cubicBezTo>
                  <a:pt x="146881" y="150255"/>
                  <a:pt x="140695" y="148778"/>
                  <a:pt x="133884" y="146693"/>
                </a:cubicBezTo>
                <a:lnTo>
                  <a:pt x="138888" y="123964"/>
                </a:lnTo>
                <a:lnTo>
                  <a:pt x="147020" y="123964"/>
                </a:lnTo>
                <a:cubicBezTo>
                  <a:pt x="147298" y="130637"/>
                  <a:pt x="149175" y="135676"/>
                  <a:pt x="152650" y="139082"/>
                </a:cubicBezTo>
                <a:cubicBezTo>
                  <a:pt x="156126" y="142487"/>
                  <a:pt x="161651" y="144190"/>
                  <a:pt x="169228" y="144190"/>
                </a:cubicBezTo>
                <a:cubicBezTo>
                  <a:pt x="175831" y="144190"/>
                  <a:pt x="180991" y="142713"/>
                  <a:pt x="184710" y="139759"/>
                </a:cubicBezTo>
                <a:cubicBezTo>
                  <a:pt x="188429" y="136805"/>
                  <a:pt x="190288" y="132618"/>
                  <a:pt x="190288" y="127196"/>
                </a:cubicBezTo>
                <a:cubicBezTo>
                  <a:pt x="190288" y="124068"/>
                  <a:pt x="189767" y="121375"/>
                  <a:pt x="188724" y="119116"/>
                </a:cubicBezTo>
                <a:cubicBezTo>
                  <a:pt x="187681" y="116857"/>
                  <a:pt x="185978" y="114685"/>
                  <a:pt x="183615" y="112600"/>
                </a:cubicBezTo>
                <a:cubicBezTo>
                  <a:pt x="181252" y="110515"/>
                  <a:pt x="177499" y="107908"/>
                  <a:pt x="172355" y="104780"/>
                </a:cubicBezTo>
                <a:cubicBezTo>
                  <a:pt x="166934" y="101514"/>
                  <a:pt x="162711" y="98560"/>
                  <a:pt x="159688" y="95918"/>
                </a:cubicBezTo>
                <a:cubicBezTo>
                  <a:pt x="156664" y="93277"/>
                  <a:pt x="154388" y="90410"/>
                  <a:pt x="152859" y="87317"/>
                </a:cubicBezTo>
                <a:cubicBezTo>
                  <a:pt x="151330" y="84224"/>
                  <a:pt x="150565" y="80662"/>
                  <a:pt x="150565" y="76630"/>
                </a:cubicBezTo>
                <a:cubicBezTo>
                  <a:pt x="150565" y="71139"/>
                  <a:pt x="152042" y="66326"/>
                  <a:pt x="154996" y="62191"/>
                </a:cubicBezTo>
                <a:cubicBezTo>
                  <a:pt x="157950" y="58055"/>
                  <a:pt x="162173" y="54875"/>
                  <a:pt x="167664" y="52651"/>
                </a:cubicBezTo>
                <a:cubicBezTo>
                  <a:pt x="173155" y="50427"/>
                  <a:pt x="179549" y="49315"/>
                  <a:pt x="186847" y="49315"/>
                </a:cubicBezTo>
                <a:cubicBezTo>
                  <a:pt x="193311" y="49315"/>
                  <a:pt x="199202" y="49697"/>
                  <a:pt x="204519" y="50461"/>
                </a:cubicBezTo>
                <a:cubicBezTo>
                  <a:pt x="209836" y="51226"/>
                  <a:pt x="215136" y="52547"/>
                  <a:pt x="220419" y="54423"/>
                </a:cubicBezTo>
                <a:lnTo>
                  <a:pt x="215727" y="76318"/>
                </a:lnTo>
                <a:lnTo>
                  <a:pt x="207282" y="763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Text -">
            <a:extLst xmlns:a="http://schemas.openxmlformats.org/drawingml/2006/main">
              <a:ext uri="{FF2B5EF4-FFF2-40B4-BE49-F238E27FC236}">
                <a16:creationId xmlns:a16="http://schemas.microsoft.com/office/drawing/2014/main" id="{95F1E94B-0D16-44EB-ADD7-6DC074CD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118" y="1651329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,'">
            <a:extLst xmlns:a="http://schemas.openxmlformats.org/drawingml/2006/main">
              <a:ext uri="{FF2B5EF4-FFF2-40B4-BE49-F238E27FC236}">
                <a16:creationId xmlns:a16="http://schemas.microsoft.com/office/drawing/2014/main" id="{94D2B83E-7EF6-4811-818D-4305E206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716" y="1599347"/>
            <a:ext cx="187474" cy="130220"/>
          </a:xfrm>
          <a:custGeom xmlns:a="http://schemas.openxmlformats.org/drawingml/2006/main">
            <a:pathLst>
              <a:path w="187474" h="130220">
                <a:moveTo>
                  <a:pt x="29714" y="77256"/>
                </a:moveTo>
                <a:cubicBezTo>
                  <a:pt x="30687" y="82121"/>
                  <a:pt x="31173" y="86917"/>
                  <a:pt x="31173" y="91644"/>
                </a:cubicBezTo>
                <a:cubicBezTo>
                  <a:pt x="31173" y="96509"/>
                  <a:pt x="30339" y="100958"/>
                  <a:pt x="28671" y="104989"/>
                </a:cubicBezTo>
                <a:cubicBezTo>
                  <a:pt x="27003" y="109020"/>
                  <a:pt x="24345" y="113034"/>
                  <a:pt x="20695" y="117031"/>
                </a:cubicBezTo>
                <a:cubicBezTo>
                  <a:pt x="17046" y="121027"/>
                  <a:pt x="12025" y="125424"/>
                  <a:pt x="5630" y="130220"/>
                </a:cubicBezTo>
                <a:lnTo>
                  <a:pt x="0" y="123860"/>
                </a:lnTo>
                <a:cubicBezTo>
                  <a:pt x="3545" y="120524"/>
                  <a:pt x="6117" y="117517"/>
                  <a:pt x="7715" y="114841"/>
                </a:cubicBezTo>
                <a:cubicBezTo>
                  <a:pt x="9314" y="112165"/>
                  <a:pt x="10461" y="109125"/>
                  <a:pt x="11156" y="105719"/>
                </a:cubicBezTo>
                <a:cubicBezTo>
                  <a:pt x="11851" y="102313"/>
                  <a:pt x="12198" y="98038"/>
                  <a:pt x="12198" y="92895"/>
                </a:cubicBezTo>
                <a:cubicBezTo>
                  <a:pt x="12198" y="87612"/>
                  <a:pt x="11955" y="82399"/>
                  <a:pt x="11469" y="77256"/>
                </a:cubicBezTo>
                <a:lnTo>
                  <a:pt x="29714" y="77256"/>
                </a:lnTo>
                <a:close/>
                <a:moveTo>
                  <a:pt x="126691" y="54319"/>
                </a:moveTo>
                <a:cubicBezTo>
                  <a:pt x="125648" y="48828"/>
                  <a:pt x="124571" y="43546"/>
                  <a:pt x="123459" y="38472"/>
                </a:cubicBezTo>
                <a:cubicBezTo>
                  <a:pt x="122347" y="33398"/>
                  <a:pt x="121200" y="28671"/>
                  <a:pt x="120018" y="24292"/>
                </a:cubicBezTo>
                <a:cubicBezTo>
                  <a:pt x="118837" y="19913"/>
                  <a:pt x="117863" y="17046"/>
                  <a:pt x="117099" y="15691"/>
                </a:cubicBezTo>
                <a:cubicBezTo>
                  <a:pt x="116334" y="14336"/>
                  <a:pt x="115518" y="13397"/>
                  <a:pt x="114649" y="12876"/>
                </a:cubicBezTo>
                <a:cubicBezTo>
                  <a:pt x="113780" y="12355"/>
                  <a:pt x="112685" y="12094"/>
                  <a:pt x="111365" y="12094"/>
                </a:cubicBezTo>
                <a:cubicBezTo>
                  <a:pt x="109905" y="12094"/>
                  <a:pt x="108584" y="12424"/>
                  <a:pt x="107403" y="13085"/>
                </a:cubicBezTo>
                <a:cubicBezTo>
                  <a:pt x="106221" y="13745"/>
                  <a:pt x="104935" y="14892"/>
                  <a:pt x="103545" y="16525"/>
                </a:cubicBezTo>
                <a:cubicBezTo>
                  <a:pt x="102155" y="18158"/>
                  <a:pt x="100313" y="20713"/>
                  <a:pt x="98019" y="24188"/>
                </a:cubicBezTo>
                <a:lnTo>
                  <a:pt x="91243" y="19705"/>
                </a:lnTo>
                <a:cubicBezTo>
                  <a:pt x="95622" y="13102"/>
                  <a:pt x="99827" y="8167"/>
                  <a:pt x="103858" y="4900"/>
                </a:cubicBezTo>
                <a:cubicBezTo>
                  <a:pt x="107889" y="1633"/>
                  <a:pt x="112651" y="0"/>
                  <a:pt x="118141" y="0"/>
                </a:cubicBezTo>
                <a:cubicBezTo>
                  <a:pt x="120296" y="0"/>
                  <a:pt x="122190" y="243"/>
                  <a:pt x="123824" y="730"/>
                </a:cubicBezTo>
                <a:cubicBezTo>
                  <a:pt x="125457" y="1216"/>
                  <a:pt x="126899" y="1964"/>
                  <a:pt x="128150" y="2971"/>
                </a:cubicBezTo>
                <a:cubicBezTo>
                  <a:pt x="129401" y="3979"/>
                  <a:pt x="130514" y="5282"/>
                  <a:pt x="131487" y="6881"/>
                </a:cubicBezTo>
                <a:cubicBezTo>
                  <a:pt x="132460" y="8480"/>
                  <a:pt x="133398" y="10652"/>
                  <a:pt x="134302" y="13397"/>
                </a:cubicBezTo>
                <a:cubicBezTo>
                  <a:pt x="135205" y="16143"/>
                  <a:pt x="136057" y="19549"/>
                  <a:pt x="136856" y="23615"/>
                </a:cubicBezTo>
                <a:cubicBezTo>
                  <a:pt x="137655" y="27681"/>
                  <a:pt x="138368" y="31903"/>
                  <a:pt x="138993" y="36282"/>
                </a:cubicBezTo>
                <a:lnTo>
                  <a:pt x="140036" y="36282"/>
                </a:lnTo>
                <a:cubicBezTo>
                  <a:pt x="146708" y="26899"/>
                  <a:pt x="151765" y="20035"/>
                  <a:pt x="155206" y="15691"/>
                </a:cubicBezTo>
                <a:cubicBezTo>
                  <a:pt x="158646" y="11347"/>
                  <a:pt x="161548" y="8115"/>
                  <a:pt x="163911" y="5995"/>
                </a:cubicBezTo>
                <a:cubicBezTo>
                  <a:pt x="166274" y="3875"/>
                  <a:pt x="168551" y="2381"/>
                  <a:pt x="170740" y="1512"/>
                </a:cubicBezTo>
                <a:cubicBezTo>
                  <a:pt x="172930" y="643"/>
                  <a:pt x="175832" y="209"/>
                  <a:pt x="179446" y="209"/>
                </a:cubicBezTo>
                <a:cubicBezTo>
                  <a:pt x="182713" y="209"/>
                  <a:pt x="185389" y="626"/>
                  <a:pt x="187474" y="1460"/>
                </a:cubicBezTo>
                <a:lnTo>
                  <a:pt x="183303" y="20331"/>
                </a:lnTo>
                <a:lnTo>
                  <a:pt x="176005" y="20331"/>
                </a:lnTo>
                <a:cubicBezTo>
                  <a:pt x="175588" y="17411"/>
                  <a:pt x="174372" y="15952"/>
                  <a:pt x="172356" y="15952"/>
                </a:cubicBezTo>
                <a:cubicBezTo>
                  <a:pt x="171731" y="15952"/>
                  <a:pt x="171070" y="16056"/>
                  <a:pt x="170375" y="16264"/>
                </a:cubicBezTo>
                <a:cubicBezTo>
                  <a:pt x="169680" y="16473"/>
                  <a:pt x="168829" y="16925"/>
                  <a:pt x="167821" y="17620"/>
                </a:cubicBezTo>
                <a:cubicBezTo>
                  <a:pt x="166813" y="18315"/>
                  <a:pt x="165336" y="19670"/>
                  <a:pt x="163390" y="21686"/>
                </a:cubicBezTo>
                <a:cubicBezTo>
                  <a:pt x="161444" y="23702"/>
                  <a:pt x="159254" y="26169"/>
                  <a:pt x="156822" y="29088"/>
                </a:cubicBezTo>
                <a:cubicBezTo>
                  <a:pt x="154389" y="32008"/>
                  <a:pt x="151887" y="35066"/>
                  <a:pt x="149315" y="38263"/>
                </a:cubicBezTo>
                <a:lnTo>
                  <a:pt x="142225" y="47125"/>
                </a:lnTo>
                <a:cubicBezTo>
                  <a:pt x="143476" y="53798"/>
                  <a:pt x="144658" y="59567"/>
                  <a:pt x="145770" y="64432"/>
                </a:cubicBezTo>
                <a:cubicBezTo>
                  <a:pt x="146882" y="69298"/>
                  <a:pt x="147873" y="73346"/>
                  <a:pt x="148742" y="76578"/>
                </a:cubicBezTo>
                <a:cubicBezTo>
                  <a:pt x="149610" y="79810"/>
                  <a:pt x="150375" y="82365"/>
                  <a:pt x="151035" y="84241"/>
                </a:cubicBezTo>
                <a:cubicBezTo>
                  <a:pt x="151696" y="86118"/>
                  <a:pt x="152408" y="87526"/>
                  <a:pt x="153173" y="88464"/>
                </a:cubicBezTo>
                <a:cubicBezTo>
                  <a:pt x="153937" y="89402"/>
                  <a:pt x="154719" y="90062"/>
                  <a:pt x="155518" y="90445"/>
                </a:cubicBezTo>
                <a:cubicBezTo>
                  <a:pt x="156318" y="90827"/>
                  <a:pt x="157239" y="91018"/>
                  <a:pt x="158281" y="91018"/>
                </a:cubicBezTo>
                <a:cubicBezTo>
                  <a:pt x="160158" y="91018"/>
                  <a:pt x="161982" y="90288"/>
                  <a:pt x="163755" y="88829"/>
                </a:cubicBezTo>
                <a:cubicBezTo>
                  <a:pt x="165527" y="87369"/>
                  <a:pt x="168082" y="84068"/>
                  <a:pt x="171418" y="78924"/>
                </a:cubicBezTo>
                <a:lnTo>
                  <a:pt x="178195" y="83407"/>
                </a:lnTo>
                <a:cubicBezTo>
                  <a:pt x="173329" y="90636"/>
                  <a:pt x="168933" y="95727"/>
                  <a:pt x="165006" y="98681"/>
                </a:cubicBezTo>
                <a:cubicBezTo>
                  <a:pt x="161079" y="101635"/>
                  <a:pt x="156405" y="103112"/>
                  <a:pt x="150983" y="103112"/>
                </a:cubicBezTo>
                <a:cubicBezTo>
                  <a:pt x="147994" y="103112"/>
                  <a:pt x="145457" y="102574"/>
                  <a:pt x="143372" y="101496"/>
                </a:cubicBezTo>
                <a:cubicBezTo>
                  <a:pt x="141287" y="100419"/>
                  <a:pt x="139480" y="98699"/>
                  <a:pt x="137951" y="96335"/>
                </a:cubicBezTo>
                <a:cubicBezTo>
                  <a:pt x="136422" y="93972"/>
                  <a:pt x="135066" y="90288"/>
                  <a:pt x="133885" y="85284"/>
                </a:cubicBezTo>
                <a:cubicBezTo>
                  <a:pt x="131730" y="76387"/>
                  <a:pt x="130409" y="69576"/>
                  <a:pt x="129923" y="64849"/>
                </a:cubicBezTo>
                <a:lnTo>
                  <a:pt x="128880" y="64849"/>
                </a:lnTo>
                <a:cubicBezTo>
                  <a:pt x="121513" y="75206"/>
                  <a:pt x="116039" y="82643"/>
                  <a:pt x="112459" y="87161"/>
                </a:cubicBezTo>
                <a:cubicBezTo>
                  <a:pt x="108880" y="91679"/>
                  <a:pt x="105926" y="95015"/>
                  <a:pt x="103597" y="97169"/>
                </a:cubicBezTo>
                <a:cubicBezTo>
                  <a:pt x="101269" y="99324"/>
                  <a:pt x="99010" y="100836"/>
                  <a:pt x="96821" y="101705"/>
                </a:cubicBezTo>
                <a:cubicBezTo>
                  <a:pt x="94631" y="102574"/>
                  <a:pt x="91729" y="103008"/>
                  <a:pt x="88115" y="103008"/>
                </a:cubicBezTo>
                <a:cubicBezTo>
                  <a:pt x="84848" y="103008"/>
                  <a:pt x="82172" y="102591"/>
                  <a:pt x="80087" y="101757"/>
                </a:cubicBezTo>
                <a:lnTo>
                  <a:pt x="84257" y="82886"/>
                </a:lnTo>
                <a:lnTo>
                  <a:pt x="91555" y="82886"/>
                </a:lnTo>
                <a:cubicBezTo>
                  <a:pt x="91972" y="85805"/>
                  <a:pt x="93189" y="87265"/>
                  <a:pt x="95204" y="87265"/>
                </a:cubicBezTo>
                <a:cubicBezTo>
                  <a:pt x="96178" y="87265"/>
                  <a:pt x="97203" y="87004"/>
                  <a:pt x="98280" y="86483"/>
                </a:cubicBezTo>
                <a:cubicBezTo>
                  <a:pt x="99357" y="85962"/>
                  <a:pt x="100904" y="84711"/>
                  <a:pt x="102920" y="82730"/>
                </a:cubicBezTo>
                <a:cubicBezTo>
                  <a:pt x="104935" y="80749"/>
                  <a:pt x="107716" y="77638"/>
                  <a:pt x="111260" y="73398"/>
                </a:cubicBezTo>
                <a:cubicBezTo>
                  <a:pt x="114805" y="69159"/>
                  <a:pt x="119949" y="62799"/>
                  <a:pt x="126691" y="54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Text -">
            <a:extLst xmlns:a="http://schemas.openxmlformats.org/drawingml/2006/main">
              <a:ext uri="{FF2B5EF4-FFF2-40B4-BE49-F238E27FC236}">
                <a16:creationId xmlns:a16="http://schemas.microsoft.com/office/drawing/2014/main" id="{0B4B2730-F7F9-4EB2-91F1-7CB00FDF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8579" y="1651329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,(">
            <a:extLst xmlns:a="http://schemas.openxmlformats.org/drawingml/2006/main">
              <a:ext uri="{FF2B5EF4-FFF2-40B4-BE49-F238E27FC236}">
                <a16:creationId xmlns:a16="http://schemas.microsoft.com/office/drawing/2014/main" id="{15F0DA5E-2672-456C-8A84-BB64BA34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178" y="1599451"/>
            <a:ext cx="193313" cy="146797"/>
          </a:xfrm>
          <a:custGeom xmlns:a="http://schemas.openxmlformats.org/drawingml/2006/main">
            <a:pathLst>
              <a:path w="193313" h="146797">
                <a:moveTo>
                  <a:pt x="29714" y="77152"/>
                </a:moveTo>
                <a:cubicBezTo>
                  <a:pt x="30687" y="82017"/>
                  <a:pt x="31173" y="86813"/>
                  <a:pt x="31173" y="91539"/>
                </a:cubicBezTo>
                <a:cubicBezTo>
                  <a:pt x="31173" y="96405"/>
                  <a:pt x="30339" y="100853"/>
                  <a:pt x="28671" y="104885"/>
                </a:cubicBezTo>
                <a:cubicBezTo>
                  <a:pt x="27003" y="108916"/>
                  <a:pt x="24345" y="112930"/>
                  <a:pt x="20695" y="116927"/>
                </a:cubicBezTo>
                <a:cubicBezTo>
                  <a:pt x="17046" y="120923"/>
                  <a:pt x="12025" y="125319"/>
                  <a:pt x="5630" y="130115"/>
                </a:cubicBezTo>
                <a:lnTo>
                  <a:pt x="0" y="123756"/>
                </a:lnTo>
                <a:cubicBezTo>
                  <a:pt x="3545" y="120419"/>
                  <a:pt x="6117" y="117413"/>
                  <a:pt x="7715" y="114737"/>
                </a:cubicBezTo>
                <a:cubicBezTo>
                  <a:pt x="9314" y="112061"/>
                  <a:pt x="10461" y="109020"/>
                  <a:pt x="11156" y="105614"/>
                </a:cubicBezTo>
                <a:cubicBezTo>
                  <a:pt x="11851" y="102209"/>
                  <a:pt x="12198" y="97934"/>
                  <a:pt x="12198" y="92791"/>
                </a:cubicBezTo>
                <a:cubicBezTo>
                  <a:pt x="12198" y="87508"/>
                  <a:pt x="11955" y="82295"/>
                  <a:pt x="11469" y="77152"/>
                </a:cubicBezTo>
                <a:lnTo>
                  <a:pt x="29714" y="77152"/>
                </a:lnTo>
                <a:close/>
                <a:moveTo>
                  <a:pt x="127942" y="101548"/>
                </a:moveTo>
                <a:cubicBezTo>
                  <a:pt x="125927" y="89385"/>
                  <a:pt x="123181" y="74719"/>
                  <a:pt x="119706" y="57551"/>
                </a:cubicBezTo>
                <a:cubicBezTo>
                  <a:pt x="116022" y="39201"/>
                  <a:pt x="113589" y="27837"/>
                  <a:pt x="112408" y="23458"/>
                </a:cubicBezTo>
                <a:cubicBezTo>
                  <a:pt x="110948" y="18176"/>
                  <a:pt x="109419" y="14805"/>
                  <a:pt x="107820" y="13345"/>
                </a:cubicBezTo>
                <a:cubicBezTo>
                  <a:pt x="106847" y="12442"/>
                  <a:pt x="105631" y="11990"/>
                  <a:pt x="104171" y="11990"/>
                </a:cubicBezTo>
                <a:cubicBezTo>
                  <a:pt x="101947" y="11990"/>
                  <a:pt x="99862" y="12893"/>
                  <a:pt x="97916" y="14701"/>
                </a:cubicBezTo>
                <a:cubicBezTo>
                  <a:pt x="95970" y="16508"/>
                  <a:pt x="93572" y="19635"/>
                  <a:pt x="90722" y="24084"/>
                </a:cubicBezTo>
                <a:lnTo>
                  <a:pt x="83945" y="19601"/>
                </a:lnTo>
                <a:cubicBezTo>
                  <a:pt x="88741" y="12442"/>
                  <a:pt x="93224" y="7385"/>
                  <a:pt x="97394" y="4431"/>
                </a:cubicBezTo>
                <a:cubicBezTo>
                  <a:pt x="101565" y="1477"/>
                  <a:pt x="106222" y="0"/>
                  <a:pt x="111365" y="0"/>
                </a:cubicBezTo>
                <a:cubicBezTo>
                  <a:pt x="114215" y="0"/>
                  <a:pt x="116648" y="382"/>
                  <a:pt x="118663" y="1147"/>
                </a:cubicBezTo>
                <a:cubicBezTo>
                  <a:pt x="120053" y="1703"/>
                  <a:pt x="121444" y="2624"/>
                  <a:pt x="122834" y="3910"/>
                </a:cubicBezTo>
                <a:cubicBezTo>
                  <a:pt x="124224" y="5196"/>
                  <a:pt x="125458" y="6985"/>
                  <a:pt x="126535" y="9279"/>
                </a:cubicBezTo>
                <a:cubicBezTo>
                  <a:pt x="127612" y="11573"/>
                  <a:pt x="128551" y="14144"/>
                  <a:pt x="129350" y="16994"/>
                </a:cubicBezTo>
                <a:cubicBezTo>
                  <a:pt x="130149" y="19844"/>
                  <a:pt x="131035" y="23945"/>
                  <a:pt x="132009" y="29297"/>
                </a:cubicBezTo>
                <a:cubicBezTo>
                  <a:pt x="133677" y="38263"/>
                  <a:pt x="135293" y="47699"/>
                  <a:pt x="136857" y="57603"/>
                </a:cubicBezTo>
                <a:cubicBezTo>
                  <a:pt x="138420" y="67508"/>
                  <a:pt x="139758" y="76700"/>
                  <a:pt x="140871" y="85180"/>
                </a:cubicBezTo>
                <a:cubicBezTo>
                  <a:pt x="147613" y="75449"/>
                  <a:pt x="153330" y="65927"/>
                  <a:pt x="158021" y="56613"/>
                </a:cubicBezTo>
                <a:cubicBezTo>
                  <a:pt x="162713" y="47299"/>
                  <a:pt x="166084" y="39201"/>
                  <a:pt x="168134" y="32320"/>
                </a:cubicBezTo>
                <a:cubicBezTo>
                  <a:pt x="170185" y="25439"/>
                  <a:pt x="171210" y="19844"/>
                  <a:pt x="171210" y="15535"/>
                </a:cubicBezTo>
                <a:cubicBezTo>
                  <a:pt x="171210" y="12268"/>
                  <a:pt x="170515" y="10044"/>
                  <a:pt x="169125" y="8862"/>
                </a:cubicBezTo>
                <a:cubicBezTo>
                  <a:pt x="167735" y="7680"/>
                  <a:pt x="165371" y="6985"/>
                  <a:pt x="162035" y="6777"/>
                </a:cubicBezTo>
                <a:lnTo>
                  <a:pt x="163078" y="1668"/>
                </a:lnTo>
                <a:lnTo>
                  <a:pt x="190498" y="1668"/>
                </a:lnTo>
                <a:lnTo>
                  <a:pt x="193313" y="6881"/>
                </a:lnTo>
                <a:cubicBezTo>
                  <a:pt x="188030" y="21338"/>
                  <a:pt x="180871" y="36803"/>
                  <a:pt x="171836" y="53276"/>
                </a:cubicBezTo>
                <a:cubicBezTo>
                  <a:pt x="162939" y="69402"/>
                  <a:pt x="152756" y="85458"/>
                  <a:pt x="141288" y="101444"/>
                </a:cubicBezTo>
                <a:cubicBezTo>
                  <a:pt x="130306" y="116666"/>
                  <a:pt x="121166" y="127683"/>
                  <a:pt x="113867" y="134494"/>
                </a:cubicBezTo>
                <a:cubicBezTo>
                  <a:pt x="108793" y="139151"/>
                  <a:pt x="103893" y="142487"/>
                  <a:pt x="99167" y="144503"/>
                </a:cubicBezTo>
                <a:cubicBezTo>
                  <a:pt x="95414" y="146032"/>
                  <a:pt x="91417" y="146797"/>
                  <a:pt x="87177" y="146797"/>
                </a:cubicBezTo>
                <a:cubicBezTo>
                  <a:pt x="85717" y="146797"/>
                  <a:pt x="84032" y="146675"/>
                  <a:pt x="82121" y="146432"/>
                </a:cubicBezTo>
                <a:cubicBezTo>
                  <a:pt x="80209" y="146189"/>
                  <a:pt x="78732" y="145858"/>
                  <a:pt x="77690" y="145441"/>
                </a:cubicBezTo>
                <a:lnTo>
                  <a:pt x="82173" y="125215"/>
                </a:lnTo>
                <a:lnTo>
                  <a:pt x="90409" y="125215"/>
                </a:lnTo>
                <a:cubicBezTo>
                  <a:pt x="90409" y="129664"/>
                  <a:pt x="91938" y="131888"/>
                  <a:pt x="94997" y="131888"/>
                </a:cubicBezTo>
                <a:cubicBezTo>
                  <a:pt x="99028" y="131888"/>
                  <a:pt x="103720" y="129368"/>
                  <a:pt x="109072" y="124329"/>
                </a:cubicBezTo>
                <a:cubicBezTo>
                  <a:pt x="114423" y="119290"/>
                  <a:pt x="120714" y="111696"/>
                  <a:pt x="127942" y="1015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Text -">
            <a:extLst xmlns:a="http://schemas.openxmlformats.org/drawingml/2006/main">
              <a:ext uri="{FF2B5EF4-FFF2-40B4-BE49-F238E27FC236}">
                <a16:creationId xmlns:a16="http://schemas.microsoft.com/office/drawing/2014/main" id="{23764274-9027-4108-9650-0243F8AA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337" y="1651329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)∈!">
            <a:extLst xmlns:a="http://schemas.openxmlformats.org/drawingml/2006/main">
              <a:ext uri="{FF2B5EF4-FFF2-40B4-BE49-F238E27FC236}">
                <a16:creationId xmlns:a16="http://schemas.microsoft.com/office/drawing/2014/main" id="{917B92E2-2503-4CA6-BC6E-0ACF398F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8396" y="1550136"/>
            <a:ext cx="517166" cy="197780"/>
          </a:xfrm>
          <a:custGeom xmlns:a="http://schemas.openxmlformats.org/drawingml/2006/main">
            <a:pathLst>
              <a:path w="517166" h="197780">
                <a:moveTo>
                  <a:pt x="47855" y="97899"/>
                </a:moveTo>
                <a:cubicBezTo>
                  <a:pt x="47855" y="74406"/>
                  <a:pt x="43963" y="54892"/>
                  <a:pt x="36178" y="39358"/>
                </a:cubicBezTo>
                <a:cubicBezTo>
                  <a:pt x="28393" y="23823"/>
                  <a:pt x="16334" y="13380"/>
                  <a:pt x="0" y="8028"/>
                </a:cubicBezTo>
                <a:lnTo>
                  <a:pt x="2815" y="0"/>
                </a:lnTo>
                <a:cubicBezTo>
                  <a:pt x="23111" y="5352"/>
                  <a:pt x="38698" y="16907"/>
                  <a:pt x="49575" y="34666"/>
                </a:cubicBezTo>
                <a:cubicBezTo>
                  <a:pt x="60453" y="52425"/>
                  <a:pt x="65892" y="73850"/>
                  <a:pt x="65892" y="98942"/>
                </a:cubicBezTo>
                <a:cubicBezTo>
                  <a:pt x="65892" y="124103"/>
                  <a:pt x="60470" y="145528"/>
                  <a:pt x="49627" y="163218"/>
                </a:cubicBezTo>
                <a:cubicBezTo>
                  <a:pt x="38784" y="180907"/>
                  <a:pt x="23180" y="192428"/>
                  <a:pt x="2815" y="197780"/>
                </a:cubicBezTo>
                <a:lnTo>
                  <a:pt x="313" y="189752"/>
                </a:lnTo>
                <a:cubicBezTo>
                  <a:pt x="16369" y="184400"/>
                  <a:pt x="28306" y="173835"/>
                  <a:pt x="36126" y="158057"/>
                </a:cubicBezTo>
                <a:cubicBezTo>
                  <a:pt x="43945" y="142279"/>
                  <a:pt x="47855" y="122226"/>
                  <a:pt x="47855" y="97899"/>
                </a:cubicBezTo>
                <a:close/>
                <a:moveTo>
                  <a:pt x="260773" y="81426"/>
                </a:moveTo>
                <a:lnTo>
                  <a:pt x="260773" y="95918"/>
                </a:lnTo>
                <a:lnTo>
                  <a:pt x="174655" y="95918"/>
                </a:lnTo>
                <a:cubicBezTo>
                  <a:pt x="175003" y="102382"/>
                  <a:pt x="175941" y="108117"/>
                  <a:pt x="177470" y="113121"/>
                </a:cubicBezTo>
                <a:cubicBezTo>
                  <a:pt x="178999" y="118126"/>
                  <a:pt x="181310" y="122383"/>
                  <a:pt x="184403" y="125893"/>
                </a:cubicBezTo>
                <a:cubicBezTo>
                  <a:pt x="187496" y="129403"/>
                  <a:pt x="191493" y="131992"/>
                  <a:pt x="196393" y="133660"/>
                </a:cubicBezTo>
                <a:cubicBezTo>
                  <a:pt x="201293" y="135328"/>
                  <a:pt x="208053" y="136162"/>
                  <a:pt x="216671" y="136162"/>
                </a:cubicBezTo>
                <a:lnTo>
                  <a:pt x="260773" y="136162"/>
                </a:lnTo>
                <a:lnTo>
                  <a:pt x="260773" y="150654"/>
                </a:lnTo>
                <a:lnTo>
                  <a:pt x="216254" y="150654"/>
                </a:lnTo>
                <a:cubicBezTo>
                  <a:pt x="209443" y="150654"/>
                  <a:pt x="203535" y="150237"/>
                  <a:pt x="198530" y="149403"/>
                </a:cubicBezTo>
                <a:cubicBezTo>
                  <a:pt x="193526" y="148569"/>
                  <a:pt x="189008" y="147214"/>
                  <a:pt x="184977" y="145337"/>
                </a:cubicBezTo>
                <a:cubicBezTo>
                  <a:pt x="180945" y="143461"/>
                  <a:pt x="177140" y="140628"/>
                  <a:pt x="173560" y="136840"/>
                </a:cubicBezTo>
                <a:cubicBezTo>
                  <a:pt x="169981" y="133052"/>
                  <a:pt x="167079" y="128864"/>
                  <a:pt x="164855" y="124277"/>
                </a:cubicBezTo>
                <a:cubicBezTo>
                  <a:pt x="162630" y="119689"/>
                  <a:pt x="160962" y="114511"/>
                  <a:pt x="159850" y="108742"/>
                </a:cubicBezTo>
                <a:cubicBezTo>
                  <a:pt x="158738" y="102973"/>
                  <a:pt x="158182" y="96718"/>
                  <a:pt x="158182" y="89976"/>
                </a:cubicBezTo>
                <a:cubicBezTo>
                  <a:pt x="158182" y="78994"/>
                  <a:pt x="159259" y="69906"/>
                  <a:pt x="161414" y="62712"/>
                </a:cubicBezTo>
                <a:cubicBezTo>
                  <a:pt x="163569" y="55518"/>
                  <a:pt x="167183" y="49123"/>
                  <a:pt x="172257" y="43528"/>
                </a:cubicBezTo>
                <a:cubicBezTo>
                  <a:pt x="177331" y="37933"/>
                  <a:pt x="183413" y="33919"/>
                  <a:pt x="190502" y="31486"/>
                </a:cubicBezTo>
                <a:cubicBezTo>
                  <a:pt x="197592" y="29054"/>
                  <a:pt x="206767" y="27837"/>
                  <a:pt x="218027" y="27837"/>
                </a:cubicBezTo>
                <a:lnTo>
                  <a:pt x="260773" y="27837"/>
                </a:lnTo>
                <a:lnTo>
                  <a:pt x="260773" y="42329"/>
                </a:lnTo>
                <a:lnTo>
                  <a:pt x="217923" y="42329"/>
                </a:lnTo>
                <a:cubicBezTo>
                  <a:pt x="211041" y="42329"/>
                  <a:pt x="205464" y="42711"/>
                  <a:pt x="201189" y="43476"/>
                </a:cubicBezTo>
                <a:cubicBezTo>
                  <a:pt x="196914" y="44241"/>
                  <a:pt x="193352" y="45474"/>
                  <a:pt x="190502" y="47177"/>
                </a:cubicBezTo>
                <a:cubicBezTo>
                  <a:pt x="187653" y="48880"/>
                  <a:pt x="185064" y="51295"/>
                  <a:pt x="182735" y="54423"/>
                </a:cubicBezTo>
                <a:cubicBezTo>
                  <a:pt x="180407" y="57551"/>
                  <a:pt x="178582" y="61391"/>
                  <a:pt x="177262" y="65944"/>
                </a:cubicBezTo>
                <a:cubicBezTo>
                  <a:pt x="175941" y="70497"/>
                  <a:pt x="175107" y="75657"/>
                  <a:pt x="174759" y="81426"/>
                </a:cubicBezTo>
                <a:lnTo>
                  <a:pt x="260773" y="81426"/>
                </a:lnTo>
                <a:close/>
                <a:moveTo>
                  <a:pt x="456279" y="8341"/>
                </a:moveTo>
                <a:cubicBezTo>
                  <a:pt x="466774" y="8341"/>
                  <a:pt x="475289" y="9140"/>
                  <a:pt x="481822" y="10739"/>
                </a:cubicBezTo>
                <a:cubicBezTo>
                  <a:pt x="488356" y="12337"/>
                  <a:pt x="494455" y="15222"/>
                  <a:pt x="500120" y="19392"/>
                </a:cubicBezTo>
                <a:cubicBezTo>
                  <a:pt x="505785" y="23563"/>
                  <a:pt x="510042" y="29106"/>
                  <a:pt x="512892" y="36022"/>
                </a:cubicBezTo>
                <a:cubicBezTo>
                  <a:pt x="515741" y="42937"/>
                  <a:pt x="517166" y="51122"/>
                  <a:pt x="517166" y="60575"/>
                </a:cubicBezTo>
                <a:cubicBezTo>
                  <a:pt x="517166" y="69958"/>
                  <a:pt x="516089" y="78924"/>
                  <a:pt x="513934" y="87473"/>
                </a:cubicBezTo>
                <a:cubicBezTo>
                  <a:pt x="511779" y="96023"/>
                  <a:pt x="508686" y="103894"/>
                  <a:pt x="504655" y="111088"/>
                </a:cubicBezTo>
                <a:cubicBezTo>
                  <a:pt x="500624" y="118282"/>
                  <a:pt x="495793" y="124538"/>
                  <a:pt x="490163" y="129855"/>
                </a:cubicBezTo>
                <a:cubicBezTo>
                  <a:pt x="484533" y="135172"/>
                  <a:pt x="479077" y="139255"/>
                  <a:pt x="473794" y="142105"/>
                </a:cubicBezTo>
                <a:cubicBezTo>
                  <a:pt x="468512" y="144955"/>
                  <a:pt x="462604" y="147092"/>
                  <a:pt x="456070" y="148517"/>
                </a:cubicBezTo>
                <a:cubicBezTo>
                  <a:pt x="449537" y="149942"/>
                  <a:pt x="441926" y="150654"/>
                  <a:pt x="433238" y="150654"/>
                </a:cubicBezTo>
                <a:lnTo>
                  <a:pt x="389449" y="150654"/>
                </a:lnTo>
                <a:lnTo>
                  <a:pt x="390596" y="145546"/>
                </a:lnTo>
                <a:cubicBezTo>
                  <a:pt x="393237" y="145129"/>
                  <a:pt x="395218" y="144451"/>
                  <a:pt x="396538" y="143513"/>
                </a:cubicBezTo>
                <a:cubicBezTo>
                  <a:pt x="397859" y="142574"/>
                  <a:pt x="398971" y="141271"/>
                  <a:pt x="399875" y="139603"/>
                </a:cubicBezTo>
                <a:cubicBezTo>
                  <a:pt x="400778" y="137935"/>
                  <a:pt x="401612" y="135902"/>
                  <a:pt x="402377" y="133504"/>
                </a:cubicBezTo>
                <a:cubicBezTo>
                  <a:pt x="403141" y="131106"/>
                  <a:pt x="404288" y="126466"/>
                  <a:pt x="405817" y="119585"/>
                </a:cubicBezTo>
                <a:lnTo>
                  <a:pt x="423542" y="39306"/>
                </a:lnTo>
                <a:cubicBezTo>
                  <a:pt x="425071" y="32355"/>
                  <a:pt x="425835" y="26760"/>
                  <a:pt x="425835" y="22520"/>
                </a:cubicBezTo>
                <a:cubicBezTo>
                  <a:pt x="425835" y="19253"/>
                  <a:pt x="425019" y="16977"/>
                  <a:pt x="423385" y="15691"/>
                </a:cubicBezTo>
                <a:cubicBezTo>
                  <a:pt x="421752" y="14405"/>
                  <a:pt x="419163" y="13658"/>
                  <a:pt x="415618" y="13449"/>
                </a:cubicBezTo>
                <a:lnTo>
                  <a:pt x="416765" y="8341"/>
                </a:lnTo>
                <a:lnTo>
                  <a:pt x="456279" y="8341"/>
                </a:lnTo>
                <a:moveTo>
                  <a:pt x="419684" y="141063"/>
                </a:moveTo>
                <a:cubicBezTo>
                  <a:pt x="421700" y="141271"/>
                  <a:pt x="425557" y="141375"/>
                  <a:pt x="431257" y="141375"/>
                </a:cubicBezTo>
                <a:cubicBezTo>
                  <a:pt x="442517" y="141375"/>
                  <a:pt x="452074" y="139412"/>
                  <a:pt x="459928" y="135485"/>
                </a:cubicBezTo>
                <a:cubicBezTo>
                  <a:pt x="467782" y="131558"/>
                  <a:pt x="474559" y="125406"/>
                  <a:pt x="480258" y="117031"/>
                </a:cubicBezTo>
                <a:cubicBezTo>
                  <a:pt x="485958" y="108655"/>
                  <a:pt x="490163" y="99828"/>
                  <a:pt x="492874" y="90549"/>
                </a:cubicBezTo>
                <a:cubicBezTo>
                  <a:pt x="495585" y="81270"/>
                  <a:pt x="496940" y="71487"/>
                  <a:pt x="496940" y="61200"/>
                </a:cubicBezTo>
                <a:cubicBezTo>
                  <a:pt x="496940" y="46673"/>
                  <a:pt x="493552" y="35744"/>
                  <a:pt x="486775" y="28411"/>
                </a:cubicBezTo>
                <a:cubicBezTo>
                  <a:pt x="479998" y="21078"/>
                  <a:pt x="469937" y="17411"/>
                  <a:pt x="456592" y="17411"/>
                </a:cubicBezTo>
                <a:cubicBezTo>
                  <a:pt x="453533" y="17411"/>
                  <a:pt x="450232" y="17516"/>
                  <a:pt x="446687" y="17724"/>
                </a:cubicBezTo>
                <a:lnTo>
                  <a:pt x="419684" y="1410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Text -">
            <a:extLst xmlns:a="http://schemas.openxmlformats.org/drawingml/2006/main">
              <a:ext uri="{FF2B5EF4-FFF2-40B4-BE49-F238E27FC236}">
                <a16:creationId xmlns:a16="http://schemas.microsoft.com/office/drawing/2014/main" id="{9F9A3F9A-C685-4D88-A28E-2F979B3B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8673" y="1651329"/>
            <a:ext cx="54140" cy="94727"/>
          </a:xfrm>
          <a:custGeom xmlns:a="http://schemas.openxmlformats.org/drawingml/2006/main">
            <a:pathLst>
              <a:path w="54140" h="94727">
                <a:moveTo>
                  <a:pt x="46917" y="79014"/>
                </a:moveTo>
                <a:cubicBezTo>
                  <a:pt x="44385" y="81843"/>
                  <a:pt x="41977" y="84251"/>
                  <a:pt x="39693" y="86237"/>
                </a:cubicBezTo>
                <a:cubicBezTo>
                  <a:pt x="37409" y="88223"/>
                  <a:pt x="35175" y="89849"/>
                  <a:pt x="32991" y="91115"/>
                </a:cubicBezTo>
                <a:cubicBezTo>
                  <a:pt x="30806" y="92381"/>
                  <a:pt x="28646" y="93299"/>
                  <a:pt x="26512" y="93870"/>
                </a:cubicBezTo>
                <a:cubicBezTo>
                  <a:pt x="24377" y="94441"/>
                  <a:pt x="22192" y="94727"/>
                  <a:pt x="19958" y="94727"/>
                </a:cubicBezTo>
                <a:cubicBezTo>
                  <a:pt x="14050" y="94727"/>
                  <a:pt x="9644" y="93337"/>
                  <a:pt x="6740" y="90556"/>
                </a:cubicBezTo>
                <a:cubicBezTo>
                  <a:pt x="3835" y="87776"/>
                  <a:pt x="2383" y="83680"/>
                  <a:pt x="2383" y="78269"/>
                </a:cubicBezTo>
                <a:cubicBezTo>
                  <a:pt x="2383" y="76432"/>
                  <a:pt x="2520" y="74409"/>
                  <a:pt x="2793" y="72199"/>
                </a:cubicBezTo>
                <a:cubicBezTo>
                  <a:pt x="3066" y="69990"/>
                  <a:pt x="3450" y="67843"/>
                  <a:pt x="3947" y="65758"/>
                </a:cubicBezTo>
                <a:lnTo>
                  <a:pt x="12809" y="27182"/>
                </a:lnTo>
                <a:lnTo>
                  <a:pt x="0" y="27182"/>
                </a:lnTo>
                <a:lnTo>
                  <a:pt x="1489" y="21448"/>
                </a:lnTo>
                <a:cubicBezTo>
                  <a:pt x="4468" y="21448"/>
                  <a:pt x="6789" y="21162"/>
                  <a:pt x="8452" y="20591"/>
                </a:cubicBezTo>
                <a:cubicBezTo>
                  <a:pt x="10116" y="20020"/>
                  <a:pt x="11518" y="19238"/>
                  <a:pt x="12660" y="18245"/>
                </a:cubicBezTo>
                <a:cubicBezTo>
                  <a:pt x="13405" y="17550"/>
                  <a:pt x="14125" y="16694"/>
                  <a:pt x="14820" y="15676"/>
                </a:cubicBezTo>
                <a:cubicBezTo>
                  <a:pt x="15515" y="14658"/>
                  <a:pt x="16210" y="13430"/>
                  <a:pt x="16905" y="11990"/>
                </a:cubicBezTo>
                <a:cubicBezTo>
                  <a:pt x="17600" y="10550"/>
                  <a:pt x="18307" y="8850"/>
                  <a:pt x="19027" y="6889"/>
                </a:cubicBezTo>
                <a:cubicBezTo>
                  <a:pt x="19747" y="4927"/>
                  <a:pt x="20554" y="2631"/>
                  <a:pt x="21448" y="0"/>
                </a:cubicBezTo>
                <a:lnTo>
                  <a:pt x="33065" y="0"/>
                </a:lnTo>
                <a:lnTo>
                  <a:pt x="28820" y="18916"/>
                </a:lnTo>
                <a:lnTo>
                  <a:pt x="54140" y="18916"/>
                </a:lnTo>
                <a:lnTo>
                  <a:pt x="52427" y="27182"/>
                </a:lnTo>
                <a:lnTo>
                  <a:pt x="27182" y="27182"/>
                </a:lnTo>
                <a:lnTo>
                  <a:pt x="19586" y="58385"/>
                </a:lnTo>
                <a:cubicBezTo>
                  <a:pt x="19089" y="60470"/>
                  <a:pt x="18680" y="62344"/>
                  <a:pt x="18357" y="64008"/>
                </a:cubicBezTo>
                <a:cubicBezTo>
                  <a:pt x="18034" y="65671"/>
                  <a:pt x="17774" y="67173"/>
                  <a:pt x="17575" y="68513"/>
                </a:cubicBezTo>
                <a:cubicBezTo>
                  <a:pt x="17377" y="69854"/>
                  <a:pt x="17240" y="71070"/>
                  <a:pt x="17166" y="72162"/>
                </a:cubicBezTo>
                <a:cubicBezTo>
                  <a:pt x="17091" y="73254"/>
                  <a:pt x="17054" y="74272"/>
                  <a:pt x="17054" y="75215"/>
                </a:cubicBezTo>
                <a:cubicBezTo>
                  <a:pt x="17054" y="78194"/>
                  <a:pt x="17674" y="80528"/>
                  <a:pt x="18916" y="82216"/>
                </a:cubicBezTo>
                <a:cubicBezTo>
                  <a:pt x="20157" y="83904"/>
                  <a:pt x="22192" y="84748"/>
                  <a:pt x="25022" y="84748"/>
                </a:cubicBezTo>
                <a:cubicBezTo>
                  <a:pt x="27405" y="84748"/>
                  <a:pt x="29937" y="83867"/>
                  <a:pt x="32618" y="82104"/>
                </a:cubicBezTo>
                <a:cubicBezTo>
                  <a:pt x="35299" y="80342"/>
                  <a:pt x="38352" y="77574"/>
                  <a:pt x="41778" y="73801"/>
                </a:cubicBezTo>
                <a:lnTo>
                  <a:pt x="46917" y="790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,(%">
            <a:extLst xmlns:a="http://schemas.openxmlformats.org/drawingml/2006/main">
              <a:ext uri="{FF2B5EF4-FFF2-40B4-BE49-F238E27FC236}">
                <a16:creationId xmlns:a16="http://schemas.microsoft.com/office/drawing/2014/main" id="{FA2E0B2B-0B63-46BA-A54C-42AC8C2A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274" y="1550136"/>
            <a:ext cx="256404" cy="197780"/>
          </a:xfrm>
          <a:custGeom xmlns:a="http://schemas.openxmlformats.org/drawingml/2006/main">
            <a:pathLst>
              <a:path w="256404" h="197780">
                <a:moveTo>
                  <a:pt x="29714" y="126466"/>
                </a:moveTo>
                <a:cubicBezTo>
                  <a:pt x="30687" y="131332"/>
                  <a:pt x="31173" y="136128"/>
                  <a:pt x="31173" y="140854"/>
                </a:cubicBezTo>
                <a:cubicBezTo>
                  <a:pt x="31173" y="145719"/>
                  <a:pt x="30339" y="150168"/>
                  <a:pt x="28671" y="154199"/>
                </a:cubicBezTo>
                <a:cubicBezTo>
                  <a:pt x="27003" y="158231"/>
                  <a:pt x="24345" y="162245"/>
                  <a:pt x="20695" y="166241"/>
                </a:cubicBezTo>
                <a:cubicBezTo>
                  <a:pt x="17046" y="170238"/>
                  <a:pt x="12025" y="174634"/>
                  <a:pt x="5630" y="179430"/>
                </a:cubicBezTo>
                <a:lnTo>
                  <a:pt x="0" y="173070"/>
                </a:lnTo>
                <a:cubicBezTo>
                  <a:pt x="3545" y="169734"/>
                  <a:pt x="6117" y="166728"/>
                  <a:pt x="7715" y="164052"/>
                </a:cubicBezTo>
                <a:cubicBezTo>
                  <a:pt x="9314" y="161376"/>
                  <a:pt x="10461" y="158335"/>
                  <a:pt x="11156" y="154929"/>
                </a:cubicBezTo>
                <a:cubicBezTo>
                  <a:pt x="11851" y="151523"/>
                  <a:pt x="12198" y="147249"/>
                  <a:pt x="12198" y="142105"/>
                </a:cubicBezTo>
                <a:cubicBezTo>
                  <a:pt x="12198" y="136823"/>
                  <a:pt x="11955" y="131610"/>
                  <a:pt x="11469" y="126466"/>
                </a:cubicBezTo>
                <a:lnTo>
                  <a:pt x="29714" y="126466"/>
                </a:lnTo>
                <a:close/>
                <a:moveTo>
                  <a:pt x="113762" y="97899"/>
                </a:moveTo>
                <a:cubicBezTo>
                  <a:pt x="113762" y="122226"/>
                  <a:pt x="117672" y="142279"/>
                  <a:pt x="125491" y="158057"/>
                </a:cubicBezTo>
                <a:cubicBezTo>
                  <a:pt x="133311" y="173835"/>
                  <a:pt x="145249" y="184400"/>
                  <a:pt x="161304" y="189752"/>
                </a:cubicBezTo>
                <a:lnTo>
                  <a:pt x="158802" y="197780"/>
                </a:lnTo>
                <a:cubicBezTo>
                  <a:pt x="138437" y="192428"/>
                  <a:pt x="122833" y="180907"/>
                  <a:pt x="111990" y="163218"/>
                </a:cubicBezTo>
                <a:cubicBezTo>
                  <a:pt x="101147" y="145528"/>
                  <a:pt x="95725" y="124103"/>
                  <a:pt x="95725" y="98942"/>
                </a:cubicBezTo>
                <a:cubicBezTo>
                  <a:pt x="95725" y="73850"/>
                  <a:pt x="101164" y="52425"/>
                  <a:pt x="112042" y="34666"/>
                </a:cubicBezTo>
                <a:cubicBezTo>
                  <a:pt x="122920" y="16907"/>
                  <a:pt x="138506" y="5352"/>
                  <a:pt x="158802" y="0"/>
                </a:cubicBezTo>
                <a:lnTo>
                  <a:pt x="161617" y="8028"/>
                </a:lnTo>
                <a:cubicBezTo>
                  <a:pt x="145353" y="13380"/>
                  <a:pt x="133311" y="23823"/>
                  <a:pt x="125491" y="39358"/>
                </a:cubicBezTo>
                <a:cubicBezTo>
                  <a:pt x="117672" y="54892"/>
                  <a:pt x="113762" y="74406"/>
                  <a:pt x="113762" y="97899"/>
                </a:cubicBezTo>
                <a:close/>
                <a:moveTo>
                  <a:pt x="243267" y="76318"/>
                </a:moveTo>
                <a:cubicBezTo>
                  <a:pt x="242502" y="70132"/>
                  <a:pt x="240469" y="65440"/>
                  <a:pt x="237168" y="62243"/>
                </a:cubicBezTo>
                <a:cubicBezTo>
                  <a:pt x="233866" y="59045"/>
                  <a:pt x="228671" y="57447"/>
                  <a:pt x="221581" y="57447"/>
                </a:cubicBezTo>
                <a:cubicBezTo>
                  <a:pt x="216090" y="57447"/>
                  <a:pt x="211642" y="58854"/>
                  <a:pt x="208236" y="61669"/>
                </a:cubicBezTo>
                <a:cubicBezTo>
                  <a:pt x="204830" y="64484"/>
                  <a:pt x="203127" y="68185"/>
                  <a:pt x="203127" y="72773"/>
                </a:cubicBezTo>
                <a:cubicBezTo>
                  <a:pt x="203127" y="75275"/>
                  <a:pt x="203562" y="77482"/>
                  <a:pt x="204430" y="79393"/>
                </a:cubicBezTo>
                <a:cubicBezTo>
                  <a:pt x="205299" y="81305"/>
                  <a:pt x="207054" y="83407"/>
                  <a:pt x="209695" y="85701"/>
                </a:cubicBezTo>
                <a:cubicBezTo>
                  <a:pt x="212337" y="87995"/>
                  <a:pt x="216438" y="90810"/>
                  <a:pt x="221998" y="94146"/>
                </a:cubicBezTo>
                <a:cubicBezTo>
                  <a:pt x="226377" y="96787"/>
                  <a:pt x="229887" y="99203"/>
                  <a:pt x="232528" y="101392"/>
                </a:cubicBezTo>
                <a:cubicBezTo>
                  <a:pt x="235169" y="103581"/>
                  <a:pt x="237255" y="105753"/>
                  <a:pt x="238784" y="107908"/>
                </a:cubicBezTo>
                <a:cubicBezTo>
                  <a:pt x="240313" y="110063"/>
                  <a:pt x="241425" y="112339"/>
                  <a:pt x="242120" y="114737"/>
                </a:cubicBezTo>
                <a:cubicBezTo>
                  <a:pt x="242815" y="117135"/>
                  <a:pt x="243163" y="120037"/>
                  <a:pt x="243163" y="123443"/>
                </a:cubicBezTo>
                <a:cubicBezTo>
                  <a:pt x="243163" y="129629"/>
                  <a:pt x="241512" y="134929"/>
                  <a:pt x="238210" y="139342"/>
                </a:cubicBezTo>
                <a:cubicBezTo>
                  <a:pt x="234909" y="143756"/>
                  <a:pt x="230426" y="147040"/>
                  <a:pt x="224761" y="149195"/>
                </a:cubicBezTo>
                <a:cubicBezTo>
                  <a:pt x="219096" y="151349"/>
                  <a:pt x="212649" y="152427"/>
                  <a:pt x="205421" y="152427"/>
                </a:cubicBezTo>
                <a:cubicBezTo>
                  <a:pt x="199652" y="152427"/>
                  <a:pt x="193987" y="151992"/>
                  <a:pt x="188427" y="151124"/>
                </a:cubicBezTo>
                <a:cubicBezTo>
                  <a:pt x="182866" y="150255"/>
                  <a:pt x="176680" y="148778"/>
                  <a:pt x="169868" y="146693"/>
                </a:cubicBezTo>
                <a:lnTo>
                  <a:pt x="174873" y="123964"/>
                </a:lnTo>
                <a:lnTo>
                  <a:pt x="183005" y="123964"/>
                </a:lnTo>
                <a:cubicBezTo>
                  <a:pt x="183283" y="130637"/>
                  <a:pt x="185160" y="135676"/>
                  <a:pt x="188635" y="139082"/>
                </a:cubicBezTo>
                <a:cubicBezTo>
                  <a:pt x="192110" y="142487"/>
                  <a:pt x="197636" y="144190"/>
                  <a:pt x="205212" y="144190"/>
                </a:cubicBezTo>
                <a:cubicBezTo>
                  <a:pt x="211815" y="144190"/>
                  <a:pt x="216976" y="142713"/>
                  <a:pt x="220695" y="139759"/>
                </a:cubicBezTo>
                <a:cubicBezTo>
                  <a:pt x="224413" y="136805"/>
                  <a:pt x="226273" y="132618"/>
                  <a:pt x="226273" y="127196"/>
                </a:cubicBezTo>
                <a:cubicBezTo>
                  <a:pt x="226273" y="124068"/>
                  <a:pt x="225751" y="121375"/>
                  <a:pt x="224709" y="119116"/>
                </a:cubicBezTo>
                <a:cubicBezTo>
                  <a:pt x="223666" y="116857"/>
                  <a:pt x="221963" y="114685"/>
                  <a:pt x="219600" y="112600"/>
                </a:cubicBezTo>
                <a:cubicBezTo>
                  <a:pt x="217237" y="110515"/>
                  <a:pt x="213484" y="107908"/>
                  <a:pt x="208340" y="104780"/>
                </a:cubicBezTo>
                <a:cubicBezTo>
                  <a:pt x="202919" y="101514"/>
                  <a:pt x="198696" y="98560"/>
                  <a:pt x="195673" y="95918"/>
                </a:cubicBezTo>
                <a:cubicBezTo>
                  <a:pt x="192649" y="93277"/>
                  <a:pt x="190373" y="90410"/>
                  <a:pt x="188844" y="87317"/>
                </a:cubicBezTo>
                <a:cubicBezTo>
                  <a:pt x="187315" y="84224"/>
                  <a:pt x="186550" y="80662"/>
                  <a:pt x="186550" y="76630"/>
                </a:cubicBezTo>
                <a:cubicBezTo>
                  <a:pt x="186550" y="71139"/>
                  <a:pt x="188027" y="66326"/>
                  <a:pt x="190981" y="62191"/>
                </a:cubicBezTo>
                <a:cubicBezTo>
                  <a:pt x="193935" y="58055"/>
                  <a:pt x="198157" y="54875"/>
                  <a:pt x="203648" y="52651"/>
                </a:cubicBezTo>
                <a:cubicBezTo>
                  <a:pt x="209139" y="50427"/>
                  <a:pt x="215534" y="49315"/>
                  <a:pt x="222832" y="49315"/>
                </a:cubicBezTo>
                <a:cubicBezTo>
                  <a:pt x="229296" y="49315"/>
                  <a:pt x="235187" y="49697"/>
                  <a:pt x="240504" y="50461"/>
                </a:cubicBezTo>
                <a:cubicBezTo>
                  <a:pt x="245821" y="51226"/>
                  <a:pt x="251121" y="52547"/>
                  <a:pt x="256404" y="54423"/>
                </a:cubicBezTo>
                <a:lnTo>
                  <a:pt x="251712" y="76318"/>
                </a:lnTo>
                <a:lnTo>
                  <a:pt x="243267" y="7631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Text ,">
            <a:extLst xmlns:a="http://schemas.openxmlformats.org/drawingml/2006/main">
              <a:ext uri="{FF2B5EF4-FFF2-40B4-BE49-F238E27FC236}">
                <a16:creationId xmlns:a16="http://schemas.microsoft.com/office/drawing/2014/main" id="{5E0D81AC-0DF8-4041-92A1-FD2920DE2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6216" y="1668681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,'">
            <a:extLst xmlns:a="http://schemas.openxmlformats.org/drawingml/2006/main">
              <a:ext uri="{FF2B5EF4-FFF2-40B4-BE49-F238E27FC236}">
                <a16:creationId xmlns:a16="http://schemas.microsoft.com/office/drawing/2014/main" id="{E93BE84B-FD4D-40AE-8EF1-26B0A667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644" y="1599347"/>
            <a:ext cx="187474" cy="130220"/>
          </a:xfrm>
          <a:custGeom xmlns:a="http://schemas.openxmlformats.org/drawingml/2006/main">
            <a:pathLst>
              <a:path w="187474" h="130220">
                <a:moveTo>
                  <a:pt x="29714" y="77256"/>
                </a:moveTo>
                <a:cubicBezTo>
                  <a:pt x="30687" y="82121"/>
                  <a:pt x="31173" y="86917"/>
                  <a:pt x="31173" y="91644"/>
                </a:cubicBezTo>
                <a:cubicBezTo>
                  <a:pt x="31173" y="96509"/>
                  <a:pt x="30339" y="100958"/>
                  <a:pt x="28671" y="104989"/>
                </a:cubicBezTo>
                <a:cubicBezTo>
                  <a:pt x="27003" y="109020"/>
                  <a:pt x="24345" y="113034"/>
                  <a:pt x="20695" y="117031"/>
                </a:cubicBezTo>
                <a:cubicBezTo>
                  <a:pt x="17046" y="121027"/>
                  <a:pt x="12025" y="125424"/>
                  <a:pt x="5630" y="130220"/>
                </a:cubicBezTo>
                <a:lnTo>
                  <a:pt x="0" y="123860"/>
                </a:lnTo>
                <a:cubicBezTo>
                  <a:pt x="3545" y="120524"/>
                  <a:pt x="6117" y="117517"/>
                  <a:pt x="7715" y="114841"/>
                </a:cubicBezTo>
                <a:cubicBezTo>
                  <a:pt x="9314" y="112165"/>
                  <a:pt x="10461" y="109125"/>
                  <a:pt x="11156" y="105719"/>
                </a:cubicBezTo>
                <a:cubicBezTo>
                  <a:pt x="11851" y="102313"/>
                  <a:pt x="12198" y="98038"/>
                  <a:pt x="12198" y="92895"/>
                </a:cubicBezTo>
                <a:cubicBezTo>
                  <a:pt x="12198" y="87612"/>
                  <a:pt x="11955" y="82399"/>
                  <a:pt x="11469" y="77256"/>
                </a:cubicBezTo>
                <a:lnTo>
                  <a:pt x="29714" y="77256"/>
                </a:lnTo>
                <a:close/>
                <a:moveTo>
                  <a:pt x="126690" y="54319"/>
                </a:moveTo>
                <a:cubicBezTo>
                  <a:pt x="125648" y="48828"/>
                  <a:pt x="124571" y="43546"/>
                  <a:pt x="123458" y="38472"/>
                </a:cubicBezTo>
                <a:cubicBezTo>
                  <a:pt x="122346" y="33398"/>
                  <a:pt x="121199" y="28671"/>
                  <a:pt x="120018" y="24292"/>
                </a:cubicBezTo>
                <a:cubicBezTo>
                  <a:pt x="118836" y="19913"/>
                  <a:pt x="117863" y="17046"/>
                  <a:pt x="117099" y="15691"/>
                </a:cubicBezTo>
                <a:cubicBezTo>
                  <a:pt x="116334" y="14336"/>
                  <a:pt x="115517" y="13397"/>
                  <a:pt x="114649" y="12876"/>
                </a:cubicBezTo>
                <a:cubicBezTo>
                  <a:pt x="113780" y="12355"/>
                  <a:pt x="112685" y="12094"/>
                  <a:pt x="111364" y="12094"/>
                </a:cubicBezTo>
                <a:cubicBezTo>
                  <a:pt x="109905" y="12094"/>
                  <a:pt x="108584" y="12424"/>
                  <a:pt x="107403" y="13085"/>
                </a:cubicBezTo>
                <a:cubicBezTo>
                  <a:pt x="106221" y="13745"/>
                  <a:pt x="104935" y="14892"/>
                  <a:pt x="103545" y="16525"/>
                </a:cubicBezTo>
                <a:cubicBezTo>
                  <a:pt x="102155" y="18158"/>
                  <a:pt x="100313" y="20713"/>
                  <a:pt x="98019" y="24188"/>
                </a:cubicBezTo>
                <a:lnTo>
                  <a:pt x="91242" y="19705"/>
                </a:lnTo>
                <a:cubicBezTo>
                  <a:pt x="95621" y="13102"/>
                  <a:pt x="99826" y="8167"/>
                  <a:pt x="103858" y="4900"/>
                </a:cubicBezTo>
                <a:cubicBezTo>
                  <a:pt x="107889" y="1633"/>
                  <a:pt x="112650" y="0"/>
                  <a:pt x="118141" y="0"/>
                </a:cubicBezTo>
                <a:cubicBezTo>
                  <a:pt x="120296" y="0"/>
                  <a:pt x="122190" y="243"/>
                  <a:pt x="123823" y="730"/>
                </a:cubicBezTo>
                <a:cubicBezTo>
                  <a:pt x="125457" y="1216"/>
                  <a:pt x="126899" y="1964"/>
                  <a:pt x="128150" y="2971"/>
                </a:cubicBezTo>
                <a:cubicBezTo>
                  <a:pt x="129401" y="3979"/>
                  <a:pt x="130513" y="5282"/>
                  <a:pt x="131486" y="6881"/>
                </a:cubicBezTo>
                <a:cubicBezTo>
                  <a:pt x="132459" y="8480"/>
                  <a:pt x="133398" y="10652"/>
                  <a:pt x="134301" y="13397"/>
                </a:cubicBezTo>
                <a:cubicBezTo>
                  <a:pt x="135205" y="16143"/>
                  <a:pt x="136056" y="19549"/>
                  <a:pt x="136856" y="23615"/>
                </a:cubicBezTo>
                <a:cubicBezTo>
                  <a:pt x="137655" y="27681"/>
                  <a:pt x="138367" y="31903"/>
                  <a:pt x="138993" y="36282"/>
                </a:cubicBezTo>
                <a:lnTo>
                  <a:pt x="140036" y="36282"/>
                </a:lnTo>
                <a:cubicBezTo>
                  <a:pt x="146708" y="26899"/>
                  <a:pt x="151765" y="20035"/>
                  <a:pt x="155205" y="15691"/>
                </a:cubicBezTo>
                <a:cubicBezTo>
                  <a:pt x="158646" y="11347"/>
                  <a:pt x="161548" y="8115"/>
                  <a:pt x="163911" y="5995"/>
                </a:cubicBezTo>
                <a:cubicBezTo>
                  <a:pt x="166274" y="3875"/>
                  <a:pt x="168550" y="2381"/>
                  <a:pt x="170740" y="1512"/>
                </a:cubicBezTo>
                <a:cubicBezTo>
                  <a:pt x="172929" y="643"/>
                  <a:pt x="175831" y="209"/>
                  <a:pt x="179446" y="209"/>
                </a:cubicBezTo>
                <a:cubicBezTo>
                  <a:pt x="182712" y="209"/>
                  <a:pt x="185388" y="626"/>
                  <a:pt x="187474" y="1460"/>
                </a:cubicBezTo>
                <a:lnTo>
                  <a:pt x="183303" y="20331"/>
                </a:lnTo>
                <a:lnTo>
                  <a:pt x="176005" y="20331"/>
                </a:lnTo>
                <a:cubicBezTo>
                  <a:pt x="175588" y="17411"/>
                  <a:pt x="174372" y="15952"/>
                  <a:pt x="172356" y="15952"/>
                </a:cubicBezTo>
                <a:cubicBezTo>
                  <a:pt x="171730" y="15952"/>
                  <a:pt x="171070" y="16056"/>
                  <a:pt x="170375" y="16264"/>
                </a:cubicBezTo>
                <a:cubicBezTo>
                  <a:pt x="169680" y="16473"/>
                  <a:pt x="168829" y="16925"/>
                  <a:pt x="167821" y="17620"/>
                </a:cubicBezTo>
                <a:cubicBezTo>
                  <a:pt x="166813" y="18315"/>
                  <a:pt x="165336" y="19670"/>
                  <a:pt x="163390" y="21686"/>
                </a:cubicBezTo>
                <a:cubicBezTo>
                  <a:pt x="161443" y="23702"/>
                  <a:pt x="159254" y="26169"/>
                  <a:pt x="156821" y="29088"/>
                </a:cubicBezTo>
                <a:cubicBezTo>
                  <a:pt x="154389" y="32008"/>
                  <a:pt x="151886" y="35066"/>
                  <a:pt x="149315" y="38263"/>
                </a:cubicBezTo>
                <a:lnTo>
                  <a:pt x="142225" y="47125"/>
                </a:lnTo>
                <a:cubicBezTo>
                  <a:pt x="143476" y="53798"/>
                  <a:pt x="144658" y="59567"/>
                  <a:pt x="145770" y="64432"/>
                </a:cubicBezTo>
                <a:cubicBezTo>
                  <a:pt x="146882" y="69298"/>
                  <a:pt x="147872" y="73346"/>
                  <a:pt x="148741" y="76578"/>
                </a:cubicBezTo>
                <a:cubicBezTo>
                  <a:pt x="149610" y="79810"/>
                  <a:pt x="150375" y="82365"/>
                  <a:pt x="151035" y="84241"/>
                </a:cubicBezTo>
                <a:cubicBezTo>
                  <a:pt x="151695" y="86118"/>
                  <a:pt x="152408" y="87526"/>
                  <a:pt x="153172" y="88464"/>
                </a:cubicBezTo>
                <a:cubicBezTo>
                  <a:pt x="153937" y="89402"/>
                  <a:pt x="154719" y="90062"/>
                  <a:pt x="155518" y="90445"/>
                </a:cubicBezTo>
                <a:cubicBezTo>
                  <a:pt x="156317" y="90827"/>
                  <a:pt x="157238" y="91018"/>
                  <a:pt x="158281" y="91018"/>
                </a:cubicBezTo>
                <a:cubicBezTo>
                  <a:pt x="160158" y="91018"/>
                  <a:pt x="161982" y="90288"/>
                  <a:pt x="163755" y="88829"/>
                </a:cubicBezTo>
                <a:cubicBezTo>
                  <a:pt x="165527" y="87369"/>
                  <a:pt x="168081" y="84068"/>
                  <a:pt x="171418" y="78924"/>
                </a:cubicBezTo>
                <a:lnTo>
                  <a:pt x="178194" y="83407"/>
                </a:lnTo>
                <a:cubicBezTo>
                  <a:pt x="173329" y="90636"/>
                  <a:pt x="168933" y="95727"/>
                  <a:pt x="165006" y="98681"/>
                </a:cubicBezTo>
                <a:cubicBezTo>
                  <a:pt x="161079" y="101635"/>
                  <a:pt x="156404" y="103112"/>
                  <a:pt x="150983" y="103112"/>
                </a:cubicBezTo>
                <a:cubicBezTo>
                  <a:pt x="147994" y="103112"/>
                  <a:pt x="145457" y="102574"/>
                  <a:pt x="143372" y="101496"/>
                </a:cubicBezTo>
                <a:cubicBezTo>
                  <a:pt x="141287" y="100419"/>
                  <a:pt x="139480" y="98699"/>
                  <a:pt x="137950" y="96335"/>
                </a:cubicBezTo>
                <a:cubicBezTo>
                  <a:pt x="136421" y="93972"/>
                  <a:pt x="135066" y="90288"/>
                  <a:pt x="133884" y="85284"/>
                </a:cubicBezTo>
                <a:cubicBezTo>
                  <a:pt x="131730" y="76387"/>
                  <a:pt x="130409" y="69576"/>
                  <a:pt x="129922" y="64849"/>
                </a:cubicBezTo>
                <a:lnTo>
                  <a:pt x="128880" y="64849"/>
                </a:lnTo>
                <a:cubicBezTo>
                  <a:pt x="121512" y="75206"/>
                  <a:pt x="116039" y="82643"/>
                  <a:pt x="112459" y="87161"/>
                </a:cubicBezTo>
                <a:cubicBezTo>
                  <a:pt x="108880" y="91679"/>
                  <a:pt x="105926" y="95015"/>
                  <a:pt x="103597" y="97169"/>
                </a:cubicBezTo>
                <a:cubicBezTo>
                  <a:pt x="101269" y="99324"/>
                  <a:pt x="99010" y="100836"/>
                  <a:pt x="96820" y="101705"/>
                </a:cubicBezTo>
                <a:cubicBezTo>
                  <a:pt x="94631" y="102574"/>
                  <a:pt x="91729" y="103008"/>
                  <a:pt x="88115" y="103008"/>
                </a:cubicBezTo>
                <a:cubicBezTo>
                  <a:pt x="84848" y="103008"/>
                  <a:pt x="82172" y="102591"/>
                  <a:pt x="80087" y="101757"/>
                </a:cubicBezTo>
                <a:lnTo>
                  <a:pt x="84257" y="82886"/>
                </a:lnTo>
                <a:lnTo>
                  <a:pt x="91555" y="82886"/>
                </a:lnTo>
                <a:cubicBezTo>
                  <a:pt x="91972" y="85805"/>
                  <a:pt x="93189" y="87265"/>
                  <a:pt x="95204" y="87265"/>
                </a:cubicBezTo>
                <a:cubicBezTo>
                  <a:pt x="96177" y="87265"/>
                  <a:pt x="97203" y="87004"/>
                  <a:pt x="98280" y="86483"/>
                </a:cubicBezTo>
                <a:cubicBezTo>
                  <a:pt x="99357" y="85962"/>
                  <a:pt x="100904" y="84711"/>
                  <a:pt x="102919" y="82730"/>
                </a:cubicBezTo>
                <a:cubicBezTo>
                  <a:pt x="104935" y="80749"/>
                  <a:pt x="107715" y="77638"/>
                  <a:pt x="111260" y="73398"/>
                </a:cubicBezTo>
                <a:cubicBezTo>
                  <a:pt x="114805" y="69159"/>
                  <a:pt x="119948" y="62799"/>
                  <a:pt x="126690" y="543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Text ,">
            <a:extLst xmlns:a="http://schemas.openxmlformats.org/drawingml/2006/main">
              <a:ext uri="{FF2B5EF4-FFF2-40B4-BE49-F238E27FC236}">
                <a16:creationId xmlns:a16="http://schemas.microsoft.com/office/drawing/2014/main" id="{146A1F1A-07AD-4FD1-ADFD-B10CF6E0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464" y="1668681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,(">
            <a:extLst xmlns:a="http://schemas.openxmlformats.org/drawingml/2006/main">
              <a:ext uri="{FF2B5EF4-FFF2-40B4-BE49-F238E27FC236}">
                <a16:creationId xmlns:a16="http://schemas.microsoft.com/office/drawing/2014/main" id="{0C366547-01CB-436D-A048-B2D81777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5892" y="1599451"/>
            <a:ext cx="193311" cy="146797"/>
          </a:xfrm>
          <a:custGeom xmlns:a="http://schemas.openxmlformats.org/drawingml/2006/main">
            <a:pathLst>
              <a:path w="193311" h="146797">
                <a:moveTo>
                  <a:pt x="29714" y="77152"/>
                </a:moveTo>
                <a:cubicBezTo>
                  <a:pt x="30687" y="82017"/>
                  <a:pt x="31173" y="86813"/>
                  <a:pt x="31173" y="91539"/>
                </a:cubicBezTo>
                <a:cubicBezTo>
                  <a:pt x="31173" y="96405"/>
                  <a:pt x="30339" y="100853"/>
                  <a:pt x="28671" y="104885"/>
                </a:cubicBezTo>
                <a:cubicBezTo>
                  <a:pt x="27003" y="108916"/>
                  <a:pt x="24345" y="112930"/>
                  <a:pt x="20695" y="116927"/>
                </a:cubicBezTo>
                <a:cubicBezTo>
                  <a:pt x="17046" y="120923"/>
                  <a:pt x="12025" y="125319"/>
                  <a:pt x="5630" y="130115"/>
                </a:cubicBezTo>
                <a:lnTo>
                  <a:pt x="0" y="123756"/>
                </a:lnTo>
                <a:cubicBezTo>
                  <a:pt x="3545" y="120419"/>
                  <a:pt x="6117" y="117413"/>
                  <a:pt x="7715" y="114737"/>
                </a:cubicBezTo>
                <a:cubicBezTo>
                  <a:pt x="9314" y="112061"/>
                  <a:pt x="10461" y="109020"/>
                  <a:pt x="11156" y="105614"/>
                </a:cubicBezTo>
                <a:cubicBezTo>
                  <a:pt x="11851" y="102209"/>
                  <a:pt x="12198" y="97934"/>
                  <a:pt x="12198" y="92791"/>
                </a:cubicBezTo>
                <a:cubicBezTo>
                  <a:pt x="12198" y="87508"/>
                  <a:pt x="11955" y="82295"/>
                  <a:pt x="11469" y="77152"/>
                </a:cubicBezTo>
                <a:lnTo>
                  <a:pt x="29714" y="77152"/>
                </a:lnTo>
                <a:close/>
                <a:moveTo>
                  <a:pt x="127941" y="101548"/>
                </a:moveTo>
                <a:cubicBezTo>
                  <a:pt x="125925" y="89385"/>
                  <a:pt x="123180" y="74719"/>
                  <a:pt x="119705" y="57551"/>
                </a:cubicBezTo>
                <a:cubicBezTo>
                  <a:pt x="116021" y="39201"/>
                  <a:pt x="113588" y="27837"/>
                  <a:pt x="112406" y="23458"/>
                </a:cubicBezTo>
                <a:cubicBezTo>
                  <a:pt x="110947" y="18176"/>
                  <a:pt x="109418" y="14805"/>
                  <a:pt x="107819" y="13345"/>
                </a:cubicBezTo>
                <a:cubicBezTo>
                  <a:pt x="106846" y="12442"/>
                  <a:pt x="105630" y="11990"/>
                  <a:pt x="104170" y="11990"/>
                </a:cubicBezTo>
                <a:cubicBezTo>
                  <a:pt x="101946" y="11990"/>
                  <a:pt x="99861" y="12893"/>
                  <a:pt x="97914" y="14701"/>
                </a:cubicBezTo>
                <a:cubicBezTo>
                  <a:pt x="95968" y="16508"/>
                  <a:pt x="93570" y="19635"/>
                  <a:pt x="90720" y="24084"/>
                </a:cubicBezTo>
                <a:lnTo>
                  <a:pt x="83944" y="19601"/>
                </a:lnTo>
                <a:cubicBezTo>
                  <a:pt x="88740" y="12442"/>
                  <a:pt x="93223" y="7385"/>
                  <a:pt x="97393" y="4431"/>
                </a:cubicBezTo>
                <a:cubicBezTo>
                  <a:pt x="101563" y="1477"/>
                  <a:pt x="106220" y="0"/>
                  <a:pt x="111364" y="0"/>
                </a:cubicBezTo>
                <a:cubicBezTo>
                  <a:pt x="114214" y="0"/>
                  <a:pt x="116646" y="382"/>
                  <a:pt x="118662" y="1147"/>
                </a:cubicBezTo>
                <a:cubicBezTo>
                  <a:pt x="120052" y="1703"/>
                  <a:pt x="121442" y="2624"/>
                  <a:pt x="122832" y="3910"/>
                </a:cubicBezTo>
                <a:cubicBezTo>
                  <a:pt x="124222" y="5196"/>
                  <a:pt x="125456" y="6985"/>
                  <a:pt x="126533" y="9279"/>
                </a:cubicBezTo>
                <a:cubicBezTo>
                  <a:pt x="127611" y="11573"/>
                  <a:pt x="128549" y="14144"/>
                  <a:pt x="129348" y="16994"/>
                </a:cubicBezTo>
                <a:cubicBezTo>
                  <a:pt x="130148" y="19844"/>
                  <a:pt x="131034" y="23945"/>
                  <a:pt x="132007" y="29297"/>
                </a:cubicBezTo>
                <a:cubicBezTo>
                  <a:pt x="133675" y="38263"/>
                  <a:pt x="135291" y="47699"/>
                  <a:pt x="136855" y="57603"/>
                </a:cubicBezTo>
                <a:cubicBezTo>
                  <a:pt x="138419" y="67508"/>
                  <a:pt x="139757" y="76700"/>
                  <a:pt x="140869" y="85180"/>
                </a:cubicBezTo>
                <a:cubicBezTo>
                  <a:pt x="147611" y="75449"/>
                  <a:pt x="153328" y="65927"/>
                  <a:pt x="158020" y="56613"/>
                </a:cubicBezTo>
                <a:cubicBezTo>
                  <a:pt x="162711" y="47299"/>
                  <a:pt x="166082" y="39201"/>
                  <a:pt x="168133" y="32320"/>
                </a:cubicBezTo>
                <a:cubicBezTo>
                  <a:pt x="170183" y="25439"/>
                  <a:pt x="171209" y="19844"/>
                  <a:pt x="171209" y="15535"/>
                </a:cubicBezTo>
                <a:cubicBezTo>
                  <a:pt x="171209" y="12268"/>
                  <a:pt x="170513" y="10044"/>
                  <a:pt x="169123" y="8862"/>
                </a:cubicBezTo>
                <a:cubicBezTo>
                  <a:pt x="167733" y="7680"/>
                  <a:pt x="165370" y="6985"/>
                  <a:pt x="162034" y="6777"/>
                </a:cubicBezTo>
                <a:lnTo>
                  <a:pt x="163076" y="1668"/>
                </a:lnTo>
                <a:lnTo>
                  <a:pt x="190496" y="1668"/>
                </a:lnTo>
                <a:lnTo>
                  <a:pt x="193311" y="6881"/>
                </a:lnTo>
                <a:cubicBezTo>
                  <a:pt x="188029" y="21338"/>
                  <a:pt x="180870" y="36803"/>
                  <a:pt x="171834" y="53276"/>
                </a:cubicBezTo>
                <a:cubicBezTo>
                  <a:pt x="162937" y="69402"/>
                  <a:pt x="152755" y="85458"/>
                  <a:pt x="141286" y="101444"/>
                </a:cubicBezTo>
                <a:cubicBezTo>
                  <a:pt x="130304" y="116666"/>
                  <a:pt x="121164" y="127683"/>
                  <a:pt x="113866" y="134494"/>
                </a:cubicBezTo>
                <a:cubicBezTo>
                  <a:pt x="108792" y="139151"/>
                  <a:pt x="103892" y="142487"/>
                  <a:pt x="99165" y="144503"/>
                </a:cubicBezTo>
                <a:cubicBezTo>
                  <a:pt x="95412" y="146032"/>
                  <a:pt x="91416" y="146797"/>
                  <a:pt x="87176" y="146797"/>
                </a:cubicBezTo>
                <a:cubicBezTo>
                  <a:pt x="85716" y="146797"/>
                  <a:pt x="84031" y="146675"/>
                  <a:pt x="82119" y="146432"/>
                </a:cubicBezTo>
                <a:cubicBezTo>
                  <a:pt x="80208" y="146189"/>
                  <a:pt x="78731" y="145858"/>
                  <a:pt x="77688" y="145441"/>
                </a:cubicBezTo>
                <a:lnTo>
                  <a:pt x="82171" y="125215"/>
                </a:lnTo>
                <a:lnTo>
                  <a:pt x="90408" y="125215"/>
                </a:lnTo>
                <a:cubicBezTo>
                  <a:pt x="90408" y="129664"/>
                  <a:pt x="91937" y="131888"/>
                  <a:pt x="94995" y="131888"/>
                </a:cubicBezTo>
                <a:cubicBezTo>
                  <a:pt x="99026" y="131888"/>
                  <a:pt x="103718" y="129368"/>
                  <a:pt x="109070" y="124329"/>
                </a:cubicBezTo>
                <a:cubicBezTo>
                  <a:pt x="114422" y="119290"/>
                  <a:pt x="120712" y="111696"/>
                  <a:pt x="127941" y="1015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,">
            <a:extLst xmlns:a="http://schemas.openxmlformats.org/drawingml/2006/main">
              <a:ext uri="{FF2B5EF4-FFF2-40B4-BE49-F238E27FC236}">
                <a16:creationId xmlns:a16="http://schemas.microsoft.com/office/drawing/2014/main" id="{53CFB6A9-76CF-4814-90C6-BF17841E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3729" y="1668681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)∈!">
            <a:extLst xmlns:a="http://schemas.openxmlformats.org/drawingml/2006/main">
              <a:ext uri="{FF2B5EF4-FFF2-40B4-BE49-F238E27FC236}">
                <a16:creationId xmlns:a16="http://schemas.microsoft.com/office/drawing/2014/main" id="{A9F8B653-2435-4C86-8E6E-EC2FB31D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5617" y="1550136"/>
            <a:ext cx="469504" cy="197780"/>
          </a:xfrm>
          <a:custGeom xmlns:a="http://schemas.openxmlformats.org/drawingml/2006/main">
            <a:pathLst>
              <a:path w="469504" h="197780">
                <a:moveTo>
                  <a:pt x="47855" y="97899"/>
                </a:moveTo>
                <a:cubicBezTo>
                  <a:pt x="47855" y="74406"/>
                  <a:pt x="43963" y="54892"/>
                  <a:pt x="36178" y="39358"/>
                </a:cubicBezTo>
                <a:cubicBezTo>
                  <a:pt x="28393" y="23823"/>
                  <a:pt x="16334" y="13380"/>
                  <a:pt x="0" y="8028"/>
                </a:cubicBezTo>
                <a:lnTo>
                  <a:pt x="2815" y="0"/>
                </a:lnTo>
                <a:cubicBezTo>
                  <a:pt x="23111" y="5352"/>
                  <a:pt x="38698" y="16907"/>
                  <a:pt x="49575" y="34666"/>
                </a:cubicBezTo>
                <a:cubicBezTo>
                  <a:pt x="60453" y="52425"/>
                  <a:pt x="65892" y="73850"/>
                  <a:pt x="65892" y="98942"/>
                </a:cubicBezTo>
                <a:cubicBezTo>
                  <a:pt x="65892" y="124103"/>
                  <a:pt x="60470" y="145528"/>
                  <a:pt x="49627" y="163218"/>
                </a:cubicBezTo>
                <a:cubicBezTo>
                  <a:pt x="38784" y="180907"/>
                  <a:pt x="23180" y="192428"/>
                  <a:pt x="2815" y="197780"/>
                </a:cubicBezTo>
                <a:lnTo>
                  <a:pt x="313" y="189752"/>
                </a:lnTo>
                <a:cubicBezTo>
                  <a:pt x="16369" y="184400"/>
                  <a:pt x="28306" y="173835"/>
                  <a:pt x="36126" y="158057"/>
                </a:cubicBezTo>
                <a:cubicBezTo>
                  <a:pt x="43945" y="142279"/>
                  <a:pt x="47855" y="122226"/>
                  <a:pt x="47855" y="97899"/>
                </a:cubicBezTo>
                <a:close/>
                <a:moveTo>
                  <a:pt x="260772" y="81426"/>
                </a:moveTo>
                <a:lnTo>
                  <a:pt x="260772" y="95918"/>
                </a:lnTo>
                <a:lnTo>
                  <a:pt x="174654" y="95918"/>
                </a:lnTo>
                <a:cubicBezTo>
                  <a:pt x="175001" y="102382"/>
                  <a:pt x="175940" y="108117"/>
                  <a:pt x="177469" y="113121"/>
                </a:cubicBezTo>
                <a:cubicBezTo>
                  <a:pt x="178998" y="118126"/>
                  <a:pt x="181309" y="122383"/>
                  <a:pt x="184402" y="125893"/>
                </a:cubicBezTo>
                <a:cubicBezTo>
                  <a:pt x="187495" y="129403"/>
                  <a:pt x="191492" y="131992"/>
                  <a:pt x="196392" y="133660"/>
                </a:cubicBezTo>
                <a:cubicBezTo>
                  <a:pt x="201292" y="135328"/>
                  <a:pt x="208052" y="136162"/>
                  <a:pt x="216670" y="136162"/>
                </a:cubicBezTo>
                <a:lnTo>
                  <a:pt x="260772" y="136162"/>
                </a:lnTo>
                <a:lnTo>
                  <a:pt x="260772" y="150654"/>
                </a:lnTo>
                <a:lnTo>
                  <a:pt x="216253" y="150654"/>
                </a:lnTo>
                <a:cubicBezTo>
                  <a:pt x="209442" y="150654"/>
                  <a:pt x="203534" y="150237"/>
                  <a:pt x="198529" y="149403"/>
                </a:cubicBezTo>
                <a:cubicBezTo>
                  <a:pt x="193525" y="148569"/>
                  <a:pt x="189007" y="147214"/>
                  <a:pt x="184976" y="145337"/>
                </a:cubicBezTo>
                <a:cubicBezTo>
                  <a:pt x="180944" y="143461"/>
                  <a:pt x="177139" y="140628"/>
                  <a:pt x="173559" y="136840"/>
                </a:cubicBezTo>
                <a:cubicBezTo>
                  <a:pt x="169980" y="133052"/>
                  <a:pt x="167078" y="128864"/>
                  <a:pt x="164854" y="124277"/>
                </a:cubicBezTo>
                <a:cubicBezTo>
                  <a:pt x="162629" y="119689"/>
                  <a:pt x="160961" y="114511"/>
                  <a:pt x="159849" y="108742"/>
                </a:cubicBezTo>
                <a:cubicBezTo>
                  <a:pt x="158737" y="102973"/>
                  <a:pt x="158181" y="96718"/>
                  <a:pt x="158181" y="89976"/>
                </a:cubicBezTo>
                <a:cubicBezTo>
                  <a:pt x="158181" y="78994"/>
                  <a:pt x="159258" y="69906"/>
                  <a:pt x="161413" y="62712"/>
                </a:cubicBezTo>
                <a:cubicBezTo>
                  <a:pt x="163568" y="55518"/>
                  <a:pt x="167182" y="49123"/>
                  <a:pt x="172256" y="43528"/>
                </a:cubicBezTo>
                <a:cubicBezTo>
                  <a:pt x="177330" y="37933"/>
                  <a:pt x="183412" y="33919"/>
                  <a:pt x="190501" y="31486"/>
                </a:cubicBezTo>
                <a:cubicBezTo>
                  <a:pt x="197591" y="29054"/>
                  <a:pt x="206766" y="27837"/>
                  <a:pt x="218026" y="27837"/>
                </a:cubicBezTo>
                <a:lnTo>
                  <a:pt x="260772" y="27837"/>
                </a:lnTo>
                <a:lnTo>
                  <a:pt x="260772" y="42329"/>
                </a:lnTo>
                <a:lnTo>
                  <a:pt x="217921" y="42329"/>
                </a:lnTo>
                <a:cubicBezTo>
                  <a:pt x="211040" y="42329"/>
                  <a:pt x="205462" y="42711"/>
                  <a:pt x="201188" y="43476"/>
                </a:cubicBezTo>
                <a:cubicBezTo>
                  <a:pt x="196913" y="44241"/>
                  <a:pt x="193351" y="45474"/>
                  <a:pt x="190501" y="47177"/>
                </a:cubicBezTo>
                <a:cubicBezTo>
                  <a:pt x="187652" y="48880"/>
                  <a:pt x="185062" y="51295"/>
                  <a:pt x="182734" y="54423"/>
                </a:cubicBezTo>
                <a:cubicBezTo>
                  <a:pt x="180406" y="57551"/>
                  <a:pt x="178581" y="61391"/>
                  <a:pt x="177260" y="65944"/>
                </a:cubicBezTo>
                <a:cubicBezTo>
                  <a:pt x="175940" y="70497"/>
                  <a:pt x="175106" y="75657"/>
                  <a:pt x="174758" y="81426"/>
                </a:cubicBezTo>
                <a:lnTo>
                  <a:pt x="260772" y="81426"/>
                </a:lnTo>
                <a:close/>
                <a:moveTo>
                  <a:pt x="408617" y="8341"/>
                </a:moveTo>
                <a:cubicBezTo>
                  <a:pt x="419112" y="8341"/>
                  <a:pt x="427627" y="9140"/>
                  <a:pt x="434160" y="10739"/>
                </a:cubicBezTo>
                <a:cubicBezTo>
                  <a:pt x="440694" y="12337"/>
                  <a:pt x="446793" y="15222"/>
                  <a:pt x="452458" y="19392"/>
                </a:cubicBezTo>
                <a:cubicBezTo>
                  <a:pt x="458123" y="23563"/>
                  <a:pt x="462380" y="29106"/>
                  <a:pt x="465230" y="36022"/>
                </a:cubicBezTo>
                <a:cubicBezTo>
                  <a:pt x="468079" y="42937"/>
                  <a:pt x="469504" y="51122"/>
                  <a:pt x="469504" y="60575"/>
                </a:cubicBezTo>
                <a:cubicBezTo>
                  <a:pt x="469504" y="69958"/>
                  <a:pt x="468427" y="78924"/>
                  <a:pt x="466272" y="87473"/>
                </a:cubicBezTo>
                <a:cubicBezTo>
                  <a:pt x="464118" y="96023"/>
                  <a:pt x="461024" y="103894"/>
                  <a:pt x="456993" y="111088"/>
                </a:cubicBezTo>
                <a:cubicBezTo>
                  <a:pt x="452962" y="118282"/>
                  <a:pt x="448131" y="124538"/>
                  <a:pt x="442501" y="129855"/>
                </a:cubicBezTo>
                <a:cubicBezTo>
                  <a:pt x="436871" y="135172"/>
                  <a:pt x="431415" y="139255"/>
                  <a:pt x="426132" y="142105"/>
                </a:cubicBezTo>
                <a:cubicBezTo>
                  <a:pt x="420850" y="144955"/>
                  <a:pt x="414942" y="147092"/>
                  <a:pt x="408408" y="148517"/>
                </a:cubicBezTo>
                <a:cubicBezTo>
                  <a:pt x="401875" y="149942"/>
                  <a:pt x="394264" y="150654"/>
                  <a:pt x="385576" y="150654"/>
                </a:cubicBezTo>
                <a:lnTo>
                  <a:pt x="341787" y="150654"/>
                </a:lnTo>
                <a:lnTo>
                  <a:pt x="342934" y="145546"/>
                </a:lnTo>
                <a:cubicBezTo>
                  <a:pt x="345575" y="145129"/>
                  <a:pt x="347556" y="144451"/>
                  <a:pt x="348876" y="143513"/>
                </a:cubicBezTo>
                <a:cubicBezTo>
                  <a:pt x="350197" y="142574"/>
                  <a:pt x="351309" y="141271"/>
                  <a:pt x="352213" y="139603"/>
                </a:cubicBezTo>
                <a:cubicBezTo>
                  <a:pt x="353116" y="137935"/>
                  <a:pt x="353950" y="135902"/>
                  <a:pt x="354715" y="133504"/>
                </a:cubicBezTo>
                <a:cubicBezTo>
                  <a:pt x="355480" y="131106"/>
                  <a:pt x="356626" y="126466"/>
                  <a:pt x="358156" y="119585"/>
                </a:cubicBezTo>
                <a:lnTo>
                  <a:pt x="375880" y="39306"/>
                </a:lnTo>
                <a:cubicBezTo>
                  <a:pt x="377409" y="32355"/>
                  <a:pt x="378173" y="26760"/>
                  <a:pt x="378173" y="22520"/>
                </a:cubicBezTo>
                <a:cubicBezTo>
                  <a:pt x="378173" y="19253"/>
                  <a:pt x="377357" y="16977"/>
                  <a:pt x="375723" y="15691"/>
                </a:cubicBezTo>
                <a:cubicBezTo>
                  <a:pt x="374090" y="14405"/>
                  <a:pt x="371501" y="13658"/>
                  <a:pt x="367956" y="13449"/>
                </a:cubicBezTo>
                <a:lnTo>
                  <a:pt x="369103" y="8341"/>
                </a:lnTo>
                <a:lnTo>
                  <a:pt x="408617" y="8341"/>
                </a:lnTo>
                <a:moveTo>
                  <a:pt x="372022" y="141063"/>
                </a:moveTo>
                <a:cubicBezTo>
                  <a:pt x="374038" y="141271"/>
                  <a:pt x="377895" y="141375"/>
                  <a:pt x="383595" y="141375"/>
                </a:cubicBezTo>
                <a:cubicBezTo>
                  <a:pt x="394855" y="141375"/>
                  <a:pt x="404412" y="139412"/>
                  <a:pt x="412266" y="135485"/>
                </a:cubicBezTo>
                <a:cubicBezTo>
                  <a:pt x="420120" y="131558"/>
                  <a:pt x="426897" y="125406"/>
                  <a:pt x="432597" y="117031"/>
                </a:cubicBezTo>
                <a:cubicBezTo>
                  <a:pt x="438296" y="108655"/>
                  <a:pt x="442501" y="99828"/>
                  <a:pt x="445212" y="90549"/>
                </a:cubicBezTo>
                <a:cubicBezTo>
                  <a:pt x="447923" y="81270"/>
                  <a:pt x="449278" y="71487"/>
                  <a:pt x="449278" y="61200"/>
                </a:cubicBezTo>
                <a:cubicBezTo>
                  <a:pt x="449278" y="46673"/>
                  <a:pt x="445890" y="35744"/>
                  <a:pt x="439113" y="28411"/>
                </a:cubicBezTo>
                <a:cubicBezTo>
                  <a:pt x="432336" y="21078"/>
                  <a:pt x="422275" y="17411"/>
                  <a:pt x="408930" y="17411"/>
                </a:cubicBezTo>
                <a:cubicBezTo>
                  <a:pt x="405871" y="17411"/>
                  <a:pt x="402570" y="17516"/>
                  <a:pt x="399025" y="17724"/>
                </a:cubicBezTo>
                <a:lnTo>
                  <a:pt x="372022" y="1410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,">
            <a:extLst xmlns:a="http://schemas.openxmlformats.org/drawingml/2006/main">
              <a:ext uri="{FF2B5EF4-FFF2-40B4-BE49-F238E27FC236}">
                <a16:creationId xmlns:a16="http://schemas.microsoft.com/office/drawing/2014/main" id="{F108902E-52E9-4D94-8991-5E363A8E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7190" y="1668681"/>
            <a:ext cx="66130" cy="77375"/>
          </a:xfrm>
          <a:custGeom xmlns:a="http://schemas.openxmlformats.org/drawingml/2006/main">
            <a:pathLst>
              <a:path w="66130" h="77375">
                <a:moveTo>
                  <a:pt x="59949" y="60172"/>
                </a:moveTo>
                <a:cubicBezTo>
                  <a:pt x="54190" y="65882"/>
                  <a:pt x="48443" y="70176"/>
                  <a:pt x="42709" y="73056"/>
                </a:cubicBezTo>
                <a:cubicBezTo>
                  <a:pt x="36975" y="75935"/>
                  <a:pt x="30806" y="77375"/>
                  <a:pt x="24203" y="77375"/>
                </a:cubicBezTo>
                <a:cubicBezTo>
                  <a:pt x="20331" y="77375"/>
                  <a:pt x="16892" y="76792"/>
                  <a:pt x="13889" y="75625"/>
                </a:cubicBezTo>
                <a:cubicBezTo>
                  <a:pt x="10885" y="74458"/>
                  <a:pt x="8353" y="72758"/>
                  <a:pt x="6293" y="70524"/>
                </a:cubicBezTo>
                <a:cubicBezTo>
                  <a:pt x="4232" y="68290"/>
                  <a:pt x="2669" y="65572"/>
                  <a:pt x="1601" y="62369"/>
                </a:cubicBezTo>
                <a:cubicBezTo>
                  <a:pt x="534" y="59167"/>
                  <a:pt x="0" y="55555"/>
                  <a:pt x="0" y="51534"/>
                </a:cubicBezTo>
                <a:cubicBezTo>
                  <a:pt x="0" y="48704"/>
                  <a:pt x="248" y="45762"/>
                  <a:pt x="745" y="42709"/>
                </a:cubicBezTo>
                <a:cubicBezTo>
                  <a:pt x="1241" y="39656"/>
                  <a:pt x="2011" y="36602"/>
                  <a:pt x="3053" y="33549"/>
                </a:cubicBezTo>
                <a:cubicBezTo>
                  <a:pt x="4096" y="30496"/>
                  <a:pt x="5387" y="27517"/>
                  <a:pt x="6926" y="24613"/>
                </a:cubicBezTo>
                <a:cubicBezTo>
                  <a:pt x="8465" y="21708"/>
                  <a:pt x="10277" y="18990"/>
                  <a:pt x="12362" y="16458"/>
                </a:cubicBezTo>
                <a:cubicBezTo>
                  <a:pt x="16533" y="11295"/>
                  <a:pt x="21559" y="7261"/>
                  <a:pt x="27442" y="4357"/>
                </a:cubicBezTo>
                <a:cubicBezTo>
                  <a:pt x="33326" y="1452"/>
                  <a:pt x="39743" y="0"/>
                  <a:pt x="46693" y="0"/>
                </a:cubicBezTo>
                <a:cubicBezTo>
                  <a:pt x="53048" y="0"/>
                  <a:pt x="57876" y="1390"/>
                  <a:pt x="61178" y="4170"/>
                </a:cubicBezTo>
                <a:cubicBezTo>
                  <a:pt x="64479" y="6951"/>
                  <a:pt x="66130" y="10898"/>
                  <a:pt x="66130" y="16011"/>
                </a:cubicBezTo>
                <a:cubicBezTo>
                  <a:pt x="66130" y="33984"/>
                  <a:pt x="49126" y="42970"/>
                  <a:pt x="15118" y="42970"/>
                </a:cubicBezTo>
                <a:cubicBezTo>
                  <a:pt x="14869" y="44260"/>
                  <a:pt x="14671" y="45663"/>
                  <a:pt x="14522" y="47177"/>
                </a:cubicBezTo>
                <a:cubicBezTo>
                  <a:pt x="14373" y="48691"/>
                  <a:pt x="14298" y="50342"/>
                  <a:pt x="14298" y="52130"/>
                </a:cubicBezTo>
                <a:cubicBezTo>
                  <a:pt x="14298" y="57541"/>
                  <a:pt x="15403" y="61488"/>
                  <a:pt x="17612" y="63970"/>
                </a:cubicBezTo>
                <a:cubicBezTo>
                  <a:pt x="19822" y="66453"/>
                  <a:pt x="23260" y="67694"/>
                  <a:pt x="27927" y="67694"/>
                </a:cubicBezTo>
                <a:cubicBezTo>
                  <a:pt x="30359" y="67694"/>
                  <a:pt x="32668" y="67433"/>
                  <a:pt x="34852" y="66912"/>
                </a:cubicBezTo>
                <a:cubicBezTo>
                  <a:pt x="37037" y="66391"/>
                  <a:pt x="39184" y="65584"/>
                  <a:pt x="41294" y="64492"/>
                </a:cubicBezTo>
                <a:cubicBezTo>
                  <a:pt x="43404" y="63399"/>
                  <a:pt x="45526" y="61997"/>
                  <a:pt x="47661" y="60284"/>
                </a:cubicBezTo>
                <a:cubicBezTo>
                  <a:pt x="49796" y="58571"/>
                  <a:pt x="52030" y="56523"/>
                  <a:pt x="54364" y="54140"/>
                </a:cubicBezTo>
                <a:lnTo>
                  <a:pt x="59949" y="60172"/>
                </a:lnTo>
                <a:moveTo>
                  <a:pt x="16607" y="35746"/>
                </a:moveTo>
                <a:cubicBezTo>
                  <a:pt x="22912" y="35696"/>
                  <a:pt x="28336" y="35200"/>
                  <a:pt x="32879" y="34257"/>
                </a:cubicBezTo>
                <a:cubicBezTo>
                  <a:pt x="37422" y="33313"/>
                  <a:pt x="41145" y="32022"/>
                  <a:pt x="44049" y="30384"/>
                </a:cubicBezTo>
                <a:cubicBezTo>
                  <a:pt x="46954" y="28746"/>
                  <a:pt x="49089" y="26809"/>
                  <a:pt x="50454" y="24575"/>
                </a:cubicBezTo>
                <a:cubicBezTo>
                  <a:pt x="51819" y="22341"/>
                  <a:pt x="52502" y="19884"/>
                  <a:pt x="52502" y="17203"/>
                </a:cubicBezTo>
                <a:cubicBezTo>
                  <a:pt x="52502" y="14125"/>
                  <a:pt x="51732" y="11717"/>
                  <a:pt x="50193" y="9979"/>
                </a:cubicBezTo>
                <a:cubicBezTo>
                  <a:pt x="48654" y="8241"/>
                  <a:pt x="46420" y="7373"/>
                  <a:pt x="43491" y="7373"/>
                </a:cubicBezTo>
                <a:cubicBezTo>
                  <a:pt x="40760" y="7373"/>
                  <a:pt x="38067" y="8043"/>
                  <a:pt x="35411" y="9383"/>
                </a:cubicBezTo>
                <a:cubicBezTo>
                  <a:pt x="32755" y="10724"/>
                  <a:pt x="30248" y="12623"/>
                  <a:pt x="27889" y="15080"/>
                </a:cubicBezTo>
                <a:cubicBezTo>
                  <a:pt x="25531" y="17538"/>
                  <a:pt x="23384" y="20517"/>
                  <a:pt x="21448" y="24017"/>
                </a:cubicBezTo>
                <a:cubicBezTo>
                  <a:pt x="19511" y="27517"/>
                  <a:pt x="17898" y="31427"/>
                  <a:pt x="16607" y="3574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}">
            <a:extLst xmlns:a="http://schemas.openxmlformats.org/drawingml/2006/main">
              <a:ext uri="{FF2B5EF4-FFF2-40B4-BE49-F238E27FC236}">
                <a16:creationId xmlns:a16="http://schemas.microsoft.com/office/drawing/2014/main" id="{368E374F-0EDC-4DDB-9978-A244E444C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1371" y="1549719"/>
            <a:ext cx="66517" cy="198822"/>
          </a:xfrm>
          <a:custGeom xmlns:a="http://schemas.openxmlformats.org/drawingml/2006/main">
            <a:pathLst>
              <a:path w="66517" h="198822">
                <a:moveTo>
                  <a:pt x="66517" y="103321"/>
                </a:moveTo>
                <a:cubicBezTo>
                  <a:pt x="59845" y="103529"/>
                  <a:pt x="54858" y="105145"/>
                  <a:pt x="51556" y="108169"/>
                </a:cubicBezTo>
                <a:cubicBezTo>
                  <a:pt x="48255" y="111192"/>
                  <a:pt x="46604" y="115102"/>
                  <a:pt x="46604" y="119898"/>
                </a:cubicBezTo>
                <a:cubicBezTo>
                  <a:pt x="46604" y="122400"/>
                  <a:pt x="47421" y="127335"/>
                  <a:pt x="49054" y="134703"/>
                </a:cubicBezTo>
                <a:cubicBezTo>
                  <a:pt x="50687" y="142070"/>
                  <a:pt x="51504" y="148639"/>
                  <a:pt x="51504" y="154408"/>
                </a:cubicBezTo>
                <a:cubicBezTo>
                  <a:pt x="51504" y="169352"/>
                  <a:pt x="47455" y="180420"/>
                  <a:pt x="39358" y="187614"/>
                </a:cubicBezTo>
                <a:cubicBezTo>
                  <a:pt x="31260" y="194808"/>
                  <a:pt x="19045" y="198544"/>
                  <a:pt x="2711" y="198822"/>
                </a:cubicBezTo>
                <a:lnTo>
                  <a:pt x="0" y="198822"/>
                </a:lnTo>
                <a:lnTo>
                  <a:pt x="0" y="190898"/>
                </a:lnTo>
                <a:lnTo>
                  <a:pt x="1564" y="190898"/>
                </a:lnTo>
                <a:cubicBezTo>
                  <a:pt x="11642" y="190898"/>
                  <a:pt x="19531" y="188275"/>
                  <a:pt x="25231" y="183027"/>
                </a:cubicBezTo>
                <a:cubicBezTo>
                  <a:pt x="30930" y="177779"/>
                  <a:pt x="33780" y="168865"/>
                  <a:pt x="33780" y="156284"/>
                </a:cubicBezTo>
                <a:cubicBezTo>
                  <a:pt x="33780" y="151419"/>
                  <a:pt x="33085" y="145407"/>
                  <a:pt x="31695" y="138248"/>
                </a:cubicBezTo>
                <a:cubicBezTo>
                  <a:pt x="30305" y="131088"/>
                  <a:pt x="29610" y="125980"/>
                  <a:pt x="29610" y="122921"/>
                </a:cubicBezTo>
                <a:cubicBezTo>
                  <a:pt x="29610" y="117013"/>
                  <a:pt x="31347" y="112165"/>
                  <a:pt x="34823" y="108377"/>
                </a:cubicBezTo>
                <a:cubicBezTo>
                  <a:pt x="38298" y="104589"/>
                  <a:pt x="42433" y="101792"/>
                  <a:pt x="47229" y="99984"/>
                </a:cubicBezTo>
                <a:lnTo>
                  <a:pt x="47229" y="98108"/>
                </a:lnTo>
                <a:cubicBezTo>
                  <a:pt x="42433" y="96301"/>
                  <a:pt x="38298" y="93503"/>
                  <a:pt x="34823" y="89715"/>
                </a:cubicBezTo>
                <a:cubicBezTo>
                  <a:pt x="31347" y="85927"/>
                  <a:pt x="29610" y="81079"/>
                  <a:pt x="29610" y="75171"/>
                </a:cubicBezTo>
                <a:cubicBezTo>
                  <a:pt x="29610" y="72113"/>
                  <a:pt x="30305" y="67004"/>
                  <a:pt x="31695" y="59845"/>
                </a:cubicBezTo>
                <a:cubicBezTo>
                  <a:pt x="33085" y="52686"/>
                  <a:pt x="33780" y="46673"/>
                  <a:pt x="33780" y="41808"/>
                </a:cubicBezTo>
                <a:cubicBezTo>
                  <a:pt x="33780" y="29714"/>
                  <a:pt x="30930" y="21043"/>
                  <a:pt x="25231" y="15795"/>
                </a:cubicBezTo>
                <a:cubicBezTo>
                  <a:pt x="19531" y="10548"/>
                  <a:pt x="11642" y="7924"/>
                  <a:pt x="1564" y="7924"/>
                </a:cubicBezTo>
                <a:lnTo>
                  <a:pt x="0" y="7924"/>
                </a:lnTo>
                <a:lnTo>
                  <a:pt x="0" y="0"/>
                </a:lnTo>
                <a:lnTo>
                  <a:pt x="2711" y="0"/>
                </a:lnTo>
                <a:cubicBezTo>
                  <a:pt x="19045" y="278"/>
                  <a:pt x="31260" y="4014"/>
                  <a:pt x="39358" y="11208"/>
                </a:cubicBezTo>
                <a:cubicBezTo>
                  <a:pt x="47455" y="18402"/>
                  <a:pt x="51504" y="29227"/>
                  <a:pt x="51504" y="43685"/>
                </a:cubicBezTo>
                <a:cubicBezTo>
                  <a:pt x="51504" y="49454"/>
                  <a:pt x="50687" y="56022"/>
                  <a:pt x="49054" y="63390"/>
                </a:cubicBezTo>
                <a:cubicBezTo>
                  <a:pt x="47421" y="70757"/>
                  <a:pt x="46604" y="75692"/>
                  <a:pt x="46604" y="78194"/>
                </a:cubicBezTo>
                <a:cubicBezTo>
                  <a:pt x="46604" y="82990"/>
                  <a:pt x="48255" y="86900"/>
                  <a:pt x="51556" y="89923"/>
                </a:cubicBezTo>
                <a:cubicBezTo>
                  <a:pt x="54858" y="92947"/>
                  <a:pt x="59845" y="94563"/>
                  <a:pt x="66517" y="94772"/>
                </a:cubicBezTo>
                <a:lnTo>
                  <a:pt x="66517" y="1033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7511235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2026-09-05T09:17:27.8810000Z</dcterms:created>
  <dcterms:modified xsi:type="dcterms:W3CDTF">2026-09-05T09:17:27.8810000Z</dcterms:modified>
</coreProperties>
</file>