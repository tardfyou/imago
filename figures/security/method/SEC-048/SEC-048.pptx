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8951d05534d83" /><Relationship Type="http://schemas.openxmlformats.org/officeDocument/2006/relationships/extended-properties" Target="/docProps/app.xml" Id="R1ec5dbadb6884072" /><Relationship Type="http://schemas.openxmlformats.org/officeDocument/2006/relationships/officeDocument" Target="/ppt/presentation.xml" Id="Ra31136f5b10840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ab4eb72164630"/>
  </p:sldMasterIdLst>
  <p:notesMasterIdLst>
    <p:notesMasterId xmlns:r="http://schemas.openxmlformats.org/officeDocument/2006/relationships" r:id="R92bac79dac50465d"/>
  </p:notesMasterIdLst>
  <p:sldIdLst>
    <p:sldId xmlns:r="http://schemas.openxmlformats.org/officeDocument/2006/relationships" id="256" r:id="R13aaf48fbca94370"/>
  </p:sldIdLst>
  <p:sldSz cx="6829425" cy="4886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aa9786a88147f8" /><Relationship Type="http://schemas.openxmlformats.org/officeDocument/2006/relationships/slideMaster" Target="/ppt/slideMasters/slideMaster1.xml" Id="R2d1ab4eb72164630" /><Relationship Type="http://schemas.openxmlformats.org/officeDocument/2006/relationships/notesMaster" Target="/ppt/notesMasters/notesMaster1.xml" Id="R92bac79dac50465d" /><Relationship Type="http://schemas.openxmlformats.org/officeDocument/2006/relationships/presProps" Target="/ppt/presProps.xml" Id="R6ffe5a5f3185459c" /><Relationship Type="http://schemas.openxmlformats.org/officeDocument/2006/relationships/tableStyles" Target="/ppt/tableStyles.xml" Id="Re462abb3d33b4e3d" /><Relationship Type="http://schemas.openxmlformats.org/officeDocument/2006/relationships/slide" Target="/ppt/slides/slide1.xml" Id="R13aaf48fbca943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3939606f2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b9a6c25f8947fb" /><Relationship Type="http://schemas.openxmlformats.org/officeDocument/2006/relationships/notesMaster" Target="/ppt/notesMasters/notesMaster1.xml" Id="R710e7bdd0dc7498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素材ID：SEC-048</ns1:t>
            </ns1:r>
          </ns1:p>
          <ns1:p>
            <ns1:r>
              <ns1:t>论文：DoubleUp Roll: Double-spending in Arbitrum by Rolling It Back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类型：方法细节</ns1:t>
            </ns1:r>
          </ns1:p>
          <ns1:p>
            <ns1:r>
              <ns1:t>借鉴点：L1/L2两层内同时展示节点、合约、批处理、状态序列及双向交易流，适合多层分布式协议和跨系统生命周期。</ns1:t>
            </ns1:r>
          </ns1:p>
          <ns1:p>
            <ns1:r>
              <ns1:t>论文URL：https://yinqian.org/papers/ccs24b.pdf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8d20c2196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fe9c876904d85" /><Relationship Type="http://schemas.openxmlformats.org/officeDocument/2006/relationships/slideLayout" Target="/ppt/slideLayouts/slideLayout1.xml" Id="Rb32bb21871c142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2bb21871c142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34b14c22c4c5f" /><Relationship Type="http://schemas.openxmlformats.org/officeDocument/2006/relationships/image" Target="/ppt/media/image.png" Id="Rdd6598d75aa54561" /><Relationship Type="http://schemas.openxmlformats.org/officeDocument/2006/relationships/image" Target="/ppt/media/image2.png" Id="Rf2d6ee8bd9324c76" /><Relationship Type="http://schemas.openxmlformats.org/officeDocument/2006/relationships/image" Target="/ppt/media/image3.png" Id="R39e3e9bbfd7240e7" /><Relationship Type="http://schemas.openxmlformats.org/officeDocument/2006/relationships/image" Target="/ppt/media/image4.png" Id="R348c97cf60e940a5" /><Relationship Type="http://schemas.openxmlformats.org/officeDocument/2006/relationships/image" Target="/ppt/media/image5.png" Id="Rf5a4c1f4c78f4169" /><Relationship Type="http://schemas.openxmlformats.org/officeDocument/2006/relationships/notesSlide" Target="/ppt/notesSlides/notesSlide1.xml" Id="Re57170ec5282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BE506-628C-4F96-A728-9D47F31A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2" y="0"/>
            <a:ext cx="6796308" cy="4881181"/>
          </a:xfrm>
          <a:custGeom xmlns:a="http://schemas.openxmlformats.org/drawingml/2006/main">
            <a:pathLst>
              <a:path w="6796308" h="4881181">
                <a:moveTo>
                  <a:pt x="6796308" y="0"/>
                </a:moveTo>
                <a:lnTo>
                  <a:pt x="0" y="0"/>
                </a:lnTo>
                <a:lnTo>
                  <a:pt x="0" y="4881181"/>
                </a:lnTo>
                <a:lnTo>
                  <a:pt x="6796308" y="4881181"/>
                </a:lnTo>
                <a:lnTo>
                  <a:pt x="679630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598d75aa54561"/>
          <a:stretch xmlns:a="http://schemas.openxmlformats.org/drawingml/2006/main"/>
        </p:blipFill>
        <p:spPr>
          <a:xfrm xmlns:a="http://schemas.openxmlformats.org/drawingml/2006/main">
            <a:off x="28542" y="65"/>
            <a:ext cx="6796308" cy="4881050"/>
          </a:xfrm>
          <a:prstGeom xmlns:a="http://schemas.openxmlformats.org/drawingml/2006/main" prst="rect">
            <a:avLst/>
          </a:prstGeom>
        </p:spPr>
      </p:pic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6ee8bd9324c76"/>
          <a:stretch xmlns:a="http://schemas.openxmlformats.org/drawingml/2006/main"/>
        </p:blipFill>
        <p:spPr>
          <a:xfrm xmlns:a="http://schemas.openxmlformats.org/drawingml/2006/main">
            <a:off x="28542" y="65"/>
            <a:ext cx="6796308" cy="4881050"/>
          </a:xfrm>
          <a:prstGeom xmlns:a="http://schemas.openxmlformats.org/drawingml/2006/main" prst="rect">
            <a:avLst/>
          </a:prstGeom>
        </p:spPr>
      </p:pic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4C1F5-0661-49CD-B9DA-BC8FE8D3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62" y="2674784"/>
            <a:ext cx="1145817" cy="384241"/>
          </a:xfrm>
          <a:custGeom xmlns:a="http://schemas.openxmlformats.org/drawingml/2006/main">
            <a:pathLst>
              <a:path w="1145817" h="384241">
                <a:moveTo>
                  <a:pt x="0" y="0"/>
                </a:moveTo>
                <a:lnTo>
                  <a:pt x="1145817" y="0"/>
                </a:lnTo>
                <a:lnTo>
                  <a:pt x="1145817" y="384241"/>
                </a:lnTo>
                <a:lnTo>
                  <a:pt x="0" y="384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74181-53C6-4629-B542-76C26430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4" y="2666942"/>
            <a:ext cx="1161513" cy="399925"/>
          </a:xfrm>
          <a:custGeom xmlns:a="http://schemas.openxmlformats.org/drawingml/2006/main">
            <a:pathLst>
              <a:path w="1161513" h="399925">
                <a:moveTo>
                  <a:pt x="133417" y="0"/>
                </a:moveTo>
                <a:lnTo>
                  <a:pt x="133417" y="15683"/>
                </a:ln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close/>
                <a:moveTo>
                  <a:pt x="258986" y="15683"/>
                </a:move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lnTo>
                  <a:pt x="258986" y="15683"/>
                </a:lnTo>
                <a:close/>
                <a:moveTo>
                  <a:pt x="384555" y="15683"/>
                </a:move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lnTo>
                  <a:pt x="384555" y="15683"/>
                </a:lnTo>
                <a:close/>
                <a:moveTo>
                  <a:pt x="510124" y="15683"/>
                </a:moveTo>
                <a:lnTo>
                  <a:pt x="588605" y="15683"/>
                </a:lnTo>
                <a:lnTo>
                  <a:pt x="588605" y="0"/>
                </a:lnTo>
                <a:lnTo>
                  <a:pt x="510124" y="0"/>
                </a:lnTo>
                <a:lnTo>
                  <a:pt x="510124" y="15683"/>
                </a:lnTo>
                <a:close/>
                <a:moveTo>
                  <a:pt x="15696" y="54892"/>
                </a:moveTo>
                <a:lnTo>
                  <a:pt x="15696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0" y="0"/>
                </a:lnTo>
                <a:lnTo>
                  <a:pt x="0" y="54892"/>
                </a:lnTo>
                <a:lnTo>
                  <a:pt x="15696" y="54892"/>
                </a:lnTo>
                <a:close/>
                <a:moveTo>
                  <a:pt x="15696" y="180358"/>
                </a:moveTo>
                <a:lnTo>
                  <a:pt x="15696" y="101942"/>
                </a:lnTo>
                <a:lnTo>
                  <a:pt x="0" y="101942"/>
                </a:lnTo>
                <a:lnTo>
                  <a:pt x="0" y="180358"/>
                </a:lnTo>
                <a:lnTo>
                  <a:pt x="15696" y="180358"/>
                </a:lnTo>
                <a:close/>
                <a:moveTo>
                  <a:pt x="0" y="305825"/>
                </a:moveTo>
                <a:lnTo>
                  <a:pt x="15696" y="305825"/>
                </a:lnTo>
                <a:lnTo>
                  <a:pt x="15696" y="227408"/>
                </a:lnTo>
                <a:lnTo>
                  <a:pt x="0" y="227408"/>
                </a:lnTo>
                <a:lnTo>
                  <a:pt x="0" y="305825"/>
                </a:lnTo>
                <a:close/>
                <a:moveTo>
                  <a:pt x="47088" y="384241"/>
                </a:moveTo>
                <a:lnTo>
                  <a:pt x="15696" y="384241"/>
                </a:lnTo>
                <a:lnTo>
                  <a:pt x="15696" y="352875"/>
                </a:lnTo>
                <a:lnTo>
                  <a:pt x="0" y="352875"/>
                </a:lnTo>
                <a:lnTo>
                  <a:pt x="0" y="399925"/>
                </a:lnTo>
                <a:lnTo>
                  <a:pt x="47088" y="399925"/>
                </a:lnTo>
                <a:lnTo>
                  <a:pt x="47088" y="384241"/>
                </a:lnTo>
                <a:close/>
                <a:moveTo>
                  <a:pt x="172657" y="384241"/>
                </a:moveTo>
                <a:lnTo>
                  <a:pt x="94177" y="384241"/>
                </a:lnTo>
                <a:lnTo>
                  <a:pt x="94177" y="399925"/>
                </a:lnTo>
                <a:lnTo>
                  <a:pt x="172657" y="399925"/>
                </a:lnTo>
                <a:lnTo>
                  <a:pt x="172657" y="384241"/>
                </a:lnTo>
                <a:close/>
                <a:moveTo>
                  <a:pt x="298226" y="384241"/>
                </a:moveTo>
                <a:lnTo>
                  <a:pt x="219746" y="384241"/>
                </a:lnTo>
                <a:lnTo>
                  <a:pt x="219746" y="399925"/>
                </a:lnTo>
                <a:lnTo>
                  <a:pt x="298226" y="399925"/>
                </a:lnTo>
                <a:lnTo>
                  <a:pt x="298226" y="384241"/>
                </a:lnTo>
                <a:close/>
                <a:moveTo>
                  <a:pt x="423795" y="384241"/>
                </a:moveTo>
                <a:lnTo>
                  <a:pt x="345315" y="384241"/>
                </a:lnTo>
                <a:lnTo>
                  <a:pt x="345315" y="399925"/>
                </a:lnTo>
                <a:lnTo>
                  <a:pt x="423795" y="399925"/>
                </a:lnTo>
                <a:lnTo>
                  <a:pt x="423795" y="384241"/>
                </a:lnTo>
                <a:close/>
                <a:moveTo>
                  <a:pt x="549364" y="384241"/>
                </a:moveTo>
                <a:lnTo>
                  <a:pt x="470884" y="384241"/>
                </a:lnTo>
                <a:lnTo>
                  <a:pt x="470884" y="399925"/>
                </a:lnTo>
                <a:lnTo>
                  <a:pt x="549364" y="399925"/>
                </a:lnTo>
                <a:lnTo>
                  <a:pt x="549364" y="384241"/>
                </a:lnTo>
                <a:close/>
                <a:moveTo>
                  <a:pt x="635693" y="0"/>
                </a:moveTo>
                <a:lnTo>
                  <a:pt x="635693" y="15683"/>
                </a:lnTo>
                <a:lnTo>
                  <a:pt x="714174" y="15683"/>
                </a:lnTo>
                <a:lnTo>
                  <a:pt x="714174" y="0"/>
                </a:lnTo>
                <a:lnTo>
                  <a:pt x="635693" y="0"/>
                </a:lnTo>
                <a:close/>
                <a:moveTo>
                  <a:pt x="761262" y="15683"/>
                </a:moveTo>
                <a:lnTo>
                  <a:pt x="839743" y="15683"/>
                </a:lnTo>
                <a:lnTo>
                  <a:pt x="839743" y="0"/>
                </a:lnTo>
                <a:lnTo>
                  <a:pt x="761262" y="0"/>
                </a:lnTo>
                <a:lnTo>
                  <a:pt x="761262" y="15683"/>
                </a:lnTo>
                <a:close/>
                <a:moveTo>
                  <a:pt x="886831" y="15683"/>
                </a:moveTo>
                <a:lnTo>
                  <a:pt x="965312" y="15683"/>
                </a:lnTo>
                <a:lnTo>
                  <a:pt x="965312" y="0"/>
                </a:lnTo>
                <a:lnTo>
                  <a:pt x="886831" y="0"/>
                </a:lnTo>
                <a:lnTo>
                  <a:pt x="886831" y="15683"/>
                </a:lnTo>
                <a:close/>
                <a:moveTo>
                  <a:pt x="1012400" y="15683"/>
                </a:moveTo>
                <a:lnTo>
                  <a:pt x="1090881" y="15683"/>
                </a:lnTo>
                <a:lnTo>
                  <a:pt x="1090881" y="0"/>
                </a:lnTo>
                <a:lnTo>
                  <a:pt x="1012400" y="0"/>
                </a:lnTo>
                <a:lnTo>
                  <a:pt x="1012400" y="15683"/>
                </a:lnTo>
                <a:close/>
                <a:moveTo>
                  <a:pt x="1137969" y="15683"/>
                </a:moveTo>
                <a:lnTo>
                  <a:pt x="1145817" y="15683"/>
                </a:lnTo>
                <a:lnTo>
                  <a:pt x="1145817" y="70575"/>
                </a:lnTo>
                <a:lnTo>
                  <a:pt x="1161513" y="70575"/>
                </a:lnTo>
                <a:lnTo>
                  <a:pt x="1161513" y="0"/>
                </a:lnTo>
                <a:lnTo>
                  <a:pt x="1137969" y="0"/>
                </a:lnTo>
                <a:lnTo>
                  <a:pt x="1137969" y="15683"/>
                </a:lnTo>
                <a:close/>
                <a:moveTo>
                  <a:pt x="1145817" y="117625"/>
                </a:moveTo>
                <a:lnTo>
                  <a:pt x="1145817" y="196042"/>
                </a:lnTo>
                <a:lnTo>
                  <a:pt x="1161513" y="196042"/>
                </a:lnTo>
                <a:lnTo>
                  <a:pt x="1161513" y="117625"/>
                </a:lnTo>
                <a:lnTo>
                  <a:pt x="1145817" y="117625"/>
                </a:lnTo>
                <a:close/>
                <a:moveTo>
                  <a:pt x="1161513" y="243092"/>
                </a:moveTo>
                <a:lnTo>
                  <a:pt x="1145817" y="243092"/>
                </a:lnTo>
                <a:lnTo>
                  <a:pt x="1145817" y="321508"/>
                </a:lnTo>
                <a:lnTo>
                  <a:pt x="1161513" y="321508"/>
                </a:lnTo>
                <a:lnTo>
                  <a:pt x="1161513" y="243092"/>
                </a:lnTo>
                <a:close/>
                <a:moveTo>
                  <a:pt x="1145817" y="368558"/>
                </a:moveTo>
                <a:lnTo>
                  <a:pt x="1145817" y="384241"/>
                </a:lnTo>
                <a:lnTo>
                  <a:pt x="1098729" y="384241"/>
                </a:lnTo>
                <a:lnTo>
                  <a:pt x="1098729" y="399925"/>
                </a:lnTo>
                <a:lnTo>
                  <a:pt x="1161513" y="399925"/>
                </a:lnTo>
                <a:lnTo>
                  <a:pt x="1161513" y="368558"/>
                </a:lnTo>
                <a:lnTo>
                  <a:pt x="1145817" y="368558"/>
                </a:lnTo>
                <a:close/>
                <a:moveTo>
                  <a:pt x="674933" y="384241"/>
                </a:moveTo>
                <a:lnTo>
                  <a:pt x="596453" y="384241"/>
                </a:lnTo>
                <a:lnTo>
                  <a:pt x="596453" y="399925"/>
                </a:lnTo>
                <a:lnTo>
                  <a:pt x="674933" y="399925"/>
                </a:lnTo>
                <a:lnTo>
                  <a:pt x="674933" y="384241"/>
                </a:lnTo>
                <a:close/>
                <a:moveTo>
                  <a:pt x="800502" y="384241"/>
                </a:moveTo>
                <a:lnTo>
                  <a:pt x="722022" y="384241"/>
                </a:lnTo>
                <a:lnTo>
                  <a:pt x="722022" y="399925"/>
                </a:lnTo>
                <a:lnTo>
                  <a:pt x="800502" y="399925"/>
                </a:lnTo>
                <a:lnTo>
                  <a:pt x="800502" y="384241"/>
                </a:lnTo>
                <a:close/>
                <a:moveTo>
                  <a:pt x="926071" y="384241"/>
                </a:moveTo>
                <a:lnTo>
                  <a:pt x="847591" y="384241"/>
                </a:lnTo>
                <a:lnTo>
                  <a:pt x="847591" y="399925"/>
                </a:lnTo>
                <a:lnTo>
                  <a:pt x="926071" y="399925"/>
                </a:lnTo>
                <a:lnTo>
                  <a:pt x="926071" y="384241"/>
                </a:lnTo>
                <a:close/>
                <a:moveTo>
                  <a:pt x="1051640" y="384241"/>
                </a:moveTo>
                <a:lnTo>
                  <a:pt x="973160" y="384241"/>
                </a:lnTo>
                <a:lnTo>
                  <a:pt x="973160" y="399925"/>
                </a:lnTo>
                <a:lnTo>
                  <a:pt x="1051640" y="399925"/>
                </a:lnTo>
                <a:lnTo>
                  <a:pt x="1051640" y="384241"/>
                </a:lnTo>
                <a:close/>
              </a:path>
            </a:pathLst>
          </a:custGeom>
          <a:solidFill xmlns:a="http://schemas.openxmlformats.org/drawingml/2006/main">
            <a:srgbClr val="4CCB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46457-702F-4253-890F-5AD0C54E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27" y="37045"/>
            <a:ext cx="5548435" cy="297983"/>
          </a:xfrm>
          <a:custGeom xmlns:a="http://schemas.openxmlformats.org/drawingml/2006/main">
            <a:pathLst>
              <a:path w="5548435" h="297983">
                <a:moveTo>
                  <a:pt x="0" y="0"/>
                </a:moveTo>
                <a:lnTo>
                  <a:pt x="5548435" y="0"/>
                </a:lnTo>
                <a:lnTo>
                  <a:pt x="5548435" y="297983"/>
                </a:lnTo>
                <a:lnTo>
                  <a:pt x="0" y="2979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D1E78-CE86-4A66-A39F-7E867A3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27" y="37045"/>
            <a:ext cx="5548435" cy="297983"/>
          </a:xfrm>
          <a:custGeom xmlns:a="http://schemas.openxmlformats.org/drawingml/2006/main">
            <a:pathLst>
              <a:path w="5548435" h="297983" fill="none">
                <a:moveTo>
                  <a:pt x="0" y="0"/>
                </a:moveTo>
                <a:lnTo>
                  <a:pt x="5548435" y="0"/>
                </a:lnTo>
                <a:lnTo>
                  <a:pt x="5548435" y="297983"/>
                </a:lnTo>
                <a:lnTo>
                  <a:pt x="0" y="2979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7BD144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00D29-3A03-4E1B-950F-98409980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000" y="4251938"/>
            <a:ext cx="1148147" cy="521471"/>
          </a:xfrm>
          <a:custGeom xmlns:a="http://schemas.openxmlformats.org/drawingml/2006/main">
            <a:pathLst>
              <a:path w="1148147" h="521471">
                <a:moveTo>
                  <a:pt x="0" y="0"/>
                </a:moveTo>
                <a:lnTo>
                  <a:pt x="1148147" y="0"/>
                </a:lnTo>
                <a:lnTo>
                  <a:pt x="1148147" y="521471"/>
                </a:lnTo>
                <a:lnTo>
                  <a:pt x="0" y="5214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61977-69F3-4ADE-8E29-6454766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000" y="4251938"/>
            <a:ext cx="1148147" cy="521471"/>
          </a:xfrm>
          <a:custGeom xmlns:a="http://schemas.openxmlformats.org/drawingml/2006/main">
            <a:pathLst>
              <a:path w="1148147" h="521471" fill="none">
                <a:moveTo>
                  <a:pt x="0" y="0"/>
                </a:moveTo>
                <a:lnTo>
                  <a:pt x="1148147" y="0"/>
                </a:lnTo>
                <a:lnTo>
                  <a:pt x="1148147" y="521471"/>
                </a:lnTo>
                <a:lnTo>
                  <a:pt x="0" y="5214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889A8-2161-438C-BF93-BA0D0B3D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746" y="929524"/>
            <a:ext cx="1725961" cy="280339"/>
          </a:xfrm>
          <a:custGeom xmlns:a="http://schemas.openxmlformats.org/drawingml/2006/main">
            <a:pathLst>
              <a:path w="1725961" h="280339">
                <a:moveTo>
                  <a:pt x="0" y="0"/>
                </a:moveTo>
                <a:lnTo>
                  <a:pt x="1725961" y="0"/>
                </a:lnTo>
                <a:lnTo>
                  <a:pt x="1725961" y="280339"/>
                </a:lnTo>
                <a:lnTo>
                  <a:pt x="0" y="280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3222E-DBF8-47B3-9DCB-3A64D84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8" y="921683"/>
            <a:ext cx="1741657" cy="296023"/>
          </a:xfrm>
          <a:custGeom xmlns:a="http://schemas.openxmlformats.org/drawingml/2006/main">
            <a:pathLst>
              <a:path w="1741657" h="296023">
                <a:moveTo>
                  <a:pt x="133417" y="0"/>
                </a:moveTo>
                <a:lnTo>
                  <a:pt x="211898" y="0"/>
                </a:lnTo>
                <a:lnTo>
                  <a:pt x="211898" y="15683"/>
                </a:lnTo>
                <a:lnTo>
                  <a:pt x="133417" y="15683"/>
                </a:lnTo>
                <a:lnTo>
                  <a:pt x="133417" y="0"/>
                </a:lnTo>
                <a:close/>
                <a:moveTo>
                  <a:pt x="258986" y="0"/>
                </a:moveTo>
                <a:lnTo>
                  <a:pt x="337467" y="0"/>
                </a:lnTo>
                <a:lnTo>
                  <a:pt x="337467" y="15683"/>
                </a:lnTo>
                <a:lnTo>
                  <a:pt x="258986" y="15683"/>
                </a:lnTo>
                <a:lnTo>
                  <a:pt x="258986" y="0"/>
                </a:lnTo>
                <a:close/>
                <a:moveTo>
                  <a:pt x="384555" y="0"/>
                </a:moveTo>
                <a:lnTo>
                  <a:pt x="463036" y="0"/>
                </a:lnTo>
                <a:lnTo>
                  <a:pt x="463036" y="15683"/>
                </a:lnTo>
                <a:lnTo>
                  <a:pt x="384555" y="15683"/>
                </a:lnTo>
                <a:lnTo>
                  <a:pt x="384555" y="0"/>
                </a:lnTo>
                <a:close/>
                <a:moveTo>
                  <a:pt x="510124" y="0"/>
                </a:moveTo>
                <a:lnTo>
                  <a:pt x="588605" y="0"/>
                </a:lnTo>
                <a:lnTo>
                  <a:pt x="588605" y="15683"/>
                </a:lnTo>
                <a:lnTo>
                  <a:pt x="510124" y="15683"/>
                </a:lnTo>
                <a:lnTo>
                  <a:pt x="510124" y="0"/>
                </a:lnTo>
                <a:close/>
                <a:moveTo>
                  <a:pt x="635693" y="0"/>
                </a:moveTo>
                <a:lnTo>
                  <a:pt x="714174" y="0"/>
                </a:lnTo>
                <a:lnTo>
                  <a:pt x="714174" y="15683"/>
                </a:lnTo>
                <a:lnTo>
                  <a:pt x="635693" y="15683"/>
                </a:lnTo>
                <a:lnTo>
                  <a:pt x="635693" y="0"/>
                </a:lnTo>
                <a:close/>
                <a:moveTo>
                  <a:pt x="761262" y="0"/>
                </a:moveTo>
                <a:lnTo>
                  <a:pt x="839743" y="0"/>
                </a:lnTo>
                <a:lnTo>
                  <a:pt x="839743" y="15683"/>
                </a:lnTo>
                <a:lnTo>
                  <a:pt x="761262" y="15683"/>
                </a:lnTo>
                <a:lnTo>
                  <a:pt x="761262" y="0"/>
                </a:lnTo>
                <a:close/>
                <a:moveTo>
                  <a:pt x="886831" y="0"/>
                </a:moveTo>
                <a:lnTo>
                  <a:pt x="965312" y="0"/>
                </a:lnTo>
                <a:lnTo>
                  <a:pt x="965312" y="15683"/>
                </a:lnTo>
                <a:lnTo>
                  <a:pt x="886831" y="15683"/>
                </a:lnTo>
                <a:lnTo>
                  <a:pt x="886831" y="0"/>
                </a:lnTo>
                <a:close/>
                <a:moveTo>
                  <a:pt x="1012400" y="0"/>
                </a:moveTo>
                <a:lnTo>
                  <a:pt x="1090881" y="0"/>
                </a:lnTo>
                <a:lnTo>
                  <a:pt x="1090881" y="15683"/>
                </a:lnTo>
                <a:lnTo>
                  <a:pt x="1012400" y="15683"/>
                </a:lnTo>
                <a:lnTo>
                  <a:pt x="1012400" y="0"/>
                </a:lnTo>
                <a:close/>
                <a:moveTo>
                  <a:pt x="1137969" y="0"/>
                </a:moveTo>
                <a:lnTo>
                  <a:pt x="1216450" y="0"/>
                </a:lnTo>
                <a:lnTo>
                  <a:pt x="1216450" y="15683"/>
                </a:lnTo>
                <a:lnTo>
                  <a:pt x="1137969" y="15683"/>
                </a:lnTo>
                <a:lnTo>
                  <a:pt x="1137969" y="0"/>
                </a:lnTo>
                <a:close/>
                <a:moveTo>
                  <a:pt x="1263538" y="0"/>
                </a:moveTo>
                <a:lnTo>
                  <a:pt x="1342019" y="0"/>
                </a:lnTo>
                <a:lnTo>
                  <a:pt x="1342019" y="15683"/>
                </a:lnTo>
                <a:lnTo>
                  <a:pt x="1263538" y="15683"/>
                </a:lnTo>
                <a:lnTo>
                  <a:pt x="1263538" y="0"/>
                </a:lnTo>
                <a:close/>
                <a:moveTo>
                  <a:pt x="1389107" y="0"/>
                </a:moveTo>
                <a:lnTo>
                  <a:pt x="1467588" y="0"/>
                </a:lnTo>
                <a:lnTo>
                  <a:pt x="1467588" y="15683"/>
                </a:lnTo>
                <a:lnTo>
                  <a:pt x="1389107" y="15683"/>
                </a:lnTo>
                <a:lnTo>
                  <a:pt x="1389107" y="0"/>
                </a:lnTo>
                <a:close/>
                <a:moveTo>
                  <a:pt x="1514676" y="0"/>
                </a:moveTo>
                <a:lnTo>
                  <a:pt x="1593157" y="0"/>
                </a:lnTo>
                <a:lnTo>
                  <a:pt x="1593157" y="15683"/>
                </a:lnTo>
                <a:lnTo>
                  <a:pt x="1514676" y="15683"/>
                </a:lnTo>
                <a:lnTo>
                  <a:pt x="1514676" y="0"/>
                </a:lnTo>
                <a:close/>
                <a:moveTo>
                  <a:pt x="1640245" y="0"/>
                </a:moveTo>
                <a:lnTo>
                  <a:pt x="1718726" y="0"/>
                </a:lnTo>
                <a:lnTo>
                  <a:pt x="1718726" y="15683"/>
                </a:lnTo>
                <a:lnTo>
                  <a:pt x="1640245" y="15683"/>
                </a:lnTo>
                <a:lnTo>
                  <a:pt x="1640245" y="0"/>
                </a:lnTo>
                <a:close/>
                <a:moveTo>
                  <a:pt x="1741657" y="39821"/>
                </a:moveTo>
                <a:lnTo>
                  <a:pt x="1741657" y="118238"/>
                </a:lnTo>
                <a:lnTo>
                  <a:pt x="1725961" y="118238"/>
                </a:lnTo>
                <a:lnTo>
                  <a:pt x="1725961" y="39821"/>
                </a:lnTo>
                <a:lnTo>
                  <a:pt x="1741657" y="39821"/>
                </a:lnTo>
                <a:close/>
                <a:moveTo>
                  <a:pt x="1741657" y="165288"/>
                </a:moveTo>
                <a:lnTo>
                  <a:pt x="1741657" y="243704"/>
                </a:lnTo>
                <a:lnTo>
                  <a:pt x="1725961" y="243704"/>
                </a:lnTo>
                <a:lnTo>
                  <a:pt x="1725961" y="165288"/>
                </a:lnTo>
                <a:lnTo>
                  <a:pt x="1741657" y="165288"/>
                </a:lnTo>
                <a:close/>
                <a:moveTo>
                  <a:pt x="1731233" y="296023"/>
                </a:moveTo>
                <a:lnTo>
                  <a:pt x="1652753" y="296023"/>
                </a:lnTo>
                <a:lnTo>
                  <a:pt x="1652753" y="280339"/>
                </a:lnTo>
                <a:lnTo>
                  <a:pt x="1731233" y="280339"/>
                </a:lnTo>
                <a:lnTo>
                  <a:pt x="1731233" y="296023"/>
                </a:lnTo>
                <a:close/>
                <a:moveTo>
                  <a:pt x="1605664" y="296023"/>
                </a:moveTo>
                <a:lnTo>
                  <a:pt x="1527184" y="296023"/>
                </a:lnTo>
                <a:lnTo>
                  <a:pt x="1527184" y="280339"/>
                </a:lnTo>
                <a:lnTo>
                  <a:pt x="1605664" y="280339"/>
                </a:lnTo>
                <a:lnTo>
                  <a:pt x="1605664" y="296023"/>
                </a:lnTo>
                <a:close/>
                <a:moveTo>
                  <a:pt x="1480095" y="296023"/>
                </a:moveTo>
                <a:lnTo>
                  <a:pt x="1401615" y="296023"/>
                </a:lnTo>
                <a:lnTo>
                  <a:pt x="1401615" y="280339"/>
                </a:lnTo>
                <a:lnTo>
                  <a:pt x="1480095" y="280339"/>
                </a:lnTo>
                <a:lnTo>
                  <a:pt x="1480095" y="296023"/>
                </a:lnTo>
                <a:close/>
                <a:moveTo>
                  <a:pt x="1354526" y="296023"/>
                </a:moveTo>
                <a:lnTo>
                  <a:pt x="1276046" y="296023"/>
                </a:lnTo>
                <a:lnTo>
                  <a:pt x="1276046" y="280339"/>
                </a:lnTo>
                <a:lnTo>
                  <a:pt x="1354526" y="280339"/>
                </a:lnTo>
                <a:lnTo>
                  <a:pt x="1354526" y="296023"/>
                </a:lnTo>
                <a:close/>
                <a:moveTo>
                  <a:pt x="1228957" y="296023"/>
                </a:moveTo>
                <a:lnTo>
                  <a:pt x="1150477" y="296023"/>
                </a:lnTo>
                <a:lnTo>
                  <a:pt x="1150477" y="280339"/>
                </a:lnTo>
                <a:lnTo>
                  <a:pt x="1228957" y="280339"/>
                </a:lnTo>
                <a:lnTo>
                  <a:pt x="1228957" y="296023"/>
                </a:lnTo>
                <a:close/>
                <a:moveTo>
                  <a:pt x="1103388" y="296023"/>
                </a:moveTo>
                <a:lnTo>
                  <a:pt x="1024908" y="296023"/>
                </a:lnTo>
                <a:lnTo>
                  <a:pt x="1024908" y="280339"/>
                </a:lnTo>
                <a:lnTo>
                  <a:pt x="1103388" y="280339"/>
                </a:lnTo>
                <a:lnTo>
                  <a:pt x="1103388" y="296023"/>
                </a:lnTo>
                <a:close/>
                <a:moveTo>
                  <a:pt x="977819" y="296023"/>
                </a:moveTo>
                <a:lnTo>
                  <a:pt x="899339" y="296023"/>
                </a:lnTo>
                <a:lnTo>
                  <a:pt x="899339" y="280339"/>
                </a:lnTo>
                <a:lnTo>
                  <a:pt x="977819" y="280339"/>
                </a:lnTo>
                <a:lnTo>
                  <a:pt x="977819" y="296023"/>
                </a:lnTo>
                <a:close/>
                <a:moveTo>
                  <a:pt x="852250" y="296023"/>
                </a:moveTo>
                <a:lnTo>
                  <a:pt x="773770" y="296023"/>
                </a:lnTo>
                <a:lnTo>
                  <a:pt x="773770" y="280339"/>
                </a:lnTo>
                <a:lnTo>
                  <a:pt x="852250" y="280339"/>
                </a:lnTo>
                <a:lnTo>
                  <a:pt x="852250" y="296023"/>
                </a:lnTo>
                <a:close/>
                <a:moveTo>
                  <a:pt x="726681" y="296023"/>
                </a:moveTo>
                <a:lnTo>
                  <a:pt x="648201" y="296023"/>
                </a:lnTo>
                <a:lnTo>
                  <a:pt x="648201" y="280339"/>
                </a:lnTo>
                <a:lnTo>
                  <a:pt x="726681" y="280339"/>
                </a:lnTo>
                <a:lnTo>
                  <a:pt x="726681" y="296023"/>
                </a:lnTo>
                <a:close/>
                <a:moveTo>
                  <a:pt x="601113" y="296023"/>
                </a:moveTo>
                <a:lnTo>
                  <a:pt x="522632" y="296023"/>
                </a:lnTo>
                <a:lnTo>
                  <a:pt x="522632" y="280339"/>
                </a:lnTo>
                <a:lnTo>
                  <a:pt x="601113" y="280339"/>
                </a:lnTo>
                <a:lnTo>
                  <a:pt x="601113" y="296023"/>
                </a:lnTo>
                <a:close/>
                <a:moveTo>
                  <a:pt x="475544" y="296023"/>
                </a:moveTo>
                <a:lnTo>
                  <a:pt x="397063" y="296023"/>
                </a:lnTo>
                <a:lnTo>
                  <a:pt x="397063" y="280339"/>
                </a:lnTo>
                <a:lnTo>
                  <a:pt x="475544" y="280339"/>
                </a:lnTo>
                <a:lnTo>
                  <a:pt x="475544" y="296023"/>
                </a:lnTo>
                <a:close/>
                <a:moveTo>
                  <a:pt x="349975" y="296023"/>
                </a:moveTo>
                <a:lnTo>
                  <a:pt x="271494" y="296023"/>
                </a:lnTo>
                <a:lnTo>
                  <a:pt x="271494" y="280339"/>
                </a:lnTo>
                <a:lnTo>
                  <a:pt x="349975" y="280339"/>
                </a:lnTo>
                <a:lnTo>
                  <a:pt x="349975" y="296023"/>
                </a:lnTo>
                <a:close/>
                <a:moveTo>
                  <a:pt x="224406" y="296023"/>
                </a:moveTo>
                <a:lnTo>
                  <a:pt x="145925" y="296023"/>
                </a:lnTo>
                <a:lnTo>
                  <a:pt x="145925" y="280339"/>
                </a:lnTo>
                <a:lnTo>
                  <a:pt x="224406" y="280339"/>
                </a:lnTo>
                <a:lnTo>
                  <a:pt x="224406" y="296023"/>
                </a:lnTo>
                <a:close/>
                <a:moveTo>
                  <a:pt x="98837" y="296023"/>
                </a:moveTo>
                <a:lnTo>
                  <a:pt x="20356" y="296023"/>
                </a:lnTo>
                <a:lnTo>
                  <a:pt x="20356" y="280339"/>
                </a:lnTo>
                <a:lnTo>
                  <a:pt x="98837" y="280339"/>
                </a:lnTo>
                <a:lnTo>
                  <a:pt x="98837" y="296023"/>
                </a:lnTo>
                <a:close/>
                <a:moveTo>
                  <a:pt x="0" y="253629"/>
                </a:moveTo>
                <a:lnTo>
                  <a:pt x="0" y="175212"/>
                </a:lnTo>
                <a:lnTo>
                  <a:pt x="15696" y="175212"/>
                </a:lnTo>
                <a:lnTo>
                  <a:pt x="15696" y="253629"/>
                </a:lnTo>
                <a:lnTo>
                  <a:pt x="0" y="253629"/>
                </a:lnTo>
                <a:close/>
                <a:moveTo>
                  <a:pt x="0" y="128162"/>
                </a:moveTo>
                <a:lnTo>
                  <a:pt x="0" y="49746"/>
                </a:lnTo>
                <a:lnTo>
                  <a:pt x="15696" y="49746"/>
                </a:lnTo>
                <a:lnTo>
                  <a:pt x="15696" y="128162"/>
                </a:lnTo>
                <a:lnTo>
                  <a:pt x="0" y="128162"/>
                </a:lnTo>
                <a:close/>
                <a:moveTo>
                  <a:pt x="7848" y="0"/>
                </a:moveTo>
                <a:lnTo>
                  <a:pt x="86329" y="0"/>
                </a:lnTo>
                <a:lnTo>
                  <a:pt x="86329" y="15683"/>
                </a:lnTo>
                <a:lnTo>
                  <a:pt x="7848" y="15683"/>
                </a:lnTo>
                <a:lnTo>
                  <a:pt x="7848" y="0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F2831-A83E-4205-ADE6-09D10385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8" y="3341326"/>
            <a:ext cx="4666562" cy="712611"/>
          </a:xfrm>
          <a:custGeom xmlns:a="http://schemas.openxmlformats.org/drawingml/2006/main">
            <a:pathLst>
              <a:path w="4666562" h="712611">
                <a:moveTo>
                  <a:pt x="0" y="0"/>
                </a:moveTo>
                <a:lnTo>
                  <a:pt x="4666562" y="0"/>
                </a:lnTo>
                <a:lnTo>
                  <a:pt x="4666562" y="712611"/>
                </a:lnTo>
                <a:lnTo>
                  <a:pt x="0" y="7126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9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08F43-EF41-4620-B14C-EFC1F98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8" y="3341326"/>
            <a:ext cx="4666562" cy="712611"/>
          </a:xfrm>
          <a:custGeom xmlns:a="http://schemas.openxmlformats.org/drawingml/2006/main">
            <a:pathLst>
              <a:path w="4666562" h="712611" fill="none">
                <a:moveTo>
                  <a:pt x="0" y="0"/>
                </a:moveTo>
                <a:lnTo>
                  <a:pt x="4666562" y="0"/>
                </a:lnTo>
                <a:lnTo>
                  <a:pt x="4666562" y="712611"/>
                </a:lnTo>
                <a:lnTo>
                  <a:pt x="0" y="7126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8E155-8E7E-469C-B274-9A9EAFFD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3" y="1426000"/>
            <a:ext cx="6283906" cy="1018763"/>
          </a:xfrm>
          <a:custGeom xmlns:a="http://schemas.openxmlformats.org/drawingml/2006/main">
            <a:pathLst>
              <a:path w="6283906" h="1018763">
                <a:moveTo>
                  <a:pt x="0" y="0"/>
                </a:moveTo>
                <a:lnTo>
                  <a:pt x="6283906" y="0"/>
                </a:lnTo>
                <a:lnTo>
                  <a:pt x="6283906" y="1018763"/>
                </a:lnTo>
                <a:lnTo>
                  <a:pt x="0" y="10187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9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A7955-4C32-43FD-A096-32FFAFA4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3" y="1426000"/>
            <a:ext cx="6283906" cy="1018763"/>
          </a:xfrm>
          <a:custGeom xmlns:a="http://schemas.openxmlformats.org/drawingml/2006/main">
            <a:pathLst>
              <a:path w="6283906" h="1018763" fill="none">
                <a:moveTo>
                  <a:pt x="0" y="0"/>
                </a:moveTo>
                <a:lnTo>
                  <a:pt x="6283906" y="0"/>
                </a:lnTo>
                <a:lnTo>
                  <a:pt x="6283906" y="1018763"/>
                </a:lnTo>
                <a:lnTo>
                  <a:pt x="0" y="10187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A76C0-B003-46C1-9DA3-52BCC8B6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193" y="1488733"/>
            <a:ext cx="967274" cy="450678"/>
          </a:xfrm>
          <a:custGeom xmlns:a="http://schemas.openxmlformats.org/drawingml/2006/main">
            <a:pathLst>
              <a:path w="967274" h="450678">
                <a:moveTo>
                  <a:pt x="0" y="0"/>
                </a:moveTo>
                <a:lnTo>
                  <a:pt x="967274" y="0"/>
                </a:lnTo>
                <a:lnTo>
                  <a:pt x="967274" y="450678"/>
                </a:lnTo>
                <a:lnTo>
                  <a:pt x="0" y="4506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D8789-4381-4A70-9490-CFEE8B38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345" y="1480891"/>
            <a:ext cx="982970" cy="466361"/>
          </a:xfrm>
          <a:custGeom xmlns:a="http://schemas.openxmlformats.org/drawingml/2006/main">
            <a:pathLst>
              <a:path w="982970" h="466361">
                <a:moveTo>
                  <a:pt x="7848" y="15683"/>
                </a:moveTo>
                <a:lnTo>
                  <a:pt x="31392" y="15683"/>
                </a:lnTo>
                <a:lnTo>
                  <a:pt x="31392" y="0"/>
                </a:lnTo>
                <a:lnTo>
                  <a:pt x="7848" y="0"/>
                </a:lnTo>
                <a:lnTo>
                  <a:pt x="7848" y="15683"/>
                </a:lnTo>
                <a:close/>
                <a:moveTo>
                  <a:pt x="86329" y="15683"/>
                </a:moveTo>
                <a:lnTo>
                  <a:pt x="86329" y="0"/>
                </a:lnTo>
                <a:lnTo>
                  <a:pt x="62784" y="0"/>
                </a:lnTo>
                <a:lnTo>
                  <a:pt x="62784" y="15683"/>
                </a:lnTo>
                <a:lnTo>
                  <a:pt x="86329" y="15683"/>
                </a:lnTo>
                <a:close/>
                <a:moveTo>
                  <a:pt x="141265" y="15683"/>
                </a:moveTo>
                <a:lnTo>
                  <a:pt x="141265" y="0"/>
                </a:lnTo>
                <a:lnTo>
                  <a:pt x="117721" y="0"/>
                </a:lnTo>
                <a:lnTo>
                  <a:pt x="117721" y="15683"/>
                </a:lnTo>
                <a:lnTo>
                  <a:pt x="141265" y="15683"/>
                </a:lnTo>
                <a:close/>
                <a:moveTo>
                  <a:pt x="172657" y="15683"/>
                </a:moveTo>
                <a:lnTo>
                  <a:pt x="196202" y="15683"/>
                </a:lnTo>
                <a:lnTo>
                  <a:pt x="196202" y="0"/>
                </a:lnTo>
                <a:lnTo>
                  <a:pt x="172657" y="0"/>
                </a:lnTo>
                <a:lnTo>
                  <a:pt x="172657" y="15683"/>
                </a:lnTo>
                <a:close/>
                <a:moveTo>
                  <a:pt x="15696" y="19169"/>
                </a:moveTo>
                <a:lnTo>
                  <a:pt x="0" y="19169"/>
                </a:lnTo>
                <a:lnTo>
                  <a:pt x="0" y="42694"/>
                </a:lnTo>
                <a:lnTo>
                  <a:pt x="15696" y="42694"/>
                </a:lnTo>
                <a:lnTo>
                  <a:pt x="15696" y="19169"/>
                </a:lnTo>
                <a:close/>
                <a:moveTo>
                  <a:pt x="15696" y="74060"/>
                </a:moveTo>
                <a:lnTo>
                  <a:pt x="0" y="74060"/>
                </a:lnTo>
                <a:lnTo>
                  <a:pt x="0" y="97585"/>
                </a:lnTo>
                <a:lnTo>
                  <a:pt x="15696" y="97585"/>
                </a:lnTo>
                <a:lnTo>
                  <a:pt x="15696" y="74060"/>
                </a:lnTo>
                <a:close/>
                <a:moveTo>
                  <a:pt x="15696" y="152477"/>
                </a:moveTo>
                <a:lnTo>
                  <a:pt x="15696" y="128952"/>
                </a:lnTo>
                <a:lnTo>
                  <a:pt x="0" y="128952"/>
                </a:lnTo>
                <a:lnTo>
                  <a:pt x="0" y="152477"/>
                </a:lnTo>
                <a:lnTo>
                  <a:pt x="15696" y="152477"/>
                </a:lnTo>
                <a:close/>
                <a:moveTo>
                  <a:pt x="15696" y="183844"/>
                </a:moveTo>
                <a:lnTo>
                  <a:pt x="0" y="183844"/>
                </a:lnTo>
                <a:lnTo>
                  <a:pt x="0" y="207368"/>
                </a:lnTo>
                <a:lnTo>
                  <a:pt x="15696" y="207368"/>
                </a:lnTo>
                <a:lnTo>
                  <a:pt x="15696" y="183844"/>
                </a:lnTo>
                <a:close/>
                <a:moveTo>
                  <a:pt x="15696" y="238735"/>
                </a:moveTo>
                <a:lnTo>
                  <a:pt x="0" y="238735"/>
                </a:lnTo>
                <a:lnTo>
                  <a:pt x="0" y="262260"/>
                </a:lnTo>
                <a:lnTo>
                  <a:pt x="15696" y="262260"/>
                </a:lnTo>
                <a:lnTo>
                  <a:pt x="15696" y="238735"/>
                </a:lnTo>
                <a:close/>
                <a:moveTo>
                  <a:pt x="15696" y="293627"/>
                </a:moveTo>
                <a:lnTo>
                  <a:pt x="0" y="293627"/>
                </a:lnTo>
                <a:lnTo>
                  <a:pt x="0" y="317152"/>
                </a:lnTo>
                <a:lnTo>
                  <a:pt x="15696" y="317152"/>
                </a:lnTo>
                <a:lnTo>
                  <a:pt x="15696" y="293627"/>
                </a:lnTo>
                <a:close/>
                <a:moveTo>
                  <a:pt x="15696" y="348518"/>
                </a:moveTo>
                <a:lnTo>
                  <a:pt x="0" y="348518"/>
                </a:lnTo>
                <a:lnTo>
                  <a:pt x="0" y="372043"/>
                </a:lnTo>
                <a:lnTo>
                  <a:pt x="15696" y="372043"/>
                </a:lnTo>
                <a:lnTo>
                  <a:pt x="15696" y="348518"/>
                </a:lnTo>
                <a:close/>
                <a:moveTo>
                  <a:pt x="15696" y="403410"/>
                </a:moveTo>
                <a:lnTo>
                  <a:pt x="0" y="403410"/>
                </a:lnTo>
                <a:lnTo>
                  <a:pt x="0" y="426935"/>
                </a:lnTo>
                <a:lnTo>
                  <a:pt x="15696" y="426935"/>
                </a:lnTo>
                <a:lnTo>
                  <a:pt x="15696" y="403410"/>
                </a:lnTo>
                <a:close/>
                <a:moveTo>
                  <a:pt x="7848" y="450678"/>
                </a:moveTo>
                <a:lnTo>
                  <a:pt x="7848" y="458302"/>
                </a:lnTo>
                <a:lnTo>
                  <a:pt x="0" y="458302"/>
                </a:lnTo>
                <a:lnTo>
                  <a:pt x="0" y="466361"/>
                </a:lnTo>
                <a:lnTo>
                  <a:pt x="31174" y="466361"/>
                </a:lnTo>
                <a:lnTo>
                  <a:pt x="31174" y="450678"/>
                </a:lnTo>
                <a:lnTo>
                  <a:pt x="7848" y="450678"/>
                </a:lnTo>
                <a:close/>
                <a:moveTo>
                  <a:pt x="62567" y="450678"/>
                </a:moveTo>
                <a:lnTo>
                  <a:pt x="62567" y="466361"/>
                </a:lnTo>
                <a:lnTo>
                  <a:pt x="86111" y="466361"/>
                </a:lnTo>
                <a:lnTo>
                  <a:pt x="86111" y="450678"/>
                </a:lnTo>
                <a:lnTo>
                  <a:pt x="62567" y="450678"/>
                </a:lnTo>
                <a:close/>
                <a:moveTo>
                  <a:pt x="117503" y="450678"/>
                </a:moveTo>
                <a:lnTo>
                  <a:pt x="117503" y="466361"/>
                </a:lnTo>
                <a:lnTo>
                  <a:pt x="141047" y="466361"/>
                </a:lnTo>
                <a:lnTo>
                  <a:pt x="141047" y="450678"/>
                </a:lnTo>
                <a:lnTo>
                  <a:pt x="117503" y="450678"/>
                </a:lnTo>
                <a:close/>
                <a:moveTo>
                  <a:pt x="195984" y="450678"/>
                </a:moveTo>
                <a:lnTo>
                  <a:pt x="172439" y="450678"/>
                </a:lnTo>
                <a:lnTo>
                  <a:pt x="172439" y="466361"/>
                </a:lnTo>
                <a:lnTo>
                  <a:pt x="195984" y="466361"/>
                </a:lnTo>
                <a:lnTo>
                  <a:pt x="195984" y="450678"/>
                </a:lnTo>
                <a:close/>
                <a:moveTo>
                  <a:pt x="227376" y="450678"/>
                </a:moveTo>
                <a:lnTo>
                  <a:pt x="227376" y="466361"/>
                </a:lnTo>
                <a:lnTo>
                  <a:pt x="250920" y="466361"/>
                </a:lnTo>
                <a:lnTo>
                  <a:pt x="250920" y="450678"/>
                </a:lnTo>
                <a:lnTo>
                  <a:pt x="227376" y="450678"/>
                </a:lnTo>
                <a:close/>
                <a:moveTo>
                  <a:pt x="251138" y="15683"/>
                </a:moveTo>
                <a:lnTo>
                  <a:pt x="251138" y="0"/>
                </a:lnTo>
                <a:lnTo>
                  <a:pt x="227594" y="0"/>
                </a:lnTo>
                <a:lnTo>
                  <a:pt x="227594" y="15683"/>
                </a:lnTo>
                <a:lnTo>
                  <a:pt x="251138" y="15683"/>
                </a:lnTo>
                <a:close/>
                <a:moveTo>
                  <a:pt x="282530" y="15683"/>
                </a:moveTo>
                <a:lnTo>
                  <a:pt x="306074" y="15683"/>
                </a:lnTo>
                <a:lnTo>
                  <a:pt x="306074" y="0"/>
                </a:lnTo>
                <a:lnTo>
                  <a:pt x="282530" y="0"/>
                </a:lnTo>
                <a:lnTo>
                  <a:pt x="282530" y="15683"/>
                </a:lnTo>
                <a:close/>
                <a:moveTo>
                  <a:pt x="361011" y="15683"/>
                </a:moveTo>
                <a:lnTo>
                  <a:pt x="361011" y="0"/>
                </a:lnTo>
                <a:lnTo>
                  <a:pt x="337467" y="0"/>
                </a:lnTo>
                <a:lnTo>
                  <a:pt x="337467" y="15683"/>
                </a:lnTo>
                <a:lnTo>
                  <a:pt x="361011" y="15683"/>
                </a:lnTo>
                <a:close/>
                <a:moveTo>
                  <a:pt x="415947" y="15683"/>
                </a:moveTo>
                <a:lnTo>
                  <a:pt x="415947" y="0"/>
                </a:lnTo>
                <a:lnTo>
                  <a:pt x="392403" y="0"/>
                </a:lnTo>
                <a:lnTo>
                  <a:pt x="392403" y="15683"/>
                </a:lnTo>
                <a:lnTo>
                  <a:pt x="415947" y="15683"/>
                </a:lnTo>
                <a:close/>
                <a:moveTo>
                  <a:pt x="470884" y="15683"/>
                </a:moveTo>
                <a:lnTo>
                  <a:pt x="470884" y="0"/>
                </a:lnTo>
                <a:lnTo>
                  <a:pt x="447340" y="0"/>
                </a:lnTo>
                <a:lnTo>
                  <a:pt x="447340" y="15683"/>
                </a:lnTo>
                <a:lnTo>
                  <a:pt x="470884" y="15683"/>
                </a:lnTo>
                <a:close/>
                <a:moveTo>
                  <a:pt x="525820" y="15683"/>
                </a:moveTo>
                <a:lnTo>
                  <a:pt x="525820" y="0"/>
                </a:lnTo>
                <a:lnTo>
                  <a:pt x="502276" y="0"/>
                </a:lnTo>
                <a:lnTo>
                  <a:pt x="502276" y="15683"/>
                </a:lnTo>
                <a:lnTo>
                  <a:pt x="525820" y="15683"/>
                </a:lnTo>
                <a:close/>
                <a:moveTo>
                  <a:pt x="580757" y="15683"/>
                </a:moveTo>
                <a:lnTo>
                  <a:pt x="580757" y="0"/>
                </a:lnTo>
                <a:lnTo>
                  <a:pt x="557212" y="0"/>
                </a:lnTo>
                <a:lnTo>
                  <a:pt x="557212" y="15683"/>
                </a:lnTo>
                <a:lnTo>
                  <a:pt x="580757" y="15683"/>
                </a:lnTo>
                <a:close/>
                <a:moveTo>
                  <a:pt x="635693" y="15683"/>
                </a:moveTo>
                <a:lnTo>
                  <a:pt x="635693" y="0"/>
                </a:lnTo>
                <a:lnTo>
                  <a:pt x="612149" y="0"/>
                </a:lnTo>
                <a:lnTo>
                  <a:pt x="612149" y="15683"/>
                </a:lnTo>
                <a:lnTo>
                  <a:pt x="635693" y="15683"/>
                </a:lnTo>
                <a:close/>
                <a:moveTo>
                  <a:pt x="667085" y="15683"/>
                </a:moveTo>
                <a:lnTo>
                  <a:pt x="690629" y="15683"/>
                </a:lnTo>
                <a:lnTo>
                  <a:pt x="690629" y="0"/>
                </a:lnTo>
                <a:lnTo>
                  <a:pt x="667085" y="0"/>
                </a:lnTo>
                <a:lnTo>
                  <a:pt x="667085" y="15683"/>
                </a:lnTo>
                <a:close/>
                <a:moveTo>
                  <a:pt x="282312" y="450678"/>
                </a:moveTo>
                <a:lnTo>
                  <a:pt x="282312" y="466361"/>
                </a:lnTo>
                <a:lnTo>
                  <a:pt x="305856" y="466361"/>
                </a:lnTo>
                <a:lnTo>
                  <a:pt x="305856" y="450678"/>
                </a:lnTo>
                <a:lnTo>
                  <a:pt x="282312" y="450678"/>
                </a:lnTo>
                <a:close/>
                <a:moveTo>
                  <a:pt x="337249" y="450678"/>
                </a:moveTo>
                <a:lnTo>
                  <a:pt x="337249" y="466361"/>
                </a:lnTo>
                <a:lnTo>
                  <a:pt x="360793" y="466361"/>
                </a:lnTo>
                <a:lnTo>
                  <a:pt x="360793" y="450678"/>
                </a:lnTo>
                <a:lnTo>
                  <a:pt x="337249" y="450678"/>
                </a:lnTo>
                <a:close/>
                <a:moveTo>
                  <a:pt x="415729" y="450678"/>
                </a:moveTo>
                <a:lnTo>
                  <a:pt x="392185" y="450678"/>
                </a:lnTo>
                <a:lnTo>
                  <a:pt x="392185" y="466361"/>
                </a:lnTo>
                <a:lnTo>
                  <a:pt x="415729" y="466361"/>
                </a:lnTo>
                <a:lnTo>
                  <a:pt x="415729" y="450678"/>
                </a:lnTo>
                <a:close/>
                <a:moveTo>
                  <a:pt x="447122" y="450678"/>
                </a:moveTo>
                <a:lnTo>
                  <a:pt x="447122" y="466361"/>
                </a:lnTo>
                <a:lnTo>
                  <a:pt x="470666" y="466361"/>
                </a:lnTo>
                <a:lnTo>
                  <a:pt x="470666" y="450678"/>
                </a:lnTo>
                <a:lnTo>
                  <a:pt x="447122" y="450678"/>
                </a:lnTo>
                <a:close/>
                <a:moveTo>
                  <a:pt x="502058" y="450678"/>
                </a:moveTo>
                <a:lnTo>
                  <a:pt x="502058" y="466361"/>
                </a:lnTo>
                <a:lnTo>
                  <a:pt x="525602" y="466361"/>
                </a:lnTo>
                <a:lnTo>
                  <a:pt x="525602" y="450678"/>
                </a:lnTo>
                <a:lnTo>
                  <a:pt x="502058" y="450678"/>
                </a:lnTo>
                <a:close/>
                <a:moveTo>
                  <a:pt x="580539" y="450678"/>
                </a:moveTo>
                <a:lnTo>
                  <a:pt x="556994" y="450678"/>
                </a:lnTo>
                <a:lnTo>
                  <a:pt x="556994" y="466361"/>
                </a:lnTo>
                <a:lnTo>
                  <a:pt x="580539" y="466361"/>
                </a:lnTo>
                <a:lnTo>
                  <a:pt x="580539" y="450678"/>
                </a:lnTo>
                <a:close/>
                <a:moveTo>
                  <a:pt x="611931" y="450678"/>
                </a:moveTo>
                <a:lnTo>
                  <a:pt x="611931" y="466361"/>
                </a:lnTo>
                <a:lnTo>
                  <a:pt x="635475" y="466361"/>
                </a:lnTo>
                <a:lnTo>
                  <a:pt x="635475" y="450678"/>
                </a:lnTo>
                <a:lnTo>
                  <a:pt x="611931" y="450678"/>
                </a:lnTo>
                <a:close/>
                <a:moveTo>
                  <a:pt x="666867" y="450678"/>
                </a:moveTo>
                <a:lnTo>
                  <a:pt x="666867" y="466361"/>
                </a:lnTo>
                <a:lnTo>
                  <a:pt x="690412" y="466361"/>
                </a:lnTo>
                <a:lnTo>
                  <a:pt x="690412" y="450678"/>
                </a:lnTo>
                <a:lnTo>
                  <a:pt x="666867" y="450678"/>
                </a:lnTo>
                <a:close/>
                <a:moveTo>
                  <a:pt x="721804" y="450678"/>
                </a:moveTo>
                <a:lnTo>
                  <a:pt x="721804" y="466361"/>
                </a:lnTo>
                <a:lnTo>
                  <a:pt x="745348" y="466361"/>
                </a:lnTo>
                <a:lnTo>
                  <a:pt x="745348" y="450678"/>
                </a:lnTo>
                <a:lnTo>
                  <a:pt x="721804" y="450678"/>
                </a:lnTo>
                <a:close/>
                <a:moveTo>
                  <a:pt x="745566" y="15683"/>
                </a:moveTo>
                <a:lnTo>
                  <a:pt x="745566" y="0"/>
                </a:lnTo>
                <a:lnTo>
                  <a:pt x="722022" y="0"/>
                </a:lnTo>
                <a:lnTo>
                  <a:pt x="722022" y="15683"/>
                </a:lnTo>
                <a:lnTo>
                  <a:pt x="745566" y="15683"/>
                </a:lnTo>
                <a:close/>
                <a:moveTo>
                  <a:pt x="800502" y="15683"/>
                </a:moveTo>
                <a:lnTo>
                  <a:pt x="800502" y="0"/>
                </a:lnTo>
                <a:lnTo>
                  <a:pt x="776958" y="0"/>
                </a:lnTo>
                <a:lnTo>
                  <a:pt x="776958" y="15683"/>
                </a:lnTo>
                <a:lnTo>
                  <a:pt x="800502" y="15683"/>
                </a:lnTo>
                <a:close/>
                <a:moveTo>
                  <a:pt x="855439" y="15683"/>
                </a:moveTo>
                <a:lnTo>
                  <a:pt x="855439" y="0"/>
                </a:lnTo>
                <a:lnTo>
                  <a:pt x="831895" y="0"/>
                </a:lnTo>
                <a:lnTo>
                  <a:pt x="831895" y="15683"/>
                </a:lnTo>
                <a:lnTo>
                  <a:pt x="855439" y="15683"/>
                </a:lnTo>
                <a:close/>
                <a:moveTo>
                  <a:pt x="886831" y="15683"/>
                </a:moveTo>
                <a:lnTo>
                  <a:pt x="910375" y="15683"/>
                </a:lnTo>
                <a:lnTo>
                  <a:pt x="910375" y="0"/>
                </a:lnTo>
                <a:lnTo>
                  <a:pt x="886831" y="0"/>
                </a:lnTo>
                <a:lnTo>
                  <a:pt x="886831" y="15683"/>
                </a:lnTo>
                <a:close/>
                <a:moveTo>
                  <a:pt x="965312" y="15683"/>
                </a:moveTo>
                <a:lnTo>
                  <a:pt x="965312" y="0"/>
                </a:lnTo>
                <a:lnTo>
                  <a:pt x="941767" y="0"/>
                </a:lnTo>
                <a:lnTo>
                  <a:pt x="941767" y="15683"/>
                </a:lnTo>
                <a:lnTo>
                  <a:pt x="965312" y="15683"/>
                </a:lnTo>
                <a:close/>
                <a:moveTo>
                  <a:pt x="967274" y="52931"/>
                </a:moveTo>
                <a:lnTo>
                  <a:pt x="982970" y="52931"/>
                </a:lnTo>
                <a:lnTo>
                  <a:pt x="982970" y="29406"/>
                </a:lnTo>
                <a:lnTo>
                  <a:pt x="967274" y="29406"/>
                </a:lnTo>
                <a:lnTo>
                  <a:pt x="967274" y="52931"/>
                </a:lnTo>
                <a:close/>
                <a:moveTo>
                  <a:pt x="967274" y="107823"/>
                </a:moveTo>
                <a:lnTo>
                  <a:pt x="982970" y="107823"/>
                </a:lnTo>
                <a:lnTo>
                  <a:pt x="982970" y="84298"/>
                </a:lnTo>
                <a:lnTo>
                  <a:pt x="967274" y="84298"/>
                </a:lnTo>
                <a:lnTo>
                  <a:pt x="967274" y="107823"/>
                </a:lnTo>
                <a:close/>
                <a:moveTo>
                  <a:pt x="967274" y="162714"/>
                </a:moveTo>
                <a:lnTo>
                  <a:pt x="982970" y="162714"/>
                </a:lnTo>
                <a:lnTo>
                  <a:pt x="982970" y="139189"/>
                </a:lnTo>
                <a:lnTo>
                  <a:pt x="967274" y="139189"/>
                </a:lnTo>
                <a:lnTo>
                  <a:pt x="967274" y="162714"/>
                </a:lnTo>
                <a:close/>
                <a:moveTo>
                  <a:pt x="967274" y="217606"/>
                </a:moveTo>
                <a:lnTo>
                  <a:pt x="982970" y="217606"/>
                </a:lnTo>
                <a:lnTo>
                  <a:pt x="982970" y="194081"/>
                </a:lnTo>
                <a:lnTo>
                  <a:pt x="967274" y="194081"/>
                </a:lnTo>
                <a:lnTo>
                  <a:pt x="967274" y="217606"/>
                </a:lnTo>
                <a:close/>
                <a:moveTo>
                  <a:pt x="967274" y="272498"/>
                </a:moveTo>
                <a:lnTo>
                  <a:pt x="982970" y="272498"/>
                </a:lnTo>
                <a:lnTo>
                  <a:pt x="982970" y="248973"/>
                </a:lnTo>
                <a:lnTo>
                  <a:pt x="967274" y="248973"/>
                </a:lnTo>
                <a:lnTo>
                  <a:pt x="967274" y="272498"/>
                </a:lnTo>
                <a:close/>
                <a:moveTo>
                  <a:pt x="967274" y="303864"/>
                </a:moveTo>
                <a:lnTo>
                  <a:pt x="967274" y="327389"/>
                </a:lnTo>
                <a:lnTo>
                  <a:pt x="982970" y="327389"/>
                </a:lnTo>
                <a:lnTo>
                  <a:pt x="982970" y="303864"/>
                </a:lnTo>
                <a:lnTo>
                  <a:pt x="967274" y="303864"/>
                </a:lnTo>
                <a:close/>
                <a:moveTo>
                  <a:pt x="967274" y="382281"/>
                </a:moveTo>
                <a:lnTo>
                  <a:pt x="982970" y="382281"/>
                </a:lnTo>
                <a:lnTo>
                  <a:pt x="982970" y="358756"/>
                </a:lnTo>
                <a:lnTo>
                  <a:pt x="967274" y="358756"/>
                </a:lnTo>
                <a:lnTo>
                  <a:pt x="967274" y="382281"/>
                </a:lnTo>
                <a:close/>
                <a:moveTo>
                  <a:pt x="967274" y="437173"/>
                </a:moveTo>
                <a:lnTo>
                  <a:pt x="982970" y="437173"/>
                </a:lnTo>
                <a:lnTo>
                  <a:pt x="982970" y="413648"/>
                </a:lnTo>
                <a:lnTo>
                  <a:pt x="967274" y="413648"/>
                </a:lnTo>
                <a:lnTo>
                  <a:pt x="967274" y="437173"/>
                </a:lnTo>
                <a:close/>
                <a:moveTo>
                  <a:pt x="776740" y="450678"/>
                </a:moveTo>
                <a:lnTo>
                  <a:pt x="776740" y="466361"/>
                </a:lnTo>
                <a:lnTo>
                  <a:pt x="800284" y="466361"/>
                </a:lnTo>
                <a:lnTo>
                  <a:pt x="800284" y="450678"/>
                </a:lnTo>
                <a:lnTo>
                  <a:pt x="776740" y="450678"/>
                </a:lnTo>
                <a:close/>
                <a:moveTo>
                  <a:pt x="831677" y="450678"/>
                </a:moveTo>
                <a:lnTo>
                  <a:pt x="831677" y="466361"/>
                </a:lnTo>
                <a:lnTo>
                  <a:pt x="855221" y="466361"/>
                </a:lnTo>
                <a:lnTo>
                  <a:pt x="855221" y="450678"/>
                </a:lnTo>
                <a:lnTo>
                  <a:pt x="831677" y="450678"/>
                </a:lnTo>
                <a:close/>
                <a:moveTo>
                  <a:pt x="886613" y="450678"/>
                </a:moveTo>
                <a:lnTo>
                  <a:pt x="886613" y="466361"/>
                </a:lnTo>
                <a:lnTo>
                  <a:pt x="910157" y="466361"/>
                </a:lnTo>
                <a:lnTo>
                  <a:pt x="910157" y="450678"/>
                </a:lnTo>
                <a:lnTo>
                  <a:pt x="886613" y="450678"/>
                </a:lnTo>
                <a:close/>
                <a:moveTo>
                  <a:pt x="941550" y="450678"/>
                </a:moveTo>
                <a:lnTo>
                  <a:pt x="941550" y="466361"/>
                </a:lnTo>
                <a:lnTo>
                  <a:pt x="965094" y="466361"/>
                </a:lnTo>
                <a:lnTo>
                  <a:pt x="965094" y="450678"/>
                </a:lnTo>
                <a:lnTo>
                  <a:pt x="941550" y="450678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2A204-DE59-4CCB-9D76-92178CC2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731" y="2591467"/>
            <a:ext cx="1056198" cy="184388"/>
          </a:xfrm>
          <a:custGeom xmlns:a="http://schemas.openxmlformats.org/drawingml/2006/main">
            <a:pathLst>
              <a:path w="1056198" h="184388">
                <a:moveTo>
                  <a:pt x="0" y="0"/>
                </a:moveTo>
                <a:lnTo>
                  <a:pt x="1056198" y="0"/>
                </a:lnTo>
                <a:lnTo>
                  <a:pt x="1056198" y="184388"/>
                </a:lnTo>
                <a:lnTo>
                  <a:pt x="0" y="1843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9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60076-7D33-4C1E-90A8-26B88EDF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731" y="2591467"/>
            <a:ext cx="1056198" cy="184388"/>
          </a:xfrm>
          <a:custGeom xmlns:a="http://schemas.openxmlformats.org/drawingml/2006/main">
            <a:pathLst>
              <a:path w="1056198" h="184388" fill="none">
                <a:moveTo>
                  <a:pt x="0" y="0"/>
                </a:moveTo>
                <a:lnTo>
                  <a:pt x="1056198" y="0"/>
                </a:lnTo>
                <a:lnTo>
                  <a:pt x="1056198" y="184388"/>
                </a:lnTo>
                <a:lnTo>
                  <a:pt x="0" y="1843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20" name="Text BatchSubmitter">
            <a:extLst xmlns:a="http://schemas.openxmlformats.org/drawingml/2006/main">
              <a:ext uri="{FF2B5EF4-FFF2-40B4-BE49-F238E27FC236}">
                <a16:creationId xmlns:a16="http://schemas.microsoft.com/office/drawing/2014/main" id="{B114EE88-87BD-4F07-9109-91EDFC6D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6" y="2640944"/>
            <a:ext cx="885364" cy="89199"/>
          </a:xfrm>
          <a:custGeom xmlns:a="http://schemas.openxmlformats.org/drawingml/2006/main">
            <a:pathLst>
              <a:path w="885364" h="89199">
                <a:moveTo>
                  <a:pt x="0" y="87752"/>
                </a:moveTo>
                <a:lnTo>
                  <a:pt x="0" y="4717"/>
                </a:lnTo>
                <a:lnTo>
                  <a:pt x="29507" y="4717"/>
                </a:lnTo>
                <a:cubicBezTo>
                  <a:pt x="38556" y="4717"/>
                  <a:pt x="45530" y="6433"/>
                  <a:pt x="50430" y="9863"/>
                </a:cubicBezTo>
                <a:cubicBezTo>
                  <a:pt x="55330" y="13294"/>
                  <a:pt x="57780" y="18047"/>
                  <a:pt x="57780" y="24122"/>
                </a:cubicBezTo>
                <a:cubicBezTo>
                  <a:pt x="57780" y="28625"/>
                  <a:pt x="56260" y="32574"/>
                  <a:pt x="53220" y="35969"/>
                </a:cubicBezTo>
                <a:cubicBezTo>
                  <a:pt x="50180" y="39364"/>
                  <a:pt x="46353" y="41705"/>
                  <a:pt x="41739" y="42991"/>
                </a:cubicBezTo>
                <a:lnTo>
                  <a:pt x="41739" y="43206"/>
                </a:lnTo>
                <a:cubicBezTo>
                  <a:pt x="47533" y="43920"/>
                  <a:pt x="52209" y="46065"/>
                  <a:pt x="55768" y="49638"/>
                </a:cubicBezTo>
                <a:cubicBezTo>
                  <a:pt x="59327" y="53212"/>
                  <a:pt x="61106" y="57697"/>
                  <a:pt x="61106" y="63093"/>
                </a:cubicBezTo>
                <a:cubicBezTo>
                  <a:pt x="61106" y="70634"/>
                  <a:pt x="58424" y="76629"/>
                  <a:pt x="53059" y="81078"/>
                </a:cubicBezTo>
                <a:cubicBezTo>
                  <a:pt x="47694" y="85527"/>
                  <a:pt x="40362" y="87752"/>
                  <a:pt x="31063" y="87752"/>
                </a:cubicBezTo>
                <a:lnTo>
                  <a:pt x="0" y="87752"/>
                </a:lnTo>
                <a:moveTo>
                  <a:pt x="17704" y="17904"/>
                </a:moveTo>
                <a:lnTo>
                  <a:pt x="17704" y="38435"/>
                </a:lnTo>
                <a:lnTo>
                  <a:pt x="26127" y="38435"/>
                </a:lnTo>
                <a:cubicBezTo>
                  <a:pt x="30169" y="38435"/>
                  <a:pt x="33352" y="37470"/>
                  <a:pt x="35676" y="35540"/>
                </a:cubicBezTo>
                <a:cubicBezTo>
                  <a:pt x="38001" y="33610"/>
                  <a:pt x="39164" y="30912"/>
                  <a:pt x="39164" y="27446"/>
                </a:cubicBezTo>
                <a:cubicBezTo>
                  <a:pt x="39164" y="21085"/>
                  <a:pt x="34514" y="17904"/>
                  <a:pt x="25215" y="17904"/>
                </a:cubicBezTo>
                <a:lnTo>
                  <a:pt x="17704" y="17904"/>
                </a:lnTo>
                <a:moveTo>
                  <a:pt x="17704" y="51783"/>
                </a:moveTo>
                <a:lnTo>
                  <a:pt x="17704" y="74565"/>
                </a:lnTo>
                <a:lnTo>
                  <a:pt x="28219" y="74565"/>
                </a:lnTo>
                <a:cubicBezTo>
                  <a:pt x="32690" y="74565"/>
                  <a:pt x="36186" y="73528"/>
                  <a:pt x="38708" y="71456"/>
                </a:cubicBezTo>
                <a:cubicBezTo>
                  <a:pt x="41229" y="69383"/>
                  <a:pt x="42490" y="66506"/>
                  <a:pt x="42490" y="62825"/>
                </a:cubicBezTo>
                <a:cubicBezTo>
                  <a:pt x="42490" y="59323"/>
                  <a:pt x="41238" y="56607"/>
                  <a:pt x="38734" y="54677"/>
                </a:cubicBezTo>
                <a:cubicBezTo>
                  <a:pt x="36231" y="52747"/>
                  <a:pt x="32672" y="51783"/>
                  <a:pt x="28058" y="51783"/>
                </a:cubicBezTo>
                <a:lnTo>
                  <a:pt x="17704" y="51783"/>
                </a:lnTo>
                <a:close/>
                <a:moveTo>
                  <a:pt x="74885" y="32056"/>
                </a:moveTo>
                <a:cubicBezTo>
                  <a:pt x="77567" y="30555"/>
                  <a:pt x="81153" y="29340"/>
                  <a:pt x="85641" y="28411"/>
                </a:cubicBezTo>
                <a:cubicBezTo>
                  <a:pt x="90130" y="27482"/>
                  <a:pt x="93966" y="27017"/>
                  <a:pt x="97149" y="27017"/>
                </a:cubicBezTo>
                <a:cubicBezTo>
                  <a:pt x="113745" y="27017"/>
                  <a:pt x="122042" y="35326"/>
                  <a:pt x="122042" y="51943"/>
                </a:cubicBezTo>
                <a:lnTo>
                  <a:pt x="122042" y="87752"/>
                </a:lnTo>
                <a:lnTo>
                  <a:pt x="105572" y="87752"/>
                </a:lnTo>
                <a:lnTo>
                  <a:pt x="105572" y="79121"/>
                </a:lnTo>
                <a:lnTo>
                  <a:pt x="105357" y="79121"/>
                </a:lnTo>
                <a:cubicBezTo>
                  <a:pt x="101316" y="85840"/>
                  <a:pt x="95397" y="89199"/>
                  <a:pt x="87600" y="89199"/>
                </a:cubicBezTo>
                <a:cubicBezTo>
                  <a:pt x="81984" y="89199"/>
                  <a:pt x="77487" y="87600"/>
                  <a:pt x="74107" y="84401"/>
                </a:cubicBezTo>
                <a:cubicBezTo>
                  <a:pt x="70727" y="81203"/>
                  <a:pt x="69037" y="76852"/>
                  <a:pt x="69037" y="71348"/>
                </a:cubicBezTo>
                <a:cubicBezTo>
                  <a:pt x="69037" y="59984"/>
                  <a:pt x="75815" y="53373"/>
                  <a:pt x="89370" y="51515"/>
                </a:cubicBezTo>
                <a:lnTo>
                  <a:pt x="105679" y="49317"/>
                </a:lnTo>
                <a:cubicBezTo>
                  <a:pt x="105679" y="42420"/>
                  <a:pt x="102085" y="38971"/>
                  <a:pt x="94896" y="38971"/>
                </a:cubicBezTo>
                <a:cubicBezTo>
                  <a:pt x="87814" y="38971"/>
                  <a:pt x="81144" y="41115"/>
                  <a:pt x="74885" y="45404"/>
                </a:cubicBezTo>
                <a:lnTo>
                  <a:pt x="74885" y="32056"/>
                </a:lnTo>
                <a:moveTo>
                  <a:pt x="94467" y="60895"/>
                </a:moveTo>
                <a:cubicBezTo>
                  <a:pt x="88208" y="61717"/>
                  <a:pt x="85078" y="64541"/>
                  <a:pt x="85078" y="69365"/>
                </a:cubicBezTo>
                <a:cubicBezTo>
                  <a:pt x="85078" y="71581"/>
                  <a:pt x="85838" y="73368"/>
                  <a:pt x="87358" y="74726"/>
                </a:cubicBezTo>
                <a:cubicBezTo>
                  <a:pt x="88878" y="76084"/>
                  <a:pt x="90926" y="76763"/>
                  <a:pt x="93501" y="76763"/>
                </a:cubicBezTo>
                <a:cubicBezTo>
                  <a:pt x="97042" y="76763"/>
                  <a:pt x="99957" y="75512"/>
                  <a:pt x="102246" y="73010"/>
                </a:cubicBezTo>
                <a:cubicBezTo>
                  <a:pt x="104535" y="70509"/>
                  <a:pt x="105679" y="67399"/>
                  <a:pt x="105679" y="63683"/>
                </a:cubicBezTo>
                <a:lnTo>
                  <a:pt x="105679" y="59448"/>
                </a:lnTo>
                <a:lnTo>
                  <a:pt x="94467" y="60895"/>
                </a:lnTo>
                <a:close/>
                <a:moveTo>
                  <a:pt x="171868" y="87055"/>
                </a:moveTo>
                <a:cubicBezTo>
                  <a:pt x="169257" y="88484"/>
                  <a:pt x="165305" y="89199"/>
                  <a:pt x="160012" y="89199"/>
                </a:cubicBezTo>
                <a:cubicBezTo>
                  <a:pt x="147422" y="89199"/>
                  <a:pt x="141127" y="82588"/>
                  <a:pt x="141127" y="69365"/>
                </a:cubicBezTo>
                <a:lnTo>
                  <a:pt x="141127" y="41383"/>
                </a:lnTo>
                <a:lnTo>
                  <a:pt x="131363" y="41383"/>
                </a:lnTo>
                <a:lnTo>
                  <a:pt x="131363" y="28464"/>
                </a:lnTo>
                <a:lnTo>
                  <a:pt x="141127" y="28464"/>
                </a:lnTo>
                <a:lnTo>
                  <a:pt x="141127" y="15438"/>
                </a:lnTo>
                <a:lnTo>
                  <a:pt x="158349" y="10507"/>
                </a:lnTo>
                <a:lnTo>
                  <a:pt x="158349" y="28464"/>
                </a:lnTo>
                <a:lnTo>
                  <a:pt x="171868" y="28464"/>
                </a:lnTo>
                <a:lnTo>
                  <a:pt x="171868" y="41383"/>
                </a:lnTo>
                <a:lnTo>
                  <a:pt x="158349" y="41383"/>
                </a:lnTo>
                <a:lnTo>
                  <a:pt x="158349" y="66363"/>
                </a:lnTo>
                <a:cubicBezTo>
                  <a:pt x="158349" y="72689"/>
                  <a:pt x="160852" y="75851"/>
                  <a:pt x="165860" y="75851"/>
                </a:cubicBezTo>
                <a:cubicBezTo>
                  <a:pt x="167791" y="75851"/>
                  <a:pt x="169794" y="75279"/>
                  <a:pt x="171868" y="74136"/>
                </a:cubicBezTo>
                <a:lnTo>
                  <a:pt x="171868" y="87055"/>
                </a:lnTo>
                <a:close/>
                <a:moveTo>
                  <a:pt x="226291" y="85554"/>
                </a:moveTo>
                <a:cubicBezTo>
                  <a:pt x="222142" y="87984"/>
                  <a:pt x="216241" y="89199"/>
                  <a:pt x="208587" y="89199"/>
                </a:cubicBezTo>
                <a:cubicBezTo>
                  <a:pt x="199538" y="89199"/>
                  <a:pt x="192224" y="86447"/>
                  <a:pt x="186644" y="80944"/>
                </a:cubicBezTo>
                <a:cubicBezTo>
                  <a:pt x="181065" y="75440"/>
                  <a:pt x="178275" y="68311"/>
                  <a:pt x="178275" y="59555"/>
                </a:cubicBezTo>
                <a:cubicBezTo>
                  <a:pt x="178275" y="49478"/>
                  <a:pt x="181279" y="41535"/>
                  <a:pt x="187288" y="35728"/>
                </a:cubicBezTo>
                <a:cubicBezTo>
                  <a:pt x="193297" y="29921"/>
                  <a:pt x="201308" y="27017"/>
                  <a:pt x="211323" y="27017"/>
                </a:cubicBezTo>
                <a:cubicBezTo>
                  <a:pt x="218083" y="27017"/>
                  <a:pt x="223090" y="27946"/>
                  <a:pt x="226344" y="29804"/>
                </a:cubicBezTo>
                <a:lnTo>
                  <a:pt x="226344" y="44653"/>
                </a:lnTo>
                <a:cubicBezTo>
                  <a:pt x="222374" y="41758"/>
                  <a:pt x="218047" y="40311"/>
                  <a:pt x="213361" y="40311"/>
                </a:cubicBezTo>
                <a:cubicBezTo>
                  <a:pt x="208068" y="40311"/>
                  <a:pt x="203821" y="41919"/>
                  <a:pt x="200620" y="45136"/>
                </a:cubicBezTo>
                <a:cubicBezTo>
                  <a:pt x="197419" y="48352"/>
                  <a:pt x="195818" y="52765"/>
                  <a:pt x="195818" y="58376"/>
                </a:cubicBezTo>
                <a:cubicBezTo>
                  <a:pt x="195818" y="63808"/>
                  <a:pt x="197338" y="68087"/>
                  <a:pt x="200378" y="71214"/>
                </a:cubicBezTo>
                <a:cubicBezTo>
                  <a:pt x="203418" y="74341"/>
                  <a:pt x="207549" y="75905"/>
                  <a:pt x="212771" y="75905"/>
                </a:cubicBezTo>
                <a:cubicBezTo>
                  <a:pt x="217385" y="75905"/>
                  <a:pt x="221892" y="74440"/>
                  <a:pt x="226291" y="71509"/>
                </a:cubicBezTo>
                <a:lnTo>
                  <a:pt x="226291" y="85554"/>
                </a:lnTo>
                <a:close/>
                <a:moveTo>
                  <a:pt x="294683" y="87752"/>
                </a:moveTo>
                <a:lnTo>
                  <a:pt x="277408" y="87752"/>
                </a:lnTo>
                <a:lnTo>
                  <a:pt x="277408" y="53980"/>
                </a:lnTo>
                <a:cubicBezTo>
                  <a:pt x="277408" y="44867"/>
                  <a:pt x="274082" y="40311"/>
                  <a:pt x="267430" y="40311"/>
                </a:cubicBezTo>
                <a:cubicBezTo>
                  <a:pt x="264103" y="40311"/>
                  <a:pt x="261358" y="41580"/>
                  <a:pt x="259194" y="44117"/>
                </a:cubicBezTo>
                <a:cubicBezTo>
                  <a:pt x="257031" y="46654"/>
                  <a:pt x="255949" y="49942"/>
                  <a:pt x="255949" y="53980"/>
                </a:cubicBezTo>
                <a:lnTo>
                  <a:pt x="255949" y="87752"/>
                </a:lnTo>
                <a:lnTo>
                  <a:pt x="238620" y="87752"/>
                </a:lnTo>
                <a:lnTo>
                  <a:pt x="238620" y="0"/>
                </a:lnTo>
                <a:lnTo>
                  <a:pt x="255949" y="0"/>
                </a:lnTo>
                <a:lnTo>
                  <a:pt x="255949" y="37363"/>
                </a:lnTo>
                <a:lnTo>
                  <a:pt x="256163" y="37363"/>
                </a:lnTo>
                <a:cubicBezTo>
                  <a:pt x="260706" y="30466"/>
                  <a:pt x="266822" y="27017"/>
                  <a:pt x="274511" y="27017"/>
                </a:cubicBezTo>
                <a:cubicBezTo>
                  <a:pt x="287959" y="27017"/>
                  <a:pt x="294683" y="35129"/>
                  <a:pt x="294683" y="51354"/>
                </a:cubicBezTo>
                <a:lnTo>
                  <a:pt x="294683" y="87752"/>
                </a:lnTo>
                <a:close/>
                <a:moveTo>
                  <a:pt x="340248" y="66846"/>
                </a:moveTo>
                <a:cubicBezTo>
                  <a:pt x="346936" y="72385"/>
                  <a:pt x="354536" y="75154"/>
                  <a:pt x="363049" y="75154"/>
                </a:cubicBezTo>
                <a:cubicBezTo>
                  <a:pt x="367877" y="75154"/>
                  <a:pt x="371507" y="74323"/>
                  <a:pt x="373939" y="72662"/>
                </a:cubicBezTo>
                <a:cubicBezTo>
                  <a:pt x="376371" y="71000"/>
                  <a:pt x="377588" y="68865"/>
                  <a:pt x="377588" y="66256"/>
                </a:cubicBezTo>
                <a:cubicBezTo>
                  <a:pt x="377588" y="64005"/>
                  <a:pt x="376622" y="61878"/>
                  <a:pt x="374691" y="59877"/>
                </a:cubicBezTo>
                <a:cubicBezTo>
                  <a:pt x="372759" y="57876"/>
                  <a:pt x="367663" y="55160"/>
                  <a:pt x="359401" y="51729"/>
                </a:cubicBezTo>
                <a:cubicBezTo>
                  <a:pt x="346418" y="46225"/>
                  <a:pt x="339926" y="38220"/>
                  <a:pt x="339926" y="27714"/>
                </a:cubicBezTo>
                <a:cubicBezTo>
                  <a:pt x="339926" y="19995"/>
                  <a:pt x="342868" y="14000"/>
                  <a:pt x="348751" y="9729"/>
                </a:cubicBezTo>
                <a:cubicBezTo>
                  <a:pt x="354635" y="5459"/>
                  <a:pt x="362423" y="3324"/>
                  <a:pt x="372115" y="3324"/>
                </a:cubicBezTo>
                <a:cubicBezTo>
                  <a:pt x="380234" y="3324"/>
                  <a:pt x="387048" y="4378"/>
                  <a:pt x="392556" y="6486"/>
                </a:cubicBezTo>
                <a:lnTo>
                  <a:pt x="392556" y="23104"/>
                </a:lnTo>
                <a:cubicBezTo>
                  <a:pt x="386976" y="19316"/>
                  <a:pt x="380449" y="17422"/>
                  <a:pt x="372974" y="17422"/>
                </a:cubicBezTo>
                <a:cubicBezTo>
                  <a:pt x="368610" y="17422"/>
                  <a:pt x="365123" y="18217"/>
                  <a:pt x="362512" y="19807"/>
                </a:cubicBezTo>
                <a:cubicBezTo>
                  <a:pt x="359901" y="21397"/>
                  <a:pt x="358596" y="23533"/>
                  <a:pt x="358596" y="26213"/>
                </a:cubicBezTo>
                <a:cubicBezTo>
                  <a:pt x="358596" y="28357"/>
                  <a:pt x="359490" y="30332"/>
                  <a:pt x="361278" y="32136"/>
                </a:cubicBezTo>
                <a:cubicBezTo>
                  <a:pt x="363067" y="33941"/>
                  <a:pt x="367484" y="36380"/>
                  <a:pt x="374530" y="39453"/>
                </a:cubicBezTo>
                <a:cubicBezTo>
                  <a:pt x="382791" y="42991"/>
                  <a:pt x="388469" y="46726"/>
                  <a:pt x="391563" y="50657"/>
                </a:cubicBezTo>
                <a:cubicBezTo>
                  <a:pt x="394657" y="54588"/>
                  <a:pt x="396204" y="59269"/>
                  <a:pt x="396204" y="64701"/>
                </a:cubicBezTo>
                <a:cubicBezTo>
                  <a:pt x="396204" y="72671"/>
                  <a:pt x="393378" y="78746"/>
                  <a:pt x="387727" y="82927"/>
                </a:cubicBezTo>
                <a:cubicBezTo>
                  <a:pt x="382076" y="87108"/>
                  <a:pt x="374047" y="89199"/>
                  <a:pt x="363639" y="89199"/>
                </a:cubicBezTo>
                <a:cubicBezTo>
                  <a:pt x="354125" y="89199"/>
                  <a:pt x="346328" y="87662"/>
                  <a:pt x="340248" y="84589"/>
                </a:cubicBezTo>
                <a:lnTo>
                  <a:pt x="340248" y="66846"/>
                </a:lnTo>
                <a:close/>
                <a:moveTo>
                  <a:pt x="463957" y="87752"/>
                </a:moveTo>
                <a:lnTo>
                  <a:pt x="446736" y="87752"/>
                </a:lnTo>
                <a:lnTo>
                  <a:pt x="446736" y="78692"/>
                </a:lnTo>
                <a:lnTo>
                  <a:pt x="446467" y="78692"/>
                </a:lnTo>
                <a:cubicBezTo>
                  <a:pt x="442032" y="85697"/>
                  <a:pt x="435970" y="89199"/>
                  <a:pt x="428280" y="89199"/>
                </a:cubicBezTo>
                <a:cubicBezTo>
                  <a:pt x="414475" y="89199"/>
                  <a:pt x="407572" y="80872"/>
                  <a:pt x="407572" y="64219"/>
                </a:cubicBezTo>
                <a:lnTo>
                  <a:pt x="407572" y="28464"/>
                </a:lnTo>
                <a:lnTo>
                  <a:pt x="424900" y="28464"/>
                </a:lnTo>
                <a:lnTo>
                  <a:pt x="424900" y="62611"/>
                </a:lnTo>
                <a:cubicBezTo>
                  <a:pt x="424900" y="71473"/>
                  <a:pt x="428370" y="75905"/>
                  <a:pt x="435308" y="75905"/>
                </a:cubicBezTo>
                <a:cubicBezTo>
                  <a:pt x="438778" y="75905"/>
                  <a:pt x="441549" y="74690"/>
                  <a:pt x="443624" y="72260"/>
                </a:cubicBezTo>
                <a:cubicBezTo>
                  <a:pt x="445698" y="69830"/>
                  <a:pt x="446736" y="66542"/>
                  <a:pt x="446736" y="62396"/>
                </a:cubicBezTo>
                <a:lnTo>
                  <a:pt x="446736" y="28464"/>
                </a:lnTo>
                <a:lnTo>
                  <a:pt x="463957" y="28464"/>
                </a:lnTo>
                <a:lnTo>
                  <a:pt x="463957" y="87752"/>
                </a:lnTo>
                <a:close/>
                <a:moveTo>
                  <a:pt x="497010" y="80622"/>
                </a:moveTo>
                <a:lnTo>
                  <a:pt x="497010" y="87752"/>
                </a:lnTo>
                <a:lnTo>
                  <a:pt x="479681" y="87752"/>
                </a:lnTo>
                <a:lnTo>
                  <a:pt x="479681" y="0"/>
                </a:lnTo>
                <a:lnTo>
                  <a:pt x="497010" y="0"/>
                </a:lnTo>
                <a:lnTo>
                  <a:pt x="497010" y="37524"/>
                </a:lnTo>
                <a:lnTo>
                  <a:pt x="497225" y="37524"/>
                </a:lnTo>
                <a:cubicBezTo>
                  <a:pt x="501767" y="30519"/>
                  <a:pt x="508240" y="27017"/>
                  <a:pt x="516645" y="27017"/>
                </a:cubicBezTo>
                <a:cubicBezTo>
                  <a:pt x="524121" y="27017"/>
                  <a:pt x="529977" y="29626"/>
                  <a:pt x="534215" y="34843"/>
                </a:cubicBezTo>
                <a:cubicBezTo>
                  <a:pt x="538454" y="40061"/>
                  <a:pt x="540573" y="47262"/>
                  <a:pt x="540573" y="56446"/>
                </a:cubicBezTo>
                <a:cubicBezTo>
                  <a:pt x="540573" y="66274"/>
                  <a:pt x="538141" y="74189"/>
                  <a:pt x="533277" y="80193"/>
                </a:cubicBezTo>
                <a:cubicBezTo>
                  <a:pt x="528412" y="86197"/>
                  <a:pt x="521957" y="89199"/>
                  <a:pt x="513909" y="89199"/>
                </a:cubicBezTo>
                <a:cubicBezTo>
                  <a:pt x="506542" y="89199"/>
                  <a:pt x="500980" y="86340"/>
                  <a:pt x="497225" y="80622"/>
                </a:cubicBezTo>
                <a:lnTo>
                  <a:pt x="497010" y="80622"/>
                </a:lnTo>
                <a:moveTo>
                  <a:pt x="496742" y="62128"/>
                </a:moveTo>
                <a:cubicBezTo>
                  <a:pt x="496742" y="66024"/>
                  <a:pt x="497904" y="69294"/>
                  <a:pt x="500229" y="71938"/>
                </a:cubicBezTo>
                <a:cubicBezTo>
                  <a:pt x="502554" y="74583"/>
                  <a:pt x="505504" y="75905"/>
                  <a:pt x="509081" y="75905"/>
                </a:cubicBezTo>
                <a:cubicBezTo>
                  <a:pt x="513409" y="75905"/>
                  <a:pt x="516780" y="74225"/>
                  <a:pt x="519194" y="70866"/>
                </a:cubicBezTo>
                <a:cubicBezTo>
                  <a:pt x="521608" y="67507"/>
                  <a:pt x="522815" y="62754"/>
                  <a:pt x="522815" y="56607"/>
                </a:cubicBezTo>
                <a:cubicBezTo>
                  <a:pt x="522815" y="51497"/>
                  <a:pt x="521715" y="47503"/>
                  <a:pt x="519516" y="44626"/>
                </a:cubicBezTo>
                <a:cubicBezTo>
                  <a:pt x="517316" y="41749"/>
                  <a:pt x="514178" y="40311"/>
                  <a:pt x="510100" y="40311"/>
                </a:cubicBezTo>
                <a:cubicBezTo>
                  <a:pt x="506238" y="40311"/>
                  <a:pt x="503045" y="41758"/>
                  <a:pt x="500524" y="44653"/>
                </a:cubicBezTo>
                <a:cubicBezTo>
                  <a:pt x="498002" y="47548"/>
                  <a:pt x="496742" y="51264"/>
                  <a:pt x="496742" y="55803"/>
                </a:cubicBezTo>
                <a:lnTo>
                  <a:pt x="496742" y="62128"/>
                </a:lnTo>
                <a:close/>
                <a:moveTo>
                  <a:pt x="645938" y="87752"/>
                </a:moveTo>
                <a:lnTo>
                  <a:pt x="628663" y="87752"/>
                </a:lnTo>
                <a:lnTo>
                  <a:pt x="628663" y="53927"/>
                </a:lnTo>
                <a:cubicBezTo>
                  <a:pt x="628663" y="44850"/>
                  <a:pt x="625354" y="40311"/>
                  <a:pt x="618738" y="40311"/>
                </a:cubicBezTo>
                <a:cubicBezTo>
                  <a:pt x="615662" y="40311"/>
                  <a:pt x="613104" y="41687"/>
                  <a:pt x="611066" y="44439"/>
                </a:cubicBezTo>
                <a:cubicBezTo>
                  <a:pt x="609027" y="47190"/>
                  <a:pt x="608008" y="50550"/>
                  <a:pt x="608008" y="54516"/>
                </a:cubicBezTo>
                <a:lnTo>
                  <a:pt x="608008" y="87752"/>
                </a:lnTo>
                <a:lnTo>
                  <a:pt x="590733" y="87752"/>
                </a:lnTo>
                <a:lnTo>
                  <a:pt x="590733" y="53498"/>
                </a:lnTo>
                <a:cubicBezTo>
                  <a:pt x="590733" y="44707"/>
                  <a:pt x="587460" y="40311"/>
                  <a:pt x="580915" y="40311"/>
                </a:cubicBezTo>
                <a:cubicBezTo>
                  <a:pt x="577660" y="40311"/>
                  <a:pt x="575058" y="41624"/>
                  <a:pt x="573109" y="44251"/>
                </a:cubicBezTo>
                <a:cubicBezTo>
                  <a:pt x="571160" y="46878"/>
                  <a:pt x="570185" y="50353"/>
                  <a:pt x="570185" y="54677"/>
                </a:cubicBezTo>
                <a:lnTo>
                  <a:pt x="570185" y="87752"/>
                </a:lnTo>
                <a:lnTo>
                  <a:pt x="552857" y="87752"/>
                </a:lnTo>
                <a:lnTo>
                  <a:pt x="552857" y="28464"/>
                </a:lnTo>
                <a:lnTo>
                  <a:pt x="570185" y="28464"/>
                </a:lnTo>
                <a:lnTo>
                  <a:pt x="570185" y="37738"/>
                </a:lnTo>
                <a:lnTo>
                  <a:pt x="570400" y="37738"/>
                </a:lnTo>
                <a:cubicBezTo>
                  <a:pt x="572474" y="34343"/>
                  <a:pt x="575228" y="31707"/>
                  <a:pt x="578662" y="29831"/>
                </a:cubicBezTo>
                <a:cubicBezTo>
                  <a:pt x="582095" y="27955"/>
                  <a:pt x="585708" y="27017"/>
                  <a:pt x="589499" y="27017"/>
                </a:cubicBezTo>
                <a:cubicBezTo>
                  <a:pt x="597832" y="27017"/>
                  <a:pt x="603537" y="30751"/>
                  <a:pt x="606613" y="38220"/>
                </a:cubicBezTo>
                <a:cubicBezTo>
                  <a:pt x="611191" y="30751"/>
                  <a:pt x="617843" y="27017"/>
                  <a:pt x="626570" y="27017"/>
                </a:cubicBezTo>
                <a:cubicBezTo>
                  <a:pt x="639482" y="27017"/>
                  <a:pt x="645938" y="34986"/>
                  <a:pt x="645938" y="50925"/>
                </a:cubicBezTo>
                <a:lnTo>
                  <a:pt x="645938" y="87752"/>
                </a:lnTo>
                <a:close/>
                <a:moveTo>
                  <a:pt x="659196" y="9327"/>
                </a:moveTo>
                <a:cubicBezTo>
                  <a:pt x="659196" y="6683"/>
                  <a:pt x="660135" y="4530"/>
                  <a:pt x="662012" y="2868"/>
                </a:cubicBezTo>
                <a:cubicBezTo>
                  <a:pt x="663890" y="1206"/>
                  <a:pt x="666295" y="375"/>
                  <a:pt x="669228" y="375"/>
                </a:cubicBezTo>
                <a:cubicBezTo>
                  <a:pt x="672233" y="375"/>
                  <a:pt x="674665" y="1224"/>
                  <a:pt x="676525" y="2921"/>
                </a:cubicBezTo>
                <a:cubicBezTo>
                  <a:pt x="678384" y="4619"/>
                  <a:pt x="679314" y="6754"/>
                  <a:pt x="679314" y="9327"/>
                </a:cubicBezTo>
                <a:cubicBezTo>
                  <a:pt x="679314" y="11936"/>
                  <a:pt x="678366" y="14107"/>
                  <a:pt x="676471" y="15840"/>
                </a:cubicBezTo>
                <a:cubicBezTo>
                  <a:pt x="674575" y="17574"/>
                  <a:pt x="672161" y="18440"/>
                  <a:pt x="669228" y="18440"/>
                </a:cubicBezTo>
                <a:cubicBezTo>
                  <a:pt x="666331" y="18440"/>
                  <a:pt x="663935" y="17565"/>
                  <a:pt x="662039" y="15814"/>
                </a:cubicBezTo>
                <a:cubicBezTo>
                  <a:pt x="660144" y="14062"/>
                  <a:pt x="659196" y="11900"/>
                  <a:pt x="659196" y="9327"/>
                </a:cubicBezTo>
                <a:moveTo>
                  <a:pt x="660484" y="87752"/>
                </a:moveTo>
                <a:lnTo>
                  <a:pt x="660484" y="28464"/>
                </a:lnTo>
                <a:lnTo>
                  <a:pt x="677758" y="28464"/>
                </a:lnTo>
                <a:lnTo>
                  <a:pt x="677758" y="87752"/>
                </a:lnTo>
                <a:lnTo>
                  <a:pt x="660484" y="87752"/>
                </a:lnTo>
                <a:close/>
                <a:moveTo>
                  <a:pt x="728200" y="87055"/>
                </a:moveTo>
                <a:cubicBezTo>
                  <a:pt x="725589" y="88484"/>
                  <a:pt x="721637" y="89199"/>
                  <a:pt x="716343" y="89199"/>
                </a:cubicBezTo>
                <a:cubicBezTo>
                  <a:pt x="703754" y="89199"/>
                  <a:pt x="697459" y="82588"/>
                  <a:pt x="697459" y="69365"/>
                </a:cubicBezTo>
                <a:lnTo>
                  <a:pt x="697459" y="41383"/>
                </a:lnTo>
                <a:lnTo>
                  <a:pt x="687695" y="41383"/>
                </a:lnTo>
                <a:lnTo>
                  <a:pt x="687695" y="28464"/>
                </a:lnTo>
                <a:lnTo>
                  <a:pt x="697459" y="28464"/>
                </a:lnTo>
                <a:lnTo>
                  <a:pt x="697459" y="15438"/>
                </a:lnTo>
                <a:lnTo>
                  <a:pt x="714680" y="10507"/>
                </a:lnTo>
                <a:lnTo>
                  <a:pt x="714680" y="28464"/>
                </a:lnTo>
                <a:lnTo>
                  <a:pt x="728200" y="28464"/>
                </a:lnTo>
                <a:lnTo>
                  <a:pt x="728200" y="41383"/>
                </a:lnTo>
                <a:lnTo>
                  <a:pt x="714680" y="41383"/>
                </a:lnTo>
                <a:lnTo>
                  <a:pt x="714680" y="66363"/>
                </a:lnTo>
                <a:cubicBezTo>
                  <a:pt x="714680" y="72689"/>
                  <a:pt x="717184" y="75851"/>
                  <a:pt x="722191" y="75851"/>
                </a:cubicBezTo>
                <a:cubicBezTo>
                  <a:pt x="724122" y="75851"/>
                  <a:pt x="726125" y="75279"/>
                  <a:pt x="728200" y="74136"/>
                </a:cubicBezTo>
                <a:lnTo>
                  <a:pt x="728200" y="87055"/>
                </a:lnTo>
                <a:close/>
                <a:moveTo>
                  <a:pt x="773687" y="87055"/>
                </a:moveTo>
                <a:cubicBezTo>
                  <a:pt x="771076" y="88484"/>
                  <a:pt x="767124" y="89199"/>
                  <a:pt x="761831" y="89199"/>
                </a:cubicBezTo>
                <a:cubicBezTo>
                  <a:pt x="749241" y="89199"/>
                  <a:pt x="742946" y="82588"/>
                  <a:pt x="742946" y="69365"/>
                </a:cubicBezTo>
                <a:lnTo>
                  <a:pt x="742946" y="41383"/>
                </a:lnTo>
                <a:lnTo>
                  <a:pt x="733182" y="41383"/>
                </a:lnTo>
                <a:lnTo>
                  <a:pt x="733182" y="28464"/>
                </a:lnTo>
                <a:lnTo>
                  <a:pt x="742946" y="28464"/>
                </a:lnTo>
                <a:lnTo>
                  <a:pt x="742946" y="15438"/>
                </a:lnTo>
                <a:lnTo>
                  <a:pt x="760168" y="10507"/>
                </a:lnTo>
                <a:lnTo>
                  <a:pt x="760168" y="28464"/>
                </a:lnTo>
                <a:lnTo>
                  <a:pt x="773687" y="28464"/>
                </a:lnTo>
                <a:lnTo>
                  <a:pt x="773687" y="41383"/>
                </a:lnTo>
                <a:lnTo>
                  <a:pt x="760168" y="41383"/>
                </a:lnTo>
                <a:lnTo>
                  <a:pt x="760168" y="66363"/>
                </a:lnTo>
                <a:cubicBezTo>
                  <a:pt x="760168" y="72689"/>
                  <a:pt x="762671" y="75851"/>
                  <a:pt x="767678" y="75851"/>
                </a:cubicBezTo>
                <a:cubicBezTo>
                  <a:pt x="769610" y="75851"/>
                  <a:pt x="771613" y="75279"/>
                  <a:pt x="773687" y="74136"/>
                </a:cubicBezTo>
                <a:lnTo>
                  <a:pt x="773687" y="87055"/>
                </a:lnTo>
                <a:close/>
                <a:moveTo>
                  <a:pt x="836279" y="62986"/>
                </a:moveTo>
                <a:lnTo>
                  <a:pt x="797222" y="62986"/>
                </a:lnTo>
                <a:cubicBezTo>
                  <a:pt x="797830" y="72170"/>
                  <a:pt x="803374" y="76763"/>
                  <a:pt x="813853" y="76763"/>
                </a:cubicBezTo>
                <a:cubicBezTo>
                  <a:pt x="820399" y="76763"/>
                  <a:pt x="826175" y="75154"/>
                  <a:pt x="831182" y="71938"/>
                </a:cubicBezTo>
                <a:lnTo>
                  <a:pt x="831182" y="84642"/>
                </a:lnTo>
                <a:cubicBezTo>
                  <a:pt x="825781" y="87680"/>
                  <a:pt x="818700" y="89199"/>
                  <a:pt x="809937" y="89199"/>
                </a:cubicBezTo>
                <a:cubicBezTo>
                  <a:pt x="800495" y="89199"/>
                  <a:pt x="793154" y="86537"/>
                  <a:pt x="787914" y="81212"/>
                </a:cubicBezTo>
                <a:cubicBezTo>
                  <a:pt x="782674" y="75887"/>
                  <a:pt x="780055" y="68472"/>
                  <a:pt x="780055" y="58966"/>
                </a:cubicBezTo>
                <a:cubicBezTo>
                  <a:pt x="780055" y="49495"/>
                  <a:pt x="782844" y="41803"/>
                  <a:pt x="788424" y="35889"/>
                </a:cubicBezTo>
                <a:cubicBezTo>
                  <a:pt x="794003" y="29974"/>
                  <a:pt x="801013" y="27017"/>
                  <a:pt x="809454" y="27017"/>
                </a:cubicBezTo>
                <a:cubicBezTo>
                  <a:pt x="817859" y="27017"/>
                  <a:pt x="824431" y="29563"/>
                  <a:pt x="829170" y="34656"/>
                </a:cubicBezTo>
                <a:cubicBezTo>
                  <a:pt x="833909" y="39748"/>
                  <a:pt x="836279" y="46744"/>
                  <a:pt x="836279" y="55642"/>
                </a:cubicBezTo>
                <a:lnTo>
                  <a:pt x="836279" y="62986"/>
                </a:lnTo>
                <a:moveTo>
                  <a:pt x="820130" y="52158"/>
                </a:moveTo>
                <a:cubicBezTo>
                  <a:pt x="820130" y="43295"/>
                  <a:pt x="816536" y="38864"/>
                  <a:pt x="809347" y="38864"/>
                </a:cubicBezTo>
                <a:cubicBezTo>
                  <a:pt x="806378" y="38864"/>
                  <a:pt x="803749" y="40079"/>
                  <a:pt x="801460" y="42509"/>
                </a:cubicBezTo>
                <a:cubicBezTo>
                  <a:pt x="799171" y="44939"/>
                  <a:pt x="797741" y="48155"/>
                  <a:pt x="797169" y="52158"/>
                </a:cubicBezTo>
                <a:lnTo>
                  <a:pt x="820130" y="52158"/>
                </a:lnTo>
                <a:close/>
                <a:moveTo>
                  <a:pt x="885364" y="44171"/>
                </a:moveTo>
                <a:cubicBezTo>
                  <a:pt x="883254" y="42956"/>
                  <a:pt x="880696" y="42348"/>
                  <a:pt x="877692" y="42348"/>
                </a:cubicBezTo>
                <a:cubicBezTo>
                  <a:pt x="873758" y="42348"/>
                  <a:pt x="870637" y="43849"/>
                  <a:pt x="868330" y="46851"/>
                </a:cubicBezTo>
                <a:cubicBezTo>
                  <a:pt x="866023" y="49853"/>
                  <a:pt x="864870" y="53980"/>
                  <a:pt x="864870" y="59234"/>
                </a:cubicBezTo>
                <a:lnTo>
                  <a:pt x="864870" y="87752"/>
                </a:lnTo>
                <a:lnTo>
                  <a:pt x="847541" y="87752"/>
                </a:lnTo>
                <a:lnTo>
                  <a:pt x="847541" y="28464"/>
                </a:lnTo>
                <a:lnTo>
                  <a:pt x="864870" y="28464"/>
                </a:lnTo>
                <a:lnTo>
                  <a:pt x="864870" y="39614"/>
                </a:lnTo>
                <a:lnTo>
                  <a:pt x="865085" y="39614"/>
                </a:lnTo>
                <a:cubicBezTo>
                  <a:pt x="867946" y="31502"/>
                  <a:pt x="873150" y="27446"/>
                  <a:pt x="880696" y="27446"/>
                </a:cubicBezTo>
                <a:cubicBezTo>
                  <a:pt x="882735" y="27446"/>
                  <a:pt x="884291" y="27678"/>
                  <a:pt x="885364" y="28143"/>
                </a:cubicBezTo>
                <a:lnTo>
                  <a:pt x="885364" y="4417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B4D09-4B7A-45A4-911D-389AB3A2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42" y="3377348"/>
            <a:ext cx="3173065" cy="622677"/>
          </a:xfrm>
          <a:custGeom xmlns:a="http://schemas.openxmlformats.org/drawingml/2006/main">
            <a:pathLst>
              <a:path w="3173065" h="622677">
                <a:moveTo>
                  <a:pt x="0" y="0"/>
                </a:moveTo>
                <a:lnTo>
                  <a:pt x="3173065" y="0"/>
                </a:lnTo>
                <a:lnTo>
                  <a:pt x="3173065" y="622677"/>
                </a:lnTo>
                <a:lnTo>
                  <a:pt x="0" y="6226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F6E98-7760-4AE0-90F1-623EC008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42" y="3377348"/>
            <a:ext cx="3173065" cy="622677"/>
          </a:xfrm>
          <a:custGeom xmlns:a="http://schemas.openxmlformats.org/drawingml/2006/main">
            <a:pathLst>
              <a:path w="3173065" h="622677" fill="none">
                <a:moveTo>
                  <a:pt x="0" y="0"/>
                </a:moveTo>
                <a:lnTo>
                  <a:pt x="3173065" y="0"/>
                </a:lnTo>
                <a:lnTo>
                  <a:pt x="3173065" y="622677"/>
                </a:lnTo>
                <a:lnTo>
                  <a:pt x="0" y="6226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pic>
        <p:nvPicPr>
          <p:cNvPr id="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3e9bbfd7240e7"/>
          <a:stretch xmlns:a="http://schemas.openxmlformats.org/drawingml/2006/main"/>
        </p:blipFill>
        <p:spPr>
          <a:xfrm xmlns:a="http://schemas.openxmlformats.org/drawingml/2006/main">
            <a:off x="1088592" y="2776726"/>
            <a:ext cx="226707" cy="219567"/>
          </a:xfrm>
          <a:prstGeom xmlns:a="http://schemas.openxmlformats.org/drawingml/2006/main" prst="rect">
            <a:avLst/>
          </a:prstGeom>
        </p:spPr>
      </p:pic>
      <p:sp>
        <p:nvSpPr>
          <p:cNvPr id="24" name="Text Users">
            <a:extLst xmlns:a="http://schemas.openxmlformats.org/drawingml/2006/main">
              <a:ext uri="{FF2B5EF4-FFF2-40B4-BE49-F238E27FC236}">
                <a16:creationId xmlns:a16="http://schemas.microsoft.com/office/drawing/2014/main" id="{4FD1D571-B21C-4C02-B278-159CDE39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64" y="3130864"/>
            <a:ext cx="293137" cy="84482"/>
          </a:xfrm>
          <a:custGeom xmlns:a="http://schemas.openxmlformats.org/drawingml/2006/main">
            <a:pathLst>
              <a:path w="293137" h="84482">
                <a:moveTo>
                  <a:pt x="67919" y="47333"/>
                </a:moveTo>
                <a:cubicBezTo>
                  <a:pt x="67919" y="72099"/>
                  <a:pt x="56403" y="84482"/>
                  <a:pt x="33370" y="84482"/>
                </a:cubicBezTo>
                <a:cubicBezTo>
                  <a:pt x="11123" y="84482"/>
                  <a:pt x="0" y="72421"/>
                  <a:pt x="0" y="48298"/>
                </a:cubicBezTo>
                <a:lnTo>
                  <a:pt x="0" y="0"/>
                </a:lnTo>
                <a:lnTo>
                  <a:pt x="17758" y="0"/>
                </a:lnTo>
                <a:lnTo>
                  <a:pt x="17758" y="48405"/>
                </a:lnTo>
                <a:cubicBezTo>
                  <a:pt x="17758" y="62236"/>
                  <a:pt x="23212" y="69151"/>
                  <a:pt x="34121" y="69151"/>
                </a:cubicBezTo>
                <a:cubicBezTo>
                  <a:pt x="44850" y="69151"/>
                  <a:pt x="50215" y="62486"/>
                  <a:pt x="50215" y="49156"/>
                </a:cubicBezTo>
                <a:lnTo>
                  <a:pt x="50215" y="0"/>
                </a:lnTo>
                <a:lnTo>
                  <a:pt x="67919" y="0"/>
                </a:lnTo>
                <a:lnTo>
                  <a:pt x="67919" y="47333"/>
                </a:lnTo>
                <a:close/>
                <a:moveTo>
                  <a:pt x="82847" y="67114"/>
                </a:moveTo>
                <a:cubicBezTo>
                  <a:pt x="88784" y="70723"/>
                  <a:pt x="94596" y="72528"/>
                  <a:pt x="100283" y="72528"/>
                </a:cubicBezTo>
                <a:cubicBezTo>
                  <a:pt x="107436" y="72528"/>
                  <a:pt x="111013" y="70616"/>
                  <a:pt x="111013" y="66792"/>
                </a:cubicBezTo>
                <a:cubicBezTo>
                  <a:pt x="111013" y="64076"/>
                  <a:pt x="108062" y="61807"/>
                  <a:pt x="102161" y="59984"/>
                </a:cubicBezTo>
                <a:cubicBezTo>
                  <a:pt x="94793" y="57697"/>
                  <a:pt x="89732" y="55151"/>
                  <a:pt x="86978" y="52345"/>
                </a:cubicBezTo>
                <a:cubicBezTo>
                  <a:pt x="84224" y="49540"/>
                  <a:pt x="82847" y="45743"/>
                  <a:pt x="82847" y="40954"/>
                </a:cubicBezTo>
                <a:cubicBezTo>
                  <a:pt x="82847" y="35129"/>
                  <a:pt x="85208" y="30564"/>
                  <a:pt x="89929" y="27258"/>
                </a:cubicBezTo>
                <a:cubicBezTo>
                  <a:pt x="94650" y="23953"/>
                  <a:pt x="100837" y="22300"/>
                  <a:pt x="108491" y="22300"/>
                </a:cubicBezTo>
                <a:cubicBezTo>
                  <a:pt x="113928" y="22300"/>
                  <a:pt x="119167" y="23104"/>
                  <a:pt x="124210" y="24712"/>
                </a:cubicBezTo>
                <a:lnTo>
                  <a:pt x="124210" y="38328"/>
                </a:lnTo>
                <a:cubicBezTo>
                  <a:pt x="119597" y="35612"/>
                  <a:pt x="114518" y="34254"/>
                  <a:pt x="108974" y="34254"/>
                </a:cubicBezTo>
                <a:cubicBezTo>
                  <a:pt x="106220" y="34254"/>
                  <a:pt x="104003" y="34745"/>
                  <a:pt x="102322" y="35728"/>
                </a:cubicBezTo>
                <a:cubicBezTo>
                  <a:pt x="100641" y="36711"/>
                  <a:pt x="99800" y="38006"/>
                  <a:pt x="99800" y="39614"/>
                </a:cubicBezTo>
                <a:cubicBezTo>
                  <a:pt x="99800" y="42330"/>
                  <a:pt x="102304" y="44528"/>
                  <a:pt x="107311" y="46208"/>
                </a:cubicBezTo>
                <a:cubicBezTo>
                  <a:pt x="112676" y="47994"/>
                  <a:pt x="116709" y="49620"/>
                  <a:pt x="119409" y="51086"/>
                </a:cubicBezTo>
                <a:cubicBezTo>
                  <a:pt x="122109" y="52551"/>
                  <a:pt x="124166" y="54481"/>
                  <a:pt x="125578" y="56875"/>
                </a:cubicBezTo>
                <a:cubicBezTo>
                  <a:pt x="126991" y="59269"/>
                  <a:pt x="127698" y="62039"/>
                  <a:pt x="127698" y="65184"/>
                </a:cubicBezTo>
                <a:cubicBezTo>
                  <a:pt x="127698" y="71295"/>
                  <a:pt x="125248" y="76039"/>
                  <a:pt x="120348" y="79416"/>
                </a:cubicBezTo>
                <a:cubicBezTo>
                  <a:pt x="115448" y="82793"/>
                  <a:pt x="108903" y="84482"/>
                  <a:pt x="100712" y="84482"/>
                </a:cubicBezTo>
                <a:cubicBezTo>
                  <a:pt x="94274" y="84482"/>
                  <a:pt x="88319" y="83463"/>
                  <a:pt x="82847" y="81426"/>
                </a:cubicBezTo>
                <a:lnTo>
                  <a:pt x="82847" y="67114"/>
                </a:lnTo>
                <a:close/>
                <a:moveTo>
                  <a:pt x="191363" y="58269"/>
                </a:moveTo>
                <a:lnTo>
                  <a:pt x="152307" y="58269"/>
                </a:lnTo>
                <a:cubicBezTo>
                  <a:pt x="152915" y="67453"/>
                  <a:pt x="158459" y="72045"/>
                  <a:pt x="168938" y="72045"/>
                </a:cubicBezTo>
                <a:cubicBezTo>
                  <a:pt x="175483" y="72045"/>
                  <a:pt x="181259" y="70437"/>
                  <a:pt x="186267" y="67221"/>
                </a:cubicBezTo>
                <a:lnTo>
                  <a:pt x="186267" y="79925"/>
                </a:lnTo>
                <a:cubicBezTo>
                  <a:pt x="180866" y="82963"/>
                  <a:pt x="173784" y="84482"/>
                  <a:pt x="165022" y="84482"/>
                </a:cubicBezTo>
                <a:cubicBezTo>
                  <a:pt x="155580" y="84482"/>
                  <a:pt x="148239" y="81819"/>
                  <a:pt x="142999" y="76494"/>
                </a:cubicBezTo>
                <a:cubicBezTo>
                  <a:pt x="137759" y="71170"/>
                  <a:pt x="135139" y="63754"/>
                  <a:pt x="135139" y="54248"/>
                </a:cubicBezTo>
                <a:cubicBezTo>
                  <a:pt x="135139" y="44778"/>
                  <a:pt x="137929" y="37086"/>
                  <a:pt x="143509" y="31171"/>
                </a:cubicBezTo>
                <a:cubicBezTo>
                  <a:pt x="149088" y="25257"/>
                  <a:pt x="156098" y="22300"/>
                  <a:pt x="164539" y="22300"/>
                </a:cubicBezTo>
                <a:cubicBezTo>
                  <a:pt x="172944" y="22300"/>
                  <a:pt x="179516" y="24846"/>
                  <a:pt x="184255" y="29938"/>
                </a:cubicBezTo>
                <a:cubicBezTo>
                  <a:pt x="188994" y="35031"/>
                  <a:pt x="191363" y="42026"/>
                  <a:pt x="191363" y="50925"/>
                </a:cubicBezTo>
                <a:lnTo>
                  <a:pt x="191363" y="58269"/>
                </a:lnTo>
                <a:moveTo>
                  <a:pt x="175215" y="47441"/>
                </a:moveTo>
                <a:cubicBezTo>
                  <a:pt x="175215" y="38578"/>
                  <a:pt x="171621" y="34146"/>
                  <a:pt x="164432" y="34146"/>
                </a:cubicBezTo>
                <a:cubicBezTo>
                  <a:pt x="161463" y="34146"/>
                  <a:pt x="158834" y="35362"/>
                  <a:pt x="156545" y="37792"/>
                </a:cubicBezTo>
                <a:cubicBezTo>
                  <a:pt x="154256" y="40222"/>
                  <a:pt x="152826" y="43438"/>
                  <a:pt x="152253" y="47441"/>
                </a:cubicBezTo>
                <a:lnTo>
                  <a:pt x="175215" y="47441"/>
                </a:lnTo>
                <a:close/>
                <a:moveTo>
                  <a:pt x="240449" y="39453"/>
                </a:moveTo>
                <a:cubicBezTo>
                  <a:pt x="238338" y="38238"/>
                  <a:pt x="235781" y="37631"/>
                  <a:pt x="232777" y="37631"/>
                </a:cubicBezTo>
                <a:cubicBezTo>
                  <a:pt x="228843" y="37631"/>
                  <a:pt x="225722" y="39132"/>
                  <a:pt x="223415" y="42134"/>
                </a:cubicBezTo>
                <a:cubicBezTo>
                  <a:pt x="221108" y="45136"/>
                  <a:pt x="219955" y="49263"/>
                  <a:pt x="219955" y="54516"/>
                </a:cubicBezTo>
                <a:lnTo>
                  <a:pt x="219955" y="83034"/>
                </a:lnTo>
                <a:lnTo>
                  <a:pt x="202626" y="83034"/>
                </a:lnTo>
                <a:lnTo>
                  <a:pt x="202626" y="23747"/>
                </a:lnTo>
                <a:lnTo>
                  <a:pt x="219955" y="23747"/>
                </a:lnTo>
                <a:lnTo>
                  <a:pt x="219955" y="34897"/>
                </a:lnTo>
                <a:lnTo>
                  <a:pt x="220169" y="34897"/>
                </a:lnTo>
                <a:cubicBezTo>
                  <a:pt x="223031" y="26785"/>
                  <a:pt x="228235" y="22729"/>
                  <a:pt x="235781" y="22729"/>
                </a:cubicBezTo>
                <a:cubicBezTo>
                  <a:pt x="237820" y="22729"/>
                  <a:pt x="239376" y="22961"/>
                  <a:pt x="240449" y="23425"/>
                </a:cubicBezTo>
                <a:lnTo>
                  <a:pt x="240449" y="39453"/>
                </a:lnTo>
                <a:close/>
                <a:moveTo>
                  <a:pt x="248287" y="67114"/>
                </a:moveTo>
                <a:cubicBezTo>
                  <a:pt x="254224" y="70723"/>
                  <a:pt x="260036" y="72528"/>
                  <a:pt x="265723" y="72528"/>
                </a:cubicBezTo>
                <a:cubicBezTo>
                  <a:pt x="272876" y="72528"/>
                  <a:pt x="276453" y="70616"/>
                  <a:pt x="276453" y="66792"/>
                </a:cubicBezTo>
                <a:cubicBezTo>
                  <a:pt x="276453" y="64076"/>
                  <a:pt x="273502" y="61807"/>
                  <a:pt x="267601" y="59984"/>
                </a:cubicBezTo>
                <a:cubicBezTo>
                  <a:pt x="260233" y="57697"/>
                  <a:pt x="255172" y="55151"/>
                  <a:pt x="252418" y="52345"/>
                </a:cubicBezTo>
                <a:cubicBezTo>
                  <a:pt x="249664" y="49540"/>
                  <a:pt x="248287" y="45743"/>
                  <a:pt x="248287" y="40954"/>
                </a:cubicBezTo>
                <a:cubicBezTo>
                  <a:pt x="248287" y="35129"/>
                  <a:pt x="250647" y="30564"/>
                  <a:pt x="255369" y="27258"/>
                </a:cubicBezTo>
                <a:cubicBezTo>
                  <a:pt x="260090" y="23953"/>
                  <a:pt x="266277" y="22300"/>
                  <a:pt x="273931" y="22300"/>
                </a:cubicBezTo>
                <a:cubicBezTo>
                  <a:pt x="279368" y="22300"/>
                  <a:pt x="284607" y="23104"/>
                  <a:pt x="289650" y="24712"/>
                </a:cubicBezTo>
                <a:lnTo>
                  <a:pt x="289650" y="38328"/>
                </a:lnTo>
                <a:cubicBezTo>
                  <a:pt x="285036" y="35612"/>
                  <a:pt x="279958" y="34254"/>
                  <a:pt x="274414" y="34254"/>
                </a:cubicBezTo>
                <a:cubicBezTo>
                  <a:pt x="271660" y="34254"/>
                  <a:pt x="269442" y="34745"/>
                  <a:pt x="267761" y="35728"/>
                </a:cubicBezTo>
                <a:cubicBezTo>
                  <a:pt x="266080" y="36711"/>
                  <a:pt x="265240" y="38006"/>
                  <a:pt x="265240" y="39614"/>
                </a:cubicBezTo>
                <a:cubicBezTo>
                  <a:pt x="265240" y="42330"/>
                  <a:pt x="267744" y="44528"/>
                  <a:pt x="272751" y="46208"/>
                </a:cubicBezTo>
                <a:cubicBezTo>
                  <a:pt x="278116" y="47994"/>
                  <a:pt x="282148" y="49620"/>
                  <a:pt x="284849" y="51086"/>
                </a:cubicBezTo>
                <a:cubicBezTo>
                  <a:pt x="287549" y="52551"/>
                  <a:pt x="289606" y="54481"/>
                  <a:pt x="291018" y="56875"/>
                </a:cubicBezTo>
                <a:cubicBezTo>
                  <a:pt x="292431" y="59269"/>
                  <a:pt x="293137" y="62039"/>
                  <a:pt x="293137" y="65184"/>
                </a:cubicBezTo>
                <a:cubicBezTo>
                  <a:pt x="293137" y="71295"/>
                  <a:pt x="290687" y="76039"/>
                  <a:pt x="285787" y="79416"/>
                </a:cubicBezTo>
                <a:cubicBezTo>
                  <a:pt x="280888" y="82793"/>
                  <a:pt x="274342" y="84482"/>
                  <a:pt x="266152" y="84482"/>
                </a:cubicBezTo>
                <a:cubicBezTo>
                  <a:pt x="259714" y="84482"/>
                  <a:pt x="253759" y="83463"/>
                  <a:pt x="248287" y="81426"/>
                </a:cubicBezTo>
                <a:lnTo>
                  <a:pt x="248287" y="6711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c97cf60e940a5"/>
          <a:stretch xmlns:a="http://schemas.openxmlformats.org/drawingml/2006/main"/>
        </p:blipFill>
        <p:spPr>
          <a:xfrm xmlns:a="http://schemas.openxmlformats.org/drawingml/2006/main">
            <a:off x="680493" y="2776726"/>
            <a:ext cx="226707" cy="219567"/>
          </a:xfrm>
          <a:prstGeom xmlns:a="http://schemas.openxmlformats.org/drawingml/2006/main" prst="rect">
            <a:avLst/>
          </a:prstGeom>
        </p:spPr>
      </p:pic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4c1f4c78f4169"/>
          <a:stretch xmlns:a="http://schemas.openxmlformats.org/drawingml/2006/main"/>
        </p:blipFill>
        <p:spPr>
          <a:xfrm xmlns:a="http://schemas.openxmlformats.org/drawingml/2006/main">
            <a:off x="280242" y="2776726"/>
            <a:ext cx="226707" cy="219567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576F1-52EF-4634-85FA-03FCDFD6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402" y="1608808"/>
            <a:ext cx="929536" cy="270047"/>
          </a:xfrm>
          <a:custGeom xmlns:a="http://schemas.openxmlformats.org/drawingml/2006/main">
            <a:pathLst>
              <a:path w="929536" h="270047">
                <a:moveTo>
                  <a:pt x="0" y="0"/>
                </a:moveTo>
                <a:lnTo>
                  <a:pt x="929536" y="0"/>
                </a:lnTo>
                <a:lnTo>
                  <a:pt x="929536" y="270047"/>
                </a:lnTo>
                <a:lnTo>
                  <a:pt x="0" y="2700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88953-10E2-49B7-9710-9A9C0C78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554" y="1600967"/>
            <a:ext cx="945232" cy="285731"/>
          </a:xfrm>
          <a:custGeom xmlns:a="http://schemas.openxmlformats.org/drawingml/2006/main">
            <a:pathLst>
              <a:path w="945232" h="285731">
                <a:moveTo>
                  <a:pt x="133417" y="0"/>
                </a:moveTo>
                <a:lnTo>
                  <a:pt x="133417" y="15683"/>
                </a:ln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close/>
                <a:moveTo>
                  <a:pt x="258986" y="0"/>
                </a:moveTo>
                <a:lnTo>
                  <a:pt x="258986" y="15683"/>
                </a:ln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close/>
                <a:moveTo>
                  <a:pt x="384555" y="0"/>
                </a:moveTo>
                <a:lnTo>
                  <a:pt x="384555" y="15683"/>
                </a:ln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close/>
                <a:moveTo>
                  <a:pt x="15696" y="21626"/>
                </a:moveTo>
                <a:lnTo>
                  <a:pt x="15696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0" y="0"/>
                </a:lnTo>
                <a:lnTo>
                  <a:pt x="0" y="21626"/>
                </a:lnTo>
                <a:lnTo>
                  <a:pt x="15696" y="21626"/>
                </a:lnTo>
                <a:close/>
                <a:moveTo>
                  <a:pt x="0" y="147092"/>
                </a:moveTo>
                <a:lnTo>
                  <a:pt x="15696" y="147092"/>
                </a:lnTo>
                <a:lnTo>
                  <a:pt x="15696" y="68676"/>
                </a:lnTo>
                <a:lnTo>
                  <a:pt x="0" y="68676"/>
                </a:lnTo>
                <a:lnTo>
                  <a:pt x="0" y="147092"/>
                </a:lnTo>
                <a:close/>
                <a:moveTo>
                  <a:pt x="15696" y="272559"/>
                </a:moveTo>
                <a:lnTo>
                  <a:pt x="15696" y="194142"/>
                </a:lnTo>
                <a:lnTo>
                  <a:pt x="0" y="194142"/>
                </a:lnTo>
                <a:lnTo>
                  <a:pt x="0" y="272559"/>
                </a:lnTo>
                <a:lnTo>
                  <a:pt x="15696" y="272559"/>
                </a:lnTo>
                <a:close/>
                <a:moveTo>
                  <a:pt x="128083" y="270047"/>
                </a:moveTo>
                <a:lnTo>
                  <a:pt x="49602" y="270047"/>
                </a:lnTo>
                <a:lnTo>
                  <a:pt x="49602" y="285731"/>
                </a:lnTo>
                <a:lnTo>
                  <a:pt x="128083" y="285731"/>
                </a:lnTo>
                <a:lnTo>
                  <a:pt x="128083" y="270047"/>
                </a:lnTo>
                <a:close/>
                <a:moveTo>
                  <a:pt x="253652" y="285731"/>
                </a:moveTo>
                <a:lnTo>
                  <a:pt x="253652" y="270047"/>
                </a:lnTo>
                <a:lnTo>
                  <a:pt x="175171" y="270047"/>
                </a:lnTo>
                <a:lnTo>
                  <a:pt x="175171" y="285731"/>
                </a:lnTo>
                <a:lnTo>
                  <a:pt x="253652" y="285731"/>
                </a:lnTo>
                <a:close/>
                <a:moveTo>
                  <a:pt x="379221" y="270047"/>
                </a:moveTo>
                <a:lnTo>
                  <a:pt x="300740" y="270047"/>
                </a:lnTo>
                <a:lnTo>
                  <a:pt x="300740" y="285731"/>
                </a:lnTo>
                <a:lnTo>
                  <a:pt x="379221" y="285731"/>
                </a:lnTo>
                <a:lnTo>
                  <a:pt x="379221" y="270047"/>
                </a:lnTo>
                <a:close/>
                <a:moveTo>
                  <a:pt x="504790" y="270047"/>
                </a:moveTo>
                <a:lnTo>
                  <a:pt x="426309" y="270047"/>
                </a:lnTo>
                <a:lnTo>
                  <a:pt x="426309" y="285731"/>
                </a:lnTo>
                <a:lnTo>
                  <a:pt x="504790" y="285731"/>
                </a:lnTo>
                <a:lnTo>
                  <a:pt x="504790" y="270047"/>
                </a:lnTo>
                <a:close/>
                <a:moveTo>
                  <a:pt x="510124" y="0"/>
                </a:moveTo>
                <a:lnTo>
                  <a:pt x="510124" y="15683"/>
                </a:lnTo>
                <a:lnTo>
                  <a:pt x="588605" y="15683"/>
                </a:lnTo>
                <a:lnTo>
                  <a:pt x="588605" y="0"/>
                </a:lnTo>
                <a:lnTo>
                  <a:pt x="510124" y="0"/>
                </a:lnTo>
                <a:close/>
                <a:moveTo>
                  <a:pt x="635693" y="0"/>
                </a:moveTo>
                <a:lnTo>
                  <a:pt x="635693" y="15683"/>
                </a:lnTo>
                <a:lnTo>
                  <a:pt x="714174" y="15683"/>
                </a:lnTo>
                <a:lnTo>
                  <a:pt x="714174" y="0"/>
                </a:lnTo>
                <a:lnTo>
                  <a:pt x="635693" y="0"/>
                </a:lnTo>
                <a:close/>
                <a:moveTo>
                  <a:pt x="761262" y="0"/>
                </a:moveTo>
                <a:lnTo>
                  <a:pt x="761262" y="15683"/>
                </a:lnTo>
                <a:lnTo>
                  <a:pt x="839743" y="15683"/>
                </a:lnTo>
                <a:lnTo>
                  <a:pt x="839743" y="0"/>
                </a:lnTo>
                <a:lnTo>
                  <a:pt x="761262" y="0"/>
                </a:lnTo>
                <a:close/>
                <a:moveTo>
                  <a:pt x="886831" y="15683"/>
                </a:moveTo>
                <a:lnTo>
                  <a:pt x="929536" y="15683"/>
                </a:lnTo>
                <a:lnTo>
                  <a:pt x="929536" y="35747"/>
                </a:lnTo>
                <a:lnTo>
                  <a:pt x="945232" y="35747"/>
                </a:lnTo>
                <a:lnTo>
                  <a:pt x="945232" y="0"/>
                </a:lnTo>
                <a:lnTo>
                  <a:pt x="886831" y="0"/>
                </a:lnTo>
                <a:lnTo>
                  <a:pt x="886831" y="15683"/>
                </a:lnTo>
                <a:close/>
                <a:moveTo>
                  <a:pt x="945232" y="82797"/>
                </a:moveTo>
                <a:lnTo>
                  <a:pt x="929536" y="82797"/>
                </a:lnTo>
                <a:lnTo>
                  <a:pt x="929536" y="161214"/>
                </a:lnTo>
                <a:lnTo>
                  <a:pt x="945232" y="161214"/>
                </a:lnTo>
                <a:lnTo>
                  <a:pt x="945232" y="82797"/>
                </a:lnTo>
                <a:close/>
                <a:moveTo>
                  <a:pt x="929536" y="208264"/>
                </a:moveTo>
                <a:lnTo>
                  <a:pt x="929536" y="270047"/>
                </a:lnTo>
                <a:lnTo>
                  <a:pt x="928585" y="270047"/>
                </a:lnTo>
                <a:lnTo>
                  <a:pt x="928585" y="285731"/>
                </a:lnTo>
                <a:lnTo>
                  <a:pt x="945232" y="285731"/>
                </a:lnTo>
                <a:lnTo>
                  <a:pt x="945232" y="208264"/>
                </a:lnTo>
                <a:lnTo>
                  <a:pt x="929536" y="208264"/>
                </a:lnTo>
                <a:close/>
                <a:moveTo>
                  <a:pt x="630359" y="285731"/>
                </a:moveTo>
                <a:lnTo>
                  <a:pt x="630359" y="270047"/>
                </a:lnTo>
                <a:lnTo>
                  <a:pt x="551878" y="270047"/>
                </a:lnTo>
                <a:lnTo>
                  <a:pt x="551878" y="285731"/>
                </a:lnTo>
                <a:lnTo>
                  <a:pt x="630359" y="285731"/>
                </a:lnTo>
                <a:close/>
                <a:moveTo>
                  <a:pt x="755928" y="270047"/>
                </a:moveTo>
                <a:lnTo>
                  <a:pt x="677447" y="270047"/>
                </a:lnTo>
                <a:lnTo>
                  <a:pt x="677447" y="285731"/>
                </a:lnTo>
                <a:lnTo>
                  <a:pt x="755928" y="285731"/>
                </a:lnTo>
                <a:lnTo>
                  <a:pt x="755928" y="270047"/>
                </a:lnTo>
                <a:close/>
                <a:moveTo>
                  <a:pt x="881497" y="270047"/>
                </a:moveTo>
                <a:lnTo>
                  <a:pt x="803016" y="270047"/>
                </a:lnTo>
                <a:lnTo>
                  <a:pt x="803016" y="285731"/>
                </a:lnTo>
                <a:lnTo>
                  <a:pt x="881497" y="285731"/>
                </a:lnTo>
                <a:lnTo>
                  <a:pt x="881497" y="270047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InboxReader">
            <a:extLst xmlns:a="http://schemas.openxmlformats.org/drawingml/2006/main">
              <a:ext uri="{FF2B5EF4-FFF2-40B4-BE49-F238E27FC236}">
                <a16:creationId xmlns:a16="http://schemas.microsoft.com/office/drawing/2014/main" id="{CBA70B65-BB98-495A-BF33-32FE567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945" y="1699803"/>
            <a:ext cx="774184" cy="95570"/>
          </a:xfrm>
          <a:custGeom xmlns:a="http://schemas.openxmlformats.org/drawingml/2006/main">
            <a:pathLst>
              <a:path w="774184" h="95570">
                <a:moveTo>
                  <a:pt x="18969" y="5054"/>
                </a:moveTo>
                <a:lnTo>
                  <a:pt x="18969" y="94020"/>
                </a:lnTo>
                <a:lnTo>
                  <a:pt x="0" y="94020"/>
                </a:lnTo>
                <a:lnTo>
                  <a:pt x="0" y="5054"/>
                </a:lnTo>
                <a:lnTo>
                  <a:pt x="18969" y="5054"/>
                </a:lnTo>
                <a:close/>
                <a:moveTo>
                  <a:pt x="98067" y="94020"/>
                </a:moveTo>
                <a:lnTo>
                  <a:pt x="79616" y="94020"/>
                </a:lnTo>
                <a:lnTo>
                  <a:pt x="79616" y="58583"/>
                </a:lnTo>
                <a:cubicBezTo>
                  <a:pt x="79616" y="48321"/>
                  <a:pt x="75918" y="43190"/>
                  <a:pt x="68522" y="43190"/>
                </a:cubicBezTo>
                <a:cubicBezTo>
                  <a:pt x="64996" y="43190"/>
                  <a:pt x="62065" y="44559"/>
                  <a:pt x="59727" y="47297"/>
                </a:cubicBezTo>
                <a:cubicBezTo>
                  <a:pt x="57390" y="50035"/>
                  <a:pt x="56221" y="53529"/>
                  <a:pt x="56221" y="57779"/>
                </a:cubicBezTo>
                <a:lnTo>
                  <a:pt x="56221" y="94020"/>
                </a:lnTo>
                <a:lnTo>
                  <a:pt x="37655" y="94020"/>
                </a:lnTo>
                <a:lnTo>
                  <a:pt x="37655" y="30497"/>
                </a:lnTo>
                <a:lnTo>
                  <a:pt x="56221" y="30497"/>
                </a:lnTo>
                <a:lnTo>
                  <a:pt x="56221" y="40606"/>
                </a:lnTo>
                <a:lnTo>
                  <a:pt x="56451" y="40606"/>
                </a:lnTo>
                <a:cubicBezTo>
                  <a:pt x="61088" y="32833"/>
                  <a:pt x="67909" y="28947"/>
                  <a:pt x="76914" y="28947"/>
                </a:cubicBezTo>
                <a:cubicBezTo>
                  <a:pt x="91016" y="28947"/>
                  <a:pt x="98067" y="37677"/>
                  <a:pt x="98067" y="55137"/>
                </a:cubicBezTo>
                <a:lnTo>
                  <a:pt x="98067" y="94020"/>
                </a:lnTo>
                <a:close/>
                <a:moveTo>
                  <a:pt x="132504" y="86381"/>
                </a:moveTo>
                <a:lnTo>
                  <a:pt x="132504" y="94020"/>
                </a:lnTo>
                <a:lnTo>
                  <a:pt x="113938" y="94020"/>
                </a:lnTo>
                <a:lnTo>
                  <a:pt x="113938" y="0"/>
                </a:lnTo>
                <a:lnTo>
                  <a:pt x="132504" y="0"/>
                </a:lnTo>
                <a:lnTo>
                  <a:pt x="132504" y="40204"/>
                </a:lnTo>
                <a:lnTo>
                  <a:pt x="132734" y="40204"/>
                </a:lnTo>
                <a:cubicBezTo>
                  <a:pt x="137601" y="32699"/>
                  <a:pt x="144537" y="28947"/>
                  <a:pt x="153542" y="28947"/>
                </a:cubicBezTo>
                <a:cubicBezTo>
                  <a:pt x="161551" y="28947"/>
                  <a:pt x="167826" y="31742"/>
                  <a:pt x="172367" y="37332"/>
                </a:cubicBezTo>
                <a:cubicBezTo>
                  <a:pt x="176908" y="42922"/>
                  <a:pt x="179179" y="50638"/>
                  <a:pt x="179179" y="60478"/>
                </a:cubicBezTo>
                <a:cubicBezTo>
                  <a:pt x="179179" y="71008"/>
                  <a:pt x="176573" y="79489"/>
                  <a:pt x="171361" y="85921"/>
                </a:cubicBezTo>
                <a:cubicBezTo>
                  <a:pt x="166150" y="92354"/>
                  <a:pt x="159233" y="95570"/>
                  <a:pt x="150611" y="95570"/>
                </a:cubicBezTo>
                <a:cubicBezTo>
                  <a:pt x="142716" y="95570"/>
                  <a:pt x="136758" y="92507"/>
                  <a:pt x="132734" y="86381"/>
                </a:cubicBezTo>
                <a:lnTo>
                  <a:pt x="132504" y="86381"/>
                </a:lnTo>
                <a:moveTo>
                  <a:pt x="132217" y="66566"/>
                </a:moveTo>
                <a:cubicBezTo>
                  <a:pt x="132217" y="70740"/>
                  <a:pt x="133462" y="74243"/>
                  <a:pt x="135953" y="77076"/>
                </a:cubicBezTo>
                <a:cubicBezTo>
                  <a:pt x="138444" y="79910"/>
                  <a:pt x="141605" y="81327"/>
                  <a:pt x="145437" y="81327"/>
                </a:cubicBezTo>
                <a:cubicBezTo>
                  <a:pt x="150074" y="81327"/>
                  <a:pt x="153686" y="79527"/>
                  <a:pt x="156272" y="75928"/>
                </a:cubicBezTo>
                <a:cubicBezTo>
                  <a:pt x="158859" y="72329"/>
                  <a:pt x="160152" y="67236"/>
                  <a:pt x="160152" y="60650"/>
                </a:cubicBezTo>
                <a:cubicBezTo>
                  <a:pt x="160152" y="55175"/>
                  <a:pt x="158974" y="50896"/>
                  <a:pt x="156617" y="47814"/>
                </a:cubicBezTo>
                <a:cubicBezTo>
                  <a:pt x="154261" y="44732"/>
                  <a:pt x="150898" y="43190"/>
                  <a:pt x="146529" y="43190"/>
                </a:cubicBezTo>
                <a:cubicBezTo>
                  <a:pt x="142391" y="43190"/>
                  <a:pt x="138971" y="44741"/>
                  <a:pt x="136269" y="47843"/>
                </a:cubicBezTo>
                <a:cubicBezTo>
                  <a:pt x="133567" y="50944"/>
                  <a:pt x="132217" y="54926"/>
                  <a:pt x="132217" y="59789"/>
                </a:cubicBezTo>
                <a:lnTo>
                  <a:pt x="132217" y="66566"/>
                </a:lnTo>
                <a:close/>
                <a:moveTo>
                  <a:pt x="188546" y="62546"/>
                </a:moveTo>
                <a:cubicBezTo>
                  <a:pt x="188546" y="52093"/>
                  <a:pt x="191679" y="43880"/>
                  <a:pt x="197944" y="37906"/>
                </a:cubicBezTo>
                <a:cubicBezTo>
                  <a:pt x="204210" y="31933"/>
                  <a:pt x="212631" y="28947"/>
                  <a:pt x="223207" y="28947"/>
                </a:cubicBezTo>
                <a:cubicBezTo>
                  <a:pt x="233439" y="28947"/>
                  <a:pt x="241563" y="31885"/>
                  <a:pt x="247579" y="37763"/>
                </a:cubicBezTo>
                <a:cubicBezTo>
                  <a:pt x="253595" y="43640"/>
                  <a:pt x="256603" y="51537"/>
                  <a:pt x="256603" y="61454"/>
                </a:cubicBezTo>
                <a:cubicBezTo>
                  <a:pt x="256603" y="71869"/>
                  <a:pt x="253519" y="80159"/>
                  <a:pt x="247349" y="86323"/>
                </a:cubicBezTo>
                <a:cubicBezTo>
                  <a:pt x="241179" y="92488"/>
                  <a:pt x="232826" y="95570"/>
                  <a:pt x="222287" y="95570"/>
                </a:cubicBezTo>
                <a:cubicBezTo>
                  <a:pt x="211941" y="95570"/>
                  <a:pt x="203731" y="92612"/>
                  <a:pt x="197657" y="86697"/>
                </a:cubicBezTo>
                <a:cubicBezTo>
                  <a:pt x="191583" y="80781"/>
                  <a:pt x="188546" y="72731"/>
                  <a:pt x="188546" y="62546"/>
                </a:cubicBezTo>
                <a:moveTo>
                  <a:pt x="207342" y="62316"/>
                </a:moveTo>
                <a:cubicBezTo>
                  <a:pt x="207342" y="74990"/>
                  <a:pt x="212516" y="81327"/>
                  <a:pt x="222862" y="81327"/>
                </a:cubicBezTo>
                <a:cubicBezTo>
                  <a:pt x="232787" y="81327"/>
                  <a:pt x="237750" y="74817"/>
                  <a:pt x="237750" y="61799"/>
                </a:cubicBezTo>
                <a:cubicBezTo>
                  <a:pt x="237750" y="49393"/>
                  <a:pt x="232749" y="43190"/>
                  <a:pt x="222747" y="43190"/>
                </a:cubicBezTo>
                <a:cubicBezTo>
                  <a:pt x="217880" y="43190"/>
                  <a:pt x="214096" y="44856"/>
                  <a:pt x="211395" y="48187"/>
                </a:cubicBezTo>
                <a:cubicBezTo>
                  <a:pt x="208693" y="51518"/>
                  <a:pt x="207342" y="56228"/>
                  <a:pt x="207342" y="62316"/>
                </a:cubicBezTo>
                <a:close/>
                <a:moveTo>
                  <a:pt x="327124" y="30497"/>
                </a:moveTo>
                <a:lnTo>
                  <a:pt x="306086" y="61454"/>
                </a:lnTo>
                <a:lnTo>
                  <a:pt x="326951" y="94020"/>
                </a:lnTo>
                <a:lnTo>
                  <a:pt x="305511" y="94020"/>
                </a:lnTo>
                <a:lnTo>
                  <a:pt x="296027" y="76502"/>
                </a:lnTo>
                <a:cubicBezTo>
                  <a:pt x="294724" y="74090"/>
                  <a:pt x="293823" y="72195"/>
                  <a:pt x="293325" y="70816"/>
                </a:cubicBezTo>
                <a:lnTo>
                  <a:pt x="293095" y="70816"/>
                </a:lnTo>
                <a:cubicBezTo>
                  <a:pt x="292405" y="72654"/>
                  <a:pt x="291543" y="74492"/>
                  <a:pt x="290508" y="76330"/>
                </a:cubicBezTo>
                <a:lnTo>
                  <a:pt x="280852" y="94020"/>
                </a:lnTo>
                <a:lnTo>
                  <a:pt x="259526" y="94020"/>
                </a:lnTo>
                <a:lnTo>
                  <a:pt x="281024" y="62431"/>
                </a:lnTo>
                <a:lnTo>
                  <a:pt x="260791" y="30497"/>
                </a:lnTo>
                <a:lnTo>
                  <a:pt x="282289" y="30497"/>
                </a:lnTo>
                <a:lnTo>
                  <a:pt x="291716" y="48762"/>
                </a:lnTo>
                <a:cubicBezTo>
                  <a:pt x="292635" y="50523"/>
                  <a:pt x="293498" y="52476"/>
                  <a:pt x="294302" y="54620"/>
                </a:cubicBezTo>
                <a:lnTo>
                  <a:pt x="294532" y="54620"/>
                </a:lnTo>
                <a:cubicBezTo>
                  <a:pt x="294915" y="53318"/>
                  <a:pt x="295797" y="51346"/>
                  <a:pt x="297176" y="48704"/>
                </a:cubicBezTo>
                <a:lnTo>
                  <a:pt x="306891" y="30497"/>
                </a:lnTo>
                <a:lnTo>
                  <a:pt x="327124" y="30497"/>
                </a:lnTo>
                <a:close/>
                <a:moveTo>
                  <a:pt x="446649" y="94020"/>
                </a:moveTo>
                <a:lnTo>
                  <a:pt x="424806" y="94020"/>
                </a:lnTo>
                <a:lnTo>
                  <a:pt x="410838" y="70874"/>
                </a:lnTo>
                <a:cubicBezTo>
                  <a:pt x="407964" y="66087"/>
                  <a:pt x="405608" y="63005"/>
                  <a:pt x="403768" y="61627"/>
                </a:cubicBezTo>
                <a:cubicBezTo>
                  <a:pt x="401929" y="60248"/>
                  <a:pt x="399975" y="59559"/>
                  <a:pt x="397905" y="59559"/>
                </a:cubicBezTo>
                <a:lnTo>
                  <a:pt x="392157" y="59559"/>
                </a:lnTo>
                <a:lnTo>
                  <a:pt x="392157" y="94020"/>
                </a:lnTo>
                <a:lnTo>
                  <a:pt x="373188" y="94020"/>
                </a:lnTo>
                <a:lnTo>
                  <a:pt x="373188" y="5054"/>
                </a:lnTo>
                <a:lnTo>
                  <a:pt x="404401" y="5054"/>
                </a:lnTo>
                <a:cubicBezTo>
                  <a:pt x="425592" y="5054"/>
                  <a:pt x="436187" y="13095"/>
                  <a:pt x="436187" y="29176"/>
                </a:cubicBezTo>
                <a:cubicBezTo>
                  <a:pt x="436187" y="35226"/>
                  <a:pt x="434415" y="40414"/>
                  <a:pt x="430871" y="44741"/>
                </a:cubicBezTo>
                <a:cubicBezTo>
                  <a:pt x="427326" y="49068"/>
                  <a:pt x="422450" y="52112"/>
                  <a:pt x="416242" y="53873"/>
                </a:cubicBezTo>
                <a:lnTo>
                  <a:pt x="416242" y="54103"/>
                </a:lnTo>
                <a:cubicBezTo>
                  <a:pt x="420342" y="55481"/>
                  <a:pt x="424883" y="59999"/>
                  <a:pt x="429865" y="67657"/>
                </a:cubicBezTo>
                <a:lnTo>
                  <a:pt x="446649" y="94020"/>
                </a:lnTo>
                <a:moveTo>
                  <a:pt x="392157" y="19470"/>
                </a:moveTo>
                <a:lnTo>
                  <a:pt x="392157" y="45086"/>
                </a:lnTo>
                <a:lnTo>
                  <a:pt x="401469" y="45086"/>
                </a:lnTo>
                <a:cubicBezTo>
                  <a:pt x="405914" y="45086"/>
                  <a:pt x="409488" y="43793"/>
                  <a:pt x="412189" y="41209"/>
                </a:cubicBezTo>
                <a:cubicBezTo>
                  <a:pt x="414891" y="38624"/>
                  <a:pt x="416242" y="35399"/>
                  <a:pt x="416242" y="31531"/>
                </a:cubicBezTo>
                <a:cubicBezTo>
                  <a:pt x="416242" y="23491"/>
                  <a:pt x="411432" y="19470"/>
                  <a:pt x="401814" y="19470"/>
                </a:cubicBezTo>
                <a:lnTo>
                  <a:pt x="392157" y="19470"/>
                </a:lnTo>
                <a:close/>
                <a:moveTo>
                  <a:pt x="506752" y="67485"/>
                </a:moveTo>
                <a:lnTo>
                  <a:pt x="464906" y="67485"/>
                </a:lnTo>
                <a:cubicBezTo>
                  <a:pt x="465557" y="77325"/>
                  <a:pt x="471497" y="82246"/>
                  <a:pt x="482725" y="82246"/>
                </a:cubicBezTo>
                <a:cubicBezTo>
                  <a:pt x="489737" y="82246"/>
                  <a:pt x="495926" y="80523"/>
                  <a:pt x="501291" y="77076"/>
                </a:cubicBezTo>
                <a:lnTo>
                  <a:pt x="501291" y="90688"/>
                </a:lnTo>
                <a:cubicBezTo>
                  <a:pt x="495505" y="93943"/>
                  <a:pt x="487917" y="95570"/>
                  <a:pt x="478529" y="95570"/>
                </a:cubicBezTo>
                <a:cubicBezTo>
                  <a:pt x="468412" y="95570"/>
                  <a:pt x="460547" y="92718"/>
                  <a:pt x="454933" y="87013"/>
                </a:cubicBezTo>
                <a:cubicBezTo>
                  <a:pt x="449319" y="81307"/>
                  <a:pt x="446512" y="73362"/>
                  <a:pt x="446512" y="63177"/>
                </a:cubicBezTo>
                <a:cubicBezTo>
                  <a:pt x="446512" y="53031"/>
                  <a:pt x="449501" y="44789"/>
                  <a:pt x="455479" y="38452"/>
                </a:cubicBezTo>
                <a:cubicBezTo>
                  <a:pt x="461457" y="32115"/>
                  <a:pt x="468968" y="28947"/>
                  <a:pt x="478011" y="28947"/>
                </a:cubicBezTo>
                <a:cubicBezTo>
                  <a:pt x="487017" y="28947"/>
                  <a:pt x="494058" y="31675"/>
                  <a:pt x="499136" y="37131"/>
                </a:cubicBezTo>
                <a:cubicBezTo>
                  <a:pt x="504213" y="42587"/>
                  <a:pt x="506752" y="50082"/>
                  <a:pt x="506752" y="59617"/>
                </a:cubicBezTo>
                <a:lnTo>
                  <a:pt x="506752" y="67485"/>
                </a:lnTo>
                <a:moveTo>
                  <a:pt x="489450" y="55883"/>
                </a:moveTo>
                <a:cubicBezTo>
                  <a:pt x="489450" y="46388"/>
                  <a:pt x="485599" y="41640"/>
                  <a:pt x="477896" y="41640"/>
                </a:cubicBezTo>
                <a:cubicBezTo>
                  <a:pt x="474716" y="41640"/>
                  <a:pt x="471899" y="42942"/>
                  <a:pt x="469447" y="45545"/>
                </a:cubicBezTo>
                <a:cubicBezTo>
                  <a:pt x="466994" y="48149"/>
                  <a:pt x="465461" y="51595"/>
                  <a:pt x="464848" y="55883"/>
                </a:cubicBezTo>
                <a:lnTo>
                  <a:pt x="489450" y="55883"/>
                </a:lnTo>
                <a:close/>
                <a:moveTo>
                  <a:pt x="520371" y="34346"/>
                </a:moveTo>
                <a:cubicBezTo>
                  <a:pt x="523245" y="32737"/>
                  <a:pt x="527087" y="31436"/>
                  <a:pt x="531896" y="30440"/>
                </a:cubicBezTo>
                <a:cubicBezTo>
                  <a:pt x="536706" y="29445"/>
                  <a:pt x="540815" y="28947"/>
                  <a:pt x="544226" y="28947"/>
                </a:cubicBezTo>
                <a:cubicBezTo>
                  <a:pt x="562007" y="28947"/>
                  <a:pt x="570897" y="37849"/>
                  <a:pt x="570897" y="55654"/>
                </a:cubicBezTo>
                <a:lnTo>
                  <a:pt x="570897" y="94020"/>
                </a:lnTo>
                <a:lnTo>
                  <a:pt x="553251" y="94020"/>
                </a:lnTo>
                <a:lnTo>
                  <a:pt x="553251" y="84773"/>
                </a:lnTo>
                <a:lnTo>
                  <a:pt x="553021" y="84773"/>
                </a:lnTo>
                <a:cubicBezTo>
                  <a:pt x="548690" y="91971"/>
                  <a:pt x="542348" y="95570"/>
                  <a:pt x="533994" y="95570"/>
                </a:cubicBezTo>
                <a:cubicBezTo>
                  <a:pt x="527978" y="95570"/>
                  <a:pt x="523159" y="93857"/>
                  <a:pt x="519538" y="90430"/>
                </a:cubicBezTo>
                <a:cubicBezTo>
                  <a:pt x="515917" y="87003"/>
                  <a:pt x="514106" y="82341"/>
                  <a:pt x="514106" y="76445"/>
                </a:cubicBezTo>
                <a:cubicBezTo>
                  <a:pt x="514106" y="64269"/>
                  <a:pt x="521368" y="57185"/>
                  <a:pt x="535891" y="55194"/>
                </a:cubicBezTo>
                <a:lnTo>
                  <a:pt x="553365" y="52839"/>
                </a:lnTo>
                <a:cubicBezTo>
                  <a:pt x="553365" y="45449"/>
                  <a:pt x="549514" y="41755"/>
                  <a:pt x="541812" y="41755"/>
                </a:cubicBezTo>
                <a:cubicBezTo>
                  <a:pt x="534224" y="41755"/>
                  <a:pt x="527078" y="44052"/>
                  <a:pt x="520371" y="48647"/>
                </a:cubicBezTo>
                <a:lnTo>
                  <a:pt x="520371" y="34346"/>
                </a:lnTo>
                <a:moveTo>
                  <a:pt x="541352" y="65245"/>
                </a:moveTo>
                <a:cubicBezTo>
                  <a:pt x="534646" y="66126"/>
                  <a:pt x="531293" y="69151"/>
                  <a:pt x="531293" y="74320"/>
                </a:cubicBezTo>
                <a:cubicBezTo>
                  <a:pt x="531293" y="76694"/>
                  <a:pt x="532107" y="78608"/>
                  <a:pt x="533736" y="80063"/>
                </a:cubicBezTo>
                <a:cubicBezTo>
                  <a:pt x="535364" y="81518"/>
                  <a:pt x="537558" y="82246"/>
                  <a:pt x="540317" y="82246"/>
                </a:cubicBezTo>
                <a:cubicBezTo>
                  <a:pt x="544111" y="82246"/>
                  <a:pt x="547234" y="80905"/>
                  <a:pt x="549687" y="78225"/>
                </a:cubicBezTo>
                <a:cubicBezTo>
                  <a:pt x="552139" y="75545"/>
                  <a:pt x="553365" y="72214"/>
                  <a:pt x="553365" y="68232"/>
                </a:cubicBezTo>
                <a:lnTo>
                  <a:pt x="553365" y="63694"/>
                </a:lnTo>
                <a:lnTo>
                  <a:pt x="541352" y="65245"/>
                </a:lnTo>
                <a:close/>
                <a:moveTo>
                  <a:pt x="648194" y="94020"/>
                </a:moveTo>
                <a:lnTo>
                  <a:pt x="629685" y="94020"/>
                </a:lnTo>
                <a:lnTo>
                  <a:pt x="629685" y="85060"/>
                </a:lnTo>
                <a:lnTo>
                  <a:pt x="629398" y="85060"/>
                </a:lnTo>
                <a:cubicBezTo>
                  <a:pt x="624914" y="92067"/>
                  <a:pt x="618285" y="95570"/>
                  <a:pt x="609509" y="95570"/>
                </a:cubicBezTo>
                <a:cubicBezTo>
                  <a:pt x="601424" y="95570"/>
                  <a:pt x="594995" y="92718"/>
                  <a:pt x="590225" y="87013"/>
                </a:cubicBezTo>
                <a:cubicBezTo>
                  <a:pt x="585454" y="81307"/>
                  <a:pt x="583068" y="73535"/>
                  <a:pt x="583068" y="63694"/>
                </a:cubicBezTo>
                <a:cubicBezTo>
                  <a:pt x="583068" y="53280"/>
                  <a:pt x="585741" y="44885"/>
                  <a:pt x="591087" y="38510"/>
                </a:cubicBezTo>
                <a:cubicBezTo>
                  <a:pt x="596433" y="32134"/>
                  <a:pt x="603416" y="28947"/>
                  <a:pt x="612039" y="28947"/>
                </a:cubicBezTo>
                <a:cubicBezTo>
                  <a:pt x="620316" y="28947"/>
                  <a:pt x="626102" y="31933"/>
                  <a:pt x="629398" y="37906"/>
                </a:cubicBezTo>
                <a:lnTo>
                  <a:pt x="629685" y="37906"/>
                </a:lnTo>
                <a:lnTo>
                  <a:pt x="629685" y="0"/>
                </a:lnTo>
                <a:lnTo>
                  <a:pt x="648194" y="0"/>
                </a:lnTo>
                <a:lnTo>
                  <a:pt x="648194" y="94020"/>
                </a:lnTo>
                <a:moveTo>
                  <a:pt x="629973" y="58066"/>
                </a:moveTo>
                <a:cubicBezTo>
                  <a:pt x="629973" y="53777"/>
                  <a:pt x="628679" y="50226"/>
                  <a:pt x="626093" y="47412"/>
                </a:cubicBezTo>
                <a:cubicBezTo>
                  <a:pt x="623506" y="44598"/>
                  <a:pt x="620278" y="43190"/>
                  <a:pt x="616407" y="43190"/>
                </a:cubicBezTo>
                <a:cubicBezTo>
                  <a:pt x="611885" y="43190"/>
                  <a:pt x="608331" y="44980"/>
                  <a:pt x="605744" y="48560"/>
                </a:cubicBezTo>
                <a:cubicBezTo>
                  <a:pt x="603158" y="52141"/>
                  <a:pt x="601864" y="56994"/>
                  <a:pt x="601864" y="63120"/>
                </a:cubicBezTo>
                <a:cubicBezTo>
                  <a:pt x="601864" y="68940"/>
                  <a:pt x="603110" y="73429"/>
                  <a:pt x="605601" y="76588"/>
                </a:cubicBezTo>
                <a:cubicBezTo>
                  <a:pt x="608092" y="79747"/>
                  <a:pt x="611521" y="81327"/>
                  <a:pt x="615890" y="81327"/>
                </a:cubicBezTo>
                <a:cubicBezTo>
                  <a:pt x="619990" y="81327"/>
                  <a:pt x="623362" y="79661"/>
                  <a:pt x="626006" y="76330"/>
                </a:cubicBezTo>
                <a:cubicBezTo>
                  <a:pt x="628651" y="72999"/>
                  <a:pt x="629973" y="68672"/>
                  <a:pt x="629973" y="63350"/>
                </a:cubicBezTo>
                <a:lnTo>
                  <a:pt x="629973" y="58066"/>
                </a:lnTo>
                <a:close/>
                <a:moveTo>
                  <a:pt x="721593" y="67485"/>
                </a:moveTo>
                <a:lnTo>
                  <a:pt x="679746" y="67485"/>
                </a:lnTo>
                <a:cubicBezTo>
                  <a:pt x="680398" y="77325"/>
                  <a:pt x="686338" y="82246"/>
                  <a:pt x="697566" y="82246"/>
                </a:cubicBezTo>
                <a:cubicBezTo>
                  <a:pt x="704578" y="82246"/>
                  <a:pt x="710767" y="80523"/>
                  <a:pt x="716132" y="77076"/>
                </a:cubicBezTo>
                <a:lnTo>
                  <a:pt x="716132" y="90688"/>
                </a:lnTo>
                <a:cubicBezTo>
                  <a:pt x="710345" y="93943"/>
                  <a:pt x="702758" y="95570"/>
                  <a:pt x="693369" y="95570"/>
                </a:cubicBezTo>
                <a:cubicBezTo>
                  <a:pt x="683253" y="95570"/>
                  <a:pt x="675387" y="92718"/>
                  <a:pt x="669774" y="87013"/>
                </a:cubicBezTo>
                <a:cubicBezTo>
                  <a:pt x="664160" y="81307"/>
                  <a:pt x="661353" y="73362"/>
                  <a:pt x="661353" y="63177"/>
                </a:cubicBezTo>
                <a:cubicBezTo>
                  <a:pt x="661353" y="53031"/>
                  <a:pt x="664342" y="44789"/>
                  <a:pt x="670320" y="38452"/>
                </a:cubicBezTo>
                <a:cubicBezTo>
                  <a:pt x="676298" y="32115"/>
                  <a:pt x="683808" y="28947"/>
                  <a:pt x="692852" y="28947"/>
                </a:cubicBezTo>
                <a:cubicBezTo>
                  <a:pt x="701857" y="28947"/>
                  <a:pt x="708899" y="31675"/>
                  <a:pt x="713976" y="37131"/>
                </a:cubicBezTo>
                <a:cubicBezTo>
                  <a:pt x="719054" y="42587"/>
                  <a:pt x="721593" y="50082"/>
                  <a:pt x="721593" y="59617"/>
                </a:cubicBezTo>
                <a:lnTo>
                  <a:pt x="721593" y="67485"/>
                </a:lnTo>
                <a:moveTo>
                  <a:pt x="704291" y="55883"/>
                </a:moveTo>
                <a:cubicBezTo>
                  <a:pt x="704291" y="46388"/>
                  <a:pt x="700440" y="41640"/>
                  <a:pt x="692737" y="41640"/>
                </a:cubicBezTo>
                <a:cubicBezTo>
                  <a:pt x="689557" y="41640"/>
                  <a:pt x="686740" y="42942"/>
                  <a:pt x="684287" y="45545"/>
                </a:cubicBezTo>
                <a:cubicBezTo>
                  <a:pt x="681835" y="48149"/>
                  <a:pt x="680302" y="51595"/>
                  <a:pt x="679689" y="55883"/>
                </a:cubicBezTo>
                <a:lnTo>
                  <a:pt x="704291" y="55883"/>
                </a:lnTo>
                <a:close/>
                <a:moveTo>
                  <a:pt x="774184" y="47326"/>
                </a:moveTo>
                <a:cubicBezTo>
                  <a:pt x="771923" y="46024"/>
                  <a:pt x="769183" y="45373"/>
                  <a:pt x="765964" y="45373"/>
                </a:cubicBezTo>
                <a:cubicBezTo>
                  <a:pt x="761749" y="45373"/>
                  <a:pt x="758406" y="46981"/>
                  <a:pt x="755934" y="50197"/>
                </a:cubicBezTo>
                <a:cubicBezTo>
                  <a:pt x="753462" y="53414"/>
                  <a:pt x="752226" y="57836"/>
                  <a:pt x="752226" y="63465"/>
                </a:cubicBezTo>
                <a:lnTo>
                  <a:pt x="752226" y="94020"/>
                </a:lnTo>
                <a:lnTo>
                  <a:pt x="733660" y="94020"/>
                </a:lnTo>
                <a:lnTo>
                  <a:pt x="733660" y="30497"/>
                </a:lnTo>
                <a:lnTo>
                  <a:pt x="752226" y="30497"/>
                </a:lnTo>
                <a:lnTo>
                  <a:pt x="752226" y="42444"/>
                </a:lnTo>
                <a:lnTo>
                  <a:pt x="752456" y="42444"/>
                </a:lnTo>
                <a:cubicBezTo>
                  <a:pt x="755522" y="33752"/>
                  <a:pt x="761098" y="29406"/>
                  <a:pt x="769183" y="29406"/>
                </a:cubicBezTo>
                <a:cubicBezTo>
                  <a:pt x="771367" y="29406"/>
                  <a:pt x="773034" y="29655"/>
                  <a:pt x="774184" y="30153"/>
                </a:cubicBezTo>
                <a:lnTo>
                  <a:pt x="774184" y="4732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FDB0D-B8B9-4715-BAE8-44D24BEB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531" y="3430524"/>
            <a:ext cx="1368230" cy="362554"/>
          </a:xfrm>
          <a:custGeom xmlns:a="http://schemas.openxmlformats.org/drawingml/2006/main">
            <a:pathLst>
              <a:path w="1368230" h="362554">
                <a:moveTo>
                  <a:pt x="0" y="0"/>
                </a:moveTo>
                <a:lnTo>
                  <a:pt x="1368230" y="0"/>
                </a:lnTo>
                <a:lnTo>
                  <a:pt x="1368230" y="362554"/>
                </a:lnTo>
                <a:lnTo>
                  <a:pt x="0" y="3625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11F82-64C5-4F54-963E-C42DF1A4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83" y="3422683"/>
            <a:ext cx="1383926" cy="378238"/>
          </a:xfrm>
          <a:custGeom xmlns:a="http://schemas.openxmlformats.org/drawingml/2006/main">
            <a:pathLst>
              <a:path w="1383926" h="378238">
                <a:moveTo>
                  <a:pt x="133417" y="0"/>
                </a:moveTo>
                <a:lnTo>
                  <a:pt x="133417" y="15683"/>
                </a:ln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close/>
                <a:moveTo>
                  <a:pt x="258986" y="15683"/>
                </a:move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lnTo>
                  <a:pt x="258986" y="15683"/>
                </a:lnTo>
                <a:close/>
                <a:moveTo>
                  <a:pt x="384555" y="15683"/>
                </a:move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lnTo>
                  <a:pt x="384555" y="15683"/>
                </a:lnTo>
                <a:close/>
                <a:moveTo>
                  <a:pt x="510124" y="15683"/>
                </a:moveTo>
                <a:lnTo>
                  <a:pt x="588605" y="15683"/>
                </a:lnTo>
                <a:lnTo>
                  <a:pt x="588605" y="0"/>
                </a:lnTo>
                <a:lnTo>
                  <a:pt x="510124" y="0"/>
                </a:lnTo>
                <a:lnTo>
                  <a:pt x="510124" y="15683"/>
                </a:lnTo>
                <a:close/>
                <a:moveTo>
                  <a:pt x="635693" y="15683"/>
                </a:moveTo>
                <a:lnTo>
                  <a:pt x="714174" y="15683"/>
                </a:lnTo>
                <a:lnTo>
                  <a:pt x="714174" y="0"/>
                </a:lnTo>
                <a:lnTo>
                  <a:pt x="635693" y="0"/>
                </a:lnTo>
                <a:lnTo>
                  <a:pt x="635693" y="15683"/>
                </a:lnTo>
                <a:close/>
                <a:moveTo>
                  <a:pt x="15696" y="79581"/>
                </a:moveTo>
                <a:lnTo>
                  <a:pt x="15696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0" y="0"/>
                </a:lnTo>
                <a:lnTo>
                  <a:pt x="0" y="79581"/>
                </a:lnTo>
                <a:lnTo>
                  <a:pt x="15696" y="79581"/>
                </a:lnTo>
                <a:close/>
                <a:moveTo>
                  <a:pt x="0" y="205047"/>
                </a:moveTo>
                <a:lnTo>
                  <a:pt x="15696" y="205047"/>
                </a:lnTo>
                <a:lnTo>
                  <a:pt x="15696" y="126631"/>
                </a:lnTo>
                <a:lnTo>
                  <a:pt x="0" y="126631"/>
                </a:lnTo>
                <a:lnTo>
                  <a:pt x="0" y="205047"/>
                </a:lnTo>
                <a:close/>
                <a:moveTo>
                  <a:pt x="15696" y="330514"/>
                </a:moveTo>
                <a:lnTo>
                  <a:pt x="15696" y="252097"/>
                </a:lnTo>
                <a:lnTo>
                  <a:pt x="0" y="252097"/>
                </a:lnTo>
                <a:lnTo>
                  <a:pt x="0" y="330514"/>
                </a:lnTo>
                <a:lnTo>
                  <a:pt x="15696" y="330514"/>
                </a:lnTo>
                <a:close/>
                <a:moveTo>
                  <a:pt x="93502" y="362554"/>
                </a:moveTo>
                <a:lnTo>
                  <a:pt x="15022" y="362554"/>
                </a:lnTo>
                <a:lnTo>
                  <a:pt x="15022" y="378238"/>
                </a:lnTo>
                <a:lnTo>
                  <a:pt x="93502" y="378238"/>
                </a:lnTo>
                <a:lnTo>
                  <a:pt x="93502" y="362554"/>
                </a:lnTo>
                <a:close/>
                <a:moveTo>
                  <a:pt x="219071" y="362554"/>
                </a:moveTo>
                <a:lnTo>
                  <a:pt x="140591" y="362554"/>
                </a:lnTo>
                <a:lnTo>
                  <a:pt x="140591" y="378238"/>
                </a:lnTo>
                <a:lnTo>
                  <a:pt x="219071" y="378238"/>
                </a:lnTo>
                <a:lnTo>
                  <a:pt x="219071" y="362554"/>
                </a:lnTo>
                <a:close/>
                <a:moveTo>
                  <a:pt x="344640" y="362554"/>
                </a:moveTo>
                <a:lnTo>
                  <a:pt x="266160" y="362554"/>
                </a:lnTo>
                <a:lnTo>
                  <a:pt x="266160" y="378238"/>
                </a:lnTo>
                <a:lnTo>
                  <a:pt x="344640" y="378238"/>
                </a:lnTo>
                <a:lnTo>
                  <a:pt x="344640" y="362554"/>
                </a:lnTo>
                <a:close/>
                <a:moveTo>
                  <a:pt x="470209" y="362554"/>
                </a:moveTo>
                <a:lnTo>
                  <a:pt x="391729" y="362554"/>
                </a:lnTo>
                <a:lnTo>
                  <a:pt x="391729" y="378238"/>
                </a:lnTo>
                <a:lnTo>
                  <a:pt x="470209" y="378238"/>
                </a:lnTo>
                <a:lnTo>
                  <a:pt x="470209" y="362554"/>
                </a:lnTo>
                <a:close/>
                <a:moveTo>
                  <a:pt x="595778" y="362554"/>
                </a:moveTo>
                <a:lnTo>
                  <a:pt x="517298" y="362554"/>
                </a:lnTo>
                <a:lnTo>
                  <a:pt x="517298" y="378238"/>
                </a:lnTo>
                <a:lnTo>
                  <a:pt x="595778" y="378238"/>
                </a:lnTo>
                <a:lnTo>
                  <a:pt x="595778" y="362554"/>
                </a:lnTo>
                <a:close/>
                <a:moveTo>
                  <a:pt x="761262" y="0"/>
                </a:moveTo>
                <a:lnTo>
                  <a:pt x="761262" y="15683"/>
                </a:lnTo>
                <a:lnTo>
                  <a:pt x="839743" y="15683"/>
                </a:lnTo>
                <a:lnTo>
                  <a:pt x="839743" y="0"/>
                </a:lnTo>
                <a:lnTo>
                  <a:pt x="761262" y="0"/>
                </a:lnTo>
                <a:close/>
                <a:moveTo>
                  <a:pt x="886831" y="15683"/>
                </a:moveTo>
                <a:lnTo>
                  <a:pt x="965312" y="15683"/>
                </a:lnTo>
                <a:lnTo>
                  <a:pt x="965312" y="0"/>
                </a:lnTo>
                <a:lnTo>
                  <a:pt x="886831" y="0"/>
                </a:lnTo>
                <a:lnTo>
                  <a:pt x="886831" y="15683"/>
                </a:lnTo>
                <a:close/>
                <a:moveTo>
                  <a:pt x="1012400" y="15683"/>
                </a:moveTo>
                <a:lnTo>
                  <a:pt x="1090881" y="15683"/>
                </a:lnTo>
                <a:lnTo>
                  <a:pt x="1090881" y="0"/>
                </a:lnTo>
                <a:lnTo>
                  <a:pt x="1012400" y="0"/>
                </a:lnTo>
                <a:lnTo>
                  <a:pt x="1012400" y="15683"/>
                </a:lnTo>
                <a:close/>
                <a:moveTo>
                  <a:pt x="1137969" y="15683"/>
                </a:moveTo>
                <a:lnTo>
                  <a:pt x="1216450" y="15683"/>
                </a:lnTo>
                <a:lnTo>
                  <a:pt x="1216450" y="0"/>
                </a:lnTo>
                <a:lnTo>
                  <a:pt x="1137969" y="0"/>
                </a:lnTo>
                <a:lnTo>
                  <a:pt x="1137969" y="15683"/>
                </a:lnTo>
                <a:close/>
                <a:moveTo>
                  <a:pt x="1263538" y="15683"/>
                </a:moveTo>
                <a:lnTo>
                  <a:pt x="1342019" y="15683"/>
                </a:lnTo>
                <a:lnTo>
                  <a:pt x="1342019" y="0"/>
                </a:lnTo>
                <a:lnTo>
                  <a:pt x="1263538" y="0"/>
                </a:lnTo>
                <a:lnTo>
                  <a:pt x="1263538" y="15683"/>
                </a:lnTo>
                <a:close/>
                <a:moveTo>
                  <a:pt x="1368230" y="20860"/>
                </a:moveTo>
                <a:lnTo>
                  <a:pt x="1368230" y="99277"/>
                </a:lnTo>
                <a:lnTo>
                  <a:pt x="1383926" y="99277"/>
                </a:lnTo>
                <a:lnTo>
                  <a:pt x="1383926" y="20860"/>
                </a:lnTo>
                <a:lnTo>
                  <a:pt x="1368230" y="20860"/>
                </a:lnTo>
                <a:close/>
                <a:moveTo>
                  <a:pt x="1368230" y="146327"/>
                </a:moveTo>
                <a:lnTo>
                  <a:pt x="1368230" y="224743"/>
                </a:lnTo>
                <a:lnTo>
                  <a:pt x="1383926" y="224743"/>
                </a:lnTo>
                <a:lnTo>
                  <a:pt x="1383926" y="146327"/>
                </a:lnTo>
                <a:lnTo>
                  <a:pt x="1368230" y="146327"/>
                </a:lnTo>
                <a:close/>
                <a:moveTo>
                  <a:pt x="1383926" y="271793"/>
                </a:moveTo>
                <a:lnTo>
                  <a:pt x="1368230" y="271793"/>
                </a:lnTo>
                <a:lnTo>
                  <a:pt x="1368230" y="350210"/>
                </a:lnTo>
                <a:lnTo>
                  <a:pt x="1383926" y="350210"/>
                </a:lnTo>
                <a:lnTo>
                  <a:pt x="1383926" y="271793"/>
                </a:lnTo>
                <a:close/>
                <a:moveTo>
                  <a:pt x="721347" y="362554"/>
                </a:moveTo>
                <a:lnTo>
                  <a:pt x="642867" y="362554"/>
                </a:lnTo>
                <a:lnTo>
                  <a:pt x="642867" y="378238"/>
                </a:lnTo>
                <a:lnTo>
                  <a:pt x="721347" y="378238"/>
                </a:lnTo>
                <a:lnTo>
                  <a:pt x="721347" y="362554"/>
                </a:lnTo>
                <a:close/>
                <a:moveTo>
                  <a:pt x="846916" y="362554"/>
                </a:moveTo>
                <a:lnTo>
                  <a:pt x="768436" y="362554"/>
                </a:lnTo>
                <a:lnTo>
                  <a:pt x="768436" y="378238"/>
                </a:lnTo>
                <a:lnTo>
                  <a:pt x="846916" y="378238"/>
                </a:lnTo>
                <a:lnTo>
                  <a:pt x="846916" y="362554"/>
                </a:lnTo>
                <a:close/>
                <a:moveTo>
                  <a:pt x="972485" y="362554"/>
                </a:moveTo>
                <a:lnTo>
                  <a:pt x="894005" y="362554"/>
                </a:lnTo>
                <a:lnTo>
                  <a:pt x="894005" y="378238"/>
                </a:lnTo>
                <a:lnTo>
                  <a:pt x="972485" y="378238"/>
                </a:lnTo>
                <a:lnTo>
                  <a:pt x="972485" y="362554"/>
                </a:lnTo>
                <a:close/>
                <a:moveTo>
                  <a:pt x="1098054" y="362554"/>
                </a:moveTo>
                <a:lnTo>
                  <a:pt x="1019574" y="362554"/>
                </a:lnTo>
                <a:lnTo>
                  <a:pt x="1019574" y="378238"/>
                </a:lnTo>
                <a:lnTo>
                  <a:pt x="1098054" y="378238"/>
                </a:lnTo>
                <a:lnTo>
                  <a:pt x="1098054" y="362554"/>
                </a:lnTo>
                <a:close/>
                <a:moveTo>
                  <a:pt x="1223623" y="362554"/>
                </a:moveTo>
                <a:lnTo>
                  <a:pt x="1145143" y="362554"/>
                </a:lnTo>
                <a:lnTo>
                  <a:pt x="1145143" y="378238"/>
                </a:lnTo>
                <a:lnTo>
                  <a:pt x="1223623" y="378238"/>
                </a:lnTo>
                <a:lnTo>
                  <a:pt x="1223623" y="362554"/>
                </a:lnTo>
                <a:close/>
                <a:moveTo>
                  <a:pt x="1349192" y="362554"/>
                </a:moveTo>
                <a:lnTo>
                  <a:pt x="1270712" y="362554"/>
                </a:lnTo>
                <a:lnTo>
                  <a:pt x="1270712" y="378238"/>
                </a:lnTo>
                <a:lnTo>
                  <a:pt x="1349192" y="378238"/>
                </a:lnTo>
                <a:lnTo>
                  <a:pt x="1349192" y="362554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UserInbox">
            <a:extLst xmlns:a="http://schemas.openxmlformats.org/drawingml/2006/main">
              <a:ext uri="{FF2B5EF4-FFF2-40B4-BE49-F238E27FC236}">
                <a16:creationId xmlns:a16="http://schemas.microsoft.com/office/drawing/2014/main" id="{37BEE341-F9CD-4955-B5B3-303B1FC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74" y="3502424"/>
            <a:ext cx="588904" cy="89199"/>
          </a:xfrm>
          <a:custGeom xmlns:a="http://schemas.openxmlformats.org/drawingml/2006/main">
            <a:pathLst>
              <a:path w="588904" h="89199">
                <a:moveTo>
                  <a:pt x="67919" y="52051"/>
                </a:moveTo>
                <a:cubicBezTo>
                  <a:pt x="67919" y="76816"/>
                  <a:pt x="56403" y="89199"/>
                  <a:pt x="33370" y="89199"/>
                </a:cubicBezTo>
                <a:cubicBezTo>
                  <a:pt x="11123" y="89199"/>
                  <a:pt x="0" y="77138"/>
                  <a:pt x="0" y="53015"/>
                </a:cubicBezTo>
                <a:lnTo>
                  <a:pt x="0" y="4717"/>
                </a:lnTo>
                <a:lnTo>
                  <a:pt x="17758" y="4717"/>
                </a:lnTo>
                <a:lnTo>
                  <a:pt x="17758" y="53123"/>
                </a:lnTo>
                <a:cubicBezTo>
                  <a:pt x="17758" y="66953"/>
                  <a:pt x="23212" y="73868"/>
                  <a:pt x="34121" y="73868"/>
                </a:cubicBezTo>
                <a:cubicBezTo>
                  <a:pt x="44850" y="73868"/>
                  <a:pt x="50215" y="67203"/>
                  <a:pt x="50215" y="53873"/>
                </a:cubicBezTo>
                <a:lnTo>
                  <a:pt x="50215" y="4717"/>
                </a:lnTo>
                <a:lnTo>
                  <a:pt x="67919" y="4717"/>
                </a:lnTo>
                <a:lnTo>
                  <a:pt x="67919" y="52051"/>
                </a:lnTo>
                <a:close/>
                <a:moveTo>
                  <a:pt x="82847" y="71831"/>
                </a:moveTo>
                <a:cubicBezTo>
                  <a:pt x="88784" y="75440"/>
                  <a:pt x="94596" y="77245"/>
                  <a:pt x="100283" y="77245"/>
                </a:cubicBezTo>
                <a:cubicBezTo>
                  <a:pt x="107436" y="77245"/>
                  <a:pt x="111013" y="75333"/>
                  <a:pt x="111013" y="71509"/>
                </a:cubicBezTo>
                <a:cubicBezTo>
                  <a:pt x="111013" y="68793"/>
                  <a:pt x="108062" y="66524"/>
                  <a:pt x="102161" y="64701"/>
                </a:cubicBezTo>
                <a:cubicBezTo>
                  <a:pt x="94793" y="62414"/>
                  <a:pt x="89732" y="59868"/>
                  <a:pt x="86978" y="57063"/>
                </a:cubicBezTo>
                <a:cubicBezTo>
                  <a:pt x="84224" y="54257"/>
                  <a:pt x="82847" y="50460"/>
                  <a:pt x="82847" y="45672"/>
                </a:cubicBezTo>
                <a:cubicBezTo>
                  <a:pt x="82847" y="39846"/>
                  <a:pt x="85208" y="35281"/>
                  <a:pt x="89929" y="31975"/>
                </a:cubicBezTo>
                <a:cubicBezTo>
                  <a:pt x="94650" y="28670"/>
                  <a:pt x="100837" y="27017"/>
                  <a:pt x="108491" y="27017"/>
                </a:cubicBezTo>
                <a:cubicBezTo>
                  <a:pt x="113928" y="27017"/>
                  <a:pt x="119167" y="27821"/>
                  <a:pt x="124210" y="29429"/>
                </a:cubicBezTo>
                <a:lnTo>
                  <a:pt x="124210" y="43045"/>
                </a:lnTo>
                <a:cubicBezTo>
                  <a:pt x="119597" y="40329"/>
                  <a:pt x="114518" y="38971"/>
                  <a:pt x="108974" y="38971"/>
                </a:cubicBezTo>
                <a:cubicBezTo>
                  <a:pt x="106220" y="38971"/>
                  <a:pt x="104003" y="39462"/>
                  <a:pt x="102322" y="40445"/>
                </a:cubicBezTo>
                <a:cubicBezTo>
                  <a:pt x="100641" y="41428"/>
                  <a:pt x="99800" y="42723"/>
                  <a:pt x="99800" y="44331"/>
                </a:cubicBezTo>
                <a:cubicBezTo>
                  <a:pt x="99800" y="47047"/>
                  <a:pt x="102304" y="49245"/>
                  <a:pt x="107311" y="50925"/>
                </a:cubicBezTo>
                <a:cubicBezTo>
                  <a:pt x="112676" y="52712"/>
                  <a:pt x="116708" y="54338"/>
                  <a:pt x="119409" y="55803"/>
                </a:cubicBezTo>
                <a:cubicBezTo>
                  <a:pt x="122109" y="57268"/>
                  <a:pt x="124166" y="59198"/>
                  <a:pt x="125578" y="61592"/>
                </a:cubicBezTo>
                <a:cubicBezTo>
                  <a:pt x="126991" y="63987"/>
                  <a:pt x="127698" y="66756"/>
                  <a:pt x="127698" y="69901"/>
                </a:cubicBezTo>
                <a:cubicBezTo>
                  <a:pt x="127698" y="76012"/>
                  <a:pt x="125248" y="80756"/>
                  <a:pt x="120348" y="84133"/>
                </a:cubicBezTo>
                <a:cubicBezTo>
                  <a:pt x="115448" y="87510"/>
                  <a:pt x="108903" y="89199"/>
                  <a:pt x="100712" y="89199"/>
                </a:cubicBezTo>
                <a:cubicBezTo>
                  <a:pt x="94274" y="89199"/>
                  <a:pt x="88319" y="88180"/>
                  <a:pt x="82847" y="86143"/>
                </a:cubicBezTo>
                <a:lnTo>
                  <a:pt x="82847" y="71831"/>
                </a:lnTo>
                <a:close/>
                <a:moveTo>
                  <a:pt x="191363" y="62986"/>
                </a:moveTo>
                <a:lnTo>
                  <a:pt x="152307" y="62986"/>
                </a:lnTo>
                <a:cubicBezTo>
                  <a:pt x="152915" y="72170"/>
                  <a:pt x="158459" y="76763"/>
                  <a:pt x="168938" y="76763"/>
                </a:cubicBezTo>
                <a:cubicBezTo>
                  <a:pt x="175483" y="76763"/>
                  <a:pt x="181259" y="75154"/>
                  <a:pt x="186267" y="71938"/>
                </a:cubicBezTo>
                <a:lnTo>
                  <a:pt x="186267" y="84642"/>
                </a:lnTo>
                <a:cubicBezTo>
                  <a:pt x="180866" y="87680"/>
                  <a:pt x="173784" y="89199"/>
                  <a:pt x="165022" y="89199"/>
                </a:cubicBezTo>
                <a:cubicBezTo>
                  <a:pt x="155579" y="89199"/>
                  <a:pt x="148239" y="86537"/>
                  <a:pt x="142999" y="81212"/>
                </a:cubicBezTo>
                <a:cubicBezTo>
                  <a:pt x="137759" y="75887"/>
                  <a:pt x="135139" y="68472"/>
                  <a:pt x="135139" y="58966"/>
                </a:cubicBezTo>
                <a:cubicBezTo>
                  <a:pt x="135139" y="49495"/>
                  <a:pt x="137929" y="41803"/>
                  <a:pt x="143508" y="35889"/>
                </a:cubicBezTo>
                <a:cubicBezTo>
                  <a:pt x="149088" y="29974"/>
                  <a:pt x="156098" y="27017"/>
                  <a:pt x="164539" y="27017"/>
                </a:cubicBezTo>
                <a:cubicBezTo>
                  <a:pt x="172944" y="27017"/>
                  <a:pt x="179516" y="29563"/>
                  <a:pt x="184255" y="34656"/>
                </a:cubicBezTo>
                <a:cubicBezTo>
                  <a:pt x="188994" y="39748"/>
                  <a:pt x="191363" y="46744"/>
                  <a:pt x="191363" y="55642"/>
                </a:cubicBezTo>
                <a:lnTo>
                  <a:pt x="191363" y="62986"/>
                </a:lnTo>
                <a:moveTo>
                  <a:pt x="175215" y="52158"/>
                </a:moveTo>
                <a:cubicBezTo>
                  <a:pt x="175215" y="43295"/>
                  <a:pt x="171620" y="38864"/>
                  <a:pt x="164432" y="38864"/>
                </a:cubicBezTo>
                <a:cubicBezTo>
                  <a:pt x="161463" y="38864"/>
                  <a:pt x="158834" y="40079"/>
                  <a:pt x="156545" y="42509"/>
                </a:cubicBezTo>
                <a:cubicBezTo>
                  <a:pt x="154256" y="44939"/>
                  <a:pt x="152826" y="48155"/>
                  <a:pt x="152253" y="52158"/>
                </a:cubicBezTo>
                <a:lnTo>
                  <a:pt x="175215" y="52158"/>
                </a:lnTo>
                <a:close/>
                <a:moveTo>
                  <a:pt x="240448" y="44171"/>
                </a:moveTo>
                <a:cubicBezTo>
                  <a:pt x="238338" y="42956"/>
                  <a:pt x="235781" y="42348"/>
                  <a:pt x="232777" y="42348"/>
                </a:cubicBezTo>
                <a:cubicBezTo>
                  <a:pt x="228842" y="42348"/>
                  <a:pt x="225722" y="43849"/>
                  <a:pt x="223415" y="46851"/>
                </a:cubicBezTo>
                <a:cubicBezTo>
                  <a:pt x="221108" y="49853"/>
                  <a:pt x="219955" y="53980"/>
                  <a:pt x="219955" y="59234"/>
                </a:cubicBezTo>
                <a:lnTo>
                  <a:pt x="219955" y="87752"/>
                </a:lnTo>
                <a:lnTo>
                  <a:pt x="202626" y="87752"/>
                </a:lnTo>
                <a:lnTo>
                  <a:pt x="202626" y="28464"/>
                </a:lnTo>
                <a:lnTo>
                  <a:pt x="219955" y="28464"/>
                </a:lnTo>
                <a:lnTo>
                  <a:pt x="219955" y="39614"/>
                </a:lnTo>
                <a:lnTo>
                  <a:pt x="220169" y="39614"/>
                </a:lnTo>
                <a:cubicBezTo>
                  <a:pt x="223030" y="31502"/>
                  <a:pt x="228234" y="27446"/>
                  <a:pt x="235781" y="27446"/>
                </a:cubicBezTo>
                <a:cubicBezTo>
                  <a:pt x="237820" y="27446"/>
                  <a:pt x="239375" y="27678"/>
                  <a:pt x="240448" y="28143"/>
                </a:cubicBezTo>
                <a:lnTo>
                  <a:pt x="240448" y="44171"/>
                </a:lnTo>
                <a:close/>
                <a:moveTo>
                  <a:pt x="301321" y="4717"/>
                </a:moveTo>
                <a:lnTo>
                  <a:pt x="301321" y="87752"/>
                </a:lnTo>
                <a:lnTo>
                  <a:pt x="283617" y="87752"/>
                </a:lnTo>
                <a:lnTo>
                  <a:pt x="283617" y="4717"/>
                </a:lnTo>
                <a:lnTo>
                  <a:pt x="301321" y="4717"/>
                </a:lnTo>
                <a:close/>
                <a:moveTo>
                  <a:pt x="375147" y="87752"/>
                </a:moveTo>
                <a:lnTo>
                  <a:pt x="357925" y="87752"/>
                </a:lnTo>
                <a:lnTo>
                  <a:pt x="357925" y="54677"/>
                </a:lnTo>
                <a:cubicBezTo>
                  <a:pt x="357925" y="45100"/>
                  <a:pt x="354474" y="40311"/>
                  <a:pt x="347571" y="40311"/>
                </a:cubicBezTo>
                <a:cubicBezTo>
                  <a:pt x="344281" y="40311"/>
                  <a:pt x="341545" y="41589"/>
                  <a:pt x="339363" y="44144"/>
                </a:cubicBezTo>
                <a:cubicBezTo>
                  <a:pt x="337181" y="46699"/>
                  <a:pt x="336090" y="49960"/>
                  <a:pt x="336090" y="53927"/>
                </a:cubicBezTo>
                <a:lnTo>
                  <a:pt x="336090" y="87752"/>
                </a:lnTo>
                <a:lnTo>
                  <a:pt x="318762" y="87752"/>
                </a:lnTo>
                <a:lnTo>
                  <a:pt x="318762" y="28464"/>
                </a:lnTo>
                <a:lnTo>
                  <a:pt x="336090" y="28464"/>
                </a:lnTo>
                <a:lnTo>
                  <a:pt x="336090" y="37899"/>
                </a:lnTo>
                <a:lnTo>
                  <a:pt x="336305" y="37899"/>
                </a:lnTo>
                <a:cubicBezTo>
                  <a:pt x="340632" y="30644"/>
                  <a:pt x="346999" y="27017"/>
                  <a:pt x="355404" y="27017"/>
                </a:cubicBezTo>
                <a:cubicBezTo>
                  <a:pt x="368566" y="27017"/>
                  <a:pt x="375147" y="35165"/>
                  <a:pt x="375147" y="51461"/>
                </a:cubicBezTo>
                <a:lnTo>
                  <a:pt x="375147" y="87752"/>
                </a:lnTo>
                <a:close/>
                <a:moveTo>
                  <a:pt x="407288" y="80622"/>
                </a:moveTo>
                <a:lnTo>
                  <a:pt x="407288" y="87752"/>
                </a:lnTo>
                <a:lnTo>
                  <a:pt x="389959" y="87752"/>
                </a:lnTo>
                <a:lnTo>
                  <a:pt x="389959" y="0"/>
                </a:lnTo>
                <a:lnTo>
                  <a:pt x="407288" y="0"/>
                </a:lnTo>
                <a:lnTo>
                  <a:pt x="407288" y="37524"/>
                </a:lnTo>
                <a:lnTo>
                  <a:pt x="407503" y="37524"/>
                </a:lnTo>
                <a:cubicBezTo>
                  <a:pt x="412045" y="30519"/>
                  <a:pt x="418518" y="27017"/>
                  <a:pt x="426923" y="27017"/>
                </a:cubicBezTo>
                <a:cubicBezTo>
                  <a:pt x="434399" y="27017"/>
                  <a:pt x="440255" y="29626"/>
                  <a:pt x="444493" y="34843"/>
                </a:cubicBezTo>
                <a:cubicBezTo>
                  <a:pt x="448732" y="40061"/>
                  <a:pt x="450851" y="47262"/>
                  <a:pt x="450851" y="56446"/>
                </a:cubicBezTo>
                <a:cubicBezTo>
                  <a:pt x="450851" y="66274"/>
                  <a:pt x="448419" y="74189"/>
                  <a:pt x="443555" y="80193"/>
                </a:cubicBezTo>
                <a:cubicBezTo>
                  <a:pt x="438690" y="86197"/>
                  <a:pt x="432235" y="89199"/>
                  <a:pt x="424187" y="89199"/>
                </a:cubicBezTo>
                <a:cubicBezTo>
                  <a:pt x="416820" y="89199"/>
                  <a:pt x="411258" y="86340"/>
                  <a:pt x="407503" y="80622"/>
                </a:cubicBezTo>
                <a:lnTo>
                  <a:pt x="407288" y="80622"/>
                </a:lnTo>
                <a:moveTo>
                  <a:pt x="407020" y="62128"/>
                </a:moveTo>
                <a:cubicBezTo>
                  <a:pt x="407020" y="66024"/>
                  <a:pt x="408182" y="69294"/>
                  <a:pt x="410507" y="71938"/>
                </a:cubicBezTo>
                <a:cubicBezTo>
                  <a:pt x="412832" y="74583"/>
                  <a:pt x="415782" y="75905"/>
                  <a:pt x="419359" y="75905"/>
                </a:cubicBezTo>
                <a:cubicBezTo>
                  <a:pt x="423687" y="75905"/>
                  <a:pt x="427058" y="74225"/>
                  <a:pt x="429472" y="70866"/>
                </a:cubicBezTo>
                <a:cubicBezTo>
                  <a:pt x="431886" y="67507"/>
                  <a:pt x="433093" y="62754"/>
                  <a:pt x="433093" y="56607"/>
                </a:cubicBezTo>
                <a:cubicBezTo>
                  <a:pt x="433093" y="51497"/>
                  <a:pt x="431993" y="47503"/>
                  <a:pt x="429794" y="44626"/>
                </a:cubicBezTo>
                <a:cubicBezTo>
                  <a:pt x="427594" y="41749"/>
                  <a:pt x="424456" y="40311"/>
                  <a:pt x="420378" y="40311"/>
                </a:cubicBezTo>
                <a:cubicBezTo>
                  <a:pt x="416516" y="40311"/>
                  <a:pt x="413323" y="41758"/>
                  <a:pt x="410802" y="44653"/>
                </a:cubicBezTo>
                <a:cubicBezTo>
                  <a:pt x="408280" y="47548"/>
                  <a:pt x="407020" y="51264"/>
                  <a:pt x="407020" y="55803"/>
                </a:cubicBezTo>
                <a:lnTo>
                  <a:pt x="407020" y="62128"/>
                </a:lnTo>
                <a:close/>
                <a:moveTo>
                  <a:pt x="459594" y="58376"/>
                </a:moveTo>
                <a:cubicBezTo>
                  <a:pt x="459594" y="48620"/>
                  <a:pt x="462518" y="40954"/>
                  <a:pt x="468366" y="35379"/>
                </a:cubicBezTo>
                <a:cubicBezTo>
                  <a:pt x="474213" y="29804"/>
                  <a:pt x="482073" y="27017"/>
                  <a:pt x="491944" y="27017"/>
                </a:cubicBezTo>
                <a:cubicBezTo>
                  <a:pt x="501494" y="27017"/>
                  <a:pt x="509076" y="29760"/>
                  <a:pt x="514691" y="35245"/>
                </a:cubicBezTo>
                <a:cubicBezTo>
                  <a:pt x="520307" y="40731"/>
                  <a:pt x="523114" y="48102"/>
                  <a:pt x="523114" y="57357"/>
                </a:cubicBezTo>
                <a:cubicBezTo>
                  <a:pt x="523114" y="67078"/>
                  <a:pt x="520235" y="74815"/>
                  <a:pt x="514477" y="80568"/>
                </a:cubicBezTo>
                <a:cubicBezTo>
                  <a:pt x="508718" y="86322"/>
                  <a:pt x="500921" y="89199"/>
                  <a:pt x="491086" y="89199"/>
                </a:cubicBezTo>
                <a:cubicBezTo>
                  <a:pt x="481429" y="89199"/>
                  <a:pt x="473766" y="86438"/>
                  <a:pt x="468097" y="80917"/>
                </a:cubicBezTo>
                <a:cubicBezTo>
                  <a:pt x="462428" y="75396"/>
                  <a:pt x="459594" y="67882"/>
                  <a:pt x="459594" y="58376"/>
                </a:cubicBezTo>
                <a:moveTo>
                  <a:pt x="477137" y="58162"/>
                </a:moveTo>
                <a:cubicBezTo>
                  <a:pt x="477137" y="69990"/>
                  <a:pt x="481966" y="75905"/>
                  <a:pt x="491622" y="75905"/>
                </a:cubicBezTo>
                <a:cubicBezTo>
                  <a:pt x="500886" y="75905"/>
                  <a:pt x="505517" y="69830"/>
                  <a:pt x="505517" y="57679"/>
                </a:cubicBezTo>
                <a:cubicBezTo>
                  <a:pt x="505517" y="46100"/>
                  <a:pt x="500850" y="40311"/>
                  <a:pt x="491515" y="40311"/>
                </a:cubicBezTo>
                <a:cubicBezTo>
                  <a:pt x="486973" y="40311"/>
                  <a:pt x="483441" y="41866"/>
                  <a:pt x="480919" y="44975"/>
                </a:cubicBezTo>
                <a:cubicBezTo>
                  <a:pt x="478398" y="48084"/>
                  <a:pt x="477137" y="52479"/>
                  <a:pt x="477137" y="58162"/>
                </a:cubicBezTo>
                <a:close/>
                <a:moveTo>
                  <a:pt x="588904" y="28464"/>
                </a:moveTo>
                <a:lnTo>
                  <a:pt x="569268" y="57357"/>
                </a:lnTo>
                <a:lnTo>
                  <a:pt x="588743" y="87752"/>
                </a:lnTo>
                <a:lnTo>
                  <a:pt x="568732" y="87752"/>
                </a:lnTo>
                <a:lnTo>
                  <a:pt x="559880" y="71402"/>
                </a:lnTo>
                <a:cubicBezTo>
                  <a:pt x="558663" y="69151"/>
                  <a:pt x="557823" y="67382"/>
                  <a:pt x="557358" y="66095"/>
                </a:cubicBezTo>
                <a:lnTo>
                  <a:pt x="557143" y="66095"/>
                </a:lnTo>
                <a:cubicBezTo>
                  <a:pt x="556500" y="67810"/>
                  <a:pt x="555695" y="69526"/>
                  <a:pt x="554729" y="71241"/>
                </a:cubicBezTo>
                <a:lnTo>
                  <a:pt x="545716" y="87752"/>
                </a:lnTo>
                <a:lnTo>
                  <a:pt x="525812" y="87752"/>
                </a:lnTo>
                <a:lnTo>
                  <a:pt x="545877" y="58269"/>
                </a:lnTo>
                <a:lnTo>
                  <a:pt x="526993" y="28464"/>
                </a:lnTo>
                <a:lnTo>
                  <a:pt x="547057" y="28464"/>
                </a:lnTo>
                <a:lnTo>
                  <a:pt x="555856" y="45511"/>
                </a:lnTo>
                <a:cubicBezTo>
                  <a:pt x="556714" y="47155"/>
                  <a:pt x="557519" y="48977"/>
                  <a:pt x="558270" y="50978"/>
                </a:cubicBezTo>
                <a:lnTo>
                  <a:pt x="558485" y="50978"/>
                </a:lnTo>
                <a:cubicBezTo>
                  <a:pt x="558842" y="49763"/>
                  <a:pt x="559665" y="47923"/>
                  <a:pt x="560953" y="45457"/>
                </a:cubicBezTo>
                <a:lnTo>
                  <a:pt x="570019" y="28464"/>
                </a:lnTo>
                <a:lnTo>
                  <a:pt x="588904" y="2846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functions:SendT">
            <a:extLst xmlns:a="http://schemas.openxmlformats.org/drawingml/2006/main">
              <a:ext uri="{FF2B5EF4-FFF2-40B4-BE49-F238E27FC236}">
                <a16:creationId xmlns:a16="http://schemas.microsoft.com/office/drawing/2014/main" id="{050F68A9-4A25-43CD-B9D3-62821D3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24" y="3638367"/>
            <a:ext cx="867814" cy="90432"/>
          </a:xfrm>
          <a:custGeom xmlns:a="http://schemas.openxmlformats.org/drawingml/2006/main">
            <a:pathLst>
              <a:path w="867814" h="90432">
                <a:moveTo>
                  <a:pt x="36803" y="10239"/>
                </a:moveTo>
                <a:cubicBezTo>
                  <a:pt x="34836" y="9202"/>
                  <a:pt x="32708" y="8684"/>
                  <a:pt x="30419" y="8684"/>
                </a:cubicBezTo>
                <a:cubicBezTo>
                  <a:pt x="23838" y="8684"/>
                  <a:pt x="20548" y="12758"/>
                  <a:pt x="20548" y="20906"/>
                </a:cubicBezTo>
                <a:lnTo>
                  <a:pt x="20548" y="29751"/>
                </a:lnTo>
                <a:lnTo>
                  <a:pt x="34443" y="29751"/>
                </a:lnTo>
                <a:lnTo>
                  <a:pt x="34443" y="38435"/>
                </a:lnTo>
                <a:lnTo>
                  <a:pt x="20548" y="38435"/>
                </a:lnTo>
                <a:lnTo>
                  <a:pt x="20548" y="89038"/>
                </a:lnTo>
                <a:lnTo>
                  <a:pt x="10140" y="89038"/>
                </a:lnTo>
                <a:lnTo>
                  <a:pt x="10140" y="38435"/>
                </a:lnTo>
                <a:lnTo>
                  <a:pt x="0" y="38435"/>
                </a:lnTo>
                <a:lnTo>
                  <a:pt x="0" y="29751"/>
                </a:lnTo>
                <a:lnTo>
                  <a:pt x="10140" y="29751"/>
                </a:lnTo>
                <a:lnTo>
                  <a:pt x="10140" y="20424"/>
                </a:lnTo>
                <a:cubicBezTo>
                  <a:pt x="10140" y="14062"/>
                  <a:pt x="11973" y="9068"/>
                  <a:pt x="15639" y="5441"/>
                </a:cubicBezTo>
                <a:cubicBezTo>
                  <a:pt x="19305" y="1814"/>
                  <a:pt x="23963" y="0"/>
                  <a:pt x="29614" y="0"/>
                </a:cubicBezTo>
                <a:cubicBezTo>
                  <a:pt x="32619" y="0"/>
                  <a:pt x="35015" y="340"/>
                  <a:pt x="36803" y="1019"/>
                </a:cubicBezTo>
                <a:lnTo>
                  <a:pt x="36803" y="10239"/>
                </a:lnTo>
                <a:close/>
                <a:moveTo>
                  <a:pt x="93492" y="89038"/>
                </a:moveTo>
                <a:lnTo>
                  <a:pt x="82923" y="89038"/>
                </a:lnTo>
                <a:lnTo>
                  <a:pt x="82923" y="79711"/>
                </a:lnTo>
                <a:lnTo>
                  <a:pt x="82708" y="79711"/>
                </a:lnTo>
                <a:cubicBezTo>
                  <a:pt x="78738" y="86858"/>
                  <a:pt x="72640" y="90432"/>
                  <a:pt x="64414" y="90432"/>
                </a:cubicBezTo>
                <a:cubicBezTo>
                  <a:pt x="50358" y="90432"/>
                  <a:pt x="43330" y="82034"/>
                  <a:pt x="43330" y="65237"/>
                </a:cubicBezTo>
                <a:lnTo>
                  <a:pt x="43330" y="29751"/>
                </a:lnTo>
                <a:lnTo>
                  <a:pt x="53738" y="29751"/>
                </a:lnTo>
                <a:lnTo>
                  <a:pt x="53738" y="63683"/>
                </a:lnTo>
                <a:cubicBezTo>
                  <a:pt x="53738" y="75726"/>
                  <a:pt x="58352" y="81748"/>
                  <a:pt x="67579" y="81748"/>
                </a:cubicBezTo>
                <a:cubicBezTo>
                  <a:pt x="72157" y="81748"/>
                  <a:pt x="75859" y="80059"/>
                  <a:pt x="78684" y="76682"/>
                </a:cubicBezTo>
                <a:cubicBezTo>
                  <a:pt x="81510" y="73305"/>
                  <a:pt x="82923" y="69043"/>
                  <a:pt x="82923" y="63897"/>
                </a:cubicBezTo>
                <a:lnTo>
                  <a:pt x="82923" y="29751"/>
                </a:lnTo>
                <a:lnTo>
                  <a:pt x="93492" y="29751"/>
                </a:lnTo>
                <a:lnTo>
                  <a:pt x="93492" y="89038"/>
                </a:lnTo>
                <a:close/>
                <a:moveTo>
                  <a:pt x="162353" y="89038"/>
                </a:moveTo>
                <a:lnTo>
                  <a:pt x="151892" y="89038"/>
                </a:lnTo>
                <a:lnTo>
                  <a:pt x="151892" y="55320"/>
                </a:lnTo>
                <a:cubicBezTo>
                  <a:pt x="151892" y="43134"/>
                  <a:pt x="147439" y="37041"/>
                  <a:pt x="138533" y="37041"/>
                </a:cubicBezTo>
                <a:cubicBezTo>
                  <a:pt x="133920" y="37041"/>
                  <a:pt x="130128" y="38757"/>
                  <a:pt x="127160" y="42187"/>
                </a:cubicBezTo>
                <a:cubicBezTo>
                  <a:pt x="124191" y="45618"/>
                  <a:pt x="122707" y="49960"/>
                  <a:pt x="122707" y="55213"/>
                </a:cubicBezTo>
                <a:lnTo>
                  <a:pt x="122707" y="89038"/>
                </a:lnTo>
                <a:lnTo>
                  <a:pt x="112192" y="89038"/>
                </a:lnTo>
                <a:lnTo>
                  <a:pt x="112192" y="29751"/>
                </a:lnTo>
                <a:lnTo>
                  <a:pt x="122707" y="29751"/>
                </a:lnTo>
                <a:lnTo>
                  <a:pt x="122707" y="39561"/>
                </a:lnTo>
                <a:lnTo>
                  <a:pt x="122922" y="39561"/>
                </a:lnTo>
                <a:cubicBezTo>
                  <a:pt x="127392" y="32092"/>
                  <a:pt x="133884" y="28357"/>
                  <a:pt x="142396" y="28357"/>
                </a:cubicBezTo>
                <a:cubicBezTo>
                  <a:pt x="148905" y="28357"/>
                  <a:pt x="153859" y="30439"/>
                  <a:pt x="157257" y="34602"/>
                </a:cubicBezTo>
                <a:cubicBezTo>
                  <a:pt x="160655" y="38765"/>
                  <a:pt x="162353" y="44832"/>
                  <a:pt x="162353" y="52801"/>
                </a:cubicBezTo>
                <a:lnTo>
                  <a:pt x="162353" y="89038"/>
                </a:lnTo>
                <a:close/>
                <a:moveTo>
                  <a:pt x="220861" y="86358"/>
                </a:moveTo>
                <a:cubicBezTo>
                  <a:pt x="216319" y="89074"/>
                  <a:pt x="210847" y="90432"/>
                  <a:pt x="204445" y="90432"/>
                </a:cubicBezTo>
                <a:cubicBezTo>
                  <a:pt x="195861" y="90432"/>
                  <a:pt x="188958" y="87680"/>
                  <a:pt x="183736" y="82177"/>
                </a:cubicBezTo>
                <a:cubicBezTo>
                  <a:pt x="178514" y="76673"/>
                  <a:pt x="175903" y="69544"/>
                  <a:pt x="175903" y="60788"/>
                </a:cubicBezTo>
                <a:cubicBezTo>
                  <a:pt x="175903" y="51068"/>
                  <a:pt x="178720" y="43233"/>
                  <a:pt x="184353" y="37282"/>
                </a:cubicBezTo>
                <a:cubicBezTo>
                  <a:pt x="189986" y="31332"/>
                  <a:pt x="197524" y="28357"/>
                  <a:pt x="206966" y="28357"/>
                </a:cubicBezTo>
                <a:cubicBezTo>
                  <a:pt x="212403" y="28357"/>
                  <a:pt x="217052" y="29322"/>
                  <a:pt x="220915" y="31252"/>
                </a:cubicBezTo>
                <a:lnTo>
                  <a:pt x="220915" y="41651"/>
                </a:lnTo>
                <a:cubicBezTo>
                  <a:pt x="216730" y="38578"/>
                  <a:pt x="212081" y="37041"/>
                  <a:pt x="206966" y="37041"/>
                </a:cubicBezTo>
                <a:cubicBezTo>
                  <a:pt x="200957" y="37041"/>
                  <a:pt x="196066" y="39123"/>
                  <a:pt x="192293" y="43286"/>
                </a:cubicBezTo>
                <a:cubicBezTo>
                  <a:pt x="188520" y="47449"/>
                  <a:pt x="186633" y="52998"/>
                  <a:pt x="186633" y="59931"/>
                </a:cubicBezTo>
                <a:cubicBezTo>
                  <a:pt x="186633" y="66756"/>
                  <a:pt x="188413" y="72099"/>
                  <a:pt x="191971" y="75958"/>
                </a:cubicBezTo>
                <a:cubicBezTo>
                  <a:pt x="195530" y="79818"/>
                  <a:pt x="200332" y="81748"/>
                  <a:pt x="206376" y="81748"/>
                </a:cubicBezTo>
                <a:cubicBezTo>
                  <a:pt x="211491" y="81748"/>
                  <a:pt x="216319" y="80068"/>
                  <a:pt x="220861" y="76709"/>
                </a:cubicBezTo>
                <a:lnTo>
                  <a:pt x="220861" y="86358"/>
                </a:lnTo>
                <a:close/>
                <a:moveTo>
                  <a:pt x="263407" y="88448"/>
                </a:moveTo>
                <a:cubicBezTo>
                  <a:pt x="261118" y="89699"/>
                  <a:pt x="258025" y="90325"/>
                  <a:pt x="254126" y="90325"/>
                </a:cubicBezTo>
                <a:cubicBezTo>
                  <a:pt x="243504" y="90325"/>
                  <a:pt x="238192" y="84446"/>
                  <a:pt x="238192" y="72689"/>
                </a:cubicBezTo>
                <a:lnTo>
                  <a:pt x="238192" y="38435"/>
                </a:lnTo>
                <a:lnTo>
                  <a:pt x="227999" y="38435"/>
                </a:lnTo>
                <a:lnTo>
                  <a:pt x="227999" y="29751"/>
                </a:lnTo>
                <a:lnTo>
                  <a:pt x="238192" y="29751"/>
                </a:lnTo>
                <a:lnTo>
                  <a:pt x="238192" y="15492"/>
                </a:lnTo>
                <a:lnTo>
                  <a:pt x="248654" y="12168"/>
                </a:lnTo>
                <a:lnTo>
                  <a:pt x="248654" y="29751"/>
                </a:lnTo>
                <a:lnTo>
                  <a:pt x="263407" y="29751"/>
                </a:lnTo>
                <a:lnTo>
                  <a:pt x="263407" y="38435"/>
                </a:lnTo>
                <a:lnTo>
                  <a:pt x="248654" y="38435"/>
                </a:lnTo>
                <a:lnTo>
                  <a:pt x="248654" y="70812"/>
                </a:lnTo>
                <a:cubicBezTo>
                  <a:pt x="248654" y="74708"/>
                  <a:pt x="249316" y="77495"/>
                  <a:pt x="250639" y="79175"/>
                </a:cubicBezTo>
                <a:cubicBezTo>
                  <a:pt x="251962" y="80854"/>
                  <a:pt x="254162" y="81694"/>
                  <a:pt x="257238" y="81694"/>
                </a:cubicBezTo>
                <a:cubicBezTo>
                  <a:pt x="259598" y="81694"/>
                  <a:pt x="261655" y="81033"/>
                  <a:pt x="263407" y="79711"/>
                </a:cubicBezTo>
                <a:lnTo>
                  <a:pt x="263407" y="88448"/>
                </a:lnTo>
                <a:close/>
                <a:moveTo>
                  <a:pt x="274615" y="8845"/>
                </a:moveTo>
                <a:cubicBezTo>
                  <a:pt x="274615" y="6987"/>
                  <a:pt x="275250" y="5423"/>
                  <a:pt x="276519" y="4154"/>
                </a:cubicBezTo>
                <a:cubicBezTo>
                  <a:pt x="277789" y="2886"/>
                  <a:pt x="279354" y="2251"/>
                  <a:pt x="281214" y="2251"/>
                </a:cubicBezTo>
                <a:cubicBezTo>
                  <a:pt x="283109" y="2251"/>
                  <a:pt x="284710" y="2877"/>
                  <a:pt x="286015" y="4128"/>
                </a:cubicBezTo>
                <a:cubicBezTo>
                  <a:pt x="287321" y="5378"/>
                  <a:pt x="287973" y="6951"/>
                  <a:pt x="287973" y="8845"/>
                </a:cubicBezTo>
                <a:cubicBezTo>
                  <a:pt x="287973" y="10703"/>
                  <a:pt x="287321" y="12249"/>
                  <a:pt x="286015" y="13482"/>
                </a:cubicBezTo>
                <a:cubicBezTo>
                  <a:pt x="284710" y="14715"/>
                  <a:pt x="283109" y="15331"/>
                  <a:pt x="281214" y="15331"/>
                </a:cubicBezTo>
                <a:cubicBezTo>
                  <a:pt x="279318" y="15331"/>
                  <a:pt x="277744" y="14715"/>
                  <a:pt x="276492" y="13482"/>
                </a:cubicBezTo>
                <a:cubicBezTo>
                  <a:pt x="275241" y="12249"/>
                  <a:pt x="274615" y="10703"/>
                  <a:pt x="274615" y="8845"/>
                </a:cubicBezTo>
                <a:moveTo>
                  <a:pt x="275849" y="89038"/>
                </a:moveTo>
                <a:lnTo>
                  <a:pt x="275849" y="29751"/>
                </a:lnTo>
                <a:lnTo>
                  <a:pt x="286364" y="29751"/>
                </a:lnTo>
                <a:lnTo>
                  <a:pt x="286364" y="89038"/>
                </a:lnTo>
                <a:lnTo>
                  <a:pt x="275849" y="89038"/>
                </a:lnTo>
                <a:close/>
                <a:moveTo>
                  <a:pt x="301158" y="60038"/>
                </a:moveTo>
                <a:cubicBezTo>
                  <a:pt x="301158" y="50246"/>
                  <a:pt x="303895" y="42518"/>
                  <a:pt x="309367" y="36854"/>
                </a:cubicBezTo>
                <a:cubicBezTo>
                  <a:pt x="314839" y="31189"/>
                  <a:pt x="322260" y="28357"/>
                  <a:pt x="331631" y="28357"/>
                </a:cubicBezTo>
                <a:cubicBezTo>
                  <a:pt x="340537" y="28357"/>
                  <a:pt x="347520" y="31082"/>
                  <a:pt x="352581" y="36532"/>
                </a:cubicBezTo>
                <a:cubicBezTo>
                  <a:pt x="357642" y="41982"/>
                  <a:pt x="360172" y="49513"/>
                  <a:pt x="360172" y="59126"/>
                </a:cubicBezTo>
                <a:cubicBezTo>
                  <a:pt x="360172" y="68489"/>
                  <a:pt x="357472" y="76048"/>
                  <a:pt x="352071" y="81801"/>
                </a:cubicBezTo>
                <a:cubicBezTo>
                  <a:pt x="346671" y="87555"/>
                  <a:pt x="339428" y="90432"/>
                  <a:pt x="330343" y="90432"/>
                </a:cubicBezTo>
                <a:cubicBezTo>
                  <a:pt x="321474" y="90432"/>
                  <a:pt x="314392" y="87644"/>
                  <a:pt x="309099" y="82069"/>
                </a:cubicBezTo>
                <a:cubicBezTo>
                  <a:pt x="303805" y="76494"/>
                  <a:pt x="301158" y="69151"/>
                  <a:pt x="301158" y="60038"/>
                </a:cubicBezTo>
                <a:moveTo>
                  <a:pt x="311888" y="59716"/>
                </a:moveTo>
                <a:cubicBezTo>
                  <a:pt x="311888" y="66542"/>
                  <a:pt x="313614" y="71920"/>
                  <a:pt x="317065" y="75851"/>
                </a:cubicBezTo>
                <a:cubicBezTo>
                  <a:pt x="320517" y="79782"/>
                  <a:pt x="325157" y="81748"/>
                  <a:pt x="330987" y="81748"/>
                </a:cubicBezTo>
                <a:cubicBezTo>
                  <a:pt x="336996" y="81748"/>
                  <a:pt x="341574" y="79827"/>
                  <a:pt x="344721" y="75985"/>
                </a:cubicBezTo>
                <a:cubicBezTo>
                  <a:pt x="347869" y="72144"/>
                  <a:pt x="349442" y="66631"/>
                  <a:pt x="349442" y="59448"/>
                </a:cubicBezTo>
                <a:cubicBezTo>
                  <a:pt x="349442" y="52229"/>
                  <a:pt x="347869" y="46690"/>
                  <a:pt x="344721" y="42830"/>
                </a:cubicBezTo>
                <a:cubicBezTo>
                  <a:pt x="341574" y="38971"/>
                  <a:pt x="336996" y="37041"/>
                  <a:pt x="330987" y="37041"/>
                </a:cubicBezTo>
                <a:cubicBezTo>
                  <a:pt x="325086" y="37041"/>
                  <a:pt x="320427" y="39060"/>
                  <a:pt x="317012" y="43099"/>
                </a:cubicBezTo>
                <a:cubicBezTo>
                  <a:pt x="313596" y="47137"/>
                  <a:pt x="311888" y="52676"/>
                  <a:pt x="311888" y="59716"/>
                </a:cubicBezTo>
                <a:close/>
                <a:moveTo>
                  <a:pt x="425169" y="89038"/>
                </a:moveTo>
                <a:lnTo>
                  <a:pt x="414708" y="89038"/>
                </a:lnTo>
                <a:lnTo>
                  <a:pt x="414708" y="55320"/>
                </a:lnTo>
                <a:cubicBezTo>
                  <a:pt x="414708" y="43134"/>
                  <a:pt x="410255" y="37041"/>
                  <a:pt x="401349" y="37041"/>
                </a:cubicBezTo>
                <a:cubicBezTo>
                  <a:pt x="396735" y="37041"/>
                  <a:pt x="392944" y="38757"/>
                  <a:pt x="389976" y="42187"/>
                </a:cubicBezTo>
                <a:cubicBezTo>
                  <a:pt x="387007" y="45618"/>
                  <a:pt x="385523" y="49960"/>
                  <a:pt x="385523" y="55213"/>
                </a:cubicBezTo>
                <a:lnTo>
                  <a:pt x="385523" y="89038"/>
                </a:lnTo>
                <a:lnTo>
                  <a:pt x="375008" y="89038"/>
                </a:lnTo>
                <a:lnTo>
                  <a:pt x="375008" y="29751"/>
                </a:lnTo>
                <a:lnTo>
                  <a:pt x="385523" y="29751"/>
                </a:lnTo>
                <a:lnTo>
                  <a:pt x="385523" y="39561"/>
                </a:lnTo>
                <a:lnTo>
                  <a:pt x="385737" y="39561"/>
                </a:lnTo>
                <a:cubicBezTo>
                  <a:pt x="390208" y="32092"/>
                  <a:pt x="396700" y="28357"/>
                  <a:pt x="405212" y="28357"/>
                </a:cubicBezTo>
                <a:cubicBezTo>
                  <a:pt x="411721" y="28357"/>
                  <a:pt x="416675" y="30439"/>
                  <a:pt x="420073" y="34602"/>
                </a:cubicBezTo>
                <a:cubicBezTo>
                  <a:pt x="423470" y="38765"/>
                  <a:pt x="425169" y="44832"/>
                  <a:pt x="425169" y="52801"/>
                </a:cubicBezTo>
                <a:lnTo>
                  <a:pt x="425169" y="89038"/>
                </a:lnTo>
                <a:close/>
                <a:moveTo>
                  <a:pt x="439363" y="76226"/>
                </a:moveTo>
                <a:cubicBezTo>
                  <a:pt x="444657" y="80050"/>
                  <a:pt x="450361" y="81962"/>
                  <a:pt x="456477" y="81962"/>
                </a:cubicBezTo>
                <a:cubicBezTo>
                  <a:pt x="464668" y="81962"/>
                  <a:pt x="468763" y="79282"/>
                  <a:pt x="468763" y="73921"/>
                </a:cubicBezTo>
                <a:cubicBezTo>
                  <a:pt x="468763" y="71634"/>
                  <a:pt x="467869" y="69749"/>
                  <a:pt x="466080" y="68266"/>
                </a:cubicBezTo>
                <a:cubicBezTo>
                  <a:pt x="464292" y="66783"/>
                  <a:pt x="460662" y="65023"/>
                  <a:pt x="455190" y="62986"/>
                </a:cubicBezTo>
                <a:cubicBezTo>
                  <a:pt x="448609" y="60341"/>
                  <a:pt x="444335" y="57724"/>
                  <a:pt x="442368" y="55133"/>
                </a:cubicBezTo>
                <a:cubicBezTo>
                  <a:pt x="440400" y="52542"/>
                  <a:pt x="439417" y="49406"/>
                  <a:pt x="439417" y="45725"/>
                </a:cubicBezTo>
                <a:cubicBezTo>
                  <a:pt x="439417" y="40472"/>
                  <a:pt x="441643" y="36264"/>
                  <a:pt x="446096" y="33101"/>
                </a:cubicBezTo>
                <a:cubicBezTo>
                  <a:pt x="450549" y="29938"/>
                  <a:pt x="456030" y="28357"/>
                  <a:pt x="462540" y="28357"/>
                </a:cubicBezTo>
                <a:cubicBezTo>
                  <a:pt x="467583" y="28357"/>
                  <a:pt x="472268" y="29233"/>
                  <a:pt x="476596" y="30984"/>
                </a:cubicBezTo>
                <a:lnTo>
                  <a:pt x="476596" y="41115"/>
                </a:lnTo>
                <a:cubicBezTo>
                  <a:pt x="472161" y="38256"/>
                  <a:pt x="467135" y="36827"/>
                  <a:pt x="461520" y="36827"/>
                </a:cubicBezTo>
                <a:cubicBezTo>
                  <a:pt x="458158" y="36827"/>
                  <a:pt x="455422" y="37559"/>
                  <a:pt x="453312" y="39025"/>
                </a:cubicBezTo>
                <a:cubicBezTo>
                  <a:pt x="451202" y="40490"/>
                  <a:pt x="450147" y="42420"/>
                  <a:pt x="450147" y="44814"/>
                </a:cubicBezTo>
                <a:cubicBezTo>
                  <a:pt x="450147" y="47173"/>
                  <a:pt x="450907" y="49013"/>
                  <a:pt x="452427" y="50335"/>
                </a:cubicBezTo>
                <a:cubicBezTo>
                  <a:pt x="453947" y="51657"/>
                  <a:pt x="457318" y="53355"/>
                  <a:pt x="462540" y="55428"/>
                </a:cubicBezTo>
                <a:cubicBezTo>
                  <a:pt x="469156" y="57894"/>
                  <a:pt x="473627" y="60449"/>
                  <a:pt x="475952" y="63093"/>
                </a:cubicBezTo>
                <a:cubicBezTo>
                  <a:pt x="478277" y="65738"/>
                  <a:pt x="479439" y="69008"/>
                  <a:pt x="479439" y="72903"/>
                </a:cubicBezTo>
                <a:cubicBezTo>
                  <a:pt x="479439" y="78335"/>
                  <a:pt x="477213" y="82614"/>
                  <a:pt x="472760" y="85741"/>
                </a:cubicBezTo>
                <a:cubicBezTo>
                  <a:pt x="468307" y="88868"/>
                  <a:pt x="462540" y="90432"/>
                  <a:pt x="455458" y="90432"/>
                </a:cubicBezTo>
                <a:cubicBezTo>
                  <a:pt x="449306" y="90432"/>
                  <a:pt x="443941" y="89270"/>
                  <a:pt x="439363" y="86947"/>
                </a:cubicBezTo>
                <a:lnTo>
                  <a:pt x="439363" y="76226"/>
                </a:lnTo>
                <a:close/>
                <a:moveTo>
                  <a:pt x="490556" y="35272"/>
                </a:moveTo>
                <a:cubicBezTo>
                  <a:pt x="490556" y="33342"/>
                  <a:pt x="491236" y="31734"/>
                  <a:pt x="492595" y="30448"/>
                </a:cubicBezTo>
                <a:cubicBezTo>
                  <a:pt x="493954" y="29161"/>
                  <a:pt x="495581" y="28518"/>
                  <a:pt x="497477" y="28518"/>
                </a:cubicBezTo>
                <a:cubicBezTo>
                  <a:pt x="499408" y="28518"/>
                  <a:pt x="501054" y="29170"/>
                  <a:pt x="502413" y="30475"/>
                </a:cubicBezTo>
                <a:cubicBezTo>
                  <a:pt x="503772" y="31779"/>
                  <a:pt x="504451" y="33378"/>
                  <a:pt x="504451" y="35272"/>
                </a:cubicBezTo>
                <a:cubicBezTo>
                  <a:pt x="504451" y="37166"/>
                  <a:pt x="503790" y="38774"/>
                  <a:pt x="502466" y="40097"/>
                </a:cubicBezTo>
                <a:cubicBezTo>
                  <a:pt x="501143" y="41419"/>
                  <a:pt x="499462" y="42080"/>
                  <a:pt x="497423" y="42080"/>
                </a:cubicBezTo>
                <a:cubicBezTo>
                  <a:pt x="495492" y="42080"/>
                  <a:pt x="493865" y="41419"/>
                  <a:pt x="492541" y="40097"/>
                </a:cubicBezTo>
                <a:cubicBezTo>
                  <a:pt x="491218" y="38774"/>
                  <a:pt x="490556" y="37166"/>
                  <a:pt x="490556" y="35272"/>
                </a:cubicBezTo>
                <a:moveTo>
                  <a:pt x="490556" y="83517"/>
                </a:moveTo>
                <a:cubicBezTo>
                  <a:pt x="490556" y="81587"/>
                  <a:pt x="491218" y="79961"/>
                  <a:pt x="492541" y="78639"/>
                </a:cubicBezTo>
                <a:cubicBezTo>
                  <a:pt x="493865" y="77316"/>
                  <a:pt x="495510" y="76655"/>
                  <a:pt x="497477" y="76655"/>
                </a:cubicBezTo>
                <a:cubicBezTo>
                  <a:pt x="499480" y="76655"/>
                  <a:pt x="501143" y="77325"/>
                  <a:pt x="502466" y="78666"/>
                </a:cubicBezTo>
                <a:cubicBezTo>
                  <a:pt x="503790" y="80006"/>
                  <a:pt x="504451" y="81623"/>
                  <a:pt x="504451" y="83517"/>
                </a:cubicBezTo>
                <a:cubicBezTo>
                  <a:pt x="504451" y="85375"/>
                  <a:pt x="503790" y="86974"/>
                  <a:pt x="502466" y="88314"/>
                </a:cubicBezTo>
                <a:cubicBezTo>
                  <a:pt x="501143" y="89655"/>
                  <a:pt x="499462" y="90325"/>
                  <a:pt x="497423" y="90325"/>
                </a:cubicBezTo>
                <a:cubicBezTo>
                  <a:pt x="495456" y="90325"/>
                  <a:pt x="493820" y="89655"/>
                  <a:pt x="492514" y="88314"/>
                </a:cubicBezTo>
                <a:cubicBezTo>
                  <a:pt x="491209" y="86974"/>
                  <a:pt x="490556" y="85375"/>
                  <a:pt x="490556" y="83517"/>
                </a:cubicBezTo>
                <a:close/>
                <a:moveTo>
                  <a:pt x="550041" y="73439"/>
                </a:moveTo>
                <a:cubicBezTo>
                  <a:pt x="552580" y="75655"/>
                  <a:pt x="555978" y="77477"/>
                  <a:pt x="560234" y="78907"/>
                </a:cubicBezTo>
                <a:cubicBezTo>
                  <a:pt x="564490" y="80336"/>
                  <a:pt x="568532" y="81051"/>
                  <a:pt x="572358" y="81051"/>
                </a:cubicBezTo>
                <a:cubicBezTo>
                  <a:pt x="584018" y="81051"/>
                  <a:pt x="589848" y="76905"/>
                  <a:pt x="589848" y="68615"/>
                </a:cubicBezTo>
                <a:cubicBezTo>
                  <a:pt x="589848" y="66292"/>
                  <a:pt x="589222" y="64201"/>
                  <a:pt x="587970" y="62343"/>
                </a:cubicBezTo>
                <a:cubicBezTo>
                  <a:pt x="586718" y="60484"/>
                  <a:pt x="585002" y="58841"/>
                  <a:pt x="582820" y="57411"/>
                </a:cubicBezTo>
                <a:cubicBezTo>
                  <a:pt x="580638" y="55982"/>
                  <a:pt x="576543" y="53784"/>
                  <a:pt x="570534" y="50818"/>
                </a:cubicBezTo>
                <a:cubicBezTo>
                  <a:pt x="562201" y="46672"/>
                  <a:pt x="556711" y="42822"/>
                  <a:pt x="554064" y="39266"/>
                </a:cubicBezTo>
                <a:cubicBezTo>
                  <a:pt x="551418" y="35710"/>
                  <a:pt x="550094" y="31645"/>
                  <a:pt x="550094" y="27071"/>
                </a:cubicBezTo>
                <a:cubicBezTo>
                  <a:pt x="550094" y="20173"/>
                  <a:pt x="552866" y="14706"/>
                  <a:pt x="558410" y="10667"/>
                </a:cubicBezTo>
                <a:cubicBezTo>
                  <a:pt x="563953" y="6629"/>
                  <a:pt x="570946" y="4610"/>
                  <a:pt x="579386" y="4610"/>
                </a:cubicBezTo>
                <a:cubicBezTo>
                  <a:pt x="587648" y="4610"/>
                  <a:pt x="593711" y="5611"/>
                  <a:pt x="597573" y="7612"/>
                </a:cubicBezTo>
                <a:lnTo>
                  <a:pt x="597573" y="19298"/>
                </a:lnTo>
                <a:cubicBezTo>
                  <a:pt x="592566" y="15831"/>
                  <a:pt x="586236" y="14098"/>
                  <a:pt x="578582" y="14098"/>
                </a:cubicBezTo>
                <a:cubicBezTo>
                  <a:pt x="573503" y="14098"/>
                  <a:pt x="569363" y="15161"/>
                  <a:pt x="566162" y="17288"/>
                </a:cubicBezTo>
                <a:cubicBezTo>
                  <a:pt x="562961" y="19414"/>
                  <a:pt x="561360" y="22371"/>
                  <a:pt x="561360" y="26159"/>
                </a:cubicBezTo>
                <a:cubicBezTo>
                  <a:pt x="561360" y="29519"/>
                  <a:pt x="562469" y="32252"/>
                  <a:pt x="564687" y="34361"/>
                </a:cubicBezTo>
                <a:cubicBezTo>
                  <a:pt x="566904" y="36469"/>
                  <a:pt x="571715" y="39346"/>
                  <a:pt x="579118" y="42991"/>
                </a:cubicBezTo>
                <a:cubicBezTo>
                  <a:pt x="587273" y="46887"/>
                  <a:pt x="592978" y="50782"/>
                  <a:pt x="596232" y="54677"/>
                </a:cubicBezTo>
                <a:cubicBezTo>
                  <a:pt x="599487" y="58573"/>
                  <a:pt x="601114" y="62950"/>
                  <a:pt x="601114" y="67810"/>
                </a:cubicBezTo>
                <a:cubicBezTo>
                  <a:pt x="601114" y="75101"/>
                  <a:pt x="598468" y="80694"/>
                  <a:pt x="593174" y="84589"/>
                </a:cubicBezTo>
                <a:cubicBezTo>
                  <a:pt x="587881" y="88484"/>
                  <a:pt x="580531" y="90432"/>
                  <a:pt x="571125" y="90432"/>
                </a:cubicBezTo>
                <a:cubicBezTo>
                  <a:pt x="567834" y="90432"/>
                  <a:pt x="563998" y="89976"/>
                  <a:pt x="559617" y="89065"/>
                </a:cubicBezTo>
                <a:cubicBezTo>
                  <a:pt x="555236" y="88154"/>
                  <a:pt x="552043" y="87019"/>
                  <a:pt x="550041" y="85661"/>
                </a:cubicBezTo>
                <a:lnTo>
                  <a:pt x="550041" y="73439"/>
                </a:lnTo>
                <a:close/>
                <a:moveTo>
                  <a:pt x="664297" y="62075"/>
                </a:moveTo>
                <a:lnTo>
                  <a:pt x="622772" y="62075"/>
                </a:lnTo>
                <a:cubicBezTo>
                  <a:pt x="622951" y="68400"/>
                  <a:pt x="624686" y="73287"/>
                  <a:pt x="627976" y="76736"/>
                </a:cubicBezTo>
                <a:cubicBezTo>
                  <a:pt x="631267" y="80184"/>
                  <a:pt x="635863" y="81909"/>
                  <a:pt x="641764" y="81909"/>
                </a:cubicBezTo>
                <a:cubicBezTo>
                  <a:pt x="648417" y="81909"/>
                  <a:pt x="654515" y="79782"/>
                  <a:pt x="660058" y="75530"/>
                </a:cubicBezTo>
                <a:lnTo>
                  <a:pt x="660058" y="84911"/>
                </a:lnTo>
                <a:cubicBezTo>
                  <a:pt x="654837" y="88591"/>
                  <a:pt x="647916" y="90432"/>
                  <a:pt x="639296" y="90432"/>
                </a:cubicBezTo>
                <a:cubicBezTo>
                  <a:pt x="630712" y="90432"/>
                  <a:pt x="624015" y="87716"/>
                  <a:pt x="619205" y="82284"/>
                </a:cubicBezTo>
                <a:cubicBezTo>
                  <a:pt x="614394" y="76852"/>
                  <a:pt x="611989" y="69311"/>
                  <a:pt x="611989" y="59662"/>
                </a:cubicBezTo>
                <a:cubicBezTo>
                  <a:pt x="611989" y="50585"/>
                  <a:pt x="614627" y="43099"/>
                  <a:pt x="619902" y="37202"/>
                </a:cubicBezTo>
                <a:cubicBezTo>
                  <a:pt x="625178" y="31305"/>
                  <a:pt x="631732" y="28357"/>
                  <a:pt x="639565" y="28357"/>
                </a:cubicBezTo>
                <a:cubicBezTo>
                  <a:pt x="647326" y="28357"/>
                  <a:pt x="653388" y="30850"/>
                  <a:pt x="657752" y="35835"/>
                </a:cubicBezTo>
                <a:cubicBezTo>
                  <a:pt x="662115" y="40820"/>
                  <a:pt x="664297" y="47798"/>
                  <a:pt x="664297" y="56768"/>
                </a:cubicBezTo>
                <a:lnTo>
                  <a:pt x="664297" y="62075"/>
                </a:lnTo>
                <a:moveTo>
                  <a:pt x="653782" y="53659"/>
                </a:moveTo>
                <a:cubicBezTo>
                  <a:pt x="653746" y="48298"/>
                  <a:pt x="652476" y="44153"/>
                  <a:pt x="649972" y="41222"/>
                </a:cubicBezTo>
                <a:cubicBezTo>
                  <a:pt x="647469" y="38292"/>
                  <a:pt x="643946" y="36827"/>
                  <a:pt x="639404" y="36827"/>
                </a:cubicBezTo>
                <a:cubicBezTo>
                  <a:pt x="635219" y="36827"/>
                  <a:pt x="631598" y="38381"/>
                  <a:pt x="628540" y="41490"/>
                </a:cubicBezTo>
                <a:cubicBezTo>
                  <a:pt x="625482" y="44599"/>
                  <a:pt x="623559" y="48656"/>
                  <a:pt x="622772" y="53659"/>
                </a:cubicBezTo>
                <a:lnTo>
                  <a:pt x="653782" y="53659"/>
                </a:lnTo>
                <a:close/>
                <a:moveTo>
                  <a:pt x="728419" y="89038"/>
                </a:moveTo>
                <a:lnTo>
                  <a:pt x="717957" y="89038"/>
                </a:lnTo>
                <a:lnTo>
                  <a:pt x="717957" y="55320"/>
                </a:lnTo>
                <a:cubicBezTo>
                  <a:pt x="717957" y="43134"/>
                  <a:pt x="713504" y="37041"/>
                  <a:pt x="704598" y="37041"/>
                </a:cubicBezTo>
                <a:cubicBezTo>
                  <a:pt x="699985" y="37041"/>
                  <a:pt x="696194" y="38757"/>
                  <a:pt x="693225" y="42187"/>
                </a:cubicBezTo>
                <a:cubicBezTo>
                  <a:pt x="690256" y="45618"/>
                  <a:pt x="688772" y="49960"/>
                  <a:pt x="688772" y="55213"/>
                </a:cubicBezTo>
                <a:lnTo>
                  <a:pt x="688772" y="89038"/>
                </a:lnTo>
                <a:lnTo>
                  <a:pt x="678257" y="89038"/>
                </a:lnTo>
                <a:lnTo>
                  <a:pt x="678257" y="29751"/>
                </a:lnTo>
                <a:lnTo>
                  <a:pt x="688772" y="29751"/>
                </a:lnTo>
                <a:lnTo>
                  <a:pt x="688772" y="39561"/>
                </a:lnTo>
                <a:lnTo>
                  <a:pt x="688987" y="39561"/>
                </a:lnTo>
                <a:cubicBezTo>
                  <a:pt x="693457" y="32092"/>
                  <a:pt x="699949" y="28357"/>
                  <a:pt x="708461" y="28357"/>
                </a:cubicBezTo>
                <a:cubicBezTo>
                  <a:pt x="714971" y="28357"/>
                  <a:pt x="719924" y="30439"/>
                  <a:pt x="723322" y="34602"/>
                </a:cubicBezTo>
                <a:cubicBezTo>
                  <a:pt x="726720" y="38765"/>
                  <a:pt x="728419" y="44832"/>
                  <a:pt x="728419" y="52801"/>
                </a:cubicBezTo>
                <a:lnTo>
                  <a:pt x="728419" y="89038"/>
                </a:lnTo>
                <a:close/>
                <a:moveTo>
                  <a:pt x="797441" y="89038"/>
                </a:moveTo>
                <a:lnTo>
                  <a:pt x="786926" y="89038"/>
                </a:lnTo>
                <a:lnTo>
                  <a:pt x="786926" y="79175"/>
                </a:lnTo>
                <a:lnTo>
                  <a:pt x="786712" y="79175"/>
                </a:lnTo>
                <a:cubicBezTo>
                  <a:pt x="782384" y="86679"/>
                  <a:pt x="775660" y="90432"/>
                  <a:pt x="766540" y="90432"/>
                </a:cubicBezTo>
                <a:cubicBezTo>
                  <a:pt x="759029" y="90432"/>
                  <a:pt x="753056" y="87761"/>
                  <a:pt x="748621" y="82418"/>
                </a:cubicBezTo>
                <a:cubicBezTo>
                  <a:pt x="744186" y="77075"/>
                  <a:pt x="741968" y="69865"/>
                  <a:pt x="741968" y="60788"/>
                </a:cubicBezTo>
                <a:cubicBezTo>
                  <a:pt x="741968" y="50996"/>
                  <a:pt x="744472" y="43143"/>
                  <a:pt x="749479" y="37229"/>
                </a:cubicBezTo>
                <a:cubicBezTo>
                  <a:pt x="754487" y="31314"/>
                  <a:pt x="761032" y="28357"/>
                  <a:pt x="769115" y="28357"/>
                </a:cubicBezTo>
                <a:cubicBezTo>
                  <a:pt x="777198" y="28357"/>
                  <a:pt x="783064" y="31502"/>
                  <a:pt x="786712" y="37792"/>
                </a:cubicBezTo>
                <a:lnTo>
                  <a:pt x="786926" y="37792"/>
                </a:lnTo>
                <a:lnTo>
                  <a:pt x="786926" y="1287"/>
                </a:lnTo>
                <a:lnTo>
                  <a:pt x="797441" y="1287"/>
                </a:lnTo>
                <a:lnTo>
                  <a:pt x="797441" y="89038"/>
                </a:lnTo>
                <a:moveTo>
                  <a:pt x="786980" y="53766"/>
                </a:moveTo>
                <a:cubicBezTo>
                  <a:pt x="786980" y="49013"/>
                  <a:pt x="785415" y="45037"/>
                  <a:pt x="782286" y="41839"/>
                </a:cubicBezTo>
                <a:cubicBezTo>
                  <a:pt x="779156" y="38640"/>
                  <a:pt x="775302" y="37041"/>
                  <a:pt x="770724" y="37041"/>
                </a:cubicBezTo>
                <a:cubicBezTo>
                  <a:pt x="765145" y="37041"/>
                  <a:pt x="760746" y="39123"/>
                  <a:pt x="757527" y="43286"/>
                </a:cubicBezTo>
                <a:cubicBezTo>
                  <a:pt x="754308" y="47449"/>
                  <a:pt x="752698" y="53123"/>
                  <a:pt x="752698" y="60306"/>
                </a:cubicBezTo>
                <a:cubicBezTo>
                  <a:pt x="752698" y="66917"/>
                  <a:pt x="754245" y="72144"/>
                  <a:pt x="757339" y="75985"/>
                </a:cubicBezTo>
                <a:cubicBezTo>
                  <a:pt x="760433" y="79827"/>
                  <a:pt x="764555" y="81748"/>
                  <a:pt x="769705" y="81748"/>
                </a:cubicBezTo>
                <a:cubicBezTo>
                  <a:pt x="774784" y="81748"/>
                  <a:pt x="778933" y="79863"/>
                  <a:pt x="782151" y="76092"/>
                </a:cubicBezTo>
                <a:cubicBezTo>
                  <a:pt x="785370" y="72322"/>
                  <a:pt x="786980" y="67632"/>
                  <a:pt x="786980" y="62021"/>
                </a:cubicBezTo>
                <a:lnTo>
                  <a:pt x="786980" y="53766"/>
                </a:lnTo>
                <a:close/>
                <a:moveTo>
                  <a:pt x="867814" y="15545"/>
                </a:moveTo>
                <a:lnTo>
                  <a:pt x="843833" y="15545"/>
                </a:lnTo>
                <a:lnTo>
                  <a:pt x="843833" y="89038"/>
                </a:lnTo>
                <a:lnTo>
                  <a:pt x="833049" y="89038"/>
                </a:lnTo>
                <a:lnTo>
                  <a:pt x="833049" y="15545"/>
                </a:lnTo>
                <a:lnTo>
                  <a:pt x="809176" y="15545"/>
                </a:lnTo>
                <a:lnTo>
                  <a:pt x="809176" y="6004"/>
                </a:lnTo>
                <a:lnTo>
                  <a:pt x="867814" y="6004"/>
                </a:lnTo>
                <a:lnTo>
                  <a:pt x="867814" y="1554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xn,...">
            <a:extLst xmlns:a="http://schemas.openxmlformats.org/drawingml/2006/main">
              <a:ext uri="{FF2B5EF4-FFF2-40B4-BE49-F238E27FC236}">
                <a16:creationId xmlns:a16="http://schemas.microsoft.com/office/drawing/2014/main" id="{45863D50-4D1B-44DD-8FDC-B3FC2299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973" y="3666724"/>
            <a:ext cx="254232" cy="75905"/>
          </a:xfrm>
          <a:custGeom xmlns:a="http://schemas.openxmlformats.org/drawingml/2006/main">
            <a:pathLst>
              <a:path w="254232" h="75905">
                <a:moveTo>
                  <a:pt x="52898" y="1394"/>
                </a:moveTo>
                <a:lnTo>
                  <a:pt x="33048" y="31252"/>
                </a:lnTo>
                <a:lnTo>
                  <a:pt x="52630" y="60681"/>
                </a:lnTo>
                <a:lnTo>
                  <a:pt x="40398" y="60681"/>
                </a:lnTo>
                <a:lnTo>
                  <a:pt x="29078" y="41812"/>
                </a:lnTo>
                <a:cubicBezTo>
                  <a:pt x="28470" y="40811"/>
                  <a:pt x="27611" y="39275"/>
                  <a:pt x="26503" y="37202"/>
                </a:cubicBezTo>
                <a:lnTo>
                  <a:pt x="26288" y="37202"/>
                </a:lnTo>
                <a:cubicBezTo>
                  <a:pt x="26252" y="37416"/>
                  <a:pt x="25358" y="38953"/>
                  <a:pt x="23605" y="41812"/>
                </a:cubicBezTo>
                <a:lnTo>
                  <a:pt x="12071" y="60681"/>
                </a:lnTo>
                <a:lnTo>
                  <a:pt x="0" y="60681"/>
                </a:lnTo>
                <a:lnTo>
                  <a:pt x="20172" y="31573"/>
                </a:lnTo>
                <a:lnTo>
                  <a:pt x="912" y="1394"/>
                </a:lnTo>
                <a:lnTo>
                  <a:pt x="13144" y="1394"/>
                </a:lnTo>
                <a:lnTo>
                  <a:pt x="24249" y="21228"/>
                </a:lnTo>
                <a:cubicBezTo>
                  <a:pt x="24929" y="22443"/>
                  <a:pt x="25751" y="24015"/>
                  <a:pt x="26717" y="25945"/>
                </a:cubicBezTo>
                <a:lnTo>
                  <a:pt x="26932" y="25945"/>
                </a:lnTo>
                <a:lnTo>
                  <a:pt x="41363" y="1394"/>
                </a:lnTo>
                <a:lnTo>
                  <a:pt x="52898" y="1394"/>
                </a:lnTo>
                <a:close/>
                <a:moveTo>
                  <a:pt x="113861" y="60681"/>
                </a:moveTo>
                <a:lnTo>
                  <a:pt x="103400" y="60681"/>
                </a:lnTo>
                <a:lnTo>
                  <a:pt x="103400" y="26963"/>
                </a:lnTo>
                <a:cubicBezTo>
                  <a:pt x="103400" y="14777"/>
                  <a:pt x="98947" y="8684"/>
                  <a:pt x="90041" y="8684"/>
                </a:cubicBezTo>
                <a:cubicBezTo>
                  <a:pt x="85428" y="8684"/>
                  <a:pt x="81636" y="10399"/>
                  <a:pt x="78668" y="13830"/>
                </a:cubicBezTo>
                <a:cubicBezTo>
                  <a:pt x="75699" y="17261"/>
                  <a:pt x="74215" y="21603"/>
                  <a:pt x="74215" y="26856"/>
                </a:cubicBezTo>
                <a:lnTo>
                  <a:pt x="74215" y="60681"/>
                </a:lnTo>
                <a:lnTo>
                  <a:pt x="63700" y="60681"/>
                </a:lnTo>
                <a:lnTo>
                  <a:pt x="63700" y="1394"/>
                </a:lnTo>
                <a:lnTo>
                  <a:pt x="74215" y="1394"/>
                </a:lnTo>
                <a:lnTo>
                  <a:pt x="74215" y="11203"/>
                </a:lnTo>
                <a:lnTo>
                  <a:pt x="74430" y="11203"/>
                </a:lnTo>
                <a:cubicBezTo>
                  <a:pt x="78900" y="3734"/>
                  <a:pt x="85392" y="0"/>
                  <a:pt x="93904" y="0"/>
                </a:cubicBezTo>
                <a:cubicBezTo>
                  <a:pt x="100413" y="0"/>
                  <a:pt x="105367" y="2082"/>
                  <a:pt x="108765" y="6245"/>
                </a:cubicBezTo>
                <a:cubicBezTo>
                  <a:pt x="112163" y="10408"/>
                  <a:pt x="113861" y="16475"/>
                  <a:pt x="113861" y="24444"/>
                </a:cubicBezTo>
                <a:lnTo>
                  <a:pt x="113861" y="60681"/>
                </a:lnTo>
                <a:close/>
                <a:moveTo>
                  <a:pt x="141038" y="47333"/>
                </a:moveTo>
                <a:lnTo>
                  <a:pt x="131864" y="75905"/>
                </a:lnTo>
                <a:lnTo>
                  <a:pt x="124246" y="75905"/>
                </a:lnTo>
                <a:lnTo>
                  <a:pt x="130899" y="47333"/>
                </a:lnTo>
                <a:lnTo>
                  <a:pt x="141038" y="47333"/>
                </a:lnTo>
                <a:close/>
                <a:moveTo>
                  <a:pt x="187379" y="55160"/>
                </a:moveTo>
                <a:cubicBezTo>
                  <a:pt x="187379" y="53230"/>
                  <a:pt x="188040" y="51604"/>
                  <a:pt x="189364" y="50282"/>
                </a:cubicBezTo>
                <a:cubicBezTo>
                  <a:pt x="190687" y="48959"/>
                  <a:pt x="192332" y="48298"/>
                  <a:pt x="194299" y="48298"/>
                </a:cubicBezTo>
                <a:cubicBezTo>
                  <a:pt x="196302" y="48298"/>
                  <a:pt x="197965" y="48968"/>
                  <a:pt x="199289" y="50308"/>
                </a:cubicBezTo>
                <a:cubicBezTo>
                  <a:pt x="200612" y="51649"/>
                  <a:pt x="201274" y="53266"/>
                  <a:pt x="201274" y="55160"/>
                </a:cubicBezTo>
                <a:cubicBezTo>
                  <a:pt x="201274" y="57018"/>
                  <a:pt x="200612" y="58617"/>
                  <a:pt x="199289" y="59957"/>
                </a:cubicBezTo>
                <a:cubicBezTo>
                  <a:pt x="197965" y="61297"/>
                  <a:pt x="196284" y="61968"/>
                  <a:pt x="194246" y="61968"/>
                </a:cubicBezTo>
                <a:cubicBezTo>
                  <a:pt x="192279" y="61968"/>
                  <a:pt x="190642" y="61297"/>
                  <a:pt x="189337" y="59957"/>
                </a:cubicBezTo>
                <a:cubicBezTo>
                  <a:pt x="188031" y="58617"/>
                  <a:pt x="187379" y="57018"/>
                  <a:pt x="187379" y="55160"/>
                </a:cubicBezTo>
                <a:close/>
                <a:moveTo>
                  <a:pt x="213858" y="55160"/>
                </a:moveTo>
                <a:cubicBezTo>
                  <a:pt x="213858" y="53230"/>
                  <a:pt x="214519" y="51604"/>
                  <a:pt x="215843" y="50282"/>
                </a:cubicBezTo>
                <a:cubicBezTo>
                  <a:pt x="217166" y="48959"/>
                  <a:pt x="218811" y="48298"/>
                  <a:pt x="220778" y="48298"/>
                </a:cubicBezTo>
                <a:cubicBezTo>
                  <a:pt x="222781" y="48298"/>
                  <a:pt x="224444" y="48968"/>
                  <a:pt x="225768" y="50308"/>
                </a:cubicBezTo>
                <a:cubicBezTo>
                  <a:pt x="227091" y="51649"/>
                  <a:pt x="227753" y="53266"/>
                  <a:pt x="227753" y="55160"/>
                </a:cubicBezTo>
                <a:cubicBezTo>
                  <a:pt x="227753" y="57018"/>
                  <a:pt x="227091" y="58617"/>
                  <a:pt x="225768" y="59957"/>
                </a:cubicBezTo>
                <a:cubicBezTo>
                  <a:pt x="224444" y="61297"/>
                  <a:pt x="222763" y="61968"/>
                  <a:pt x="220725" y="61968"/>
                </a:cubicBezTo>
                <a:cubicBezTo>
                  <a:pt x="218758" y="61968"/>
                  <a:pt x="217121" y="61297"/>
                  <a:pt x="215816" y="59957"/>
                </a:cubicBezTo>
                <a:cubicBezTo>
                  <a:pt x="214510" y="58617"/>
                  <a:pt x="213858" y="57018"/>
                  <a:pt x="213858" y="55160"/>
                </a:cubicBezTo>
                <a:close/>
                <a:moveTo>
                  <a:pt x="240337" y="55160"/>
                </a:moveTo>
                <a:cubicBezTo>
                  <a:pt x="240337" y="53230"/>
                  <a:pt x="240999" y="51604"/>
                  <a:pt x="242322" y="50282"/>
                </a:cubicBezTo>
                <a:cubicBezTo>
                  <a:pt x="243646" y="48959"/>
                  <a:pt x="245291" y="48298"/>
                  <a:pt x="247258" y="48298"/>
                </a:cubicBezTo>
                <a:cubicBezTo>
                  <a:pt x="249261" y="48298"/>
                  <a:pt x="250924" y="48968"/>
                  <a:pt x="252247" y="50308"/>
                </a:cubicBezTo>
                <a:cubicBezTo>
                  <a:pt x="253571" y="51649"/>
                  <a:pt x="254232" y="53266"/>
                  <a:pt x="254232" y="55160"/>
                </a:cubicBezTo>
                <a:cubicBezTo>
                  <a:pt x="254232" y="57018"/>
                  <a:pt x="253571" y="58617"/>
                  <a:pt x="252247" y="59957"/>
                </a:cubicBezTo>
                <a:cubicBezTo>
                  <a:pt x="250924" y="61297"/>
                  <a:pt x="249243" y="61968"/>
                  <a:pt x="247204" y="61968"/>
                </a:cubicBezTo>
                <a:cubicBezTo>
                  <a:pt x="245237" y="61968"/>
                  <a:pt x="243601" y="61297"/>
                  <a:pt x="242296" y="59957"/>
                </a:cubicBezTo>
                <a:cubicBezTo>
                  <a:pt x="240990" y="58617"/>
                  <a:pt x="240337" y="57018"/>
                  <a:pt x="240337" y="55160"/>
                </a:cubicBez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75F14-F705-4102-B721-7DC990D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355" y="1567041"/>
            <a:ext cx="767148" cy="294062"/>
          </a:xfrm>
          <a:custGeom xmlns:a="http://schemas.openxmlformats.org/drawingml/2006/main">
            <a:pathLst>
              <a:path w="767148" h="294062">
                <a:moveTo>
                  <a:pt x="0" y="0"/>
                </a:moveTo>
                <a:lnTo>
                  <a:pt x="767148" y="0"/>
                </a:lnTo>
                <a:lnTo>
                  <a:pt x="767148" y="294062"/>
                </a:lnTo>
                <a:lnTo>
                  <a:pt x="0" y="294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E5A10-E444-4B24-B64A-CB83C04E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507" y="1559199"/>
            <a:ext cx="782844" cy="309746"/>
          </a:xfrm>
          <a:custGeom xmlns:a="http://schemas.openxmlformats.org/drawingml/2006/main">
            <a:pathLst>
              <a:path w="782844" h="309746">
                <a:moveTo>
                  <a:pt x="7848" y="0"/>
                </a:moveTo>
                <a:lnTo>
                  <a:pt x="7848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7848" y="0"/>
                </a:lnTo>
                <a:close/>
                <a:moveTo>
                  <a:pt x="133417" y="0"/>
                </a:moveTo>
                <a:lnTo>
                  <a:pt x="133417" y="15683"/>
                </a:ln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close/>
                <a:moveTo>
                  <a:pt x="258986" y="0"/>
                </a:moveTo>
                <a:lnTo>
                  <a:pt x="258986" y="15683"/>
                </a:ln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close/>
                <a:moveTo>
                  <a:pt x="15696" y="121546"/>
                </a:moveTo>
                <a:lnTo>
                  <a:pt x="15696" y="43129"/>
                </a:lnTo>
                <a:lnTo>
                  <a:pt x="0" y="43129"/>
                </a:lnTo>
                <a:lnTo>
                  <a:pt x="0" y="121546"/>
                </a:lnTo>
                <a:lnTo>
                  <a:pt x="15696" y="121546"/>
                </a:lnTo>
                <a:close/>
                <a:moveTo>
                  <a:pt x="15696" y="247012"/>
                </a:moveTo>
                <a:lnTo>
                  <a:pt x="15696" y="168596"/>
                </a:lnTo>
                <a:lnTo>
                  <a:pt x="0" y="168596"/>
                </a:lnTo>
                <a:lnTo>
                  <a:pt x="0" y="247012"/>
                </a:lnTo>
                <a:lnTo>
                  <a:pt x="15696" y="247012"/>
                </a:lnTo>
                <a:close/>
                <a:moveTo>
                  <a:pt x="78481" y="309746"/>
                </a:moveTo>
                <a:lnTo>
                  <a:pt x="78481" y="294062"/>
                </a:lnTo>
                <a:lnTo>
                  <a:pt x="15696" y="294062"/>
                </a:lnTo>
                <a:lnTo>
                  <a:pt x="7848" y="294062"/>
                </a:lnTo>
                <a:lnTo>
                  <a:pt x="0" y="294062"/>
                </a:lnTo>
                <a:lnTo>
                  <a:pt x="0" y="309746"/>
                </a:lnTo>
                <a:lnTo>
                  <a:pt x="78481" y="309746"/>
                </a:lnTo>
                <a:close/>
                <a:moveTo>
                  <a:pt x="204050" y="309746"/>
                </a:moveTo>
                <a:lnTo>
                  <a:pt x="204050" y="294062"/>
                </a:lnTo>
                <a:lnTo>
                  <a:pt x="125569" y="294062"/>
                </a:lnTo>
                <a:lnTo>
                  <a:pt x="125569" y="309746"/>
                </a:lnTo>
                <a:lnTo>
                  <a:pt x="204050" y="309746"/>
                </a:lnTo>
                <a:close/>
                <a:moveTo>
                  <a:pt x="329619" y="294062"/>
                </a:moveTo>
                <a:lnTo>
                  <a:pt x="251138" y="294062"/>
                </a:lnTo>
                <a:lnTo>
                  <a:pt x="251138" y="309746"/>
                </a:lnTo>
                <a:lnTo>
                  <a:pt x="329619" y="309746"/>
                </a:lnTo>
                <a:lnTo>
                  <a:pt x="329619" y="294062"/>
                </a:lnTo>
                <a:close/>
                <a:moveTo>
                  <a:pt x="455188" y="294062"/>
                </a:moveTo>
                <a:lnTo>
                  <a:pt x="376707" y="294062"/>
                </a:lnTo>
                <a:lnTo>
                  <a:pt x="376707" y="309746"/>
                </a:lnTo>
                <a:lnTo>
                  <a:pt x="455188" y="309746"/>
                </a:lnTo>
                <a:lnTo>
                  <a:pt x="455188" y="294062"/>
                </a:lnTo>
                <a:close/>
                <a:moveTo>
                  <a:pt x="384555" y="0"/>
                </a:moveTo>
                <a:lnTo>
                  <a:pt x="384555" y="15683"/>
                </a:ln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close/>
                <a:moveTo>
                  <a:pt x="510124" y="0"/>
                </a:moveTo>
                <a:lnTo>
                  <a:pt x="510124" y="15683"/>
                </a:lnTo>
                <a:lnTo>
                  <a:pt x="588605" y="15683"/>
                </a:lnTo>
                <a:lnTo>
                  <a:pt x="588605" y="0"/>
                </a:lnTo>
                <a:lnTo>
                  <a:pt x="510124" y="0"/>
                </a:lnTo>
                <a:close/>
                <a:moveTo>
                  <a:pt x="635693" y="0"/>
                </a:moveTo>
                <a:lnTo>
                  <a:pt x="635693" y="15683"/>
                </a:lnTo>
                <a:lnTo>
                  <a:pt x="714174" y="15683"/>
                </a:lnTo>
                <a:lnTo>
                  <a:pt x="714174" y="0"/>
                </a:lnTo>
                <a:lnTo>
                  <a:pt x="635693" y="0"/>
                </a:lnTo>
                <a:close/>
                <a:moveTo>
                  <a:pt x="761262" y="15683"/>
                </a:moveTo>
                <a:lnTo>
                  <a:pt x="767148" y="15683"/>
                </a:lnTo>
                <a:lnTo>
                  <a:pt x="767148" y="72535"/>
                </a:lnTo>
                <a:lnTo>
                  <a:pt x="782844" y="72535"/>
                </a:lnTo>
                <a:lnTo>
                  <a:pt x="782844" y="0"/>
                </a:lnTo>
                <a:lnTo>
                  <a:pt x="761262" y="0"/>
                </a:lnTo>
                <a:lnTo>
                  <a:pt x="761262" y="15683"/>
                </a:lnTo>
                <a:close/>
                <a:moveTo>
                  <a:pt x="782844" y="119585"/>
                </a:moveTo>
                <a:lnTo>
                  <a:pt x="767148" y="119585"/>
                </a:lnTo>
                <a:lnTo>
                  <a:pt x="767148" y="198002"/>
                </a:lnTo>
                <a:lnTo>
                  <a:pt x="782844" y="198002"/>
                </a:lnTo>
                <a:lnTo>
                  <a:pt x="782844" y="119585"/>
                </a:lnTo>
                <a:close/>
                <a:moveTo>
                  <a:pt x="782844" y="245052"/>
                </a:moveTo>
                <a:lnTo>
                  <a:pt x="767148" y="245052"/>
                </a:lnTo>
                <a:lnTo>
                  <a:pt x="767148" y="294062"/>
                </a:lnTo>
                <a:lnTo>
                  <a:pt x="753414" y="294062"/>
                </a:lnTo>
                <a:lnTo>
                  <a:pt x="753414" y="309746"/>
                </a:lnTo>
                <a:lnTo>
                  <a:pt x="782844" y="309746"/>
                </a:lnTo>
                <a:lnTo>
                  <a:pt x="782844" y="245052"/>
                </a:lnTo>
                <a:close/>
                <a:moveTo>
                  <a:pt x="580757" y="294062"/>
                </a:moveTo>
                <a:lnTo>
                  <a:pt x="502276" y="294062"/>
                </a:lnTo>
                <a:lnTo>
                  <a:pt x="502276" y="309746"/>
                </a:lnTo>
                <a:lnTo>
                  <a:pt x="580757" y="309746"/>
                </a:lnTo>
                <a:lnTo>
                  <a:pt x="580757" y="294062"/>
                </a:lnTo>
                <a:close/>
                <a:moveTo>
                  <a:pt x="706326" y="294062"/>
                </a:moveTo>
                <a:lnTo>
                  <a:pt x="627845" y="294062"/>
                </a:lnTo>
                <a:lnTo>
                  <a:pt x="627845" y="309746"/>
                </a:lnTo>
                <a:lnTo>
                  <a:pt x="706326" y="309746"/>
                </a:lnTo>
                <a:lnTo>
                  <a:pt x="706326" y="294062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Sequencer">
            <a:extLst xmlns:a="http://schemas.openxmlformats.org/drawingml/2006/main">
              <a:ext uri="{FF2B5EF4-FFF2-40B4-BE49-F238E27FC236}">
                <a16:creationId xmlns:a16="http://schemas.microsoft.com/office/drawing/2014/main" id="{DC8E82D6-AF1C-45A8-9D7E-BCEBAB2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756" y="1673604"/>
            <a:ext cx="611232" cy="119693"/>
          </a:xfrm>
          <a:custGeom xmlns:a="http://schemas.openxmlformats.org/drawingml/2006/main">
            <a:pathLst>
              <a:path w="611232" h="119693">
                <a:moveTo>
                  <a:pt x="345" y="68059"/>
                </a:moveTo>
                <a:cubicBezTo>
                  <a:pt x="7511" y="73994"/>
                  <a:pt x="15654" y="76962"/>
                  <a:pt x="24774" y="76962"/>
                </a:cubicBezTo>
                <a:cubicBezTo>
                  <a:pt x="29948" y="76962"/>
                  <a:pt x="33837" y="76071"/>
                  <a:pt x="36443" y="74291"/>
                </a:cubicBezTo>
                <a:cubicBezTo>
                  <a:pt x="39049" y="72510"/>
                  <a:pt x="40352" y="70223"/>
                  <a:pt x="40352" y="67428"/>
                </a:cubicBezTo>
                <a:cubicBezTo>
                  <a:pt x="40352" y="65015"/>
                  <a:pt x="39317" y="62737"/>
                  <a:pt x="37248" y="60593"/>
                </a:cubicBezTo>
                <a:cubicBezTo>
                  <a:pt x="35178" y="58449"/>
                  <a:pt x="29718" y="55539"/>
                  <a:pt x="20866" y="51863"/>
                </a:cubicBezTo>
                <a:cubicBezTo>
                  <a:pt x="6955" y="45966"/>
                  <a:pt x="0" y="37390"/>
                  <a:pt x="0" y="26132"/>
                </a:cubicBezTo>
                <a:cubicBezTo>
                  <a:pt x="0" y="17862"/>
                  <a:pt x="3152" y="11439"/>
                  <a:pt x="9456" y="6863"/>
                </a:cubicBezTo>
                <a:cubicBezTo>
                  <a:pt x="15759" y="2288"/>
                  <a:pt x="24104" y="0"/>
                  <a:pt x="34489" y="0"/>
                </a:cubicBezTo>
                <a:cubicBezTo>
                  <a:pt x="43187" y="0"/>
                  <a:pt x="50487" y="1130"/>
                  <a:pt x="56389" y="3389"/>
                </a:cubicBezTo>
                <a:lnTo>
                  <a:pt x="56389" y="21193"/>
                </a:lnTo>
                <a:cubicBezTo>
                  <a:pt x="50411" y="17134"/>
                  <a:pt x="43417" y="15105"/>
                  <a:pt x="35408" y="15105"/>
                </a:cubicBezTo>
                <a:cubicBezTo>
                  <a:pt x="30733" y="15105"/>
                  <a:pt x="26997" y="15957"/>
                  <a:pt x="24199" y="17661"/>
                </a:cubicBezTo>
                <a:cubicBezTo>
                  <a:pt x="21402" y="19365"/>
                  <a:pt x="20003" y="21653"/>
                  <a:pt x="20003" y="24524"/>
                </a:cubicBezTo>
                <a:cubicBezTo>
                  <a:pt x="20003" y="26822"/>
                  <a:pt x="20961" y="28937"/>
                  <a:pt x="22877" y="30871"/>
                </a:cubicBezTo>
                <a:cubicBezTo>
                  <a:pt x="24793" y="32804"/>
                  <a:pt x="29526" y="35418"/>
                  <a:pt x="37075" y="38711"/>
                </a:cubicBezTo>
                <a:cubicBezTo>
                  <a:pt x="45927" y="42501"/>
                  <a:pt x="52011" y="46502"/>
                  <a:pt x="55325" y="50714"/>
                </a:cubicBezTo>
                <a:cubicBezTo>
                  <a:pt x="58640" y="54926"/>
                  <a:pt x="60297" y="59942"/>
                  <a:pt x="60297" y="65762"/>
                </a:cubicBezTo>
                <a:cubicBezTo>
                  <a:pt x="60297" y="74301"/>
                  <a:pt x="57270" y="80810"/>
                  <a:pt x="51216" y="85290"/>
                </a:cubicBezTo>
                <a:cubicBezTo>
                  <a:pt x="45161" y="89769"/>
                  <a:pt x="36558" y="92009"/>
                  <a:pt x="25407" y="92009"/>
                </a:cubicBezTo>
                <a:cubicBezTo>
                  <a:pt x="15213" y="92009"/>
                  <a:pt x="6859" y="90363"/>
                  <a:pt x="345" y="87070"/>
                </a:cubicBezTo>
                <a:lnTo>
                  <a:pt x="345" y="68059"/>
                </a:lnTo>
                <a:close/>
                <a:moveTo>
                  <a:pt x="129901" y="63924"/>
                </a:moveTo>
                <a:lnTo>
                  <a:pt x="88055" y="63924"/>
                </a:lnTo>
                <a:cubicBezTo>
                  <a:pt x="88706" y="73764"/>
                  <a:pt x="94646" y="78685"/>
                  <a:pt x="105874" y="78685"/>
                </a:cubicBezTo>
                <a:cubicBezTo>
                  <a:pt x="112887" y="78685"/>
                  <a:pt x="119075" y="76962"/>
                  <a:pt x="124440" y="73516"/>
                </a:cubicBezTo>
                <a:lnTo>
                  <a:pt x="124440" y="87127"/>
                </a:lnTo>
                <a:cubicBezTo>
                  <a:pt x="118654" y="90382"/>
                  <a:pt x="111066" y="92009"/>
                  <a:pt x="101678" y="92009"/>
                </a:cubicBezTo>
                <a:cubicBezTo>
                  <a:pt x="91561" y="92009"/>
                  <a:pt x="83696" y="89157"/>
                  <a:pt x="78082" y="83452"/>
                </a:cubicBezTo>
                <a:cubicBezTo>
                  <a:pt x="72468" y="77747"/>
                  <a:pt x="69661" y="69802"/>
                  <a:pt x="69661" y="59617"/>
                </a:cubicBezTo>
                <a:cubicBezTo>
                  <a:pt x="69661" y="49470"/>
                  <a:pt x="72650" y="41228"/>
                  <a:pt x="78628" y="34891"/>
                </a:cubicBezTo>
                <a:cubicBezTo>
                  <a:pt x="84606" y="28554"/>
                  <a:pt x="92117" y="25386"/>
                  <a:pt x="101160" y="25386"/>
                </a:cubicBezTo>
                <a:cubicBezTo>
                  <a:pt x="110166" y="25386"/>
                  <a:pt x="117207" y="28114"/>
                  <a:pt x="122285" y="33570"/>
                </a:cubicBezTo>
                <a:cubicBezTo>
                  <a:pt x="127362" y="39026"/>
                  <a:pt x="129901" y="46522"/>
                  <a:pt x="129901" y="56056"/>
                </a:cubicBezTo>
                <a:lnTo>
                  <a:pt x="129901" y="63924"/>
                </a:lnTo>
                <a:moveTo>
                  <a:pt x="112599" y="52322"/>
                </a:moveTo>
                <a:cubicBezTo>
                  <a:pt x="112599" y="42827"/>
                  <a:pt x="108748" y="38079"/>
                  <a:pt x="101045" y="38079"/>
                </a:cubicBezTo>
                <a:cubicBezTo>
                  <a:pt x="97865" y="38079"/>
                  <a:pt x="95048" y="39381"/>
                  <a:pt x="92596" y="41984"/>
                </a:cubicBezTo>
                <a:cubicBezTo>
                  <a:pt x="90143" y="44588"/>
                  <a:pt x="88610" y="48034"/>
                  <a:pt x="87997" y="52322"/>
                </a:cubicBezTo>
                <a:lnTo>
                  <a:pt x="112599" y="52322"/>
                </a:lnTo>
                <a:close/>
                <a:moveTo>
                  <a:pt x="203300" y="119693"/>
                </a:moveTo>
                <a:lnTo>
                  <a:pt x="184791" y="119693"/>
                </a:lnTo>
                <a:lnTo>
                  <a:pt x="184791" y="81499"/>
                </a:lnTo>
                <a:lnTo>
                  <a:pt x="184504" y="81499"/>
                </a:lnTo>
                <a:cubicBezTo>
                  <a:pt x="180059" y="88506"/>
                  <a:pt x="173468" y="92009"/>
                  <a:pt x="164731" y="92009"/>
                </a:cubicBezTo>
                <a:cubicBezTo>
                  <a:pt x="156722" y="92009"/>
                  <a:pt x="150293" y="89224"/>
                  <a:pt x="145446" y="83653"/>
                </a:cubicBezTo>
                <a:cubicBezTo>
                  <a:pt x="140598" y="78082"/>
                  <a:pt x="138174" y="70280"/>
                  <a:pt x="138174" y="60248"/>
                </a:cubicBezTo>
                <a:cubicBezTo>
                  <a:pt x="138174" y="49642"/>
                  <a:pt x="140847" y="41180"/>
                  <a:pt x="146193" y="34862"/>
                </a:cubicBezTo>
                <a:cubicBezTo>
                  <a:pt x="151539" y="28545"/>
                  <a:pt x="158504" y="25386"/>
                  <a:pt x="167087" y="25386"/>
                </a:cubicBezTo>
                <a:cubicBezTo>
                  <a:pt x="174943" y="25386"/>
                  <a:pt x="180749" y="28430"/>
                  <a:pt x="184504" y="34518"/>
                </a:cubicBezTo>
                <a:lnTo>
                  <a:pt x="184791" y="34518"/>
                </a:lnTo>
                <a:lnTo>
                  <a:pt x="184791" y="26937"/>
                </a:lnTo>
                <a:lnTo>
                  <a:pt x="203300" y="26937"/>
                </a:lnTo>
                <a:lnTo>
                  <a:pt x="203300" y="119693"/>
                </a:lnTo>
                <a:moveTo>
                  <a:pt x="185079" y="54735"/>
                </a:moveTo>
                <a:cubicBezTo>
                  <a:pt x="185079" y="50523"/>
                  <a:pt x="183814" y="46952"/>
                  <a:pt x="181285" y="44023"/>
                </a:cubicBezTo>
                <a:cubicBezTo>
                  <a:pt x="178756" y="41094"/>
                  <a:pt x="175537" y="39629"/>
                  <a:pt x="171628" y="39629"/>
                </a:cubicBezTo>
                <a:cubicBezTo>
                  <a:pt x="167183" y="39629"/>
                  <a:pt x="163629" y="41391"/>
                  <a:pt x="160966" y="44913"/>
                </a:cubicBezTo>
                <a:cubicBezTo>
                  <a:pt x="158302" y="48436"/>
                  <a:pt x="156971" y="53375"/>
                  <a:pt x="156971" y="59731"/>
                </a:cubicBezTo>
                <a:cubicBezTo>
                  <a:pt x="156971" y="65437"/>
                  <a:pt x="158254" y="69869"/>
                  <a:pt x="160822" y="73027"/>
                </a:cubicBezTo>
                <a:cubicBezTo>
                  <a:pt x="163389" y="76186"/>
                  <a:pt x="166685" y="77766"/>
                  <a:pt x="170709" y="77766"/>
                </a:cubicBezTo>
                <a:cubicBezTo>
                  <a:pt x="175039" y="77766"/>
                  <a:pt x="178516" y="76148"/>
                  <a:pt x="181141" y="72913"/>
                </a:cubicBezTo>
                <a:cubicBezTo>
                  <a:pt x="183766" y="69677"/>
                  <a:pt x="185079" y="65475"/>
                  <a:pt x="185079" y="60306"/>
                </a:cubicBezTo>
                <a:lnTo>
                  <a:pt x="185079" y="54735"/>
                </a:lnTo>
                <a:close/>
                <a:moveTo>
                  <a:pt x="279688" y="90459"/>
                </a:moveTo>
                <a:lnTo>
                  <a:pt x="261237" y="90459"/>
                </a:lnTo>
                <a:lnTo>
                  <a:pt x="261237" y="80752"/>
                </a:lnTo>
                <a:lnTo>
                  <a:pt x="260949" y="80752"/>
                </a:lnTo>
                <a:cubicBezTo>
                  <a:pt x="256197" y="88257"/>
                  <a:pt x="249702" y="92009"/>
                  <a:pt x="241463" y="92009"/>
                </a:cubicBezTo>
                <a:cubicBezTo>
                  <a:pt x="226671" y="92009"/>
                  <a:pt x="219276" y="83088"/>
                  <a:pt x="219276" y="65245"/>
                </a:cubicBezTo>
                <a:lnTo>
                  <a:pt x="219276" y="26937"/>
                </a:lnTo>
                <a:lnTo>
                  <a:pt x="237842" y="26937"/>
                </a:lnTo>
                <a:lnTo>
                  <a:pt x="237842" y="63522"/>
                </a:lnTo>
                <a:cubicBezTo>
                  <a:pt x="237842" y="73018"/>
                  <a:pt x="241559" y="77766"/>
                  <a:pt x="248993" y="77766"/>
                </a:cubicBezTo>
                <a:cubicBezTo>
                  <a:pt x="252710" y="77766"/>
                  <a:pt x="255680" y="76464"/>
                  <a:pt x="257903" y="73860"/>
                </a:cubicBezTo>
                <a:cubicBezTo>
                  <a:pt x="260125" y="71257"/>
                  <a:pt x="261237" y="67734"/>
                  <a:pt x="261237" y="63292"/>
                </a:cubicBezTo>
                <a:lnTo>
                  <a:pt x="261237" y="26937"/>
                </a:lnTo>
                <a:lnTo>
                  <a:pt x="279688" y="26937"/>
                </a:lnTo>
                <a:lnTo>
                  <a:pt x="279688" y="90459"/>
                </a:lnTo>
                <a:close/>
                <a:moveTo>
                  <a:pt x="352982" y="63924"/>
                </a:moveTo>
                <a:lnTo>
                  <a:pt x="311136" y="63924"/>
                </a:lnTo>
                <a:cubicBezTo>
                  <a:pt x="311787" y="73764"/>
                  <a:pt x="317727" y="78685"/>
                  <a:pt x="328955" y="78685"/>
                </a:cubicBezTo>
                <a:cubicBezTo>
                  <a:pt x="335968" y="78685"/>
                  <a:pt x="342156" y="76962"/>
                  <a:pt x="347521" y="73516"/>
                </a:cubicBezTo>
                <a:lnTo>
                  <a:pt x="347521" y="87127"/>
                </a:lnTo>
                <a:cubicBezTo>
                  <a:pt x="341735" y="90382"/>
                  <a:pt x="334147" y="92009"/>
                  <a:pt x="324759" y="92009"/>
                </a:cubicBezTo>
                <a:cubicBezTo>
                  <a:pt x="314642" y="92009"/>
                  <a:pt x="306777" y="89157"/>
                  <a:pt x="301163" y="83452"/>
                </a:cubicBezTo>
                <a:cubicBezTo>
                  <a:pt x="295549" y="77747"/>
                  <a:pt x="292742" y="69802"/>
                  <a:pt x="292742" y="59617"/>
                </a:cubicBezTo>
                <a:cubicBezTo>
                  <a:pt x="292742" y="49470"/>
                  <a:pt x="295731" y="41228"/>
                  <a:pt x="301709" y="34891"/>
                </a:cubicBezTo>
                <a:cubicBezTo>
                  <a:pt x="307687" y="28554"/>
                  <a:pt x="315198" y="25386"/>
                  <a:pt x="324242" y="25386"/>
                </a:cubicBezTo>
                <a:cubicBezTo>
                  <a:pt x="333247" y="25386"/>
                  <a:pt x="340288" y="28114"/>
                  <a:pt x="345366" y="33570"/>
                </a:cubicBezTo>
                <a:cubicBezTo>
                  <a:pt x="350443" y="39026"/>
                  <a:pt x="352982" y="46522"/>
                  <a:pt x="352982" y="56056"/>
                </a:cubicBezTo>
                <a:lnTo>
                  <a:pt x="352982" y="63924"/>
                </a:lnTo>
                <a:moveTo>
                  <a:pt x="335680" y="52322"/>
                </a:moveTo>
                <a:cubicBezTo>
                  <a:pt x="335680" y="42827"/>
                  <a:pt x="331829" y="38079"/>
                  <a:pt x="324127" y="38079"/>
                </a:cubicBezTo>
                <a:cubicBezTo>
                  <a:pt x="320946" y="38079"/>
                  <a:pt x="318129" y="39381"/>
                  <a:pt x="315677" y="41984"/>
                </a:cubicBezTo>
                <a:cubicBezTo>
                  <a:pt x="313224" y="44588"/>
                  <a:pt x="311692" y="48034"/>
                  <a:pt x="311078" y="52322"/>
                </a:cubicBezTo>
                <a:lnTo>
                  <a:pt x="335680" y="52322"/>
                </a:lnTo>
                <a:close/>
                <a:moveTo>
                  <a:pt x="425462" y="90459"/>
                </a:moveTo>
                <a:lnTo>
                  <a:pt x="407011" y="90459"/>
                </a:lnTo>
                <a:lnTo>
                  <a:pt x="407011" y="55022"/>
                </a:lnTo>
                <a:cubicBezTo>
                  <a:pt x="407011" y="44760"/>
                  <a:pt x="403313" y="39629"/>
                  <a:pt x="395917" y="39629"/>
                </a:cubicBezTo>
                <a:cubicBezTo>
                  <a:pt x="392391" y="39629"/>
                  <a:pt x="389460" y="40998"/>
                  <a:pt x="387122" y="43736"/>
                </a:cubicBezTo>
                <a:cubicBezTo>
                  <a:pt x="384785" y="46474"/>
                  <a:pt x="383616" y="49968"/>
                  <a:pt x="383616" y="54218"/>
                </a:cubicBezTo>
                <a:lnTo>
                  <a:pt x="383616" y="90459"/>
                </a:lnTo>
                <a:lnTo>
                  <a:pt x="365049" y="90459"/>
                </a:lnTo>
                <a:lnTo>
                  <a:pt x="365049" y="26937"/>
                </a:lnTo>
                <a:lnTo>
                  <a:pt x="383616" y="26937"/>
                </a:lnTo>
                <a:lnTo>
                  <a:pt x="383616" y="37045"/>
                </a:lnTo>
                <a:lnTo>
                  <a:pt x="383846" y="37045"/>
                </a:lnTo>
                <a:cubicBezTo>
                  <a:pt x="388483" y="29272"/>
                  <a:pt x="395304" y="25386"/>
                  <a:pt x="404309" y="25386"/>
                </a:cubicBezTo>
                <a:cubicBezTo>
                  <a:pt x="418411" y="25386"/>
                  <a:pt x="425462" y="34116"/>
                  <a:pt x="425462" y="51576"/>
                </a:cubicBezTo>
                <a:lnTo>
                  <a:pt x="425462" y="90459"/>
                </a:lnTo>
                <a:close/>
                <a:moveTo>
                  <a:pt x="488984" y="88104"/>
                </a:moveTo>
                <a:cubicBezTo>
                  <a:pt x="484539" y="90708"/>
                  <a:pt x="478216" y="92009"/>
                  <a:pt x="470015" y="92009"/>
                </a:cubicBezTo>
                <a:cubicBezTo>
                  <a:pt x="460320" y="92009"/>
                  <a:pt x="452484" y="89061"/>
                  <a:pt x="446506" y="83165"/>
                </a:cubicBezTo>
                <a:cubicBezTo>
                  <a:pt x="440528" y="77268"/>
                  <a:pt x="437539" y="69629"/>
                  <a:pt x="437539" y="60248"/>
                </a:cubicBezTo>
                <a:cubicBezTo>
                  <a:pt x="437539" y="49451"/>
                  <a:pt x="440758" y="40941"/>
                  <a:pt x="447196" y="34719"/>
                </a:cubicBezTo>
                <a:cubicBezTo>
                  <a:pt x="453633" y="28497"/>
                  <a:pt x="462217" y="25386"/>
                  <a:pt x="472947" y="25386"/>
                </a:cubicBezTo>
                <a:cubicBezTo>
                  <a:pt x="480190" y="25386"/>
                  <a:pt x="485554" y="26381"/>
                  <a:pt x="489042" y="28372"/>
                </a:cubicBezTo>
                <a:lnTo>
                  <a:pt x="489042" y="44282"/>
                </a:lnTo>
                <a:cubicBezTo>
                  <a:pt x="484788" y="41180"/>
                  <a:pt x="480151" y="39629"/>
                  <a:pt x="475131" y="39629"/>
                </a:cubicBezTo>
                <a:cubicBezTo>
                  <a:pt x="469460" y="39629"/>
                  <a:pt x="464909" y="41353"/>
                  <a:pt x="461480" y="44799"/>
                </a:cubicBezTo>
                <a:cubicBezTo>
                  <a:pt x="458050" y="48245"/>
                  <a:pt x="456335" y="52973"/>
                  <a:pt x="456335" y="58985"/>
                </a:cubicBezTo>
                <a:cubicBezTo>
                  <a:pt x="456335" y="64805"/>
                  <a:pt x="457964" y="69390"/>
                  <a:pt x="461221" y="72740"/>
                </a:cubicBezTo>
                <a:cubicBezTo>
                  <a:pt x="464478" y="76091"/>
                  <a:pt x="468904" y="77766"/>
                  <a:pt x="474499" y="77766"/>
                </a:cubicBezTo>
                <a:cubicBezTo>
                  <a:pt x="479442" y="77766"/>
                  <a:pt x="484271" y="76196"/>
                  <a:pt x="488984" y="73056"/>
                </a:cubicBezTo>
                <a:lnTo>
                  <a:pt x="488984" y="88104"/>
                </a:lnTo>
                <a:close/>
                <a:moveTo>
                  <a:pt x="558641" y="63924"/>
                </a:moveTo>
                <a:lnTo>
                  <a:pt x="516794" y="63924"/>
                </a:lnTo>
                <a:cubicBezTo>
                  <a:pt x="517446" y="73764"/>
                  <a:pt x="523386" y="78685"/>
                  <a:pt x="534614" y="78685"/>
                </a:cubicBezTo>
                <a:cubicBezTo>
                  <a:pt x="541626" y="78685"/>
                  <a:pt x="547815" y="76962"/>
                  <a:pt x="553180" y="73516"/>
                </a:cubicBezTo>
                <a:lnTo>
                  <a:pt x="553180" y="87127"/>
                </a:lnTo>
                <a:cubicBezTo>
                  <a:pt x="547394" y="90382"/>
                  <a:pt x="539806" y="92009"/>
                  <a:pt x="530417" y="92009"/>
                </a:cubicBezTo>
                <a:cubicBezTo>
                  <a:pt x="520301" y="92009"/>
                  <a:pt x="512436" y="89157"/>
                  <a:pt x="506822" y="83452"/>
                </a:cubicBezTo>
                <a:cubicBezTo>
                  <a:pt x="501208" y="77747"/>
                  <a:pt x="498401" y="69802"/>
                  <a:pt x="498401" y="59617"/>
                </a:cubicBezTo>
                <a:cubicBezTo>
                  <a:pt x="498401" y="49470"/>
                  <a:pt x="501390" y="41228"/>
                  <a:pt x="507368" y="34891"/>
                </a:cubicBezTo>
                <a:cubicBezTo>
                  <a:pt x="513346" y="28554"/>
                  <a:pt x="520856" y="25386"/>
                  <a:pt x="529900" y="25386"/>
                </a:cubicBezTo>
                <a:cubicBezTo>
                  <a:pt x="538905" y="25386"/>
                  <a:pt x="545947" y="28114"/>
                  <a:pt x="551024" y="33570"/>
                </a:cubicBezTo>
                <a:cubicBezTo>
                  <a:pt x="556102" y="39026"/>
                  <a:pt x="558641" y="46522"/>
                  <a:pt x="558641" y="56056"/>
                </a:cubicBezTo>
                <a:lnTo>
                  <a:pt x="558641" y="63924"/>
                </a:lnTo>
                <a:moveTo>
                  <a:pt x="541339" y="52322"/>
                </a:moveTo>
                <a:cubicBezTo>
                  <a:pt x="541339" y="42827"/>
                  <a:pt x="537488" y="38079"/>
                  <a:pt x="529785" y="38079"/>
                </a:cubicBezTo>
                <a:cubicBezTo>
                  <a:pt x="526605" y="38079"/>
                  <a:pt x="523788" y="39381"/>
                  <a:pt x="521335" y="41984"/>
                </a:cubicBezTo>
                <a:cubicBezTo>
                  <a:pt x="518883" y="44588"/>
                  <a:pt x="517350" y="48034"/>
                  <a:pt x="516737" y="52322"/>
                </a:cubicBezTo>
                <a:lnTo>
                  <a:pt x="541339" y="52322"/>
                </a:lnTo>
                <a:close/>
                <a:moveTo>
                  <a:pt x="611232" y="43765"/>
                </a:moveTo>
                <a:cubicBezTo>
                  <a:pt x="608971" y="42463"/>
                  <a:pt x="606231" y="41812"/>
                  <a:pt x="603012" y="41812"/>
                </a:cubicBezTo>
                <a:cubicBezTo>
                  <a:pt x="598797" y="41812"/>
                  <a:pt x="595453" y="43420"/>
                  <a:pt x="592982" y="46636"/>
                </a:cubicBezTo>
                <a:cubicBezTo>
                  <a:pt x="590510" y="49853"/>
                  <a:pt x="589274" y="54275"/>
                  <a:pt x="589274" y="59904"/>
                </a:cubicBezTo>
                <a:lnTo>
                  <a:pt x="589274" y="90459"/>
                </a:lnTo>
                <a:lnTo>
                  <a:pt x="570708" y="90459"/>
                </a:lnTo>
                <a:lnTo>
                  <a:pt x="570708" y="26937"/>
                </a:lnTo>
                <a:lnTo>
                  <a:pt x="589274" y="26937"/>
                </a:lnTo>
                <a:lnTo>
                  <a:pt x="589274" y="38883"/>
                </a:lnTo>
                <a:lnTo>
                  <a:pt x="589504" y="38883"/>
                </a:lnTo>
                <a:cubicBezTo>
                  <a:pt x="592570" y="30191"/>
                  <a:pt x="598145" y="25845"/>
                  <a:pt x="606231" y="25845"/>
                </a:cubicBezTo>
                <a:cubicBezTo>
                  <a:pt x="608415" y="25845"/>
                  <a:pt x="610082" y="26094"/>
                  <a:pt x="611232" y="26592"/>
                </a:cubicBezTo>
                <a:lnTo>
                  <a:pt x="611232" y="4376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L2Node">
            <a:extLst xmlns:a="http://schemas.openxmlformats.org/drawingml/2006/main">
              <a:ext uri="{FF2B5EF4-FFF2-40B4-BE49-F238E27FC236}">
                <a16:creationId xmlns:a16="http://schemas.microsoft.com/office/drawing/2014/main" id="{954FEC4C-A797-4A37-8DEF-668C83FC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239" y="1910858"/>
            <a:ext cx="578603" cy="114684"/>
          </a:xfrm>
          <a:custGeom xmlns:a="http://schemas.openxmlformats.org/drawingml/2006/main">
            <a:pathLst>
              <a:path w="578603" h="114684">
                <a:moveTo>
                  <a:pt x="62700" y="112823"/>
                </a:moveTo>
                <a:lnTo>
                  <a:pt x="0" y="112823"/>
                </a:lnTo>
                <a:lnTo>
                  <a:pt x="0" y="6065"/>
                </a:lnTo>
                <a:lnTo>
                  <a:pt x="22762" y="6065"/>
                </a:lnTo>
                <a:lnTo>
                  <a:pt x="22762" y="94215"/>
                </a:lnTo>
                <a:lnTo>
                  <a:pt x="62700" y="94215"/>
                </a:lnTo>
                <a:lnTo>
                  <a:pt x="62700" y="112823"/>
                </a:lnTo>
                <a:close/>
                <a:moveTo>
                  <a:pt x="98034" y="94284"/>
                </a:moveTo>
                <a:lnTo>
                  <a:pt x="143352" y="94284"/>
                </a:lnTo>
                <a:lnTo>
                  <a:pt x="143352" y="112823"/>
                </a:lnTo>
                <a:lnTo>
                  <a:pt x="72305" y="112823"/>
                </a:lnTo>
                <a:lnTo>
                  <a:pt x="72305" y="104898"/>
                </a:lnTo>
                <a:cubicBezTo>
                  <a:pt x="72305" y="99338"/>
                  <a:pt x="73328" y="94261"/>
                  <a:pt x="75375" y="89666"/>
                </a:cubicBezTo>
                <a:cubicBezTo>
                  <a:pt x="77421" y="85071"/>
                  <a:pt x="80238" y="80787"/>
                  <a:pt x="83824" y="76812"/>
                </a:cubicBezTo>
                <a:cubicBezTo>
                  <a:pt x="87411" y="72838"/>
                  <a:pt x="92975" y="68186"/>
                  <a:pt x="100517" y="62856"/>
                </a:cubicBezTo>
                <a:cubicBezTo>
                  <a:pt x="107415" y="57710"/>
                  <a:pt x="112243" y="53149"/>
                  <a:pt x="115002" y="49175"/>
                </a:cubicBezTo>
                <a:cubicBezTo>
                  <a:pt x="117761" y="45201"/>
                  <a:pt x="119141" y="40985"/>
                  <a:pt x="119141" y="36528"/>
                </a:cubicBezTo>
                <a:cubicBezTo>
                  <a:pt x="119141" y="26925"/>
                  <a:pt x="113899" y="22124"/>
                  <a:pt x="103414" y="22124"/>
                </a:cubicBezTo>
                <a:cubicBezTo>
                  <a:pt x="94217" y="22124"/>
                  <a:pt x="85434" y="25799"/>
                  <a:pt x="77065" y="33151"/>
                </a:cubicBezTo>
                <a:lnTo>
                  <a:pt x="77065" y="13302"/>
                </a:lnTo>
                <a:cubicBezTo>
                  <a:pt x="86400" y="7283"/>
                  <a:pt x="96884" y="4273"/>
                  <a:pt x="108518" y="4273"/>
                </a:cubicBezTo>
                <a:cubicBezTo>
                  <a:pt x="119187" y="4273"/>
                  <a:pt x="127625" y="6995"/>
                  <a:pt x="133833" y="12440"/>
                </a:cubicBezTo>
                <a:cubicBezTo>
                  <a:pt x="140041" y="17885"/>
                  <a:pt x="143145" y="25386"/>
                  <a:pt x="143145" y="34943"/>
                </a:cubicBezTo>
                <a:cubicBezTo>
                  <a:pt x="143145" y="40273"/>
                  <a:pt x="142248" y="45086"/>
                  <a:pt x="140455" y="49382"/>
                </a:cubicBezTo>
                <a:cubicBezTo>
                  <a:pt x="138661" y="53678"/>
                  <a:pt x="136063" y="57710"/>
                  <a:pt x="132660" y="61477"/>
                </a:cubicBezTo>
                <a:cubicBezTo>
                  <a:pt x="129257" y="65245"/>
                  <a:pt x="123808" y="69771"/>
                  <a:pt x="116313" y="75055"/>
                </a:cubicBezTo>
                <a:cubicBezTo>
                  <a:pt x="109093" y="80201"/>
                  <a:pt x="104242" y="84175"/>
                  <a:pt x="101759" y="86978"/>
                </a:cubicBezTo>
                <a:cubicBezTo>
                  <a:pt x="99275" y="89781"/>
                  <a:pt x="98034" y="92216"/>
                  <a:pt x="98034" y="94284"/>
                </a:cubicBezTo>
                <a:close/>
                <a:moveTo>
                  <a:pt x="301511" y="112823"/>
                </a:moveTo>
                <a:lnTo>
                  <a:pt x="278197" y="112823"/>
                </a:lnTo>
                <a:lnTo>
                  <a:pt x="232948" y="43765"/>
                </a:lnTo>
                <a:cubicBezTo>
                  <a:pt x="230603" y="40181"/>
                  <a:pt x="228901" y="37286"/>
                  <a:pt x="227843" y="35081"/>
                </a:cubicBezTo>
                <a:lnTo>
                  <a:pt x="227499" y="35081"/>
                </a:lnTo>
                <a:cubicBezTo>
                  <a:pt x="227912" y="38756"/>
                  <a:pt x="228119" y="44431"/>
                  <a:pt x="228119" y="52104"/>
                </a:cubicBezTo>
                <a:lnTo>
                  <a:pt x="228119" y="112823"/>
                </a:lnTo>
                <a:lnTo>
                  <a:pt x="206530" y="112823"/>
                </a:lnTo>
                <a:lnTo>
                  <a:pt x="206530" y="6065"/>
                </a:lnTo>
                <a:lnTo>
                  <a:pt x="231361" y="6065"/>
                </a:lnTo>
                <a:lnTo>
                  <a:pt x="274955" y="73194"/>
                </a:lnTo>
                <a:cubicBezTo>
                  <a:pt x="277852" y="77651"/>
                  <a:pt x="279622" y="80477"/>
                  <a:pt x="280266" y="81671"/>
                </a:cubicBezTo>
                <a:lnTo>
                  <a:pt x="280611" y="81671"/>
                </a:lnTo>
                <a:cubicBezTo>
                  <a:pt x="280151" y="79098"/>
                  <a:pt x="279921" y="74182"/>
                  <a:pt x="279921" y="66922"/>
                </a:cubicBezTo>
                <a:lnTo>
                  <a:pt x="279921" y="6065"/>
                </a:lnTo>
                <a:lnTo>
                  <a:pt x="301511" y="6065"/>
                </a:lnTo>
                <a:lnTo>
                  <a:pt x="301511" y="112823"/>
                </a:lnTo>
                <a:close/>
                <a:moveTo>
                  <a:pt x="319563" y="75055"/>
                </a:moveTo>
                <a:cubicBezTo>
                  <a:pt x="319563" y="62511"/>
                  <a:pt x="323322" y="52656"/>
                  <a:pt x="330840" y="45488"/>
                </a:cubicBezTo>
                <a:cubicBezTo>
                  <a:pt x="338359" y="38320"/>
                  <a:pt x="348464" y="34736"/>
                  <a:pt x="361156" y="34736"/>
                </a:cubicBezTo>
                <a:cubicBezTo>
                  <a:pt x="373434" y="34736"/>
                  <a:pt x="383183" y="38263"/>
                  <a:pt x="390402" y="45315"/>
                </a:cubicBezTo>
                <a:cubicBezTo>
                  <a:pt x="397622" y="52368"/>
                  <a:pt x="401232" y="61845"/>
                  <a:pt x="401232" y="73745"/>
                </a:cubicBezTo>
                <a:cubicBezTo>
                  <a:pt x="401232" y="86243"/>
                  <a:pt x="397530" y="96191"/>
                  <a:pt x="390126" y="103588"/>
                </a:cubicBezTo>
                <a:cubicBezTo>
                  <a:pt x="382723" y="110986"/>
                  <a:pt x="372698" y="114684"/>
                  <a:pt x="360052" y="114684"/>
                </a:cubicBezTo>
                <a:cubicBezTo>
                  <a:pt x="347636" y="114684"/>
                  <a:pt x="337784" y="111135"/>
                  <a:pt x="330496" y="104036"/>
                </a:cubicBezTo>
                <a:cubicBezTo>
                  <a:pt x="323207" y="96937"/>
                  <a:pt x="319563" y="87277"/>
                  <a:pt x="319563" y="75055"/>
                </a:cubicBezTo>
                <a:moveTo>
                  <a:pt x="342118" y="74779"/>
                </a:moveTo>
                <a:cubicBezTo>
                  <a:pt x="342118" y="89988"/>
                  <a:pt x="348326" y="97592"/>
                  <a:pt x="360742" y="97592"/>
                </a:cubicBezTo>
                <a:cubicBezTo>
                  <a:pt x="372652" y="97592"/>
                  <a:pt x="378607" y="89781"/>
                  <a:pt x="378607" y="74159"/>
                </a:cubicBezTo>
                <a:cubicBezTo>
                  <a:pt x="378607" y="59272"/>
                  <a:pt x="372606" y="51828"/>
                  <a:pt x="360604" y="51828"/>
                </a:cubicBezTo>
                <a:cubicBezTo>
                  <a:pt x="354764" y="51828"/>
                  <a:pt x="350223" y="53827"/>
                  <a:pt x="346981" y="57825"/>
                </a:cubicBezTo>
                <a:cubicBezTo>
                  <a:pt x="343739" y="61822"/>
                  <a:pt x="342118" y="67474"/>
                  <a:pt x="342118" y="74779"/>
                </a:cubicBezTo>
                <a:close/>
                <a:moveTo>
                  <a:pt x="490525" y="112823"/>
                </a:moveTo>
                <a:lnTo>
                  <a:pt x="468314" y="112823"/>
                </a:lnTo>
                <a:lnTo>
                  <a:pt x="468314" y="102072"/>
                </a:lnTo>
                <a:lnTo>
                  <a:pt x="467969" y="102072"/>
                </a:lnTo>
                <a:cubicBezTo>
                  <a:pt x="462589" y="110480"/>
                  <a:pt x="454634" y="114684"/>
                  <a:pt x="444103" y="114684"/>
                </a:cubicBezTo>
                <a:cubicBezTo>
                  <a:pt x="434400" y="114684"/>
                  <a:pt x="426687" y="111261"/>
                  <a:pt x="420961" y="104415"/>
                </a:cubicBezTo>
                <a:cubicBezTo>
                  <a:pt x="415236" y="97569"/>
                  <a:pt x="412374" y="88242"/>
                  <a:pt x="412374" y="76433"/>
                </a:cubicBezTo>
                <a:cubicBezTo>
                  <a:pt x="412374" y="63936"/>
                  <a:pt x="415581" y="53862"/>
                  <a:pt x="421996" y="46211"/>
                </a:cubicBezTo>
                <a:cubicBezTo>
                  <a:pt x="428411" y="38561"/>
                  <a:pt x="436792" y="34736"/>
                  <a:pt x="447138" y="34736"/>
                </a:cubicBezTo>
                <a:cubicBezTo>
                  <a:pt x="457071" y="34736"/>
                  <a:pt x="464015" y="38320"/>
                  <a:pt x="467969" y="45488"/>
                </a:cubicBezTo>
                <a:lnTo>
                  <a:pt x="468314" y="45488"/>
                </a:lnTo>
                <a:lnTo>
                  <a:pt x="468314" y="0"/>
                </a:lnTo>
                <a:lnTo>
                  <a:pt x="490525" y="0"/>
                </a:lnTo>
                <a:lnTo>
                  <a:pt x="490525" y="112823"/>
                </a:lnTo>
                <a:moveTo>
                  <a:pt x="468659" y="69679"/>
                </a:moveTo>
                <a:cubicBezTo>
                  <a:pt x="468659" y="64533"/>
                  <a:pt x="467107" y="60271"/>
                  <a:pt x="464003" y="56894"/>
                </a:cubicBezTo>
                <a:cubicBezTo>
                  <a:pt x="460899" y="53517"/>
                  <a:pt x="457025" y="51828"/>
                  <a:pt x="452380" y="51828"/>
                </a:cubicBezTo>
                <a:cubicBezTo>
                  <a:pt x="446954" y="51828"/>
                  <a:pt x="442689" y="53977"/>
                  <a:pt x="439585" y="58273"/>
                </a:cubicBezTo>
                <a:cubicBezTo>
                  <a:pt x="436481" y="62569"/>
                  <a:pt x="434929" y="68392"/>
                  <a:pt x="434929" y="75744"/>
                </a:cubicBezTo>
                <a:cubicBezTo>
                  <a:pt x="434929" y="82728"/>
                  <a:pt x="436424" y="88115"/>
                  <a:pt x="439413" y="91906"/>
                </a:cubicBezTo>
                <a:cubicBezTo>
                  <a:pt x="442402" y="95697"/>
                  <a:pt x="446517" y="97592"/>
                  <a:pt x="451760" y="97592"/>
                </a:cubicBezTo>
                <a:cubicBezTo>
                  <a:pt x="456680" y="97592"/>
                  <a:pt x="460727" y="95593"/>
                  <a:pt x="463900" y="91596"/>
                </a:cubicBezTo>
                <a:cubicBezTo>
                  <a:pt x="467073" y="87598"/>
                  <a:pt x="468659" y="82406"/>
                  <a:pt x="468659" y="76020"/>
                </a:cubicBezTo>
                <a:lnTo>
                  <a:pt x="468659" y="69679"/>
                </a:lnTo>
                <a:close/>
                <a:moveTo>
                  <a:pt x="578603" y="80982"/>
                </a:moveTo>
                <a:lnTo>
                  <a:pt x="528388" y="80982"/>
                </a:lnTo>
                <a:cubicBezTo>
                  <a:pt x="529169" y="92790"/>
                  <a:pt x="536297" y="98695"/>
                  <a:pt x="549771" y="98695"/>
                </a:cubicBezTo>
                <a:cubicBezTo>
                  <a:pt x="558186" y="98695"/>
                  <a:pt x="565612" y="96627"/>
                  <a:pt x="572050" y="92492"/>
                </a:cubicBezTo>
                <a:lnTo>
                  <a:pt x="572050" y="108826"/>
                </a:lnTo>
                <a:cubicBezTo>
                  <a:pt x="565106" y="112732"/>
                  <a:pt x="556001" y="114684"/>
                  <a:pt x="544735" y="114684"/>
                </a:cubicBezTo>
                <a:cubicBezTo>
                  <a:pt x="532595" y="114684"/>
                  <a:pt x="523157" y="111261"/>
                  <a:pt x="516420" y="104415"/>
                </a:cubicBezTo>
                <a:cubicBezTo>
                  <a:pt x="509683" y="97569"/>
                  <a:pt x="506315" y="88035"/>
                  <a:pt x="506315" y="75813"/>
                </a:cubicBezTo>
                <a:cubicBezTo>
                  <a:pt x="506315" y="63637"/>
                  <a:pt x="509902" y="53747"/>
                  <a:pt x="517075" y="46143"/>
                </a:cubicBezTo>
                <a:cubicBezTo>
                  <a:pt x="524249" y="38538"/>
                  <a:pt x="533262" y="34736"/>
                  <a:pt x="544114" y="34736"/>
                </a:cubicBezTo>
                <a:cubicBezTo>
                  <a:pt x="554921" y="34736"/>
                  <a:pt x="563371" y="38010"/>
                  <a:pt x="569463" y="44557"/>
                </a:cubicBezTo>
                <a:cubicBezTo>
                  <a:pt x="575556" y="51105"/>
                  <a:pt x="578603" y="60099"/>
                  <a:pt x="578603" y="71540"/>
                </a:cubicBezTo>
                <a:lnTo>
                  <a:pt x="578603" y="80982"/>
                </a:lnTo>
                <a:moveTo>
                  <a:pt x="557841" y="67060"/>
                </a:moveTo>
                <a:cubicBezTo>
                  <a:pt x="557841" y="55665"/>
                  <a:pt x="553219" y="49968"/>
                  <a:pt x="543976" y="49968"/>
                </a:cubicBezTo>
                <a:cubicBezTo>
                  <a:pt x="540160" y="49968"/>
                  <a:pt x="536780" y="51530"/>
                  <a:pt x="533837" y="54654"/>
                </a:cubicBezTo>
                <a:cubicBezTo>
                  <a:pt x="530894" y="57779"/>
                  <a:pt x="529054" y="61914"/>
                  <a:pt x="528319" y="67060"/>
                </a:cubicBezTo>
                <a:lnTo>
                  <a:pt x="557841" y="6706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E586C-823E-4956-BF6E-ADA4CD51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51" y="1722022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75EA1-B262-459A-9345-996E9F44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51" y="1722022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D888D-576E-4E70-BCF9-1B19FFC8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812" y="1722022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3012F-C343-4EE9-A910-7AB612B4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812" y="1722022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E1056-C931-4E72-ABD0-D507055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697" y="1722022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3CF91-770D-4F04-8A40-6D9A703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697" y="1722022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3C904-1817-46D8-B27A-2FBA3DFE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848" y="1722022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DBD93-C23F-4480-B31F-9B6AFBC8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848" y="1722022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47" name="Text Softfinalized">
            <a:extLst xmlns:a="http://schemas.openxmlformats.org/drawingml/2006/main">
              <a:ext uri="{FF2B5EF4-FFF2-40B4-BE49-F238E27FC236}">
                <a16:creationId xmlns:a16="http://schemas.microsoft.com/office/drawing/2014/main" id="{455E769F-9C41-426F-B162-43E03EB0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620" y="1567938"/>
            <a:ext cx="718396" cy="90593"/>
          </a:xfrm>
          <a:custGeom xmlns:a="http://schemas.openxmlformats.org/drawingml/2006/main">
            <a:pathLst>
              <a:path w="718396" h="90593">
                <a:moveTo>
                  <a:pt x="322" y="68239"/>
                </a:moveTo>
                <a:cubicBezTo>
                  <a:pt x="7010" y="73779"/>
                  <a:pt x="14610" y="76548"/>
                  <a:pt x="23123" y="76548"/>
                </a:cubicBezTo>
                <a:cubicBezTo>
                  <a:pt x="27951" y="76548"/>
                  <a:pt x="31581" y="75717"/>
                  <a:pt x="34013" y="74055"/>
                </a:cubicBezTo>
                <a:cubicBezTo>
                  <a:pt x="36445" y="72394"/>
                  <a:pt x="37662" y="70258"/>
                  <a:pt x="37662" y="67650"/>
                </a:cubicBezTo>
                <a:cubicBezTo>
                  <a:pt x="37662" y="65398"/>
                  <a:pt x="36696" y="63272"/>
                  <a:pt x="34764" y="61271"/>
                </a:cubicBezTo>
                <a:cubicBezTo>
                  <a:pt x="32833" y="59269"/>
                  <a:pt x="27736" y="56553"/>
                  <a:pt x="19475" y="53123"/>
                </a:cubicBezTo>
                <a:cubicBezTo>
                  <a:pt x="6492" y="47619"/>
                  <a:pt x="0" y="39614"/>
                  <a:pt x="0" y="29108"/>
                </a:cubicBezTo>
                <a:cubicBezTo>
                  <a:pt x="0" y="21388"/>
                  <a:pt x="2942" y="15394"/>
                  <a:pt x="8825" y="11123"/>
                </a:cubicBezTo>
                <a:cubicBezTo>
                  <a:pt x="14709" y="6853"/>
                  <a:pt x="22497" y="4717"/>
                  <a:pt x="32189" y="4717"/>
                </a:cubicBezTo>
                <a:cubicBezTo>
                  <a:pt x="40308" y="4717"/>
                  <a:pt x="47122" y="5771"/>
                  <a:pt x="52630" y="7880"/>
                </a:cubicBezTo>
                <a:lnTo>
                  <a:pt x="52630" y="24498"/>
                </a:lnTo>
                <a:cubicBezTo>
                  <a:pt x="47050" y="20709"/>
                  <a:pt x="40523" y="18815"/>
                  <a:pt x="33048" y="18815"/>
                </a:cubicBezTo>
                <a:cubicBezTo>
                  <a:pt x="28684" y="18815"/>
                  <a:pt x="25197" y="19611"/>
                  <a:pt x="22586" y="21201"/>
                </a:cubicBezTo>
                <a:cubicBezTo>
                  <a:pt x="19975" y="22791"/>
                  <a:pt x="18670" y="24926"/>
                  <a:pt x="18670" y="27607"/>
                </a:cubicBezTo>
                <a:cubicBezTo>
                  <a:pt x="18670" y="29751"/>
                  <a:pt x="19564" y="31725"/>
                  <a:pt x="21352" y="33530"/>
                </a:cubicBezTo>
                <a:cubicBezTo>
                  <a:pt x="23141" y="35335"/>
                  <a:pt x="27558" y="37774"/>
                  <a:pt x="34604" y="40847"/>
                </a:cubicBezTo>
                <a:cubicBezTo>
                  <a:pt x="42865" y="44385"/>
                  <a:pt x="48543" y="48120"/>
                  <a:pt x="51637" y="52051"/>
                </a:cubicBezTo>
                <a:cubicBezTo>
                  <a:pt x="54731" y="55982"/>
                  <a:pt x="56278" y="60663"/>
                  <a:pt x="56278" y="66095"/>
                </a:cubicBezTo>
                <a:cubicBezTo>
                  <a:pt x="56278" y="74064"/>
                  <a:pt x="53452" y="80140"/>
                  <a:pt x="47801" y="84321"/>
                </a:cubicBezTo>
                <a:cubicBezTo>
                  <a:pt x="42150" y="88502"/>
                  <a:pt x="34121" y="90593"/>
                  <a:pt x="23713" y="90593"/>
                </a:cubicBezTo>
                <a:cubicBezTo>
                  <a:pt x="14199" y="90593"/>
                  <a:pt x="6402" y="89056"/>
                  <a:pt x="322" y="85983"/>
                </a:cubicBezTo>
                <a:lnTo>
                  <a:pt x="322" y="68239"/>
                </a:lnTo>
                <a:close/>
                <a:moveTo>
                  <a:pt x="65017" y="59770"/>
                </a:moveTo>
                <a:cubicBezTo>
                  <a:pt x="65017" y="50014"/>
                  <a:pt x="67941" y="42348"/>
                  <a:pt x="73788" y="36773"/>
                </a:cubicBezTo>
                <a:cubicBezTo>
                  <a:pt x="79636" y="31198"/>
                  <a:pt x="87496" y="28411"/>
                  <a:pt x="97367" y="28411"/>
                </a:cubicBezTo>
                <a:cubicBezTo>
                  <a:pt x="106917" y="28411"/>
                  <a:pt x="114499" y="31153"/>
                  <a:pt x="120114" y="36639"/>
                </a:cubicBezTo>
                <a:cubicBezTo>
                  <a:pt x="125729" y="42125"/>
                  <a:pt x="128537" y="49495"/>
                  <a:pt x="128537" y="58751"/>
                </a:cubicBezTo>
                <a:cubicBezTo>
                  <a:pt x="128537" y="68472"/>
                  <a:pt x="125658" y="76209"/>
                  <a:pt x="119900" y="81962"/>
                </a:cubicBezTo>
                <a:cubicBezTo>
                  <a:pt x="114141" y="87716"/>
                  <a:pt x="106344" y="90593"/>
                  <a:pt x="96509" y="90593"/>
                </a:cubicBezTo>
                <a:cubicBezTo>
                  <a:pt x="86852" y="90593"/>
                  <a:pt x="79189" y="87832"/>
                  <a:pt x="73520" y="82311"/>
                </a:cubicBezTo>
                <a:cubicBezTo>
                  <a:pt x="67851" y="76789"/>
                  <a:pt x="65017" y="69276"/>
                  <a:pt x="65017" y="59770"/>
                </a:cubicBezTo>
                <a:moveTo>
                  <a:pt x="82560" y="59555"/>
                </a:moveTo>
                <a:cubicBezTo>
                  <a:pt x="82560" y="71384"/>
                  <a:pt x="87388" y="77299"/>
                  <a:pt x="97045" y="77299"/>
                </a:cubicBezTo>
                <a:cubicBezTo>
                  <a:pt x="106309" y="77299"/>
                  <a:pt x="110940" y="71223"/>
                  <a:pt x="110940" y="59073"/>
                </a:cubicBezTo>
                <a:cubicBezTo>
                  <a:pt x="110940" y="47494"/>
                  <a:pt x="106273" y="41705"/>
                  <a:pt x="96938" y="41705"/>
                </a:cubicBezTo>
                <a:cubicBezTo>
                  <a:pt x="92396" y="41705"/>
                  <a:pt x="88864" y="43259"/>
                  <a:pt x="86342" y="46368"/>
                </a:cubicBezTo>
                <a:cubicBezTo>
                  <a:pt x="83821" y="49478"/>
                  <a:pt x="82560" y="53873"/>
                  <a:pt x="82560" y="59555"/>
                </a:cubicBezTo>
                <a:close/>
                <a:moveTo>
                  <a:pt x="176558" y="14741"/>
                </a:moveTo>
                <a:cubicBezTo>
                  <a:pt x="174198" y="13812"/>
                  <a:pt x="171963" y="13348"/>
                  <a:pt x="169852" y="13348"/>
                </a:cubicBezTo>
                <a:cubicBezTo>
                  <a:pt x="163915" y="13348"/>
                  <a:pt x="160947" y="16635"/>
                  <a:pt x="160947" y="23211"/>
                </a:cubicBezTo>
                <a:lnTo>
                  <a:pt x="160947" y="29858"/>
                </a:lnTo>
                <a:lnTo>
                  <a:pt x="174466" y="29858"/>
                </a:lnTo>
                <a:lnTo>
                  <a:pt x="174466" y="42777"/>
                </a:lnTo>
                <a:lnTo>
                  <a:pt x="160947" y="42777"/>
                </a:lnTo>
                <a:lnTo>
                  <a:pt x="160947" y="89145"/>
                </a:lnTo>
                <a:lnTo>
                  <a:pt x="143618" y="89145"/>
                </a:lnTo>
                <a:lnTo>
                  <a:pt x="143618" y="42777"/>
                </a:lnTo>
                <a:lnTo>
                  <a:pt x="133693" y="42777"/>
                </a:lnTo>
                <a:lnTo>
                  <a:pt x="133693" y="29858"/>
                </a:lnTo>
                <a:lnTo>
                  <a:pt x="143618" y="29858"/>
                </a:lnTo>
                <a:lnTo>
                  <a:pt x="143618" y="22246"/>
                </a:lnTo>
                <a:cubicBezTo>
                  <a:pt x="143618" y="15492"/>
                  <a:pt x="145818" y="10096"/>
                  <a:pt x="150217" y="6057"/>
                </a:cubicBezTo>
                <a:cubicBezTo>
                  <a:pt x="154616" y="2019"/>
                  <a:pt x="160392" y="0"/>
                  <a:pt x="167545" y="0"/>
                </a:cubicBezTo>
                <a:cubicBezTo>
                  <a:pt x="171194" y="0"/>
                  <a:pt x="174198" y="375"/>
                  <a:pt x="176558" y="1126"/>
                </a:cubicBezTo>
                <a:lnTo>
                  <a:pt x="176558" y="14741"/>
                </a:lnTo>
                <a:close/>
                <a:moveTo>
                  <a:pt x="220658" y="88448"/>
                </a:moveTo>
                <a:cubicBezTo>
                  <a:pt x="218047" y="89878"/>
                  <a:pt x="214095" y="90593"/>
                  <a:pt x="208801" y="90593"/>
                </a:cubicBezTo>
                <a:cubicBezTo>
                  <a:pt x="196212" y="90593"/>
                  <a:pt x="189917" y="83981"/>
                  <a:pt x="189917" y="70759"/>
                </a:cubicBezTo>
                <a:lnTo>
                  <a:pt x="189917" y="42777"/>
                </a:lnTo>
                <a:lnTo>
                  <a:pt x="180153" y="42777"/>
                </a:lnTo>
                <a:lnTo>
                  <a:pt x="180153" y="29858"/>
                </a:lnTo>
                <a:lnTo>
                  <a:pt x="189917" y="29858"/>
                </a:lnTo>
                <a:lnTo>
                  <a:pt x="189917" y="16832"/>
                </a:lnTo>
                <a:lnTo>
                  <a:pt x="207138" y="11900"/>
                </a:lnTo>
                <a:lnTo>
                  <a:pt x="207138" y="29858"/>
                </a:lnTo>
                <a:lnTo>
                  <a:pt x="220658" y="29858"/>
                </a:lnTo>
                <a:lnTo>
                  <a:pt x="220658" y="42777"/>
                </a:lnTo>
                <a:lnTo>
                  <a:pt x="207138" y="42777"/>
                </a:lnTo>
                <a:lnTo>
                  <a:pt x="207138" y="67757"/>
                </a:lnTo>
                <a:cubicBezTo>
                  <a:pt x="207138" y="74082"/>
                  <a:pt x="209642" y="77245"/>
                  <a:pt x="214649" y="77245"/>
                </a:cubicBezTo>
                <a:cubicBezTo>
                  <a:pt x="216581" y="77245"/>
                  <a:pt x="218583" y="76673"/>
                  <a:pt x="220658" y="75530"/>
                </a:cubicBezTo>
                <a:lnTo>
                  <a:pt x="220658" y="88448"/>
                </a:lnTo>
                <a:close/>
                <a:moveTo>
                  <a:pt x="301623" y="14741"/>
                </a:moveTo>
                <a:cubicBezTo>
                  <a:pt x="299263" y="13812"/>
                  <a:pt x="297027" y="13348"/>
                  <a:pt x="294917" y="13348"/>
                </a:cubicBezTo>
                <a:cubicBezTo>
                  <a:pt x="288980" y="13348"/>
                  <a:pt x="286011" y="16635"/>
                  <a:pt x="286011" y="23211"/>
                </a:cubicBezTo>
                <a:lnTo>
                  <a:pt x="286011" y="29858"/>
                </a:lnTo>
                <a:lnTo>
                  <a:pt x="299531" y="29858"/>
                </a:lnTo>
                <a:lnTo>
                  <a:pt x="299531" y="42777"/>
                </a:lnTo>
                <a:lnTo>
                  <a:pt x="286011" y="42777"/>
                </a:lnTo>
                <a:lnTo>
                  <a:pt x="286011" y="89145"/>
                </a:lnTo>
                <a:lnTo>
                  <a:pt x="268683" y="89145"/>
                </a:lnTo>
                <a:lnTo>
                  <a:pt x="268683" y="42777"/>
                </a:lnTo>
                <a:lnTo>
                  <a:pt x="258758" y="42777"/>
                </a:lnTo>
                <a:lnTo>
                  <a:pt x="258758" y="29858"/>
                </a:lnTo>
                <a:lnTo>
                  <a:pt x="268683" y="29858"/>
                </a:lnTo>
                <a:lnTo>
                  <a:pt x="268683" y="22246"/>
                </a:lnTo>
                <a:cubicBezTo>
                  <a:pt x="268683" y="15492"/>
                  <a:pt x="270882" y="10096"/>
                  <a:pt x="275282" y="6057"/>
                </a:cubicBezTo>
                <a:cubicBezTo>
                  <a:pt x="279681" y="2019"/>
                  <a:pt x="285457" y="0"/>
                  <a:pt x="292610" y="0"/>
                </a:cubicBezTo>
                <a:cubicBezTo>
                  <a:pt x="296258" y="0"/>
                  <a:pt x="299263" y="375"/>
                  <a:pt x="301623" y="1126"/>
                </a:cubicBezTo>
                <a:lnTo>
                  <a:pt x="301623" y="14741"/>
                </a:lnTo>
                <a:close/>
                <a:moveTo>
                  <a:pt x="306904" y="10721"/>
                </a:moveTo>
                <a:cubicBezTo>
                  <a:pt x="306904" y="8076"/>
                  <a:pt x="307843" y="5923"/>
                  <a:pt x="309721" y="4262"/>
                </a:cubicBezTo>
                <a:cubicBezTo>
                  <a:pt x="311599" y="2600"/>
                  <a:pt x="314004" y="1769"/>
                  <a:pt x="316937" y="1769"/>
                </a:cubicBezTo>
                <a:cubicBezTo>
                  <a:pt x="319941" y="1769"/>
                  <a:pt x="322373" y="2618"/>
                  <a:pt x="324233" y="4315"/>
                </a:cubicBezTo>
                <a:cubicBezTo>
                  <a:pt x="326093" y="6013"/>
                  <a:pt x="327023" y="8148"/>
                  <a:pt x="327023" y="10721"/>
                </a:cubicBezTo>
                <a:cubicBezTo>
                  <a:pt x="327023" y="13330"/>
                  <a:pt x="326075" y="15501"/>
                  <a:pt x="324179" y="17234"/>
                </a:cubicBezTo>
                <a:cubicBezTo>
                  <a:pt x="322284" y="18967"/>
                  <a:pt x="319869" y="19834"/>
                  <a:pt x="316937" y="19834"/>
                </a:cubicBezTo>
                <a:cubicBezTo>
                  <a:pt x="314040" y="19834"/>
                  <a:pt x="311643" y="18958"/>
                  <a:pt x="309748" y="17207"/>
                </a:cubicBezTo>
                <a:cubicBezTo>
                  <a:pt x="307852" y="15456"/>
                  <a:pt x="306904" y="13294"/>
                  <a:pt x="306904" y="10721"/>
                </a:cubicBezTo>
                <a:moveTo>
                  <a:pt x="308192" y="89145"/>
                </a:moveTo>
                <a:lnTo>
                  <a:pt x="308192" y="29858"/>
                </a:lnTo>
                <a:lnTo>
                  <a:pt x="325467" y="29858"/>
                </a:lnTo>
                <a:lnTo>
                  <a:pt x="325467" y="89145"/>
                </a:lnTo>
                <a:lnTo>
                  <a:pt x="308192" y="89145"/>
                </a:lnTo>
                <a:close/>
                <a:moveTo>
                  <a:pt x="397368" y="89145"/>
                </a:moveTo>
                <a:lnTo>
                  <a:pt x="380146" y="89145"/>
                </a:lnTo>
                <a:lnTo>
                  <a:pt x="380146" y="56071"/>
                </a:lnTo>
                <a:cubicBezTo>
                  <a:pt x="380146" y="46493"/>
                  <a:pt x="376695" y="41705"/>
                  <a:pt x="369792" y="41705"/>
                </a:cubicBezTo>
                <a:cubicBezTo>
                  <a:pt x="366502" y="41705"/>
                  <a:pt x="363766" y="42982"/>
                  <a:pt x="361584" y="45538"/>
                </a:cubicBezTo>
                <a:cubicBezTo>
                  <a:pt x="359402" y="48093"/>
                  <a:pt x="358311" y="51354"/>
                  <a:pt x="358311" y="55320"/>
                </a:cubicBezTo>
                <a:lnTo>
                  <a:pt x="358311" y="89145"/>
                </a:lnTo>
                <a:lnTo>
                  <a:pt x="340983" y="89145"/>
                </a:lnTo>
                <a:lnTo>
                  <a:pt x="340983" y="29858"/>
                </a:lnTo>
                <a:lnTo>
                  <a:pt x="358311" y="29858"/>
                </a:lnTo>
                <a:lnTo>
                  <a:pt x="358311" y="39293"/>
                </a:lnTo>
                <a:lnTo>
                  <a:pt x="358526" y="39293"/>
                </a:lnTo>
                <a:cubicBezTo>
                  <a:pt x="362854" y="32038"/>
                  <a:pt x="369220" y="28411"/>
                  <a:pt x="377625" y="28411"/>
                </a:cubicBezTo>
                <a:cubicBezTo>
                  <a:pt x="390787" y="28411"/>
                  <a:pt x="397368" y="36559"/>
                  <a:pt x="397368" y="52855"/>
                </a:cubicBezTo>
                <a:lnTo>
                  <a:pt x="397368" y="89145"/>
                </a:lnTo>
                <a:close/>
                <a:moveTo>
                  <a:pt x="413629" y="33450"/>
                </a:moveTo>
                <a:cubicBezTo>
                  <a:pt x="416311" y="31949"/>
                  <a:pt x="419897" y="30734"/>
                  <a:pt x="424385" y="29804"/>
                </a:cubicBezTo>
                <a:cubicBezTo>
                  <a:pt x="428874" y="28875"/>
                  <a:pt x="432710" y="28411"/>
                  <a:pt x="435893" y="28411"/>
                </a:cubicBezTo>
                <a:cubicBezTo>
                  <a:pt x="452488" y="28411"/>
                  <a:pt x="460786" y="36719"/>
                  <a:pt x="460786" y="53337"/>
                </a:cubicBezTo>
                <a:lnTo>
                  <a:pt x="460786" y="89145"/>
                </a:lnTo>
                <a:lnTo>
                  <a:pt x="444316" y="89145"/>
                </a:lnTo>
                <a:lnTo>
                  <a:pt x="444316" y="80515"/>
                </a:lnTo>
                <a:lnTo>
                  <a:pt x="444101" y="80515"/>
                </a:lnTo>
                <a:cubicBezTo>
                  <a:pt x="440060" y="87233"/>
                  <a:pt x="434141" y="90593"/>
                  <a:pt x="426344" y="90593"/>
                </a:cubicBezTo>
                <a:cubicBezTo>
                  <a:pt x="420728" y="90593"/>
                  <a:pt x="416231" y="88993"/>
                  <a:pt x="412851" y="85795"/>
                </a:cubicBezTo>
                <a:cubicBezTo>
                  <a:pt x="409471" y="82597"/>
                  <a:pt x="407781" y="78246"/>
                  <a:pt x="407781" y="72742"/>
                </a:cubicBezTo>
                <a:cubicBezTo>
                  <a:pt x="407781" y="61378"/>
                  <a:pt x="414559" y="54767"/>
                  <a:pt x="428114" y="52908"/>
                </a:cubicBezTo>
                <a:lnTo>
                  <a:pt x="444423" y="50710"/>
                </a:lnTo>
                <a:cubicBezTo>
                  <a:pt x="444423" y="43813"/>
                  <a:pt x="440829" y="40365"/>
                  <a:pt x="433640" y="40365"/>
                </a:cubicBezTo>
                <a:cubicBezTo>
                  <a:pt x="426558" y="40365"/>
                  <a:pt x="419888" y="42509"/>
                  <a:pt x="413629" y="46797"/>
                </a:cubicBezTo>
                <a:lnTo>
                  <a:pt x="413629" y="33450"/>
                </a:lnTo>
                <a:moveTo>
                  <a:pt x="433211" y="62289"/>
                </a:moveTo>
                <a:cubicBezTo>
                  <a:pt x="426952" y="63111"/>
                  <a:pt x="423822" y="65934"/>
                  <a:pt x="423822" y="70759"/>
                </a:cubicBezTo>
                <a:cubicBezTo>
                  <a:pt x="423822" y="72974"/>
                  <a:pt x="424582" y="74761"/>
                  <a:pt x="426102" y="76119"/>
                </a:cubicBezTo>
                <a:cubicBezTo>
                  <a:pt x="427622" y="77477"/>
                  <a:pt x="429670" y="78156"/>
                  <a:pt x="432245" y="78156"/>
                </a:cubicBezTo>
                <a:cubicBezTo>
                  <a:pt x="435786" y="78156"/>
                  <a:pt x="438701" y="76905"/>
                  <a:pt x="440990" y="74404"/>
                </a:cubicBezTo>
                <a:cubicBezTo>
                  <a:pt x="443279" y="71902"/>
                  <a:pt x="444423" y="68793"/>
                  <a:pt x="444423" y="65077"/>
                </a:cubicBezTo>
                <a:lnTo>
                  <a:pt x="444423" y="60842"/>
                </a:lnTo>
                <a:lnTo>
                  <a:pt x="433211" y="62289"/>
                </a:lnTo>
                <a:close/>
                <a:moveTo>
                  <a:pt x="475419" y="89145"/>
                </a:moveTo>
                <a:lnTo>
                  <a:pt x="475419" y="1394"/>
                </a:lnTo>
                <a:lnTo>
                  <a:pt x="492694" y="1394"/>
                </a:lnTo>
                <a:lnTo>
                  <a:pt x="492694" y="89145"/>
                </a:lnTo>
                <a:lnTo>
                  <a:pt x="475419" y="89145"/>
                </a:lnTo>
                <a:close/>
                <a:moveTo>
                  <a:pt x="506653" y="10721"/>
                </a:moveTo>
                <a:cubicBezTo>
                  <a:pt x="506653" y="8076"/>
                  <a:pt x="507592" y="5923"/>
                  <a:pt x="509470" y="4262"/>
                </a:cubicBezTo>
                <a:cubicBezTo>
                  <a:pt x="511348" y="2600"/>
                  <a:pt x="513753" y="1769"/>
                  <a:pt x="516686" y="1769"/>
                </a:cubicBezTo>
                <a:cubicBezTo>
                  <a:pt x="519690" y="1769"/>
                  <a:pt x="522122" y="2618"/>
                  <a:pt x="523982" y="4315"/>
                </a:cubicBezTo>
                <a:cubicBezTo>
                  <a:pt x="525842" y="6013"/>
                  <a:pt x="526772" y="8148"/>
                  <a:pt x="526772" y="10721"/>
                </a:cubicBezTo>
                <a:cubicBezTo>
                  <a:pt x="526772" y="13330"/>
                  <a:pt x="525824" y="15501"/>
                  <a:pt x="523928" y="17234"/>
                </a:cubicBezTo>
                <a:cubicBezTo>
                  <a:pt x="522033" y="18967"/>
                  <a:pt x="519618" y="19834"/>
                  <a:pt x="516686" y="19834"/>
                </a:cubicBezTo>
                <a:cubicBezTo>
                  <a:pt x="513789" y="19834"/>
                  <a:pt x="511392" y="18958"/>
                  <a:pt x="509497" y="17207"/>
                </a:cubicBezTo>
                <a:cubicBezTo>
                  <a:pt x="507601" y="15456"/>
                  <a:pt x="506653" y="13294"/>
                  <a:pt x="506653" y="10721"/>
                </a:cubicBezTo>
                <a:moveTo>
                  <a:pt x="507941" y="89145"/>
                </a:moveTo>
                <a:lnTo>
                  <a:pt x="507941" y="29858"/>
                </a:lnTo>
                <a:lnTo>
                  <a:pt x="525216" y="29858"/>
                </a:lnTo>
                <a:lnTo>
                  <a:pt x="525216" y="89145"/>
                </a:lnTo>
                <a:lnTo>
                  <a:pt x="507941" y="89145"/>
                </a:lnTo>
                <a:close/>
                <a:moveTo>
                  <a:pt x="587084" y="89145"/>
                </a:moveTo>
                <a:lnTo>
                  <a:pt x="534347" y="89145"/>
                </a:lnTo>
                <a:lnTo>
                  <a:pt x="534347" y="82123"/>
                </a:lnTo>
                <a:lnTo>
                  <a:pt x="564713" y="42777"/>
                </a:lnTo>
                <a:lnTo>
                  <a:pt x="537352" y="42777"/>
                </a:lnTo>
                <a:lnTo>
                  <a:pt x="537352" y="29858"/>
                </a:lnTo>
                <a:lnTo>
                  <a:pt x="586923" y="29858"/>
                </a:lnTo>
                <a:lnTo>
                  <a:pt x="586923" y="38220"/>
                </a:lnTo>
                <a:lnTo>
                  <a:pt x="557899" y="76226"/>
                </a:lnTo>
                <a:lnTo>
                  <a:pt x="587084" y="76226"/>
                </a:lnTo>
                <a:lnTo>
                  <a:pt x="587084" y="89145"/>
                </a:lnTo>
                <a:close/>
                <a:moveTo>
                  <a:pt x="649889" y="64380"/>
                </a:moveTo>
                <a:lnTo>
                  <a:pt x="610833" y="64380"/>
                </a:lnTo>
                <a:cubicBezTo>
                  <a:pt x="611441" y="73564"/>
                  <a:pt x="616985" y="78156"/>
                  <a:pt x="627464" y="78156"/>
                </a:cubicBezTo>
                <a:cubicBezTo>
                  <a:pt x="634009" y="78156"/>
                  <a:pt x="639785" y="76548"/>
                  <a:pt x="644793" y="73332"/>
                </a:cubicBezTo>
                <a:lnTo>
                  <a:pt x="644793" y="86036"/>
                </a:lnTo>
                <a:cubicBezTo>
                  <a:pt x="639392" y="89074"/>
                  <a:pt x="632310" y="90593"/>
                  <a:pt x="623548" y="90593"/>
                </a:cubicBezTo>
                <a:cubicBezTo>
                  <a:pt x="614106" y="90593"/>
                  <a:pt x="606765" y="87930"/>
                  <a:pt x="601525" y="82605"/>
                </a:cubicBezTo>
                <a:cubicBezTo>
                  <a:pt x="596285" y="77281"/>
                  <a:pt x="593665" y="69865"/>
                  <a:pt x="593665" y="60359"/>
                </a:cubicBezTo>
                <a:cubicBezTo>
                  <a:pt x="593665" y="50889"/>
                  <a:pt x="596455" y="43197"/>
                  <a:pt x="602035" y="37282"/>
                </a:cubicBezTo>
                <a:cubicBezTo>
                  <a:pt x="607614" y="31368"/>
                  <a:pt x="614624" y="28411"/>
                  <a:pt x="623065" y="28411"/>
                </a:cubicBezTo>
                <a:cubicBezTo>
                  <a:pt x="631470" y="28411"/>
                  <a:pt x="638042" y="30957"/>
                  <a:pt x="642781" y="36049"/>
                </a:cubicBezTo>
                <a:cubicBezTo>
                  <a:pt x="647520" y="41142"/>
                  <a:pt x="649889" y="48137"/>
                  <a:pt x="649889" y="57036"/>
                </a:cubicBezTo>
                <a:lnTo>
                  <a:pt x="649889" y="64380"/>
                </a:lnTo>
                <a:moveTo>
                  <a:pt x="633741" y="53552"/>
                </a:moveTo>
                <a:cubicBezTo>
                  <a:pt x="633741" y="44689"/>
                  <a:pt x="630147" y="40257"/>
                  <a:pt x="622958" y="40257"/>
                </a:cubicBezTo>
                <a:cubicBezTo>
                  <a:pt x="619989" y="40257"/>
                  <a:pt x="617360" y="41472"/>
                  <a:pt x="615071" y="43903"/>
                </a:cubicBezTo>
                <a:cubicBezTo>
                  <a:pt x="612782" y="46333"/>
                  <a:pt x="611352" y="49549"/>
                  <a:pt x="610779" y="53552"/>
                </a:cubicBezTo>
                <a:lnTo>
                  <a:pt x="633741" y="53552"/>
                </a:lnTo>
                <a:close/>
                <a:moveTo>
                  <a:pt x="718396" y="89145"/>
                </a:moveTo>
                <a:lnTo>
                  <a:pt x="701121" y="89145"/>
                </a:lnTo>
                <a:lnTo>
                  <a:pt x="701121" y="80783"/>
                </a:lnTo>
                <a:lnTo>
                  <a:pt x="700852" y="80783"/>
                </a:lnTo>
                <a:cubicBezTo>
                  <a:pt x="696668" y="87323"/>
                  <a:pt x="690480" y="90593"/>
                  <a:pt x="682290" y="90593"/>
                </a:cubicBezTo>
                <a:cubicBezTo>
                  <a:pt x="674743" y="90593"/>
                  <a:pt x="668744" y="87930"/>
                  <a:pt x="664291" y="82605"/>
                </a:cubicBezTo>
                <a:cubicBezTo>
                  <a:pt x="659838" y="77281"/>
                  <a:pt x="657611" y="70026"/>
                  <a:pt x="657611" y="60842"/>
                </a:cubicBezTo>
                <a:cubicBezTo>
                  <a:pt x="657611" y="51121"/>
                  <a:pt x="660106" y="43286"/>
                  <a:pt x="665095" y="37336"/>
                </a:cubicBezTo>
                <a:cubicBezTo>
                  <a:pt x="670085" y="31386"/>
                  <a:pt x="676603" y="28411"/>
                  <a:pt x="684650" y="28411"/>
                </a:cubicBezTo>
                <a:cubicBezTo>
                  <a:pt x="692376" y="28411"/>
                  <a:pt x="697777" y="31198"/>
                  <a:pt x="700852" y="36773"/>
                </a:cubicBezTo>
                <a:lnTo>
                  <a:pt x="701121" y="36773"/>
                </a:lnTo>
                <a:lnTo>
                  <a:pt x="701121" y="1394"/>
                </a:lnTo>
                <a:lnTo>
                  <a:pt x="718396" y="1394"/>
                </a:lnTo>
                <a:lnTo>
                  <a:pt x="718396" y="89145"/>
                </a:lnTo>
                <a:moveTo>
                  <a:pt x="701389" y="55588"/>
                </a:moveTo>
                <a:cubicBezTo>
                  <a:pt x="701389" y="51586"/>
                  <a:pt x="700182" y="48271"/>
                  <a:pt x="697768" y="45645"/>
                </a:cubicBezTo>
                <a:cubicBezTo>
                  <a:pt x="695353" y="43018"/>
                  <a:pt x="692340" y="41705"/>
                  <a:pt x="688728" y="41705"/>
                </a:cubicBezTo>
                <a:cubicBezTo>
                  <a:pt x="684507" y="41705"/>
                  <a:pt x="681190" y="43375"/>
                  <a:pt x="678776" y="46717"/>
                </a:cubicBezTo>
                <a:cubicBezTo>
                  <a:pt x="676362" y="50058"/>
                  <a:pt x="675155" y="54588"/>
                  <a:pt x="675155" y="60306"/>
                </a:cubicBezTo>
                <a:cubicBezTo>
                  <a:pt x="675155" y="65738"/>
                  <a:pt x="676317" y="69928"/>
                  <a:pt x="678642" y="72876"/>
                </a:cubicBezTo>
                <a:cubicBezTo>
                  <a:pt x="680967" y="75824"/>
                  <a:pt x="684168" y="77299"/>
                  <a:pt x="688245" y="77299"/>
                </a:cubicBezTo>
                <a:cubicBezTo>
                  <a:pt x="692072" y="77299"/>
                  <a:pt x="695219" y="75744"/>
                  <a:pt x="697687" y="72635"/>
                </a:cubicBezTo>
                <a:cubicBezTo>
                  <a:pt x="700155" y="69526"/>
                  <a:pt x="701389" y="65488"/>
                  <a:pt x="701389" y="60520"/>
                </a:cubicBezTo>
                <a:lnTo>
                  <a:pt x="701389" y="55588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txns">
            <a:extLst xmlns:a="http://schemas.openxmlformats.org/drawingml/2006/main">
              <a:ext uri="{FF2B5EF4-FFF2-40B4-BE49-F238E27FC236}">
                <a16:creationId xmlns:a16="http://schemas.microsoft.com/office/drawing/2014/main" id="{6825E02E-F262-4FD2-A7B8-DEF4CB1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906" y="1579839"/>
            <a:ext cx="231504" cy="78692"/>
          </a:xfrm>
          <a:custGeom xmlns:a="http://schemas.openxmlformats.org/drawingml/2006/main">
            <a:pathLst>
              <a:path w="231504" h="78692">
                <a:moveTo>
                  <a:pt x="40505" y="76548"/>
                </a:moveTo>
                <a:cubicBezTo>
                  <a:pt x="37894" y="77978"/>
                  <a:pt x="33942" y="78692"/>
                  <a:pt x="28648" y="78692"/>
                </a:cubicBezTo>
                <a:cubicBezTo>
                  <a:pt x="16059" y="78692"/>
                  <a:pt x="9764" y="72081"/>
                  <a:pt x="9764" y="58858"/>
                </a:cubicBezTo>
                <a:lnTo>
                  <a:pt x="9764" y="30877"/>
                </a:lnTo>
                <a:lnTo>
                  <a:pt x="0" y="30877"/>
                </a:lnTo>
                <a:lnTo>
                  <a:pt x="0" y="17958"/>
                </a:lnTo>
                <a:lnTo>
                  <a:pt x="9764" y="17958"/>
                </a:lnTo>
                <a:lnTo>
                  <a:pt x="9764" y="4932"/>
                </a:lnTo>
                <a:lnTo>
                  <a:pt x="26985" y="0"/>
                </a:lnTo>
                <a:lnTo>
                  <a:pt x="26985" y="17958"/>
                </a:lnTo>
                <a:lnTo>
                  <a:pt x="40505" y="17958"/>
                </a:lnTo>
                <a:lnTo>
                  <a:pt x="40505" y="30877"/>
                </a:lnTo>
                <a:lnTo>
                  <a:pt x="26985" y="30877"/>
                </a:lnTo>
                <a:lnTo>
                  <a:pt x="26985" y="55857"/>
                </a:lnTo>
                <a:cubicBezTo>
                  <a:pt x="26985" y="62182"/>
                  <a:pt x="29489" y="65345"/>
                  <a:pt x="34496" y="65345"/>
                </a:cubicBezTo>
                <a:cubicBezTo>
                  <a:pt x="36428" y="65345"/>
                  <a:pt x="38430" y="64773"/>
                  <a:pt x="40505" y="63629"/>
                </a:cubicBezTo>
                <a:lnTo>
                  <a:pt x="40505" y="76548"/>
                </a:lnTo>
                <a:close/>
                <a:moveTo>
                  <a:pt x="108478" y="17958"/>
                </a:moveTo>
                <a:lnTo>
                  <a:pt x="88842" y="46851"/>
                </a:lnTo>
                <a:lnTo>
                  <a:pt x="108317" y="77245"/>
                </a:lnTo>
                <a:lnTo>
                  <a:pt x="88306" y="77245"/>
                </a:lnTo>
                <a:lnTo>
                  <a:pt x="79454" y="60895"/>
                </a:lnTo>
                <a:cubicBezTo>
                  <a:pt x="78238" y="58644"/>
                  <a:pt x="77397" y="56875"/>
                  <a:pt x="76932" y="55589"/>
                </a:cubicBezTo>
                <a:lnTo>
                  <a:pt x="76718" y="55589"/>
                </a:lnTo>
                <a:cubicBezTo>
                  <a:pt x="76074" y="57304"/>
                  <a:pt x="75269" y="59019"/>
                  <a:pt x="74304" y="60735"/>
                </a:cubicBezTo>
                <a:lnTo>
                  <a:pt x="65291" y="77245"/>
                </a:lnTo>
                <a:lnTo>
                  <a:pt x="45387" y="77245"/>
                </a:lnTo>
                <a:lnTo>
                  <a:pt x="65452" y="47762"/>
                </a:lnTo>
                <a:lnTo>
                  <a:pt x="46567" y="17958"/>
                </a:lnTo>
                <a:lnTo>
                  <a:pt x="66632" y="17958"/>
                </a:lnTo>
                <a:lnTo>
                  <a:pt x="75430" y="35004"/>
                </a:lnTo>
                <a:cubicBezTo>
                  <a:pt x="76289" y="36648"/>
                  <a:pt x="77093" y="38471"/>
                  <a:pt x="77844" y="40472"/>
                </a:cubicBezTo>
                <a:lnTo>
                  <a:pt x="78059" y="40472"/>
                </a:lnTo>
                <a:cubicBezTo>
                  <a:pt x="78417" y="39257"/>
                  <a:pt x="79239" y="37416"/>
                  <a:pt x="80527" y="34951"/>
                </a:cubicBezTo>
                <a:lnTo>
                  <a:pt x="89594" y="17958"/>
                </a:lnTo>
                <a:lnTo>
                  <a:pt x="108478" y="17958"/>
                </a:lnTo>
                <a:close/>
                <a:moveTo>
                  <a:pt x="173397" y="77245"/>
                </a:moveTo>
                <a:lnTo>
                  <a:pt x="156176" y="77245"/>
                </a:lnTo>
                <a:lnTo>
                  <a:pt x="156176" y="44171"/>
                </a:lnTo>
                <a:cubicBezTo>
                  <a:pt x="156176" y="34593"/>
                  <a:pt x="152725" y="29804"/>
                  <a:pt x="145822" y="29804"/>
                </a:cubicBezTo>
                <a:cubicBezTo>
                  <a:pt x="142531" y="29804"/>
                  <a:pt x="139795" y="31082"/>
                  <a:pt x="137613" y="33637"/>
                </a:cubicBezTo>
                <a:cubicBezTo>
                  <a:pt x="135432" y="36192"/>
                  <a:pt x="134341" y="39453"/>
                  <a:pt x="134341" y="43420"/>
                </a:cubicBezTo>
                <a:lnTo>
                  <a:pt x="134341" y="77245"/>
                </a:lnTo>
                <a:lnTo>
                  <a:pt x="117012" y="77245"/>
                </a:lnTo>
                <a:lnTo>
                  <a:pt x="117012" y="17958"/>
                </a:lnTo>
                <a:lnTo>
                  <a:pt x="134341" y="17958"/>
                </a:lnTo>
                <a:lnTo>
                  <a:pt x="134341" y="27392"/>
                </a:lnTo>
                <a:lnTo>
                  <a:pt x="134555" y="27392"/>
                </a:lnTo>
                <a:cubicBezTo>
                  <a:pt x="138883" y="20138"/>
                  <a:pt x="145249" y="16510"/>
                  <a:pt x="153654" y="16510"/>
                </a:cubicBezTo>
                <a:cubicBezTo>
                  <a:pt x="166816" y="16510"/>
                  <a:pt x="173397" y="24658"/>
                  <a:pt x="173397" y="40954"/>
                </a:cubicBezTo>
                <a:lnTo>
                  <a:pt x="173397" y="77245"/>
                </a:lnTo>
                <a:close/>
                <a:moveTo>
                  <a:pt x="186654" y="61324"/>
                </a:moveTo>
                <a:cubicBezTo>
                  <a:pt x="192591" y="64934"/>
                  <a:pt x="198403" y="66738"/>
                  <a:pt x="204090" y="66738"/>
                </a:cubicBezTo>
                <a:cubicBezTo>
                  <a:pt x="211243" y="66738"/>
                  <a:pt x="214820" y="64826"/>
                  <a:pt x="214820" y="61003"/>
                </a:cubicBezTo>
                <a:cubicBezTo>
                  <a:pt x="214820" y="58287"/>
                  <a:pt x="211869" y="56017"/>
                  <a:pt x="205968" y="54195"/>
                </a:cubicBezTo>
                <a:cubicBezTo>
                  <a:pt x="198600" y="51908"/>
                  <a:pt x="193539" y="49361"/>
                  <a:pt x="190785" y="46556"/>
                </a:cubicBezTo>
                <a:cubicBezTo>
                  <a:pt x="188031" y="43751"/>
                  <a:pt x="186654" y="39954"/>
                  <a:pt x="186654" y="35165"/>
                </a:cubicBezTo>
                <a:cubicBezTo>
                  <a:pt x="186654" y="29340"/>
                  <a:pt x="189014" y="24774"/>
                  <a:pt x="193736" y="21469"/>
                </a:cubicBezTo>
                <a:cubicBezTo>
                  <a:pt x="198457" y="18163"/>
                  <a:pt x="204644" y="16510"/>
                  <a:pt x="212298" y="16510"/>
                </a:cubicBezTo>
                <a:cubicBezTo>
                  <a:pt x="217735" y="16510"/>
                  <a:pt x="222974" y="17314"/>
                  <a:pt x="228017" y="18923"/>
                </a:cubicBezTo>
                <a:lnTo>
                  <a:pt x="228017" y="32538"/>
                </a:lnTo>
                <a:cubicBezTo>
                  <a:pt x="223403" y="29822"/>
                  <a:pt x="218325" y="28464"/>
                  <a:pt x="212781" y="28464"/>
                </a:cubicBezTo>
                <a:cubicBezTo>
                  <a:pt x="210027" y="28464"/>
                  <a:pt x="207809" y="28956"/>
                  <a:pt x="206128" y="29938"/>
                </a:cubicBezTo>
                <a:cubicBezTo>
                  <a:pt x="204447" y="30921"/>
                  <a:pt x="203607" y="32217"/>
                  <a:pt x="203607" y="33825"/>
                </a:cubicBezTo>
                <a:cubicBezTo>
                  <a:pt x="203607" y="36541"/>
                  <a:pt x="206111" y="38739"/>
                  <a:pt x="211118" y="40418"/>
                </a:cubicBezTo>
                <a:cubicBezTo>
                  <a:pt x="216483" y="42205"/>
                  <a:pt x="220515" y="43831"/>
                  <a:pt x="223216" y="45296"/>
                </a:cubicBezTo>
                <a:cubicBezTo>
                  <a:pt x="225916" y="46762"/>
                  <a:pt x="227973" y="48691"/>
                  <a:pt x="229385" y="51086"/>
                </a:cubicBezTo>
                <a:cubicBezTo>
                  <a:pt x="230798" y="53480"/>
                  <a:pt x="231504" y="56250"/>
                  <a:pt x="231504" y="59394"/>
                </a:cubicBezTo>
                <a:cubicBezTo>
                  <a:pt x="231504" y="65505"/>
                  <a:pt x="229054" y="70250"/>
                  <a:pt x="224155" y="73627"/>
                </a:cubicBezTo>
                <a:cubicBezTo>
                  <a:pt x="219255" y="77004"/>
                  <a:pt x="212709" y="78692"/>
                  <a:pt x="204519" y="78692"/>
                </a:cubicBezTo>
                <a:cubicBezTo>
                  <a:pt x="198081" y="78692"/>
                  <a:pt x="192126" y="77674"/>
                  <a:pt x="186654" y="75637"/>
                </a:cubicBezTo>
                <a:lnTo>
                  <a:pt x="186654" y="61324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66FA2-A4C3-4A1F-B8DC-893B838B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866" y="3430126"/>
            <a:ext cx="1499914" cy="363351"/>
          </a:xfrm>
          <a:custGeom xmlns:a="http://schemas.openxmlformats.org/drawingml/2006/main">
            <a:pathLst>
              <a:path w="1499914" h="363351">
                <a:moveTo>
                  <a:pt x="0" y="0"/>
                </a:moveTo>
                <a:lnTo>
                  <a:pt x="1499914" y="0"/>
                </a:lnTo>
                <a:lnTo>
                  <a:pt x="1499914" y="363351"/>
                </a:lnTo>
                <a:lnTo>
                  <a:pt x="0" y="363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7F899-7840-4200-9C14-D480A30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018" y="3422285"/>
            <a:ext cx="1515610" cy="379034"/>
          </a:xfrm>
          <a:custGeom xmlns:a="http://schemas.openxmlformats.org/drawingml/2006/main">
            <a:pathLst>
              <a:path w="1515610" h="379034">
                <a:moveTo>
                  <a:pt x="7848" y="0"/>
                </a:moveTo>
                <a:lnTo>
                  <a:pt x="7848" y="14977"/>
                </a:lnTo>
                <a:lnTo>
                  <a:pt x="0" y="14977"/>
                </a:lnTo>
                <a:lnTo>
                  <a:pt x="0" y="93394"/>
                </a:lnTo>
                <a:lnTo>
                  <a:pt x="15696" y="93394"/>
                </a:lnTo>
                <a:lnTo>
                  <a:pt x="15696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7848" y="0"/>
                </a:lnTo>
                <a:close/>
                <a:moveTo>
                  <a:pt x="133417" y="15683"/>
                </a:move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lnTo>
                  <a:pt x="133417" y="15683"/>
                </a:lnTo>
                <a:close/>
                <a:moveTo>
                  <a:pt x="258986" y="15683"/>
                </a:move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lnTo>
                  <a:pt x="258986" y="15683"/>
                </a:lnTo>
                <a:close/>
                <a:moveTo>
                  <a:pt x="384555" y="15683"/>
                </a:move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lnTo>
                  <a:pt x="384555" y="15683"/>
                </a:lnTo>
                <a:close/>
                <a:moveTo>
                  <a:pt x="510124" y="15683"/>
                </a:moveTo>
                <a:lnTo>
                  <a:pt x="588605" y="15683"/>
                </a:lnTo>
                <a:lnTo>
                  <a:pt x="588605" y="0"/>
                </a:lnTo>
                <a:lnTo>
                  <a:pt x="510124" y="0"/>
                </a:lnTo>
                <a:lnTo>
                  <a:pt x="510124" y="15683"/>
                </a:lnTo>
                <a:close/>
                <a:moveTo>
                  <a:pt x="635693" y="15683"/>
                </a:moveTo>
                <a:lnTo>
                  <a:pt x="714174" y="15683"/>
                </a:lnTo>
                <a:lnTo>
                  <a:pt x="714174" y="0"/>
                </a:lnTo>
                <a:lnTo>
                  <a:pt x="635693" y="0"/>
                </a:lnTo>
                <a:lnTo>
                  <a:pt x="635693" y="15683"/>
                </a:lnTo>
                <a:close/>
                <a:moveTo>
                  <a:pt x="15696" y="218860"/>
                </a:moveTo>
                <a:lnTo>
                  <a:pt x="15696" y="140444"/>
                </a:lnTo>
                <a:lnTo>
                  <a:pt x="0" y="140444"/>
                </a:lnTo>
                <a:lnTo>
                  <a:pt x="0" y="218860"/>
                </a:lnTo>
                <a:lnTo>
                  <a:pt x="15696" y="218860"/>
                </a:lnTo>
                <a:close/>
                <a:moveTo>
                  <a:pt x="15696" y="344327"/>
                </a:moveTo>
                <a:lnTo>
                  <a:pt x="15696" y="265910"/>
                </a:lnTo>
                <a:lnTo>
                  <a:pt x="0" y="265910"/>
                </a:lnTo>
                <a:lnTo>
                  <a:pt x="0" y="344327"/>
                </a:lnTo>
                <a:lnTo>
                  <a:pt x="15696" y="344327"/>
                </a:lnTo>
                <a:close/>
                <a:moveTo>
                  <a:pt x="106530" y="363351"/>
                </a:moveTo>
                <a:lnTo>
                  <a:pt x="28049" y="363351"/>
                </a:lnTo>
                <a:lnTo>
                  <a:pt x="28049" y="379034"/>
                </a:lnTo>
                <a:lnTo>
                  <a:pt x="106530" y="379034"/>
                </a:lnTo>
                <a:lnTo>
                  <a:pt x="106530" y="363351"/>
                </a:lnTo>
                <a:close/>
                <a:moveTo>
                  <a:pt x="232099" y="363351"/>
                </a:moveTo>
                <a:lnTo>
                  <a:pt x="153618" y="363351"/>
                </a:lnTo>
                <a:lnTo>
                  <a:pt x="153618" y="379034"/>
                </a:lnTo>
                <a:lnTo>
                  <a:pt x="232099" y="379034"/>
                </a:lnTo>
                <a:lnTo>
                  <a:pt x="232099" y="363351"/>
                </a:lnTo>
                <a:close/>
                <a:moveTo>
                  <a:pt x="357668" y="363351"/>
                </a:moveTo>
                <a:lnTo>
                  <a:pt x="279187" y="363351"/>
                </a:lnTo>
                <a:lnTo>
                  <a:pt x="279187" y="379034"/>
                </a:lnTo>
                <a:lnTo>
                  <a:pt x="357668" y="379034"/>
                </a:lnTo>
                <a:lnTo>
                  <a:pt x="357668" y="363351"/>
                </a:lnTo>
                <a:close/>
                <a:moveTo>
                  <a:pt x="483237" y="363351"/>
                </a:moveTo>
                <a:lnTo>
                  <a:pt x="404756" y="363351"/>
                </a:lnTo>
                <a:lnTo>
                  <a:pt x="404756" y="379034"/>
                </a:lnTo>
                <a:lnTo>
                  <a:pt x="483237" y="379034"/>
                </a:lnTo>
                <a:lnTo>
                  <a:pt x="483237" y="363351"/>
                </a:lnTo>
                <a:close/>
                <a:moveTo>
                  <a:pt x="608806" y="363351"/>
                </a:moveTo>
                <a:lnTo>
                  <a:pt x="530325" y="363351"/>
                </a:lnTo>
                <a:lnTo>
                  <a:pt x="530325" y="379034"/>
                </a:lnTo>
                <a:lnTo>
                  <a:pt x="608806" y="379034"/>
                </a:lnTo>
                <a:lnTo>
                  <a:pt x="608806" y="363351"/>
                </a:lnTo>
                <a:close/>
                <a:moveTo>
                  <a:pt x="734375" y="363351"/>
                </a:moveTo>
                <a:lnTo>
                  <a:pt x="655894" y="363351"/>
                </a:lnTo>
                <a:lnTo>
                  <a:pt x="655894" y="379034"/>
                </a:lnTo>
                <a:lnTo>
                  <a:pt x="734375" y="379034"/>
                </a:lnTo>
                <a:lnTo>
                  <a:pt x="734375" y="363351"/>
                </a:lnTo>
                <a:close/>
                <a:moveTo>
                  <a:pt x="761262" y="15683"/>
                </a:moveTo>
                <a:lnTo>
                  <a:pt x="839743" y="15683"/>
                </a:lnTo>
                <a:lnTo>
                  <a:pt x="839743" y="0"/>
                </a:lnTo>
                <a:lnTo>
                  <a:pt x="761262" y="0"/>
                </a:lnTo>
                <a:lnTo>
                  <a:pt x="761262" y="15683"/>
                </a:lnTo>
                <a:close/>
                <a:moveTo>
                  <a:pt x="886831" y="15683"/>
                </a:moveTo>
                <a:lnTo>
                  <a:pt x="965312" y="15683"/>
                </a:lnTo>
                <a:lnTo>
                  <a:pt x="965312" y="0"/>
                </a:lnTo>
                <a:lnTo>
                  <a:pt x="886831" y="0"/>
                </a:lnTo>
                <a:lnTo>
                  <a:pt x="886831" y="15683"/>
                </a:lnTo>
                <a:close/>
                <a:moveTo>
                  <a:pt x="1012400" y="15683"/>
                </a:moveTo>
                <a:lnTo>
                  <a:pt x="1090881" y="15683"/>
                </a:lnTo>
                <a:lnTo>
                  <a:pt x="1090881" y="0"/>
                </a:lnTo>
                <a:lnTo>
                  <a:pt x="1012400" y="0"/>
                </a:lnTo>
                <a:lnTo>
                  <a:pt x="1012400" y="15683"/>
                </a:lnTo>
                <a:close/>
                <a:moveTo>
                  <a:pt x="1137969" y="15683"/>
                </a:moveTo>
                <a:lnTo>
                  <a:pt x="1216450" y="15683"/>
                </a:lnTo>
                <a:lnTo>
                  <a:pt x="1216450" y="0"/>
                </a:lnTo>
                <a:lnTo>
                  <a:pt x="1137969" y="0"/>
                </a:lnTo>
                <a:lnTo>
                  <a:pt x="1137969" y="15683"/>
                </a:lnTo>
                <a:close/>
                <a:moveTo>
                  <a:pt x="1263538" y="15683"/>
                </a:moveTo>
                <a:lnTo>
                  <a:pt x="1342019" y="15683"/>
                </a:lnTo>
                <a:lnTo>
                  <a:pt x="1342019" y="0"/>
                </a:lnTo>
                <a:lnTo>
                  <a:pt x="1263538" y="0"/>
                </a:lnTo>
                <a:lnTo>
                  <a:pt x="1263538" y="15683"/>
                </a:lnTo>
                <a:close/>
                <a:moveTo>
                  <a:pt x="1389107" y="15683"/>
                </a:moveTo>
                <a:lnTo>
                  <a:pt x="1467588" y="15683"/>
                </a:lnTo>
                <a:lnTo>
                  <a:pt x="1467588" y="0"/>
                </a:lnTo>
                <a:lnTo>
                  <a:pt x="1389107" y="0"/>
                </a:lnTo>
                <a:lnTo>
                  <a:pt x="1389107" y="15683"/>
                </a:lnTo>
                <a:close/>
                <a:moveTo>
                  <a:pt x="1499914" y="14750"/>
                </a:moveTo>
                <a:lnTo>
                  <a:pt x="1499914" y="93167"/>
                </a:lnTo>
                <a:lnTo>
                  <a:pt x="1515610" y="93167"/>
                </a:lnTo>
                <a:lnTo>
                  <a:pt x="1515610" y="14750"/>
                </a:lnTo>
                <a:lnTo>
                  <a:pt x="1499914" y="14750"/>
                </a:lnTo>
                <a:close/>
                <a:moveTo>
                  <a:pt x="1499914" y="140217"/>
                </a:moveTo>
                <a:lnTo>
                  <a:pt x="1499914" y="218633"/>
                </a:lnTo>
                <a:lnTo>
                  <a:pt x="1515610" y="218633"/>
                </a:lnTo>
                <a:lnTo>
                  <a:pt x="1515610" y="140217"/>
                </a:lnTo>
                <a:lnTo>
                  <a:pt x="1499914" y="140217"/>
                </a:lnTo>
                <a:close/>
                <a:moveTo>
                  <a:pt x="1499914" y="265683"/>
                </a:moveTo>
                <a:lnTo>
                  <a:pt x="1499914" y="344100"/>
                </a:lnTo>
                <a:lnTo>
                  <a:pt x="1515610" y="344100"/>
                </a:lnTo>
                <a:lnTo>
                  <a:pt x="1515610" y="265683"/>
                </a:lnTo>
                <a:lnTo>
                  <a:pt x="1499914" y="265683"/>
                </a:lnTo>
                <a:close/>
                <a:moveTo>
                  <a:pt x="859944" y="363351"/>
                </a:moveTo>
                <a:lnTo>
                  <a:pt x="781463" y="363351"/>
                </a:lnTo>
                <a:lnTo>
                  <a:pt x="781463" y="379034"/>
                </a:lnTo>
                <a:lnTo>
                  <a:pt x="859944" y="379034"/>
                </a:lnTo>
                <a:lnTo>
                  <a:pt x="859944" y="363351"/>
                </a:lnTo>
                <a:close/>
                <a:moveTo>
                  <a:pt x="985513" y="363351"/>
                </a:moveTo>
                <a:lnTo>
                  <a:pt x="907032" y="363351"/>
                </a:lnTo>
                <a:lnTo>
                  <a:pt x="907032" y="379034"/>
                </a:lnTo>
                <a:lnTo>
                  <a:pt x="985513" y="379034"/>
                </a:lnTo>
                <a:lnTo>
                  <a:pt x="985513" y="363351"/>
                </a:lnTo>
                <a:close/>
                <a:moveTo>
                  <a:pt x="1111082" y="363351"/>
                </a:moveTo>
                <a:lnTo>
                  <a:pt x="1032601" y="363351"/>
                </a:lnTo>
                <a:lnTo>
                  <a:pt x="1032601" y="379034"/>
                </a:lnTo>
                <a:lnTo>
                  <a:pt x="1111082" y="379034"/>
                </a:lnTo>
                <a:lnTo>
                  <a:pt x="1111082" y="363351"/>
                </a:lnTo>
                <a:close/>
                <a:moveTo>
                  <a:pt x="1236651" y="363351"/>
                </a:moveTo>
                <a:lnTo>
                  <a:pt x="1158170" y="363351"/>
                </a:lnTo>
                <a:lnTo>
                  <a:pt x="1158170" y="379034"/>
                </a:lnTo>
                <a:lnTo>
                  <a:pt x="1236651" y="379034"/>
                </a:lnTo>
                <a:lnTo>
                  <a:pt x="1236651" y="363351"/>
                </a:lnTo>
                <a:close/>
                <a:moveTo>
                  <a:pt x="1362220" y="363351"/>
                </a:moveTo>
                <a:lnTo>
                  <a:pt x="1283739" y="363351"/>
                </a:lnTo>
                <a:lnTo>
                  <a:pt x="1283739" y="379034"/>
                </a:lnTo>
                <a:lnTo>
                  <a:pt x="1362220" y="379034"/>
                </a:lnTo>
                <a:lnTo>
                  <a:pt x="1362220" y="363351"/>
                </a:lnTo>
                <a:close/>
                <a:moveTo>
                  <a:pt x="1487789" y="363351"/>
                </a:moveTo>
                <a:lnTo>
                  <a:pt x="1409308" y="363351"/>
                </a:lnTo>
                <a:lnTo>
                  <a:pt x="1409308" y="379034"/>
                </a:lnTo>
                <a:lnTo>
                  <a:pt x="1487789" y="379034"/>
                </a:lnTo>
                <a:lnTo>
                  <a:pt x="1487789" y="363351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E3172-1371-4C7A-B48B-329B6AD8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24" y="4296048"/>
            <a:ext cx="1018014" cy="433252"/>
          </a:xfrm>
          <a:custGeom xmlns:a="http://schemas.openxmlformats.org/drawingml/2006/main">
            <a:pathLst>
              <a:path w="1018014" h="433252">
                <a:moveTo>
                  <a:pt x="192714" y="0"/>
                </a:moveTo>
                <a:lnTo>
                  <a:pt x="825300" y="0"/>
                </a:lnTo>
                <a:cubicBezTo>
                  <a:pt x="1018014" y="0"/>
                  <a:pt x="1018014" y="433252"/>
                  <a:pt x="825300" y="433252"/>
                </a:cubicBezTo>
                <a:lnTo>
                  <a:pt x="192714" y="433252"/>
                </a:lnTo>
                <a:cubicBezTo>
                  <a:pt x="0" y="433252"/>
                  <a:pt x="0" y="0"/>
                  <a:pt x="19271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19DF4-E916-4F82-885F-E913BB6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559" y="4288206"/>
            <a:ext cx="936911" cy="448935"/>
          </a:xfrm>
          <a:custGeom xmlns:a="http://schemas.openxmlformats.org/drawingml/2006/main">
            <a:pathLst>
              <a:path w="936911" h="448935">
                <a:moveTo>
                  <a:pt x="207115" y="0"/>
                </a:moveTo>
                <a:lnTo>
                  <a:pt x="230659" y="0"/>
                </a:lnTo>
                <a:lnTo>
                  <a:pt x="230659" y="15683"/>
                </a:lnTo>
                <a:lnTo>
                  <a:pt x="207115" y="15683"/>
                </a:lnTo>
                <a:lnTo>
                  <a:pt x="207115" y="0"/>
                </a:lnTo>
                <a:close/>
                <a:moveTo>
                  <a:pt x="262052" y="0"/>
                </a:moveTo>
                <a:lnTo>
                  <a:pt x="285596" y="0"/>
                </a:lnTo>
                <a:lnTo>
                  <a:pt x="285596" y="15683"/>
                </a:lnTo>
                <a:lnTo>
                  <a:pt x="262052" y="15683"/>
                </a:lnTo>
                <a:lnTo>
                  <a:pt x="262052" y="0"/>
                </a:lnTo>
                <a:close/>
                <a:moveTo>
                  <a:pt x="316988" y="0"/>
                </a:moveTo>
                <a:lnTo>
                  <a:pt x="340532" y="0"/>
                </a:lnTo>
                <a:lnTo>
                  <a:pt x="340532" y="15683"/>
                </a:lnTo>
                <a:lnTo>
                  <a:pt x="316988" y="15683"/>
                </a:lnTo>
                <a:lnTo>
                  <a:pt x="316988" y="0"/>
                </a:lnTo>
                <a:close/>
                <a:moveTo>
                  <a:pt x="371925" y="0"/>
                </a:moveTo>
                <a:lnTo>
                  <a:pt x="395469" y="0"/>
                </a:lnTo>
                <a:lnTo>
                  <a:pt x="395469" y="15683"/>
                </a:lnTo>
                <a:lnTo>
                  <a:pt x="371925" y="15683"/>
                </a:lnTo>
                <a:lnTo>
                  <a:pt x="371925" y="0"/>
                </a:lnTo>
                <a:close/>
                <a:moveTo>
                  <a:pt x="426861" y="0"/>
                </a:moveTo>
                <a:lnTo>
                  <a:pt x="450405" y="0"/>
                </a:lnTo>
                <a:lnTo>
                  <a:pt x="450405" y="15683"/>
                </a:lnTo>
                <a:lnTo>
                  <a:pt x="426861" y="15683"/>
                </a:lnTo>
                <a:lnTo>
                  <a:pt x="426861" y="0"/>
                </a:lnTo>
                <a:close/>
                <a:moveTo>
                  <a:pt x="481797" y="0"/>
                </a:moveTo>
                <a:lnTo>
                  <a:pt x="505342" y="0"/>
                </a:lnTo>
                <a:lnTo>
                  <a:pt x="505342" y="15683"/>
                </a:lnTo>
                <a:lnTo>
                  <a:pt x="481797" y="15683"/>
                </a:lnTo>
                <a:lnTo>
                  <a:pt x="481797" y="0"/>
                </a:lnTo>
                <a:close/>
                <a:moveTo>
                  <a:pt x="536734" y="0"/>
                </a:moveTo>
                <a:lnTo>
                  <a:pt x="560278" y="0"/>
                </a:lnTo>
                <a:lnTo>
                  <a:pt x="560278" y="15683"/>
                </a:lnTo>
                <a:lnTo>
                  <a:pt x="536734" y="15683"/>
                </a:lnTo>
                <a:lnTo>
                  <a:pt x="536734" y="0"/>
                </a:lnTo>
                <a:close/>
                <a:moveTo>
                  <a:pt x="591670" y="0"/>
                </a:moveTo>
                <a:lnTo>
                  <a:pt x="615214" y="0"/>
                </a:lnTo>
                <a:lnTo>
                  <a:pt x="615214" y="15683"/>
                </a:lnTo>
                <a:lnTo>
                  <a:pt x="591670" y="15683"/>
                </a:lnTo>
                <a:lnTo>
                  <a:pt x="591670" y="0"/>
                </a:lnTo>
                <a:close/>
                <a:moveTo>
                  <a:pt x="646607" y="0"/>
                </a:moveTo>
                <a:lnTo>
                  <a:pt x="670151" y="0"/>
                </a:lnTo>
                <a:lnTo>
                  <a:pt x="670151" y="15683"/>
                </a:lnTo>
                <a:lnTo>
                  <a:pt x="646607" y="15683"/>
                </a:lnTo>
                <a:lnTo>
                  <a:pt x="646607" y="0"/>
                </a:lnTo>
                <a:close/>
                <a:moveTo>
                  <a:pt x="701543" y="0"/>
                </a:moveTo>
                <a:lnTo>
                  <a:pt x="725087" y="0"/>
                </a:lnTo>
                <a:lnTo>
                  <a:pt x="725087" y="15683"/>
                </a:lnTo>
                <a:lnTo>
                  <a:pt x="701543" y="15683"/>
                </a:lnTo>
                <a:lnTo>
                  <a:pt x="701543" y="0"/>
                </a:lnTo>
                <a:close/>
                <a:moveTo>
                  <a:pt x="756480" y="0"/>
                </a:moveTo>
                <a:lnTo>
                  <a:pt x="780024" y="0"/>
                </a:lnTo>
                <a:lnTo>
                  <a:pt x="780024" y="15683"/>
                </a:lnTo>
                <a:lnTo>
                  <a:pt x="756480" y="15683"/>
                </a:lnTo>
                <a:lnTo>
                  <a:pt x="756480" y="0"/>
                </a:lnTo>
                <a:close/>
                <a:moveTo>
                  <a:pt x="813299" y="3180"/>
                </a:moveTo>
                <a:cubicBezTo>
                  <a:pt x="821491" y="5069"/>
                  <a:pt x="829389" y="7791"/>
                  <a:pt x="836993" y="11346"/>
                </a:cubicBezTo>
                <a:lnTo>
                  <a:pt x="830340" y="25552"/>
                </a:lnTo>
                <a:cubicBezTo>
                  <a:pt x="823739" y="22465"/>
                  <a:pt x="816882" y="20102"/>
                  <a:pt x="809769" y="18461"/>
                </a:cubicBezTo>
                <a:lnTo>
                  <a:pt x="813299" y="3180"/>
                </a:lnTo>
                <a:close/>
                <a:moveTo>
                  <a:pt x="864943" y="29334"/>
                </a:moveTo>
                <a:cubicBezTo>
                  <a:pt x="871132" y="34552"/>
                  <a:pt x="876990" y="40425"/>
                  <a:pt x="882518" y="46953"/>
                </a:cubicBezTo>
                <a:lnTo>
                  <a:pt x="870535" y="57083"/>
                </a:lnTo>
                <a:cubicBezTo>
                  <a:pt x="865576" y="51226"/>
                  <a:pt x="860338" y="45972"/>
                  <a:pt x="854821" y="41322"/>
                </a:cubicBezTo>
                <a:lnTo>
                  <a:pt x="864943" y="29334"/>
                </a:lnTo>
                <a:close/>
                <a:moveTo>
                  <a:pt x="901273" y="73859"/>
                </a:moveTo>
                <a:cubicBezTo>
                  <a:pt x="905113" y="80533"/>
                  <a:pt x="908673" y="87586"/>
                  <a:pt x="911954" y="95018"/>
                </a:cubicBezTo>
                <a:lnTo>
                  <a:pt x="897592" y="101347"/>
                </a:lnTo>
                <a:cubicBezTo>
                  <a:pt x="894537" y="94424"/>
                  <a:pt x="891228" y="87867"/>
                  <a:pt x="887666" y="81676"/>
                </a:cubicBezTo>
                <a:lnTo>
                  <a:pt x="901273" y="73859"/>
                </a:lnTo>
                <a:close/>
                <a:moveTo>
                  <a:pt x="923223" y="125684"/>
                </a:moveTo>
                <a:cubicBezTo>
                  <a:pt x="925558" y="133439"/>
                  <a:pt x="927609" y="141421"/>
                  <a:pt x="929376" y="149629"/>
                </a:cubicBezTo>
                <a:lnTo>
                  <a:pt x="914031" y="152927"/>
                </a:lnTo>
                <a:cubicBezTo>
                  <a:pt x="912353" y="145130"/>
                  <a:pt x="910407" y="137555"/>
                  <a:pt x="908193" y="130203"/>
                </a:cubicBezTo>
                <a:lnTo>
                  <a:pt x="923223" y="125684"/>
                </a:lnTo>
                <a:close/>
                <a:moveTo>
                  <a:pt x="934602" y="181123"/>
                </a:moveTo>
                <a:cubicBezTo>
                  <a:pt x="935551" y="189106"/>
                  <a:pt x="936235" y="197162"/>
                  <a:pt x="936655" y="205292"/>
                </a:cubicBezTo>
                <a:lnTo>
                  <a:pt x="920979" y="206100"/>
                </a:lnTo>
                <a:cubicBezTo>
                  <a:pt x="920578" y="198318"/>
                  <a:pt x="919923" y="190609"/>
                  <a:pt x="919015" y="182973"/>
                </a:cubicBezTo>
                <a:lnTo>
                  <a:pt x="934602" y="181123"/>
                </a:lnTo>
                <a:close/>
                <a:moveTo>
                  <a:pt x="936911" y="237778"/>
                </a:moveTo>
                <a:cubicBezTo>
                  <a:pt x="936620" y="245918"/>
                  <a:pt x="936064" y="253998"/>
                  <a:pt x="935243" y="262016"/>
                </a:cubicBezTo>
                <a:lnTo>
                  <a:pt x="919628" y="260421"/>
                </a:lnTo>
                <a:cubicBezTo>
                  <a:pt x="920414" y="252745"/>
                  <a:pt x="920946" y="245011"/>
                  <a:pt x="921225" y="237218"/>
                </a:cubicBezTo>
                <a:lnTo>
                  <a:pt x="936911" y="237778"/>
                </a:lnTo>
                <a:close/>
                <a:moveTo>
                  <a:pt x="930533" y="293696"/>
                </a:moveTo>
                <a:cubicBezTo>
                  <a:pt x="928932" y="301822"/>
                  <a:pt x="927055" y="309742"/>
                  <a:pt x="924903" y="317458"/>
                </a:cubicBezTo>
                <a:lnTo>
                  <a:pt x="909783" y="313247"/>
                </a:lnTo>
                <a:cubicBezTo>
                  <a:pt x="911827" y="305922"/>
                  <a:pt x="913610" y="298395"/>
                  <a:pt x="915132" y="290667"/>
                </a:cubicBezTo>
                <a:lnTo>
                  <a:pt x="930533" y="293696"/>
                </a:lnTo>
                <a:close/>
                <a:moveTo>
                  <a:pt x="914241" y="348563"/>
                </a:moveTo>
                <a:cubicBezTo>
                  <a:pt x="911118" y="356120"/>
                  <a:pt x="907712" y="363312"/>
                  <a:pt x="904025" y="370140"/>
                </a:cubicBezTo>
                <a:lnTo>
                  <a:pt x="890211" y="362692"/>
                </a:lnTo>
                <a:cubicBezTo>
                  <a:pt x="893642" y="356340"/>
                  <a:pt x="896816" y="349634"/>
                  <a:pt x="899734" y="342576"/>
                </a:cubicBezTo>
                <a:lnTo>
                  <a:pt x="914241" y="348563"/>
                </a:lnTo>
                <a:close/>
                <a:moveTo>
                  <a:pt x="886237" y="397427"/>
                </a:moveTo>
                <a:cubicBezTo>
                  <a:pt x="880972" y="404113"/>
                  <a:pt x="875382" y="410177"/>
                  <a:pt x="869465" y="415617"/>
                </a:cubicBezTo>
                <a:lnTo>
                  <a:pt x="858836" y="404077"/>
                </a:lnTo>
                <a:cubicBezTo>
                  <a:pt x="864134" y="399205"/>
                  <a:pt x="869156" y="393756"/>
                  <a:pt x="873901" y="387729"/>
                </a:cubicBezTo>
                <a:lnTo>
                  <a:pt x="886237" y="397427"/>
                </a:lnTo>
                <a:close/>
                <a:moveTo>
                  <a:pt x="842422" y="434882"/>
                </a:moveTo>
                <a:cubicBezTo>
                  <a:pt x="834929" y="438855"/>
                  <a:pt x="827129" y="441990"/>
                  <a:pt x="819022" y="444286"/>
                </a:cubicBezTo>
                <a:lnTo>
                  <a:pt x="814741" y="429197"/>
                </a:lnTo>
                <a:cubicBezTo>
                  <a:pt x="821779" y="427204"/>
                  <a:pt x="828553" y="424481"/>
                  <a:pt x="835063" y="421029"/>
                </a:cubicBezTo>
                <a:lnTo>
                  <a:pt x="842422" y="434882"/>
                </a:lnTo>
                <a:close/>
                <a:moveTo>
                  <a:pt x="785780" y="448931"/>
                </a:moveTo>
                <a:lnTo>
                  <a:pt x="784795" y="448935"/>
                </a:lnTo>
                <a:lnTo>
                  <a:pt x="762156" y="448935"/>
                </a:lnTo>
                <a:lnTo>
                  <a:pt x="762156" y="433252"/>
                </a:lnTo>
                <a:lnTo>
                  <a:pt x="784735" y="433252"/>
                </a:lnTo>
                <a:lnTo>
                  <a:pt x="785720" y="433248"/>
                </a:lnTo>
                <a:lnTo>
                  <a:pt x="785780" y="448931"/>
                </a:lnTo>
                <a:close/>
                <a:moveTo>
                  <a:pt x="730763" y="448935"/>
                </a:moveTo>
                <a:lnTo>
                  <a:pt x="707219" y="448935"/>
                </a:lnTo>
                <a:lnTo>
                  <a:pt x="707219" y="433252"/>
                </a:lnTo>
                <a:lnTo>
                  <a:pt x="730763" y="433252"/>
                </a:lnTo>
                <a:lnTo>
                  <a:pt x="730763" y="448935"/>
                </a:lnTo>
                <a:close/>
                <a:moveTo>
                  <a:pt x="675827" y="448935"/>
                </a:moveTo>
                <a:lnTo>
                  <a:pt x="652283" y="448935"/>
                </a:lnTo>
                <a:lnTo>
                  <a:pt x="652283" y="433252"/>
                </a:lnTo>
                <a:lnTo>
                  <a:pt x="675827" y="433252"/>
                </a:lnTo>
                <a:lnTo>
                  <a:pt x="675827" y="448935"/>
                </a:lnTo>
                <a:close/>
                <a:moveTo>
                  <a:pt x="620890" y="448935"/>
                </a:moveTo>
                <a:lnTo>
                  <a:pt x="597346" y="448935"/>
                </a:lnTo>
                <a:lnTo>
                  <a:pt x="597346" y="433252"/>
                </a:lnTo>
                <a:lnTo>
                  <a:pt x="620890" y="433252"/>
                </a:lnTo>
                <a:lnTo>
                  <a:pt x="620890" y="448935"/>
                </a:lnTo>
                <a:close/>
                <a:moveTo>
                  <a:pt x="565954" y="448935"/>
                </a:moveTo>
                <a:lnTo>
                  <a:pt x="542410" y="448935"/>
                </a:lnTo>
                <a:lnTo>
                  <a:pt x="542410" y="433252"/>
                </a:lnTo>
                <a:lnTo>
                  <a:pt x="565954" y="433252"/>
                </a:lnTo>
                <a:lnTo>
                  <a:pt x="565954" y="448935"/>
                </a:lnTo>
                <a:close/>
                <a:moveTo>
                  <a:pt x="511018" y="448935"/>
                </a:moveTo>
                <a:lnTo>
                  <a:pt x="487473" y="448935"/>
                </a:lnTo>
                <a:lnTo>
                  <a:pt x="487473" y="433252"/>
                </a:lnTo>
                <a:lnTo>
                  <a:pt x="511018" y="433252"/>
                </a:lnTo>
                <a:lnTo>
                  <a:pt x="511018" y="448935"/>
                </a:lnTo>
                <a:close/>
                <a:moveTo>
                  <a:pt x="456081" y="448935"/>
                </a:moveTo>
                <a:lnTo>
                  <a:pt x="432537" y="448935"/>
                </a:lnTo>
                <a:lnTo>
                  <a:pt x="432537" y="433252"/>
                </a:lnTo>
                <a:lnTo>
                  <a:pt x="456081" y="433252"/>
                </a:lnTo>
                <a:lnTo>
                  <a:pt x="456081" y="448935"/>
                </a:lnTo>
                <a:close/>
                <a:moveTo>
                  <a:pt x="401145" y="448935"/>
                </a:moveTo>
                <a:lnTo>
                  <a:pt x="377601" y="448935"/>
                </a:lnTo>
                <a:lnTo>
                  <a:pt x="377601" y="433252"/>
                </a:lnTo>
                <a:lnTo>
                  <a:pt x="401145" y="433252"/>
                </a:lnTo>
                <a:lnTo>
                  <a:pt x="401145" y="448935"/>
                </a:lnTo>
                <a:close/>
                <a:moveTo>
                  <a:pt x="346208" y="448935"/>
                </a:moveTo>
                <a:lnTo>
                  <a:pt x="322664" y="448935"/>
                </a:lnTo>
                <a:lnTo>
                  <a:pt x="322664" y="433252"/>
                </a:lnTo>
                <a:lnTo>
                  <a:pt x="346208" y="433252"/>
                </a:lnTo>
                <a:lnTo>
                  <a:pt x="346208" y="448935"/>
                </a:lnTo>
                <a:close/>
                <a:moveTo>
                  <a:pt x="291272" y="448935"/>
                </a:moveTo>
                <a:lnTo>
                  <a:pt x="267728" y="448935"/>
                </a:lnTo>
                <a:lnTo>
                  <a:pt x="267728" y="433252"/>
                </a:lnTo>
                <a:lnTo>
                  <a:pt x="291272" y="433252"/>
                </a:lnTo>
                <a:lnTo>
                  <a:pt x="291272" y="448935"/>
                </a:lnTo>
                <a:close/>
                <a:moveTo>
                  <a:pt x="236335" y="448935"/>
                </a:moveTo>
                <a:lnTo>
                  <a:pt x="212791" y="448935"/>
                </a:lnTo>
                <a:lnTo>
                  <a:pt x="212791" y="433252"/>
                </a:lnTo>
                <a:lnTo>
                  <a:pt x="236335" y="433252"/>
                </a:lnTo>
                <a:lnTo>
                  <a:pt x="236335" y="448935"/>
                </a:lnTo>
                <a:close/>
                <a:moveTo>
                  <a:pt x="181399" y="448935"/>
                </a:moveTo>
                <a:lnTo>
                  <a:pt x="157855" y="448935"/>
                </a:lnTo>
                <a:lnTo>
                  <a:pt x="157855" y="433252"/>
                </a:lnTo>
                <a:lnTo>
                  <a:pt x="181399" y="433252"/>
                </a:lnTo>
                <a:lnTo>
                  <a:pt x="181399" y="448935"/>
                </a:lnTo>
                <a:close/>
                <a:moveTo>
                  <a:pt x="124599" y="445971"/>
                </a:moveTo>
                <a:cubicBezTo>
                  <a:pt x="116394" y="444149"/>
                  <a:pt x="108481" y="441495"/>
                  <a:pt x="100860" y="438009"/>
                </a:cubicBezTo>
                <a:lnTo>
                  <a:pt x="107393" y="423749"/>
                </a:lnTo>
                <a:cubicBezTo>
                  <a:pt x="114009" y="426775"/>
                  <a:pt x="120880" y="429079"/>
                  <a:pt x="128005" y="430662"/>
                </a:cubicBezTo>
                <a:lnTo>
                  <a:pt x="124599" y="445971"/>
                </a:lnTo>
                <a:close/>
                <a:moveTo>
                  <a:pt x="72761" y="420236"/>
                </a:moveTo>
                <a:cubicBezTo>
                  <a:pt x="66526" y="415057"/>
                  <a:pt x="60623" y="409217"/>
                  <a:pt x="55052" y="402716"/>
                </a:cubicBezTo>
                <a:lnTo>
                  <a:pt x="66974" y="392515"/>
                </a:lnTo>
                <a:cubicBezTo>
                  <a:pt x="71968" y="398343"/>
                  <a:pt x="77242" y="403563"/>
                  <a:pt x="82795" y="408176"/>
                </a:cubicBezTo>
                <a:lnTo>
                  <a:pt x="72761" y="420236"/>
                </a:lnTo>
                <a:close/>
                <a:moveTo>
                  <a:pt x="36135" y="375878"/>
                </a:moveTo>
                <a:cubicBezTo>
                  <a:pt x="32269" y="369230"/>
                  <a:pt x="28684" y="362200"/>
                  <a:pt x="25378" y="354790"/>
                </a:cubicBezTo>
                <a:lnTo>
                  <a:pt x="39714" y="348404"/>
                </a:lnTo>
                <a:cubicBezTo>
                  <a:pt x="42792" y="355304"/>
                  <a:pt x="46123" y="361836"/>
                  <a:pt x="49707" y="368000"/>
                </a:cubicBezTo>
                <a:lnTo>
                  <a:pt x="36135" y="375878"/>
                </a:lnTo>
                <a:close/>
                <a:moveTo>
                  <a:pt x="14008" y="324198"/>
                </a:moveTo>
                <a:cubicBezTo>
                  <a:pt x="11642" y="316437"/>
                  <a:pt x="9562" y="308446"/>
                  <a:pt x="7767" y="300225"/>
                </a:cubicBezTo>
                <a:lnTo>
                  <a:pt x="23102" y="296883"/>
                </a:lnTo>
                <a:cubicBezTo>
                  <a:pt x="24807" y="304690"/>
                  <a:pt x="26780" y="312272"/>
                  <a:pt x="29023" y="319628"/>
                </a:cubicBezTo>
                <a:lnTo>
                  <a:pt x="14008" y="324198"/>
                </a:lnTo>
                <a:close/>
                <a:moveTo>
                  <a:pt x="2457" y="268764"/>
                </a:moveTo>
                <a:cubicBezTo>
                  <a:pt x="1487" y="260788"/>
                  <a:pt x="781" y="252736"/>
                  <a:pt x="341" y="244608"/>
                </a:cubicBezTo>
                <a:lnTo>
                  <a:pt x="16014" y="243759"/>
                </a:lnTo>
                <a:cubicBezTo>
                  <a:pt x="16436" y="251538"/>
                  <a:pt x="17110" y="259243"/>
                  <a:pt x="18038" y="266872"/>
                </a:cubicBezTo>
                <a:lnTo>
                  <a:pt x="2457" y="268764"/>
                </a:lnTo>
                <a:close/>
                <a:moveTo>
                  <a:pt x="0" y="212124"/>
                </a:moveTo>
                <a:cubicBezTo>
                  <a:pt x="270" y="203983"/>
                  <a:pt x="805" y="195900"/>
                  <a:pt x="1605" y="187875"/>
                </a:cubicBezTo>
                <a:lnTo>
                  <a:pt x="17223" y="189429"/>
                </a:lnTo>
                <a:cubicBezTo>
                  <a:pt x="16458" y="197110"/>
                  <a:pt x="15946" y="204848"/>
                  <a:pt x="15688" y="212643"/>
                </a:cubicBezTo>
                <a:lnTo>
                  <a:pt x="0" y="212124"/>
                </a:lnTo>
                <a:close/>
                <a:moveTo>
                  <a:pt x="6230" y="156167"/>
                </a:moveTo>
                <a:cubicBezTo>
                  <a:pt x="7804" y="148056"/>
                  <a:pt x="9652" y="140146"/>
                  <a:pt x="11775" y="132437"/>
                </a:cubicBezTo>
                <a:lnTo>
                  <a:pt x="26909" y="136598"/>
                </a:lnTo>
                <a:cubicBezTo>
                  <a:pt x="24893" y="143919"/>
                  <a:pt x="23136" y="151436"/>
                  <a:pt x="21639" y="159152"/>
                </a:cubicBezTo>
                <a:lnTo>
                  <a:pt x="6230" y="156167"/>
                </a:lnTo>
                <a:close/>
                <a:moveTo>
                  <a:pt x="22337" y="101263"/>
                </a:moveTo>
                <a:cubicBezTo>
                  <a:pt x="25435" y="93685"/>
                  <a:pt x="28815" y="86471"/>
                  <a:pt x="32477" y="79618"/>
                </a:cubicBezTo>
                <a:lnTo>
                  <a:pt x="46323" y="87006"/>
                </a:lnTo>
                <a:cubicBezTo>
                  <a:pt x="42914" y="93384"/>
                  <a:pt x="39762" y="100114"/>
                  <a:pt x="36867" y="107194"/>
                </a:cubicBezTo>
                <a:lnTo>
                  <a:pt x="22337" y="101263"/>
                </a:lnTo>
                <a:close/>
                <a:moveTo>
                  <a:pt x="50108" y="52273"/>
                </a:moveTo>
                <a:cubicBezTo>
                  <a:pt x="55330" y="45563"/>
                  <a:pt x="60877" y="39470"/>
                  <a:pt x="66749" y="33994"/>
                </a:cubicBezTo>
                <a:lnTo>
                  <a:pt x="77459" y="45459"/>
                </a:lnTo>
                <a:cubicBezTo>
                  <a:pt x="72196" y="50367"/>
                  <a:pt x="67209" y="55847"/>
                  <a:pt x="62499" y="61900"/>
                </a:cubicBezTo>
                <a:lnTo>
                  <a:pt x="50108" y="52273"/>
                </a:lnTo>
                <a:close/>
                <a:moveTo>
                  <a:pt x="93643" y="14524"/>
                </a:moveTo>
                <a:cubicBezTo>
                  <a:pt x="101117" y="10482"/>
                  <a:pt x="108900" y="7279"/>
                  <a:pt x="116993" y="4916"/>
                </a:cubicBezTo>
                <a:lnTo>
                  <a:pt x="121396" y="19970"/>
                </a:lnTo>
                <a:cubicBezTo>
                  <a:pt x="114371" y="22021"/>
                  <a:pt x="107611" y="24803"/>
                  <a:pt x="101115" y="28317"/>
                </a:cubicBezTo>
                <a:lnTo>
                  <a:pt x="93643" y="14524"/>
                </a:lnTo>
                <a:close/>
                <a:moveTo>
                  <a:pt x="150152" y="15"/>
                </a:moveTo>
                <a:lnTo>
                  <a:pt x="152119" y="0"/>
                </a:lnTo>
                <a:lnTo>
                  <a:pt x="175723" y="0"/>
                </a:lnTo>
                <a:lnTo>
                  <a:pt x="175723" y="15683"/>
                </a:lnTo>
                <a:lnTo>
                  <a:pt x="152239" y="15683"/>
                </a:lnTo>
                <a:lnTo>
                  <a:pt x="150273" y="15698"/>
                </a:lnTo>
                <a:lnTo>
                  <a:pt x="150152" y="15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EB1AD-5398-4A57-B7C6-27554E44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18" y="4353880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4828D-B133-4232-9714-6F1E074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18" y="4353880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E9B15-3937-4AEF-AB2E-CDCA9DD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579" y="4353880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5791E-B10D-46BD-9EA1-740C6B2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579" y="4353880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C9BDA-39C5-4B6D-9859-23906ED7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540" y="4353880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97463-7FD0-46C9-B1F2-5B8C5771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540" y="4353880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51A66-A70C-4D08-8659-982D11C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02" y="4353880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68B7F-2165-482D-8E67-924ABEE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02" y="4353880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61" name="Text Batch">
            <a:extLst xmlns:a="http://schemas.openxmlformats.org/drawingml/2006/main">
              <a:ext uri="{FF2B5EF4-FFF2-40B4-BE49-F238E27FC236}">
                <a16:creationId xmlns:a16="http://schemas.microsoft.com/office/drawing/2014/main" id="{F23BD9E8-B88C-4C73-84A6-8374E563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538" y="4576609"/>
            <a:ext cx="294683" cy="89199"/>
          </a:xfrm>
          <a:custGeom xmlns:a="http://schemas.openxmlformats.org/drawingml/2006/main">
            <a:pathLst>
              <a:path w="294683" h="89199">
                <a:moveTo>
                  <a:pt x="0" y="87752"/>
                </a:moveTo>
                <a:lnTo>
                  <a:pt x="0" y="4717"/>
                </a:lnTo>
                <a:lnTo>
                  <a:pt x="29507" y="4717"/>
                </a:lnTo>
                <a:cubicBezTo>
                  <a:pt x="38556" y="4717"/>
                  <a:pt x="45530" y="6433"/>
                  <a:pt x="50430" y="9863"/>
                </a:cubicBezTo>
                <a:cubicBezTo>
                  <a:pt x="55330" y="13294"/>
                  <a:pt x="57780" y="18047"/>
                  <a:pt x="57780" y="24122"/>
                </a:cubicBezTo>
                <a:cubicBezTo>
                  <a:pt x="57780" y="28625"/>
                  <a:pt x="56260" y="32574"/>
                  <a:pt x="53220" y="35969"/>
                </a:cubicBezTo>
                <a:cubicBezTo>
                  <a:pt x="50180" y="39364"/>
                  <a:pt x="46353" y="41705"/>
                  <a:pt x="41739" y="42991"/>
                </a:cubicBezTo>
                <a:lnTo>
                  <a:pt x="41739" y="43206"/>
                </a:lnTo>
                <a:cubicBezTo>
                  <a:pt x="47533" y="43920"/>
                  <a:pt x="52209" y="46065"/>
                  <a:pt x="55768" y="49638"/>
                </a:cubicBezTo>
                <a:cubicBezTo>
                  <a:pt x="59327" y="53212"/>
                  <a:pt x="61106" y="57697"/>
                  <a:pt x="61106" y="63093"/>
                </a:cubicBezTo>
                <a:cubicBezTo>
                  <a:pt x="61106" y="70634"/>
                  <a:pt x="58424" y="76629"/>
                  <a:pt x="53059" y="81078"/>
                </a:cubicBezTo>
                <a:cubicBezTo>
                  <a:pt x="47694" y="85527"/>
                  <a:pt x="40362" y="87752"/>
                  <a:pt x="31063" y="87752"/>
                </a:cubicBezTo>
                <a:lnTo>
                  <a:pt x="0" y="87752"/>
                </a:lnTo>
                <a:moveTo>
                  <a:pt x="17704" y="17904"/>
                </a:moveTo>
                <a:lnTo>
                  <a:pt x="17704" y="38435"/>
                </a:lnTo>
                <a:lnTo>
                  <a:pt x="26127" y="38435"/>
                </a:lnTo>
                <a:cubicBezTo>
                  <a:pt x="30169" y="38435"/>
                  <a:pt x="33352" y="37470"/>
                  <a:pt x="35676" y="35540"/>
                </a:cubicBezTo>
                <a:cubicBezTo>
                  <a:pt x="38001" y="33610"/>
                  <a:pt x="39164" y="30912"/>
                  <a:pt x="39164" y="27446"/>
                </a:cubicBezTo>
                <a:cubicBezTo>
                  <a:pt x="39164" y="21085"/>
                  <a:pt x="34514" y="17904"/>
                  <a:pt x="25215" y="17904"/>
                </a:cubicBezTo>
                <a:lnTo>
                  <a:pt x="17704" y="17904"/>
                </a:lnTo>
                <a:moveTo>
                  <a:pt x="17704" y="51783"/>
                </a:moveTo>
                <a:lnTo>
                  <a:pt x="17704" y="74565"/>
                </a:lnTo>
                <a:lnTo>
                  <a:pt x="28219" y="74565"/>
                </a:lnTo>
                <a:cubicBezTo>
                  <a:pt x="32690" y="74565"/>
                  <a:pt x="36186" y="73528"/>
                  <a:pt x="38708" y="71456"/>
                </a:cubicBezTo>
                <a:cubicBezTo>
                  <a:pt x="41229" y="69383"/>
                  <a:pt x="42490" y="66506"/>
                  <a:pt x="42490" y="62825"/>
                </a:cubicBezTo>
                <a:cubicBezTo>
                  <a:pt x="42490" y="59323"/>
                  <a:pt x="41238" y="56607"/>
                  <a:pt x="38734" y="54677"/>
                </a:cubicBezTo>
                <a:cubicBezTo>
                  <a:pt x="36231" y="52747"/>
                  <a:pt x="32672" y="51783"/>
                  <a:pt x="28058" y="51783"/>
                </a:cubicBezTo>
                <a:lnTo>
                  <a:pt x="17704" y="51783"/>
                </a:lnTo>
                <a:close/>
                <a:moveTo>
                  <a:pt x="74885" y="32056"/>
                </a:moveTo>
                <a:cubicBezTo>
                  <a:pt x="77567" y="30555"/>
                  <a:pt x="81153" y="29340"/>
                  <a:pt x="85641" y="28411"/>
                </a:cubicBezTo>
                <a:cubicBezTo>
                  <a:pt x="90130" y="27482"/>
                  <a:pt x="93966" y="27017"/>
                  <a:pt x="97149" y="27017"/>
                </a:cubicBezTo>
                <a:cubicBezTo>
                  <a:pt x="113745" y="27017"/>
                  <a:pt x="122042" y="35326"/>
                  <a:pt x="122042" y="51943"/>
                </a:cubicBezTo>
                <a:lnTo>
                  <a:pt x="122042" y="87752"/>
                </a:lnTo>
                <a:lnTo>
                  <a:pt x="105572" y="87752"/>
                </a:lnTo>
                <a:lnTo>
                  <a:pt x="105572" y="79121"/>
                </a:lnTo>
                <a:lnTo>
                  <a:pt x="105357" y="79121"/>
                </a:lnTo>
                <a:cubicBezTo>
                  <a:pt x="101316" y="85840"/>
                  <a:pt x="95397" y="89199"/>
                  <a:pt x="87600" y="89199"/>
                </a:cubicBezTo>
                <a:cubicBezTo>
                  <a:pt x="81984" y="89199"/>
                  <a:pt x="77487" y="87600"/>
                  <a:pt x="74107" y="84401"/>
                </a:cubicBezTo>
                <a:cubicBezTo>
                  <a:pt x="70727" y="81203"/>
                  <a:pt x="69037" y="76852"/>
                  <a:pt x="69037" y="71348"/>
                </a:cubicBezTo>
                <a:cubicBezTo>
                  <a:pt x="69037" y="59984"/>
                  <a:pt x="75815" y="53373"/>
                  <a:pt x="89370" y="51515"/>
                </a:cubicBezTo>
                <a:lnTo>
                  <a:pt x="105679" y="49317"/>
                </a:lnTo>
                <a:cubicBezTo>
                  <a:pt x="105679" y="42420"/>
                  <a:pt x="102085" y="38971"/>
                  <a:pt x="94896" y="38971"/>
                </a:cubicBezTo>
                <a:cubicBezTo>
                  <a:pt x="87814" y="38971"/>
                  <a:pt x="81144" y="41115"/>
                  <a:pt x="74885" y="45404"/>
                </a:cubicBezTo>
                <a:lnTo>
                  <a:pt x="74885" y="32056"/>
                </a:lnTo>
                <a:moveTo>
                  <a:pt x="94467" y="60895"/>
                </a:moveTo>
                <a:cubicBezTo>
                  <a:pt x="88208" y="61717"/>
                  <a:pt x="85078" y="64541"/>
                  <a:pt x="85078" y="69365"/>
                </a:cubicBezTo>
                <a:cubicBezTo>
                  <a:pt x="85078" y="71581"/>
                  <a:pt x="85838" y="73368"/>
                  <a:pt x="87358" y="74726"/>
                </a:cubicBezTo>
                <a:cubicBezTo>
                  <a:pt x="88878" y="76084"/>
                  <a:pt x="90926" y="76763"/>
                  <a:pt x="93501" y="76763"/>
                </a:cubicBezTo>
                <a:cubicBezTo>
                  <a:pt x="97042" y="76763"/>
                  <a:pt x="99957" y="75512"/>
                  <a:pt x="102246" y="73010"/>
                </a:cubicBezTo>
                <a:cubicBezTo>
                  <a:pt x="104535" y="70509"/>
                  <a:pt x="105679" y="67399"/>
                  <a:pt x="105679" y="63683"/>
                </a:cubicBezTo>
                <a:lnTo>
                  <a:pt x="105679" y="59448"/>
                </a:lnTo>
                <a:lnTo>
                  <a:pt x="94467" y="60895"/>
                </a:lnTo>
                <a:close/>
                <a:moveTo>
                  <a:pt x="171868" y="87055"/>
                </a:moveTo>
                <a:cubicBezTo>
                  <a:pt x="169257" y="88484"/>
                  <a:pt x="165305" y="89199"/>
                  <a:pt x="160012" y="89199"/>
                </a:cubicBezTo>
                <a:cubicBezTo>
                  <a:pt x="147422" y="89199"/>
                  <a:pt x="141127" y="82588"/>
                  <a:pt x="141127" y="69365"/>
                </a:cubicBezTo>
                <a:lnTo>
                  <a:pt x="141127" y="41383"/>
                </a:lnTo>
                <a:lnTo>
                  <a:pt x="131363" y="41383"/>
                </a:lnTo>
                <a:lnTo>
                  <a:pt x="131363" y="28464"/>
                </a:lnTo>
                <a:lnTo>
                  <a:pt x="141127" y="28464"/>
                </a:lnTo>
                <a:lnTo>
                  <a:pt x="141127" y="15438"/>
                </a:lnTo>
                <a:lnTo>
                  <a:pt x="158349" y="10507"/>
                </a:lnTo>
                <a:lnTo>
                  <a:pt x="158349" y="28464"/>
                </a:lnTo>
                <a:lnTo>
                  <a:pt x="171868" y="28464"/>
                </a:lnTo>
                <a:lnTo>
                  <a:pt x="171868" y="41383"/>
                </a:lnTo>
                <a:lnTo>
                  <a:pt x="158349" y="41383"/>
                </a:lnTo>
                <a:lnTo>
                  <a:pt x="158349" y="66363"/>
                </a:lnTo>
                <a:cubicBezTo>
                  <a:pt x="158349" y="72689"/>
                  <a:pt x="160852" y="75851"/>
                  <a:pt x="165860" y="75851"/>
                </a:cubicBezTo>
                <a:cubicBezTo>
                  <a:pt x="167791" y="75851"/>
                  <a:pt x="169794" y="75279"/>
                  <a:pt x="171868" y="74136"/>
                </a:cubicBezTo>
                <a:lnTo>
                  <a:pt x="171868" y="87055"/>
                </a:lnTo>
                <a:close/>
                <a:moveTo>
                  <a:pt x="226291" y="85554"/>
                </a:moveTo>
                <a:cubicBezTo>
                  <a:pt x="222142" y="87984"/>
                  <a:pt x="216241" y="89199"/>
                  <a:pt x="208587" y="89199"/>
                </a:cubicBezTo>
                <a:cubicBezTo>
                  <a:pt x="199538" y="89199"/>
                  <a:pt x="192224" y="86447"/>
                  <a:pt x="186644" y="80944"/>
                </a:cubicBezTo>
                <a:cubicBezTo>
                  <a:pt x="181065" y="75440"/>
                  <a:pt x="178275" y="68311"/>
                  <a:pt x="178275" y="59555"/>
                </a:cubicBezTo>
                <a:cubicBezTo>
                  <a:pt x="178275" y="49478"/>
                  <a:pt x="181279" y="41535"/>
                  <a:pt x="187288" y="35728"/>
                </a:cubicBezTo>
                <a:cubicBezTo>
                  <a:pt x="193297" y="29921"/>
                  <a:pt x="201308" y="27017"/>
                  <a:pt x="211323" y="27017"/>
                </a:cubicBezTo>
                <a:cubicBezTo>
                  <a:pt x="218083" y="27017"/>
                  <a:pt x="223090" y="27946"/>
                  <a:pt x="226344" y="29804"/>
                </a:cubicBezTo>
                <a:lnTo>
                  <a:pt x="226344" y="44653"/>
                </a:lnTo>
                <a:cubicBezTo>
                  <a:pt x="222374" y="41758"/>
                  <a:pt x="218047" y="40311"/>
                  <a:pt x="213361" y="40311"/>
                </a:cubicBezTo>
                <a:cubicBezTo>
                  <a:pt x="208068" y="40311"/>
                  <a:pt x="203821" y="41919"/>
                  <a:pt x="200620" y="45136"/>
                </a:cubicBezTo>
                <a:cubicBezTo>
                  <a:pt x="197419" y="48352"/>
                  <a:pt x="195818" y="52765"/>
                  <a:pt x="195818" y="58376"/>
                </a:cubicBezTo>
                <a:cubicBezTo>
                  <a:pt x="195818" y="63808"/>
                  <a:pt x="197338" y="68087"/>
                  <a:pt x="200378" y="71214"/>
                </a:cubicBezTo>
                <a:cubicBezTo>
                  <a:pt x="203418" y="74341"/>
                  <a:pt x="207549" y="75905"/>
                  <a:pt x="212771" y="75905"/>
                </a:cubicBezTo>
                <a:cubicBezTo>
                  <a:pt x="217385" y="75905"/>
                  <a:pt x="221892" y="74440"/>
                  <a:pt x="226291" y="71509"/>
                </a:cubicBezTo>
                <a:lnTo>
                  <a:pt x="226291" y="85554"/>
                </a:lnTo>
                <a:close/>
                <a:moveTo>
                  <a:pt x="294683" y="87752"/>
                </a:moveTo>
                <a:lnTo>
                  <a:pt x="277408" y="87752"/>
                </a:lnTo>
                <a:lnTo>
                  <a:pt x="277408" y="53980"/>
                </a:lnTo>
                <a:cubicBezTo>
                  <a:pt x="277408" y="44867"/>
                  <a:pt x="274082" y="40311"/>
                  <a:pt x="267430" y="40311"/>
                </a:cubicBezTo>
                <a:cubicBezTo>
                  <a:pt x="264103" y="40311"/>
                  <a:pt x="261358" y="41580"/>
                  <a:pt x="259194" y="44117"/>
                </a:cubicBezTo>
                <a:cubicBezTo>
                  <a:pt x="257031" y="46654"/>
                  <a:pt x="255949" y="49942"/>
                  <a:pt x="255949" y="53980"/>
                </a:cubicBezTo>
                <a:lnTo>
                  <a:pt x="255949" y="87752"/>
                </a:lnTo>
                <a:lnTo>
                  <a:pt x="238620" y="87752"/>
                </a:lnTo>
                <a:lnTo>
                  <a:pt x="238620" y="0"/>
                </a:lnTo>
                <a:lnTo>
                  <a:pt x="255949" y="0"/>
                </a:lnTo>
                <a:lnTo>
                  <a:pt x="255949" y="37363"/>
                </a:lnTo>
                <a:lnTo>
                  <a:pt x="256163" y="37363"/>
                </a:lnTo>
                <a:cubicBezTo>
                  <a:pt x="260706" y="30466"/>
                  <a:pt x="266822" y="27017"/>
                  <a:pt x="274511" y="27017"/>
                </a:cubicBezTo>
                <a:cubicBezTo>
                  <a:pt x="287959" y="27017"/>
                  <a:pt x="294683" y="35129"/>
                  <a:pt x="294683" y="51354"/>
                </a:cubicBezTo>
                <a:lnTo>
                  <a:pt x="294683" y="87752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43C8B-94AA-4F41-992C-1841DC2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018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22313-C09F-4919-8863-8FDC11ED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018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377E3-2729-4D75-B465-5358EE1B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91" y="2936500"/>
            <a:ext cx="705645" cy="222725"/>
          </a:xfrm>
          <a:custGeom xmlns:a="http://schemas.openxmlformats.org/drawingml/2006/main">
            <a:pathLst>
              <a:path w="705645" h="222725">
                <a:moveTo>
                  <a:pt x="99070" y="0"/>
                </a:moveTo>
                <a:lnTo>
                  <a:pt x="606575" y="0"/>
                </a:lnTo>
                <a:cubicBezTo>
                  <a:pt x="705645" y="0"/>
                  <a:pt x="705645" y="222725"/>
                  <a:pt x="606575" y="222725"/>
                </a:cubicBezTo>
                <a:lnTo>
                  <a:pt x="99070" y="222725"/>
                </a:lnTo>
                <a:cubicBezTo>
                  <a:pt x="0" y="222725"/>
                  <a:pt x="0" y="0"/>
                  <a:pt x="9907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F64D2-7856-4220-936F-7DC3E8C4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91" y="2936500"/>
            <a:ext cx="705645" cy="222725"/>
          </a:xfrm>
          <a:custGeom xmlns:a="http://schemas.openxmlformats.org/drawingml/2006/main">
            <a:pathLst>
              <a:path w="705645" h="222725" fill="none">
                <a:moveTo>
                  <a:pt x="99070" y="0"/>
                </a:moveTo>
                <a:lnTo>
                  <a:pt x="606575" y="0"/>
                </a:lnTo>
                <a:cubicBezTo>
                  <a:pt x="705645" y="0"/>
                  <a:pt x="705645" y="222725"/>
                  <a:pt x="606575" y="222725"/>
                </a:cubicBezTo>
                <a:lnTo>
                  <a:pt x="99070" y="222725"/>
                </a:lnTo>
                <a:cubicBezTo>
                  <a:pt x="0" y="222725"/>
                  <a:pt x="0" y="0"/>
                  <a:pt x="9907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66" name="Text Event">
            <a:extLst xmlns:a="http://schemas.openxmlformats.org/drawingml/2006/main">
              <a:ext uri="{FF2B5EF4-FFF2-40B4-BE49-F238E27FC236}">
                <a16:creationId xmlns:a16="http://schemas.microsoft.com/office/drawing/2014/main" id="{E1A28D4D-C098-43D7-A5C8-25EF96C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038" y="3008779"/>
            <a:ext cx="314365" cy="90516"/>
          </a:xfrm>
          <a:custGeom xmlns:a="http://schemas.openxmlformats.org/drawingml/2006/main">
            <a:pathLst>
              <a:path w="314365" h="90516">
                <a:moveTo>
                  <a:pt x="52710" y="88965"/>
                </a:moveTo>
                <a:lnTo>
                  <a:pt x="0" y="88965"/>
                </a:lnTo>
                <a:lnTo>
                  <a:pt x="0" y="0"/>
                </a:lnTo>
                <a:lnTo>
                  <a:pt x="50641" y="0"/>
                </a:lnTo>
                <a:lnTo>
                  <a:pt x="50641" y="15507"/>
                </a:lnTo>
                <a:lnTo>
                  <a:pt x="18969" y="15507"/>
                </a:lnTo>
                <a:lnTo>
                  <a:pt x="18969" y="36471"/>
                </a:lnTo>
                <a:lnTo>
                  <a:pt x="48399" y="36471"/>
                </a:lnTo>
                <a:lnTo>
                  <a:pt x="48399" y="51920"/>
                </a:lnTo>
                <a:lnTo>
                  <a:pt x="18969" y="51920"/>
                </a:lnTo>
                <a:lnTo>
                  <a:pt x="18969" y="73458"/>
                </a:lnTo>
                <a:lnTo>
                  <a:pt x="52710" y="73458"/>
                </a:lnTo>
                <a:lnTo>
                  <a:pt x="52710" y="88965"/>
                </a:lnTo>
                <a:close/>
                <a:moveTo>
                  <a:pt x="124875" y="25443"/>
                </a:moveTo>
                <a:lnTo>
                  <a:pt x="101020" y="88965"/>
                </a:lnTo>
                <a:lnTo>
                  <a:pt x="80040" y="88965"/>
                </a:lnTo>
                <a:lnTo>
                  <a:pt x="57335" y="25443"/>
                </a:lnTo>
                <a:lnTo>
                  <a:pt x="77223" y="25443"/>
                </a:lnTo>
                <a:lnTo>
                  <a:pt x="88892" y="65417"/>
                </a:lnTo>
                <a:cubicBezTo>
                  <a:pt x="90156" y="69782"/>
                  <a:pt x="90865" y="73439"/>
                  <a:pt x="91019" y="76387"/>
                </a:cubicBezTo>
                <a:lnTo>
                  <a:pt x="91306" y="76387"/>
                </a:lnTo>
                <a:cubicBezTo>
                  <a:pt x="91613" y="73362"/>
                  <a:pt x="92360" y="69821"/>
                  <a:pt x="93548" y="65762"/>
                </a:cubicBezTo>
                <a:lnTo>
                  <a:pt x="105446" y="25443"/>
                </a:lnTo>
                <a:lnTo>
                  <a:pt x="124875" y="25443"/>
                </a:lnTo>
                <a:close/>
                <a:moveTo>
                  <a:pt x="188595" y="62431"/>
                </a:moveTo>
                <a:lnTo>
                  <a:pt x="146749" y="62431"/>
                </a:lnTo>
                <a:cubicBezTo>
                  <a:pt x="147400" y="72271"/>
                  <a:pt x="153340" y="77191"/>
                  <a:pt x="164568" y="77191"/>
                </a:cubicBezTo>
                <a:cubicBezTo>
                  <a:pt x="171580" y="77191"/>
                  <a:pt x="177769" y="75468"/>
                  <a:pt x="183134" y="72022"/>
                </a:cubicBezTo>
                <a:lnTo>
                  <a:pt x="183134" y="85634"/>
                </a:lnTo>
                <a:cubicBezTo>
                  <a:pt x="177348" y="88889"/>
                  <a:pt x="169760" y="90516"/>
                  <a:pt x="160372" y="90516"/>
                </a:cubicBezTo>
                <a:cubicBezTo>
                  <a:pt x="150255" y="90516"/>
                  <a:pt x="142390" y="87664"/>
                  <a:pt x="136776" y="81958"/>
                </a:cubicBezTo>
                <a:cubicBezTo>
                  <a:pt x="131162" y="76253"/>
                  <a:pt x="128355" y="68308"/>
                  <a:pt x="128355" y="58123"/>
                </a:cubicBezTo>
                <a:cubicBezTo>
                  <a:pt x="128355" y="47977"/>
                  <a:pt x="131344" y="39735"/>
                  <a:pt x="137322" y="33398"/>
                </a:cubicBezTo>
                <a:cubicBezTo>
                  <a:pt x="143300" y="27061"/>
                  <a:pt x="150811" y="23893"/>
                  <a:pt x="159854" y="23893"/>
                </a:cubicBezTo>
                <a:cubicBezTo>
                  <a:pt x="168860" y="23893"/>
                  <a:pt x="175901" y="26621"/>
                  <a:pt x="180979" y="32077"/>
                </a:cubicBezTo>
                <a:cubicBezTo>
                  <a:pt x="186056" y="37533"/>
                  <a:pt x="188595" y="45028"/>
                  <a:pt x="188595" y="54562"/>
                </a:cubicBezTo>
                <a:lnTo>
                  <a:pt x="188595" y="62431"/>
                </a:lnTo>
                <a:moveTo>
                  <a:pt x="171293" y="50829"/>
                </a:moveTo>
                <a:cubicBezTo>
                  <a:pt x="171293" y="41333"/>
                  <a:pt x="167442" y="36585"/>
                  <a:pt x="159739" y="36585"/>
                </a:cubicBezTo>
                <a:cubicBezTo>
                  <a:pt x="156559" y="36585"/>
                  <a:pt x="153742" y="37887"/>
                  <a:pt x="151290" y="40491"/>
                </a:cubicBezTo>
                <a:cubicBezTo>
                  <a:pt x="148837" y="43095"/>
                  <a:pt x="147304" y="46541"/>
                  <a:pt x="146691" y="50829"/>
                </a:cubicBezTo>
                <a:lnTo>
                  <a:pt x="171293" y="50829"/>
                </a:lnTo>
                <a:close/>
                <a:moveTo>
                  <a:pt x="261075" y="88965"/>
                </a:moveTo>
                <a:lnTo>
                  <a:pt x="242623" y="88965"/>
                </a:lnTo>
                <a:lnTo>
                  <a:pt x="242623" y="53529"/>
                </a:lnTo>
                <a:cubicBezTo>
                  <a:pt x="242623" y="43267"/>
                  <a:pt x="238925" y="38136"/>
                  <a:pt x="231529" y="38136"/>
                </a:cubicBezTo>
                <a:cubicBezTo>
                  <a:pt x="228004" y="38136"/>
                  <a:pt x="225072" y="39505"/>
                  <a:pt x="222735" y="42243"/>
                </a:cubicBezTo>
                <a:cubicBezTo>
                  <a:pt x="220397" y="44980"/>
                  <a:pt x="219229" y="48474"/>
                  <a:pt x="219229" y="52724"/>
                </a:cubicBezTo>
                <a:lnTo>
                  <a:pt x="219229" y="88965"/>
                </a:lnTo>
                <a:lnTo>
                  <a:pt x="200662" y="88965"/>
                </a:lnTo>
                <a:lnTo>
                  <a:pt x="200662" y="25443"/>
                </a:lnTo>
                <a:lnTo>
                  <a:pt x="219229" y="25443"/>
                </a:lnTo>
                <a:lnTo>
                  <a:pt x="219229" y="35552"/>
                </a:lnTo>
                <a:lnTo>
                  <a:pt x="219458" y="35552"/>
                </a:lnTo>
                <a:cubicBezTo>
                  <a:pt x="224095" y="27779"/>
                  <a:pt x="230916" y="23893"/>
                  <a:pt x="239922" y="23893"/>
                </a:cubicBezTo>
                <a:cubicBezTo>
                  <a:pt x="254024" y="23893"/>
                  <a:pt x="261075" y="32623"/>
                  <a:pt x="261075" y="50082"/>
                </a:cubicBezTo>
                <a:lnTo>
                  <a:pt x="261075" y="88965"/>
                </a:lnTo>
                <a:close/>
                <a:moveTo>
                  <a:pt x="314365" y="88219"/>
                </a:moveTo>
                <a:cubicBezTo>
                  <a:pt x="311568" y="89750"/>
                  <a:pt x="307333" y="90516"/>
                  <a:pt x="301662" y="90516"/>
                </a:cubicBezTo>
                <a:cubicBezTo>
                  <a:pt x="288173" y="90516"/>
                  <a:pt x="281429" y="83433"/>
                  <a:pt x="281429" y="69265"/>
                </a:cubicBezTo>
                <a:lnTo>
                  <a:pt x="281429" y="39285"/>
                </a:lnTo>
                <a:lnTo>
                  <a:pt x="270967" y="39285"/>
                </a:lnTo>
                <a:lnTo>
                  <a:pt x="270967" y="25443"/>
                </a:lnTo>
                <a:lnTo>
                  <a:pt x="281429" y="25443"/>
                </a:lnTo>
                <a:lnTo>
                  <a:pt x="281429" y="11487"/>
                </a:lnTo>
                <a:lnTo>
                  <a:pt x="299880" y="6203"/>
                </a:lnTo>
                <a:lnTo>
                  <a:pt x="299880" y="25443"/>
                </a:lnTo>
                <a:lnTo>
                  <a:pt x="314365" y="25443"/>
                </a:lnTo>
                <a:lnTo>
                  <a:pt x="314365" y="39285"/>
                </a:lnTo>
                <a:lnTo>
                  <a:pt x="299880" y="39285"/>
                </a:lnTo>
                <a:lnTo>
                  <a:pt x="299880" y="66049"/>
                </a:lnTo>
                <a:cubicBezTo>
                  <a:pt x="299880" y="72826"/>
                  <a:pt x="302563" y="76215"/>
                  <a:pt x="307927" y="76215"/>
                </a:cubicBezTo>
                <a:cubicBezTo>
                  <a:pt x="309997" y="76215"/>
                  <a:pt x="312143" y="75602"/>
                  <a:pt x="314365" y="74377"/>
                </a:cubicBezTo>
                <a:lnTo>
                  <a:pt x="314365" y="88219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SequencerInbox">
            <a:extLst xmlns:a="http://schemas.openxmlformats.org/drawingml/2006/main">
              <a:ext uri="{FF2B5EF4-FFF2-40B4-BE49-F238E27FC236}">
                <a16:creationId xmlns:a16="http://schemas.microsoft.com/office/drawing/2014/main" id="{E936122D-AB3F-46EB-9BD7-FC2CF379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841" y="3502485"/>
            <a:ext cx="918790" cy="115037"/>
          </a:xfrm>
          <a:custGeom xmlns:a="http://schemas.openxmlformats.org/drawingml/2006/main">
            <a:pathLst>
              <a:path w="918790" h="115037">
                <a:moveTo>
                  <a:pt x="322" y="66846"/>
                </a:moveTo>
                <a:cubicBezTo>
                  <a:pt x="7010" y="72385"/>
                  <a:pt x="14610" y="75154"/>
                  <a:pt x="23123" y="75154"/>
                </a:cubicBezTo>
                <a:cubicBezTo>
                  <a:pt x="27951" y="75154"/>
                  <a:pt x="31581" y="74323"/>
                  <a:pt x="34013" y="72662"/>
                </a:cubicBezTo>
                <a:cubicBezTo>
                  <a:pt x="36445" y="71000"/>
                  <a:pt x="37662" y="68865"/>
                  <a:pt x="37662" y="66256"/>
                </a:cubicBezTo>
                <a:cubicBezTo>
                  <a:pt x="37662" y="64005"/>
                  <a:pt x="36696" y="61878"/>
                  <a:pt x="34764" y="59877"/>
                </a:cubicBezTo>
                <a:cubicBezTo>
                  <a:pt x="32833" y="57876"/>
                  <a:pt x="27736" y="55160"/>
                  <a:pt x="19475" y="51729"/>
                </a:cubicBezTo>
                <a:cubicBezTo>
                  <a:pt x="6492" y="46225"/>
                  <a:pt x="0" y="38220"/>
                  <a:pt x="0" y="27714"/>
                </a:cubicBezTo>
                <a:cubicBezTo>
                  <a:pt x="0" y="19995"/>
                  <a:pt x="2942" y="14000"/>
                  <a:pt x="8825" y="9729"/>
                </a:cubicBezTo>
                <a:cubicBezTo>
                  <a:pt x="14709" y="5459"/>
                  <a:pt x="22497" y="3324"/>
                  <a:pt x="32189" y="3324"/>
                </a:cubicBezTo>
                <a:cubicBezTo>
                  <a:pt x="40308" y="3324"/>
                  <a:pt x="47122" y="4378"/>
                  <a:pt x="52630" y="6486"/>
                </a:cubicBezTo>
                <a:lnTo>
                  <a:pt x="52630" y="23104"/>
                </a:lnTo>
                <a:cubicBezTo>
                  <a:pt x="47050" y="19316"/>
                  <a:pt x="40523" y="17422"/>
                  <a:pt x="33048" y="17422"/>
                </a:cubicBezTo>
                <a:cubicBezTo>
                  <a:pt x="28684" y="17422"/>
                  <a:pt x="25197" y="18217"/>
                  <a:pt x="22586" y="19807"/>
                </a:cubicBezTo>
                <a:cubicBezTo>
                  <a:pt x="19975" y="21397"/>
                  <a:pt x="18670" y="23533"/>
                  <a:pt x="18670" y="26213"/>
                </a:cubicBezTo>
                <a:cubicBezTo>
                  <a:pt x="18670" y="28357"/>
                  <a:pt x="19564" y="30332"/>
                  <a:pt x="21352" y="32136"/>
                </a:cubicBezTo>
                <a:cubicBezTo>
                  <a:pt x="23141" y="33941"/>
                  <a:pt x="27558" y="36380"/>
                  <a:pt x="34604" y="39453"/>
                </a:cubicBezTo>
                <a:cubicBezTo>
                  <a:pt x="42865" y="42991"/>
                  <a:pt x="48543" y="46726"/>
                  <a:pt x="51637" y="50657"/>
                </a:cubicBezTo>
                <a:cubicBezTo>
                  <a:pt x="54731" y="54588"/>
                  <a:pt x="56278" y="59269"/>
                  <a:pt x="56278" y="64701"/>
                </a:cubicBezTo>
                <a:cubicBezTo>
                  <a:pt x="56278" y="72671"/>
                  <a:pt x="53452" y="78746"/>
                  <a:pt x="47801" y="82927"/>
                </a:cubicBezTo>
                <a:cubicBezTo>
                  <a:pt x="42150" y="87108"/>
                  <a:pt x="34121" y="89199"/>
                  <a:pt x="23713" y="89199"/>
                </a:cubicBezTo>
                <a:cubicBezTo>
                  <a:pt x="14199" y="89199"/>
                  <a:pt x="6402" y="87662"/>
                  <a:pt x="322" y="84589"/>
                </a:cubicBezTo>
                <a:lnTo>
                  <a:pt x="322" y="66846"/>
                </a:lnTo>
                <a:close/>
                <a:moveTo>
                  <a:pt x="121241" y="62986"/>
                </a:moveTo>
                <a:lnTo>
                  <a:pt x="82185" y="62986"/>
                </a:lnTo>
                <a:cubicBezTo>
                  <a:pt x="82793" y="72170"/>
                  <a:pt x="88336" y="76763"/>
                  <a:pt x="98816" y="76763"/>
                </a:cubicBezTo>
                <a:cubicBezTo>
                  <a:pt x="105361" y="76763"/>
                  <a:pt x="111137" y="75154"/>
                  <a:pt x="116144" y="71938"/>
                </a:cubicBezTo>
                <a:lnTo>
                  <a:pt x="116144" y="84642"/>
                </a:lnTo>
                <a:cubicBezTo>
                  <a:pt x="110744" y="87680"/>
                  <a:pt x="103662" y="89199"/>
                  <a:pt x="94899" y="89199"/>
                </a:cubicBezTo>
                <a:cubicBezTo>
                  <a:pt x="85457" y="89199"/>
                  <a:pt x="78116" y="86537"/>
                  <a:pt x="72877" y="81212"/>
                </a:cubicBezTo>
                <a:cubicBezTo>
                  <a:pt x="67637" y="75887"/>
                  <a:pt x="65017" y="68472"/>
                  <a:pt x="65017" y="58966"/>
                </a:cubicBezTo>
                <a:cubicBezTo>
                  <a:pt x="65017" y="49495"/>
                  <a:pt x="67807" y="41803"/>
                  <a:pt x="73386" y="35889"/>
                </a:cubicBezTo>
                <a:cubicBezTo>
                  <a:pt x="78966" y="29974"/>
                  <a:pt x="85976" y="27017"/>
                  <a:pt x="94417" y="27017"/>
                </a:cubicBezTo>
                <a:cubicBezTo>
                  <a:pt x="102822" y="27017"/>
                  <a:pt x="109394" y="29563"/>
                  <a:pt x="114133" y="34656"/>
                </a:cubicBezTo>
                <a:cubicBezTo>
                  <a:pt x="118872" y="39748"/>
                  <a:pt x="121241" y="46744"/>
                  <a:pt x="121241" y="55642"/>
                </a:cubicBezTo>
                <a:lnTo>
                  <a:pt x="121241" y="62986"/>
                </a:lnTo>
                <a:moveTo>
                  <a:pt x="105093" y="52158"/>
                </a:moveTo>
                <a:cubicBezTo>
                  <a:pt x="105093" y="43295"/>
                  <a:pt x="101498" y="38864"/>
                  <a:pt x="94309" y="38864"/>
                </a:cubicBezTo>
                <a:cubicBezTo>
                  <a:pt x="91341" y="38864"/>
                  <a:pt x="88712" y="40079"/>
                  <a:pt x="86423" y="42509"/>
                </a:cubicBezTo>
                <a:cubicBezTo>
                  <a:pt x="84134" y="44939"/>
                  <a:pt x="82703" y="48155"/>
                  <a:pt x="82131" y="52158"/>
                </a:cubicBezTo>
                <a:lnTo>
                  <a:pt x="105093" y="52158"/>
                </a:lnTo>
                <a:close/>
                <a:moveTo>
                  <a:pt x="189747" y="115037"/>
                </a:moveTo>
                <a:lnTo>
                  <a:pt x="172472" y="115037"/>
                </a:lnTo>
                <a:lnTo>
                  <a:pt x="172472" y="79389"/>
                </a:lnTo>
                <a:lnTo>
                  <a:pt x="172204" y="79389"/>
                </a:lnTo>
                <a:cubicBezTo>
                  <a:pt x="168055" y="85929"/>
                  <a:pt x="161903" y="89199"/>
                  <a:pt x="153749" y="89199"/>
                </a:cubicBezTo>
                <a:cubicBezTo>
                  <a:pt x="146273" y="89199"/>
                  <a:pt x="140274" y="86599"/>
                  <a:pt x="135749" y="81399"/>
                </a:cubicBezTo>
                <a:cubicBezTo>
                  <a:pt x="131225" y="76200"/>
                  <a:pt x="128963" y="68918"/>
                  <a:pt x="128963" y="59555"/>
                </a:cubicBezTo>
                <a:cubicBezTo>
                  <a:pt x="128963" y="49656"/>
                  <a:pt x="131457" y="41758"/>
                  <a:pt x="136447" y="35862"/>
                </a:cubicBezTo>
                <a:cubicBezTo>
                  <a:pt x="141436" y="29965"/>
                  <a:pt x="147937" y="27017"/>
                  <a:pt x="155948" y="27017"/>
                </a:cubicBezTo>
                <a:cubicBezTo>
                  <a:pt x="163280" y="27017"/>
                  <a:pt x="168699" y="29858"/>
                  <a:pt x="172204" y="35540"/>
                </a:cubicBezTo>
                <a:lnTo>
                  <a:pt x="172472" y="35540"/>
                </a:lnTo>
                <a:lnTo>
                  <a:pt x="172472" y="28464"/>
                </a:lnTo>
                <a:lnTo>
                  <a:pt x="189747" y="28464"/>
                </a:lnTo>
                <a:lnTo>
                  <a:pt x="189747" y="115037"/>
                </a:lnTo>
                <a:moveTo>
                  <a:pt x="172740" y="54409"/>
                </a:moveTo>
                <a:cubicBezTo>
                  <a:pt x="172740" y="50478"/>
                  <a:pt x="171560" y="47146"/>
                  <a:pt x="169199" y="44412"/>
                </a:cubicBezTo>
                <a:cubicBezTo>
                  <a:pt x="166839" y="41678"/>
                  <a:pt x="163835" y="40311"/>
                  <a:pt x="160186" y="40311"/>
                </a:cubicBezTo>
                <a:cubicBezTo>
                  <a:pt x="156038" y="40311"/>
                  <a:pt x="152720" y="41955"/>
                  <a:pt x="150235" y="45243"/>
                </a:cubicBezTo>
                <a:cubicBezTo>
                  <a:pt x="147749" y="48530"/>
                  <a:pt x="146506" y="53141"/>
                  <a:pt x="146506" y="59073"/>
                </a:cubicBezTo>
                <a:cubicBezTo>
                  <a:pt x="146506" y="64398"/>
                  <a:pt x="147704" y="68534"/>
                  <a:pt x="150100" y="71482"/>
                </a:cubicBezTo>
                <a:cubicBezTo>
                  <a:pt x="152497" y="74431"/>
                  <a:pt x="155573" y="75905"/>
                  <a:pt x="159328" y="75905"/>
                </a:cubicBezTo>
                <a:cubicBezTo>
                  <a:pt x="163370" y="75905"/>
                  <a:pt x="166615" y="74395"/>
                  <a:pt x="169065" y="71375"/>
                </a:cubicBezTo>
                <a:cubicBezTo>
                  <a:pt x="171515" y="68355"/>
                  <a:pt x="172740" y="64433"/>
                  <a:pt x="172740" y="59609"/>
                </a:cubicBezTo>
                <a:lnTo>
                  <a:pt x="172740" y="54409"/>
                </a:lnTo>
                <a:close/>
                <a:moveTo>
                  <a:pt x="261042" y="87752"/>
                </a:moveTo>
                <a:lnTo>
                  <a:pt x="243821" y="87752"/>
                </a:lnTo>
                <a:lnTo>
                  <a:pt x="243821" y="78692"/>
                </a:lnTo>
                <a:lnTo>
                  <a:pt x="243553" y="78692"/>
                </a:lnTo>
                <a:cubicBezTo>
                  <a:pt x="239118" y="85697"/>
                  <a:pt x="233055" y="89199"/>
                  <a:pt x="225366" y="89199"/>
                </a:cubicBezTo>
                <a:cubicBezTo>
                  <a:pt x="211560" y="89199"/>
                  <a:pt x="204657" y="80872"/>
                  <a:pt x="204657" y="64219"/>
                </a:cubicBezTo>
                <a:lnTo>
                  <a:pt x="204657" y="28464"/>
                </a:lnTo>
                <a:lnTo>
                  <a:pt x="221986" y="28464"/>
                </a:lnTo>
                <a:lnTo>
                  <a:pt x="221986" y="62611"/>
                </a:lnTo>
                <a:cubicBezTo>
                  <a:pt x="221986" y="71473"/>
                  <a:pt x="225455" y="75905"/>
                  <a:pt x="232394" y="75905"/>
                </a:cubicBezTo>
                <a:cubicBezTo>
                  <a:pt x="235863" y="75905"/>
                  <a:pt x="238635" y="74690"/>
                  <a:pt x="240709" y="72260"/>
                </a:cubicBezTo>
                <a:cubicBezTo>
                  <a:pt x="242784" y="69830"/>
                  <a:pt x="243821" y="66542"/>
                  <a:pt x="243821" y="62396"/>
                </a:cubicBezTo>
                <a:lnTo>
                  <a:pt x="243821" y="28464"/>
                </a:lnTo>
                <a:lnTo>
                  <a:pt x="261042" y="28464"/>
                </a:lnTo>
                <a:lnTo>
                  <a:pt x="261042" y="87752"/>
                </a:lnTo>
                <a:close/>
                <a:moveTo>
                  <a:pt x="329450" y="62986"/>
                </a:moveTo>
                <a:lnTo>
                  <a:pt x="290394" y="62986"/>
                </a:lnTo>
                <a:cubicBezTo>
                  <a:pt x="291002" y="72170"/>
                  <a:pt x="296545" y="76763"/>
                  <a:pt x="307025" y="76763"/>
                </a:cubicBezTo>
                <a:cubicBezTo>
                  <a:pt x="313570" y="76763"/>
                  <a:pt x="319346" y="75154"/>
                  <a:pt x="324353" y="71938"/>
                </a:cubicBezTo>
                <a:lnTo>
                  <a:pt x="324353" y="84642"/>
                </a:lnTo>
                <a:cubicBezTo>
                  <a:pt x="318953" y="87680"/>
                  <a:pt x="311871" y="89199"/>
                  <a:pt x="303108" y="89199"/>
                </a:cubicBezTo>
                <a:cubicBezTo>
                  <a:pt x="293666" y="89199"/>
                  <a:pt x="286325" y="86537"/>
                  <a:pt x="281086" y="81212"/>
                </a:cubicBezTo>
                <a:cubicBezTo>
                  <a:pt x="275846" y="75887"/>
                  <a:pt x="273226" y="68472"/>
                  <a:pt x="273226" y="58966"/>
                </a:cubicBezTo>
                <a:cubicBezTo>
                  <a:pt x="273226" y="49495"/>
                  <a:pt x="276016" y="41803"/>
                  <a:pt x="281595" y="35889"/>
                </a:cubicBezTo>
                <a:cubicBezTo>
                  <a:pt x="287175" y="29974"/>
                  <a:pt x="294185" y="27017"/>
                  <a:pt x="302626" y="27017"/>
                </a:cubicBezTo>
                <a:cubicBezTo>
                  <a:pt x="311031" y="27017"/>
                  <a:pt x="317603" y="29563"/>
                  <a:pt x="322341" y="34656"/>
                </a:cubicBezTo>
                <a:cubicBezTo>
                  <a:pt x="327080" y="39748"/>
                  <a:pt x="329450" y="46744"/>
                  <a:pt x="329450" y="55642"/>
                </a:cubicBezTo>
                <a:lnTo>
                  <a:pt x="329450" y="62986"/>
                </a:lnTo>
                <a:moveTo>
                  <a:pt x="313302" y="52158"/>
                </a:moveTo>
                <a:cubicBezTo>
                  <a:pt x="313302" y="43295"/>
                  <a:pt x="309707" y="38864"/>
                  <a:pt x="302518" y="38864"/>
                </a:cubicBezTo>
                <a:cubicBezTo>
                  <a:pt x="299550" y="38864"/>
                  <a:pt x="296921" y="40079"/>
                  <a:pt x="294632" y="42509"/>
                </a:cubicBezTo>
                <a:cubicBezTo>
                  <a:pt x="292343" y="44939"/>
                  <a:pt x="290912" y="48155"/>
                  <a:pt x="290340" y="52158"/>
                </a:cubicBezTo>
                <a:lnTo>
                  <a:pt x="313302" y="52158"/>
                </a:lnTo>
                <a:close/>
                <a:moveTo>
                  <a:pt x="397098" y="87752"/>
                </a:moveTo>
                <a:lnTo>
                  <a:pt x="379876" y="87752"/>
                </a:lnTo>
                <a:lnTo>
                  <a:pt x="379876" y="54677"/>
                </a:lnTo>
                <a:cubicBezTo>
                  <a:pt x="379876" y="45100"/>
                  <a:pt x="376425" y="40311"/>
                  <a:pt x="369522" y="40311"/>
                </a:cubicBezTo>
                <a:cubicBezTo>
                  <a:pt x="366232" y="40311"/>
                  <a:pt x="363496" y="41589"/>
                  <a:pt x="361314" y="44144"/>
                </a:cubicBezTo>
                <a:cubicBezTo>
                  <a:pt x="359132" y="46699"/>
                  <a:pt x="358041" y="49960"/>
                  <a:pt x="358041" y="53927"/>
                </a:cubicBezTo>
                <a:lnTo>
                  <a:pt x="358041" y="87752"/>
                </a:lnTo>
                <a:lnTo>
                  <a:pt x="340713" y="87752"/>
                </a:lnTo>
                <a:lnTo>
                  <a:pt x="340713" y="28464"/>
                </a:lnTo>
                <a:lnTo>
                  <a:pt x="358041" y="28464"/>
                </a:lnTo>
                <a:lnTo>
                  <a:pt x="358041" y="37899"/>
                </a:lnTo>
                <a:lnTo>
                  <a:pt x="358256" y="37899"/>
                </a:lnTo>
                <a:cubicBezTo>
                  <a:pt x="362584" y="30644"/>
                  <a:pt x="368950" y="27017"/>
                  <a:pt x="377355" y="27017"/>
                </a:cubicBezTo>
                <a:cubicBezTo>
                  <a:pt x="390517" y="27017"/>
                  <a:pt x="397098" y="35165"/>
                  <a:pt x="397098" y="51461"/>
                </a:cubicBezTo>
                <a:lnTo>
                  <a:pt x="397098" y="87752"/>
                </a:lnTo>
                <a:close/>
                <a:moveTo>
                  <a:pt x="456385" y="85554"/>
                </a:moveTo>
                <a:cubicBezTo>
                  <a:pt x="452236" y="87984"/>
                  <a:pt x="446335" y="89199"/>
                  <a:pt x="438681" y="89199"/>
                </a:cubicBezTo>
                <a:cubicBezTo>
                  <a:pt x="429632" y="89199"/>
                  <a:pt x="422318" y="86447"/>
                  <a:pt x="416739" y="80944"/>
                </a:cubicBezTo>
                <a:cubicBezTo>
                  <a:pt x="411159" y="75440"/>
                  <a:pt x="408369" y="68311"/>
                  <a:pt x="408369" y="59555"/>
                </a:cubicBezTo>
                <a:cubicBezTo>
                  <a:pt x="408369" y="49478"/>
                  <a:pt x="411374" y="41535"/>
                  <a:pt x="417382" y="35728"/>
                </a:cubicBezTo>
                <a:cubicBezTo>
                  <a:pt x="423391" y="29921"/>
                  <a:pt x="431403" y="27017"/>
                  <a:pt x="441417" y="27017"/>
                </a:cubicBezTo>
                <a:cubicBezTo>
                  <a:pt x="448177" y="27017"/>
                  <a:pt x="453184" y="27946"/>
                  <a:pt x="456439" y="29804"/>
                </a:cubicBezTo>
                <a:lnTo>
                  <a:pt x="456439" y="44653"/>
                </a:lnTo>
                <a:cubicBezTo>
                  <a:pt x="452469" y="41758"/>
                  <a:pt x="448141" y="40311"/>
                  <a:pt x="443456" y="40311"/>
                </a:cubicBezTo>
                <a:cubicBezTo>
                  <a:pt x="438162" y="40311"/>
                  <a:pt x="433915" y="41919"/>
                  <a:pt x="430714" y="45136"/>
                </a:cubicBezTo>
                <a:cubicBezTo>
                  <a:pt x="427513" y="48352"/>
                  <a:pt x="425913" y="52765"/>
                  <a:pt x="425913" y="58376"/>
                </a:cubicBezTo>
                <a:cubicBezTo>
                  <a:pt x="425913" y="63808"/>
                  <a:pt x="427433" y="68087"/>
                  <a:pt x="430473" y="71214"/>
                </a:cubicBezTo>
                <a:cubicBezTo>
                  <a:pt x="433513" y="74341"/>
                  <a:pt x="437644" y="75905"/>
                  <a:pt x="442866" y="75905"/>
                </a:cubicBezTo>
                <a:cubicBezTo>
                  <a:pt x="447479" y="75905"/>
                  <a:pt x="451986" y="74440"/>
                  <a:pt x="456385" y="71509"/>
                </a:cubicBezTo>
                <a:lnTo>
                  <a:pt x="456385" y="85554"/>
                </a:lnTo>
                <a:close/>
                <a:moveTo>
                  <a:pt x="521398" y="62986"/>
                </a:moveTo>
                <a:lnTo>
                  <a:pt x="482341" y="62986"/>
                </a:lnTo>
                <a:cubicBezTo>
                  <a:pt x="482949" y="72170"/>
                  <a:pt x="488493" y="76763"/>
                  <a:pt x="498972" y="76763"/>
                </a:cubicBezTo>
                <a:cubicBezTo>
                  <a:pt x="505518" y="76763"/>
                  <a:pt x="511294" y="75154"/>
                  <a:pt x="516301" y="71938"/>
                </a:cubicBezTo>
                <a:lnTo>
                  <a:pt x="516301" y="84642"/>
                </a:lnTo>
                <a:cubicBezTo>
                  <a:pt x="510900" y="87680"/>
                  <a:pt x="503819" y="89199"/>
                  <a:pt x="495056" y="89199"/>
                </a:cubicBezTo>
                <a:cubicBezTo>
                  <a:pt x="485614" y="89199"/>
                  <a:pt x="478273" y="86537"/>
                  <a:pt x="473033" y="81212"/>
                </a:cubicBezTo>
                <a:cubicBezTo>
                  <a:pt x="467794" y="75887"/>
                  <a:pt x="465174" y="68472"/>
                  <a:pt x="465174" y="58966"/>
                </a:cubicBezTo>
                <a:cubicBezTo>
                  <a:pt x="465174" y="49495"/>
                  <a:pt x="467963" y="41803"/>
                  <a:pt x="473543" y="35889"/>
                </a:cubicBezTo>
                <a:cubicBezTo>
                  <a:pt x="479122" y="29974"/>
                  <a:pt x="486132" y="27017"/>
                  <a:pt x="494573" y="27017"/>
                </a:cubicBezTo>
                <a:cubicBezTo>
                  <a:pt x="502978" y="27017"/>
                  <a:pt x="509550" y="29563"/>
                  <a:pt x="514289" y="34656"/>
                </a:cubicBezTo>
                <a:cubicBezTo>
                  <a:pt x="519028" y="39748"/>
                  <a:pt x="521398" y="46744"/>
                  <a:pt x="521398" y="55642"/>
                </a:cubicBezTo>
                <a:lnTo>
                  <a:pt x="521398" y="62986"/>
                </a:lnTo>
                <a:moveTo>
                  <a:pt x="505249" y="52158"/>
                </a:moveTo>
                <a:cubicBezTo>
                  <a:pt x="505249" y="43295"/>
                  <a:pt x="501655" y="38864"/>
                  <a:pt x="494466" y="38864"/>
                </a:cubicBezTo>
                <a:cubicBezTo>
                  <a:pt x="491497" y="38864"/>
                  <a:pt x="488869" y="40079"/>
                  <a:pt x="486580" y="42509"/>
                </a:cubicBezTo>
                <a:cubicBezTo>
                  <a:pt x="484291" y="44939"/>
                  <a:pt x="482860" y="48155"/>
                  <a:pt x="482288" y="52158"/>
                </a:cubicBezTo>
                <a:lnTo>
                  <a:pt x="505249" y="52158"/>
                </a:lnTo>
                <a:close/>
                <a:moveTo>
                  <a:pt x="570483" y="44171"/>
                </a:moveTo>
                <a:cubicBezTo>
                  <a:pt x="568373" y="42956"/>
                  <a:pt x="565816" y="42348"/>
                  <a:pt x="562811" y="42348"/>
                </a:cubicBezTo>
                <a:cubicBezTo>
                  <a:pt x="558877" y="42348"/>
                  <a:pt x="555757" y="43849"/>
                  <a:pt x="553450" y="46851"/>
                </a:cubicBezTo>
                <a:cubicBezTo>
                  <a:pt x="551143" y="49853"/>
                  <a:pt x="549989" y="53980"/>
                  <a:pt x="549989" y="59234"/>
                </a:cubicBezTo>
                <a:lnTo>
                  <a:pt x="549989" y="87752"/>
                </a:lnTo>
                <a:lnTo>
                  <a:pt x="532661" y="87752"/>
                </a:lnTo>
                <a:lnTo>
                  <a:pt x="532661" y="28464"/>
                </a:lnTo>
                <a:lnTo>
                  <a:pt x="549989" y="28464"/>
                </a:lnTo>
                <a:lnTo>
                  <a:pt x="549989" y="39614"/>
                </a:lnTo>
                <a:lnTo>
                  <a:pt x="550204" y="39614"/>
                </a:lnTo>
                <a:cubicBezTo>
                  <a:pt x="553065" y="31502"/>
                  <a:pt x="558269" y="27446"/>
                  <a:pt x="565816" y="27446"/>
                </a:cubicBezTo>
                <a:cubicBezTo>
                  <a:pt x="567854" y="27446"/>
                  <a:pt x="569410" y="27678"/>
                  <a:pt x="570483" y="28143"/>
                </a:cubicBezTo>
                <a:lnTo>
                  <a:pt x="570483" y="44171"/>
                </a:lnTo>
                <a:close/>
                <a:moveTo>
                  <a:pt x="631356" y="4717"/>
                </a:moveTo>
                <a:lnTo>
                  <a:pt x="631356" y="87752"/>
                </a:lnTo>
                <a:lnTo>
                  <a:pt x="613652" y="87752"/>
                </a:lnTo>
                <a:lnTo>
                  <a:pt x="613652" y="4717"/>
                </a:lnTo>
                <a:lnTo>
                  <a:pt x="631356" y="4717"/>
                </a:lnTo>
                <a:close/>
                <a:moveTo>
                  <a:pt x="705181" y="87752"/>
                </a:moveTo>
                <a:lnTo>
                  <a:pt x="687960" y="87752"/>
                </a:lnTo>
                <a:lnTo>
                  <a:pt x="687960" y="54677"/>
                </a:lnTo>
                <a:cubicBezTo>
                  <a:pt x="687960" y="45100"/>
                  <a:pt x="684508" y="40311"/>
                  <a:pt x="677606" y="40311"/>
                </a:cubicBezTo>
                <a:cubicBezTo>
                  <a:pt x="674315" y="40311"/>
                  <a:pt x="671579" y="41589"/>
                  <a:pt x="669397" y="44144"/>
                </a:cubicBezTo>
                <a:cubicBezTo>
                  <a:pt x="667216" y="46699"/>
                  <a:pt x="666125" y="49960"/>
                  <a:pt x="666125" y="53927"/>
                </a:cubicBezTo>
                <a:lnTo>
                  <a:pt x="666125" y="87752"/>
                </a:lnTo>
                <a:lnTo>
                  <a:pt x="648796" y="87752"/>
                </a:lnTo>
                <a:lnTo>
                  <a:pt x="648796" y="28464"/>
                </a:lnTo>
                <a:lnTo>
                  <a:pt x="666125" y="28464"/>
                </a:lnTo>
                <a:lnTo>
                  <a:pt x="666125" y="37899"/>
                </a:lnTo>
                <a:lnTo>
                  <a:pt x="666339" y="37899"/>
                </a:lnTo>
                <a:cubicBezTo>
                  <a:pt x="670667" y="30644"/>
                  <a:pt x="677033" y="27017"/>
                  <a:pt x="685438" y="27017"/>
                </a:cubicBezTo>
                <a:cubicBezTo>
                  <a:pt x="698600" y="27017"/>
                  <a:pt x="705181" y="35165"/>
                  <a:pt x="705181" y="51461"/>
                </a:cubicBezTo>
                <a:lnTo>
                  <a:pt x="705181" y="87752"/>
                </a:lnTo>
                <a:close/>
                <a:moveTo>
                  <a:pt x="737322" y="80622"/>
                </a:moveTo>
                <a:lnTo>
                  <a:pt x="737322" y="87752"/>
                </a:lnTo>
                <a:lnTo>
                  <a:pt x="719994" y="87752"/>
                </a:lnTo>
                <a:lnTo>
                  <a:pt x="719994" y="0"/>
                </a:lnTo>
                <a:lnTo>
                  <a:pt x="737322" y="0"/>
                </a:lnTo>
                <a:lnTo>
                  <a:pt x="737322" y="37524"/>
                </a:lnTo>
                <a:lnTo>
                  <a:pt x="737537" y="37524"/>
                </a:lnTo>
                <a:cubicBezTo>
                  <a:pt x="742079" y="30519"/>
                  <a:pt x="748553" y="27017"/>
                  <a:pt x="756958" y="27017"/>
                </a:cubicBezTo>
                <a:cubicBezTo>
                  <a:pt x="764433" y="27017"/>
                  <a:pt x="770290" y="29626"/>
                  <a:pt x="774528" y="34843"/>
                </a:cubicBezTo>
                <a:cubicBezTo>
                  <a:pt x="778766" y="40061"/>
                  <a:pt x="780885" y="47262"/>
                  <a:pt x="780885" y="56446"/>
                </a:cubicBezTo>
                <a:cubicBezTo>
                  <a:pt x="780885" y="66274"/>
                  <a:pt x="778453" y="74189"/>
                  <a:pt x="773589" y="80193"/>
                </a:cubicBezTo>
                <a:cubicBezTo>
                  <a:pt x="768725" y="86197"/>
                  <a:pt x="762269" y="89199"/>
                  <a:pt x="754222" y="89199"/>
                </a:cubicBezTo>
                <a:cubicBezTo>
                  <a:pt x="746854" y="89199"/>
                  <a:pt x="741292" y="86340"/>
                  <a:pt x="737537" y="80622"/>
                </a:cubicBezTo>
                <a:lnTo>
                  <a:pt x="737322" y="80622"/>
                </a:lnTo>
                <a:moveTo>
                  <a:pt x="737054" y="62128"/>
                </a:moveTo>
                <a:cubicBezTo>
                  <a:pt x="737054" y="66024"/>
                  <a:pt x="738217" y="69294"/>
                  <a:pt x="740541" y="71938"/>
                </a:cubicBezTo>
                <a:cubicBezTo>
                  <a:pt x="742866" y="74583"/>
                  <a:pt x="745817" y="75905"/>
                  <a:pt x="749393" y="75905"/>
                </a:cubicBezTo>
                <a:cubicBezTo>
                  <a:pt x="753721" y="75905"/>
                  <a:pt x="757092" y="74225"/>
                  <a:pt x="759506" y="70866"/>
                </a:cubicBezTo>
                <a:cubicBezTo>
                  <a:pt x="761920" y="67507"/>
                  <a:pt x="763128" y="62754"/>
                  <a:pt x="763128" y="56607"/>
                </a:cubicBezTo>
                <a:cubicBezTo>
                  <a:pt x="763128" y="51497"/>
                  <a:pt x="762028" y="47503"/>
                  <a:pt x="759828" y="44626"/>
                </a:cubicBezTo>
                <a:cubicBezTo>
                  <a:pt x="757629" y="41749"/>
                  <a:pt x="754490" y="40311"/>
                  <a:pt x="750413" y="40311"/>
                </a:cubicBezTo>
                <a:cubicBezTo>
                  <a:pt x="746550" y="40311"/>
                  <a:pt x="743358" y="41758"/>
                  <a:pt x="740836" y="44653"/>
                </a:cubicBezTo>
                <a:cubicBezTo>
                  <a:pt x="738315" y="47548"/>
                  <a:pt x="737054" y="51264"/>
                  <a:pt x="737054" y="55803"/>
                </a:cubicBezTo>
                <a:lnTo>
                  <a:pt x="737054" y="62128"/>
                </a:lnTo>
                <a:close/>
                <a:moveTo>
                  <a:pt x="789628" y="58376"/>
                </a:moveTo>
                <a:cubicBezTo>
                  <a:pt x="789628" y="48620"/>
                  <a:pt x="792552" y="40954"/>
                  <a:pt x="798400" y="35379"/>
                </a:cubicBezTo>
                <a:cubicBezTo>
                  <a:pt x="804248" y="29804"/>
                  <a:pt x="812107" y="27017"/>
                  <a:pt x="821979" y="27017"/>
                </a:cubicBezTo>
                <a:cubicBezTo>
                  <a:pt x="831528" y="27017"/>
                  <a:pt x="839111" y="29760"/>
                  <a:pt x="844726" y="35245"/>
                </a:cubicBezTo>
                <a:cubicBezTo>
                  <a:pt x="850341" y="40731"/>
                  <a:pt x="853149" y="48102"/>
                  <a:pt x="853149" y="57357"/>
                </a:cubicBezTo>
                <a:cubicBezTo>
                  <a:pt x="853149" y="67078"/>
                  <a:pt x="850270" y="74815"/>
                  <a:pt x="844511" y="80568"/>
                </a:cubicBezTo>
                <a:cubicBezTo>
                  <a:pt x="838753" y="86322"/>
                  <a:pt x="830956" y="89199"/>
                  <a:pt x="821120" y="89199"/>
                </a:cubicBezTo>
                <a:cubicBezTo>
                  <a:pt x="811464" y="89199"/>
                  <a:pt x="803801" y="86438"/>
                  <a:pt x="798132" y="80917"/>
                </a:cubicBezTo>
                <a:cubicBezTo>
                  <a:pt x="792463" y="75396"/>
                  <a:pt x="789628" y="67882"/>
                  <a:pt x="789628" y="58376"/>
                </a:cubicBezTo>
                <a:moveTo>
                  <a:pt x="807172" y="58162"/>
                </a:moveTo>
                <a:cubicBezTo>
                  <a:pt x="807172" y="69990"/>
                  <a:pt x="812000" y="75905"/>
                  <a:pt x="821657" y="75905"/>
                </a:cubicBezTo>
                <a:cubicBezTo>
                  <a:pt x="830920" y="75905"/>
                  <a:pt x="835552" y="69830"/>
                  <a:pt x="835552" y="57679"/>
                </a:cubicBezTo>
                <a:cubicBezTo>
                  <a:pt x="835552" y="46100"/>
                  <a:pt x="830884" y="40311"/>
                  <a:pt x="821550" y="40311"/>
                </a:cubicBezTo>
                <a:cubicBezTo>
                  <a:pt x="817007" y="40311"/>
                  <a:pt x="813475" y="41866"/>
                  <a:pt x="810954" y="44975"/>
                </a:cubicBezTo>
                <a:cubicBezTo>
                  <a:pt x="808432" y="48084"/>
                  <a:pt x="807172" y="52479"/>
                  <a:pt x="807172" y="58162"/>
                </a:cubicBezTo>
                <a:close/>
                <a:moveTo>
                  <a:pt x="918790" y="28464"/>
                </a:moveTo>
                <a:lnTo>
                  <a:pt x="899155" y="57357"/>
                </a:lnTo>
                <a:lnTo>
                  <a:pt x="918629" y="87752"/>
                </a:lnTo>
                <a:lnTo>
                  <a:pt x="898618" y="87752"/>
                </a:lnTo>
                <a:lnTo>
                  <a:pt x="889766" y="71402"/>
                </a:lnTo>
                <a:cubicBezTo>
                  <a:pt x="888550" y="69151"/>
                  <a:pt x="887710" y="67382"/>
                  <a:pt x="887245" y="66095"/>
                </a:cubicBezTo>
                <a:lnTo>
                  <a:pt x="887030" y="66095"/>
                </a:lnTo>
                <a:cubicBezTo>
                  <a:pt x="886386" y="67810"/>
                  <a:pt x="885582" y="69526"/>
                  <a:pt x="884616" y="71241"/>
                </a:cubicBezTo>
                <a:lnTo>
                  <a:pt x="875603" y="87752"/>
                </a:lnTo>
                <a:lnTo>
                  <a:pt x="855699" y="87752"/>
                </a:lnTo>
                <a:lnTo>
                  <a:pt x="875764" y="58269"/>
                </a:lnTo>
                <a:lnTo>
                  <a:pt x="856880" y="28464"/>
                </a:lnTo>
                <a:lnTo>
                  <a:pt x="876944" y="28464"/>
                </a:lnTo>
                <a:lnTo>
                  <a:pt x="885743" y="45511"/>
                </a:lnTo>
                <a:cubicBezTo>
                  <a:pt x="886601" y="47155"/>
                  <a:pt x="887406" y="48977"/>
                  <a:pt x="888157" y="50978"/>
                </a:cubicBezTo>
                <a:lnTo>
                  <a:pt x="888371" y="50978"/>
                </a:lnTo>
                <a:cubicBezTo>
                  <a:pt x="888729" y="49763"/>
                  <a:pt x="889552" y="47923"/>
                  <a:pt x="890839" y="45457"/>
                </a:cubicBezTo>
                <a:lnTo>
                  <a:pt x="899906" y="28464"/>
                </a:lnTo>
                <a:lnTo>
                  <a:pt x="918790" y="2846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functions:ForceInclusion,...">
            <a:extLst xmlns:a="http://schemas.openxmlformats.org/drawingml/2006/main">
              <a:ext uri="{FF2B5EF4-FFF2-40B4-BE49-F238E27FC236}">
                <a16:creationId xmlns:a16="http://schemas.microsoft.com/office/drawing/2014/main" id="{6218B616-51C1-44B3-B48B-CBDE303C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36" y="3638428"/>
            <a:ext cx="1430940" cy="104262"/>
          </a:xfrm>
          <a:custGeom xmlns:a="http://schemas.openxmlformats.org/drawingml/2006/main">
            <a:pathLst>
              <a:path w="1430940" h="104262">
                <a:moveTo>
                  <a:pt x="36803" y="10239"/>
                </a:moveTo>
                <a:cubicBezTo>
                  <a:pt x="34836" y="9202"/>
                  <a:pt x="32708" y="8684"/>
                  <a:pt x="30419" y="8684"/>
                </a:cubicBezTo>
                <a:cubicBezTo>
                  <a:pt x="23838" y="8684"/>
                  <a:pt x="20548" y="12758"/>
                  <a:pt x="20548" y="20906"/>
                </a:cubicBezTo>
                <a:lnTo>
                  <a:pt x="20548" y="29751"/>
                </a:lnTo>
                <a:lnTo>
                  <a:pt x="34443" y="29751"/>
                </a:lnTo>
                <a:lnTo>
                  <a:pt x="34443" y="38435"/>
                </a:lnTo>
                <a:lnTo>
                  <a:pt x="20548" y="38435"/>
                </a:lnTo>
                <a:lnTo>
                  <a:pt x="20548" y="89038"/>
                </a:lnTo>
                <a:lnTo>
                  <a:pt x="10140" y="89038"/>
                </a:lnTo>
                <a:lnTo>
                  <a:pt x="10140" y="38435"/>
                </a:lnTo>
                <a:lnTo>
                  <a:pt x="0" y="38435"/>
                </a:lnTo>
                <a:lnTo>
                  <a:pt x="0" y="29751"/>
                </a:lnTo>
                <a:lnTo>
                  <a:pt x="10140" y="29751"/>
                </a:lnTo>
                <a:lnTo>
                  <a:pt x="10140" y="20424"/>
                </a:lnTo>
                <a:cubicBezTo>
                  <a:pt x="10140" y="14062"/>
                  <a:pt x="11973" y="9068"/>
                  <a:pt x="15639" y="5441"/>
                </a:cubicBezTo>
                <a:cubicBezTo>
                  <a:pt x="19305" y="1814"/>
                  <a:pt x="23963" y="0"/>
                  <a:pt x="29614" y="0"/>
                </a:cubicBezTo>
                <a:cubicBezTo>
                  <a:pt x="32619" y="0"/>
                  <a:pt x="35015" y="340"/>
                  <a:pt x="36803" y="1019"/>
                </a:cubicBezTo>
                <a:lnTo>
                  <a:pt x="36803" y="10239"/>
                </a:lnTo>
                <a:close/>
                <a:moveTo>
                  <a:pt x="93491" y="89038"/>
                </a:moveTo>
                <a:lnTo>
                  <a:pt x="82922" y="89038"/>
                </a:lnTo>
                <a:lnTo>
                  <a:pt x="82922" y="79711"/>
                </a:lnTo>
                <a:lnTo>
                  <a:pt x="82708" y="79711"/>
                </a:lnTo>
                <a:cubicBezTo>
                  <a:pt x="78738" y="86858"/>
                  <a:pt x="72640" y="90432"/>
                  <a:pt x="64414" y="90432"/>
                </a:cubicBezTo>
                <a:cubicBezTo>
                  <a:pt x="50358" y="90432"/>
                  <a:pt x="43330" y="82034"/>
                  <a:pt x="43330" y="65237"/>
                </a:cubicBezTo>
                <a:lnTo>
                  <a:pt x="43330" y="29751"/>
                </a:lnTo>
                <a:lnTo>
                  <a:pt x="53737" y="29751"/>
                </a:lnTo>
                <a:lnTo>
                  <a:pt x="53737" y="63683"/>
                </a:lnTo>
                <a:cubicBezTo>
                  <a:pt x="53737" y="75726"/>
                  <a:pt x="58351" y="81748"/>
                  <a:pt x="67579" y="81748"/>
                </a:cubicBezTo>
                <a:cubicBezTo>
                  <a:pt x="72157" y="81748"/>
                  <a:pt x="75859" y="80059"/>
                  <a:pt x="78684" y="76682"/>
                </a:cubicBezTo>
                <a:cubicBezTo>
                  <a:pt x="81510" y="73305"/>
                  <a:pt x="82922" y="69043"/>
                  <a:pt x="82922" y="63897"/>
                </a:cubicBezTo>
                <a:lnTo>
                  <a:pt x="82922" y="29751"/>
                </a:lnTo>
                <a:lnTo>
                  <a:pt x="93491" y="29751"/>
                </a:lnTo>
                <a:lnTo>
                  <a:pt x="93491" y="89038"/>
                </a:lnTo>
                <a:close/>
                <a:moveTo>
                  <a:pt x="162353" y="89038"/>
                </a:moveTo>
                <a:lnTo>
                  <a:pt x="151892" y="89038"/>
                </a:lnTo>
                <a:lnTo>
                  <a:pt x="151892" y="55320"/>
                </a:lnTo>
                <a:cubicBezTo>
                  <a:pt x="151892" y="43134"/>
                  <a:pt x="147439" y="37041"/>
                  <a:pt x="138533" y="37041"/>
                </a:cubicBezTo>
                <a:cubicBezTo>
                  <a:pt x="133920" y="37041"/>
                  <a:pt x="130128" y="38757"/>
                  <a:pt x="127160" y="42187"/>
                </a:cubicBezTo>
                <a:cubicBezTo>
                  <a:pt x="124191" y="45618"/>
                  <a:pt x="122707" y="49960"/>
                  <a:pt x="122707" y="55213"/>
                </a:cubicBezTo>
                <a:lnTo>
                  <a:pt x="122707" y="89038"/>
                </a:lnTo>
                <a:lnTo>
                  <a:pt x="112192" y="89038"/>
                </a:lnTo>
                <a:lnTo>
                  <a:pt x="112192" y="29751"/>
                </a:lnTo>
                <a:lnTo>
                  <a:pt x="122707" y="29751"/>
                </a:lnTo>
                <a:lnTo>
                  <a:pt x="122707" y="39561"/>
                </a:lnTo>
                <a:lnTo>
                  <a:pt x="122922" y="39561"/>
                </a:lnTo>
                <a:cubicBezTo>
                  <a:pt x="127392" y="32092"/>
                  <a:pt x="133884" y="28357"/>
                  <a:pt x="142396" y="28357"/>
                </a:cubicBezTo>
                <a:cubicBezTo>
                  <a:pt x="148905" y="28357"/>
                  <a:pt x="153859" y="30439"/>
                  <a:pt x="157257" y="34602"/>
                </a:cubicBezTo>
                <a:cubicBezTo>
                  <a:pt x="160655" y="38765"/>
                  <a:pt x="162353" y="44832"/>
                  <a:pt x="162353" y="52801"/>
                </a:cubicBezTo>
                <a:lnTo>
                  <a:pt x="162353" y="89038"/>
                </a:lnTo>
                <a:close/>
                <a:moveTo>
                  <a:pt x="220861" y="86358"/>
                </a:moveTo>
                <a:cubicBezTo>
                  <a:pt x="216319" y="89074"/>
                  <a:pt x="210847" y="90432"/>
                  <a:pt x="204445" y="90432"/>
                </a:cubicBezTo>
                <a:cubicBezTo>
                  <a:pt x="195861" y="90432"/>
                  <a:pt x="188958" y="87680"/>
                  <a:pt x="183736" y="82177"/>
                </a:cubicBezTo>
                <a:cubicBezTo>
                  <a:pt x="178514" y="76673"/>
                  <a:pt x="175903" y="69544"/>
                  <a:pt x="175903" y="60788"/>
                </a:cubicBezTo>
                <a:cubicBezTo>
                  <a:pt x="175903" y="51068"/>
                  <a:pt x="178720" y="43233"/>
                  <a:pt x="184353" y="37282"/>
                </a:cubicBezTo>
                <a:cubicBezTo>
                  <a:pt x="189986" y="31332"/>
                  <a:pt x="197524" y="28357"/>
                  <a:pt x="206966" y="28357"/>
                </a:cubicBezTo>
                <a:cubicBezTo>
                  <a:pt x="212402" y="28357"/>
                  <a:pt x="217052" y="29322"/>
                  <a:pt x="220915" y="31252"/>
                </a:cubicBezTo>
                <a:lnTo>
                  <a:pt x="220915" y="41651"/>
                </a:lnTo>
                <a:cubicBezTo>
                  <a:pt x="216730" y="38578"/>
                  <a:pt x="212081" y="37041"/>
                  <a:pt x="206966" y="37041"/>
                </a:cubicBezTo>
                <a:cubicBezTo>
                  <a:pt x="200957" y="37041"/>
                  <a:pt x="196066" y="39123"/>
                  <a:pt x="192293" y="43286"/>
                </a:cubicBezTo>
                <a:cubicBezTo>
                  <a:pt x="188520" y="47449"/>
                  <a:pt x="186633" y="52998"/>
                  <a:pt x="186633" y="59931"/>
                </a:cubicBezTo>
                <a:cubicBezTo>
                  <a:pt x="186633" y="66756"/>
                  <a:pt x="188412" y="72099"/>
                  <a:pt x="191971" y="75958"/>
                </a:cubicBezTo>
                <a:cubicBezTo>
                  <a:pt x="195530" y="79818"/>
                  <a:pt x="200331" y="81748"/>
                  <a:pt x="206376" y="81748"/>
                </a:cubicBezTo>
                <a:cubicBezTo>
                  <a:pt x="211490" y="81748"/>
                  <a:pt x="216319" y="80068"/>
                  <a:pt x="220861" y="76709"/>
                </a:cubicBezTo>
                <a:lnTo>
                  <a:pt x="220861" y="86358"/>
                </a:lnTo>
                <a:close/>
                <a:moveTo>
                  <a:pt x="263407" y="88448"/>
                </a:moveTo>
                <a:cubicBezTo>
                  <a:pt x="261118" y="89699"/>
                  <a:pt x="258025" y="90325"/>
                  <a:pt x="254126" y="90325"/>
                </a:cubicBezTo>
                <a:cubicBezTo>
                  <a:pt x="243504" y="90325"/>
                  <a:pt x="238192" y="84446"/>
                  <a:pt x="238192" y="72689"/>
                </a:cubicBezTo>
                <a:lnTo>
                  <a:pt x="238192" y="38435"/>
                </a:lnTo>
                <a:lnTo>
                  <a:pt x="227999" y="38435"/>
                </a:lnTo>
                <a:lnTo>
                  <a:pt x="227999" y="29751"/>
                </a:lnTo>
                <a:lnTo>
                  <a:pt x="238192" y="29751"/>
                </a:lnTo>
                <a:lnTo>
                  <a:pt x="238192" y="15492"/>
                </a:lnTo>
                <a:lnTo>
                  <a:pt x="248654" y="12168"/>
                </a:lnTo>
                <a:lnTo>
                  <a:pt x="248654" y="29751"/>
                </a:lnTo>
                <a:lnTo>
                  <a:pt x="263407" y="29751"/>
                </a:lnTo>
                <a:lnTo>
                  <a:pt x="263407" y="38435"/>
                </a:lnTo>
                <a:lnTo>
                  <a:pt x="248654" y="38435"/>
                </a:lnTo>
                <a:lnTo>
                  <a:pt x="248654" y="70812"/>
                </a:lnTo>
                <a:cubicBezTo>
                  <a:pt x="248654" y="74708"/>
                  <a:pt x="249316" y="77495"/>
                  <a:pt x="250639" y="79175"/>
                </a:cubicBezTo>
                <a:cubicBezTo>
                  <a:pt x="251962" y="80854"/>
                  <a:pt x="254162" y="81694"/>
                  <a:pt x="257238" y="81694"/>
                </a:cubicBezTo>
                <a:cubicBezTo>
                  <a:pt x="259598" y="81694"/>
                  <a:pt x="261655" y="81033"/>
                  <a:pt x="263407" y="79711"/>
                </a:cubicBezTo>
                <a:lnTo>
                  <a:pt x="263407" y="88448"/>
                </a:lnTo>
                <a:close/>
                <a:moveTo>
                  <a:pt x="274615" y="8845"/>
                </a:moveTo>
                <a:cubicBezTo>
                  <a:pt x="274615" y="6987"/>
                  <a:pt x="275250" y="5423"/>
                  <a:pt x="276519" y="4154"/>
                </a:cubicBezTo>
                <a:cubicBezTo>
                  <a:pt x="277789" y="2886"/>
                  <a:pt x="279354" y="2251"/>
                  <a:pt x="281213" y="2251"/>
                </a:cubicBezTo>
                <a:cubicBezTo>
                  <a:pt x="283109" y="2251"/>
                  <a:pt x="284710" y="2877"/>
                  <a:pt x="286015" y="4128"/>
                </a:cubicBezTo>
                <a:cubicBezTo>
                  <a:pt x="287321" y="5378"/>
                  <a:pt x="287973" y="6951"/>
                  <a:pt x="287973" y="8845"/>
                </a:cubicBezTo>
                <a:cubicBezTo>
                  <a:pt x="287973" y="10703"/>
                  <a:pt x="287321" y="12249"/>
                  <a:pt x="286015" y="13482"/>
                </a:cubicBezTo>
                <a:cubicBezTo>
                  <a:pt x="284710" y="14715"/>
                  <a:pt x="283109" y="15331"/>
                  <a:pt x="281213" y="15331"/>
                </a:cubicBezTo>
                <a:cubicBezTo>
                  <a:pt x="279318" y="15331"/>
                  <a:pt x="277744" y="14715"/>
                  <a:pt x="276492" y="13482"/>
                </a:cubicBezTo>
                <a:cubicBezTo>
                  <a:pt x="275241" y="12249"/>
                  <a:pt x="274615" y="10703"/>
                  <a:pt x="274615" y="8845"/>
                </a:cubicBezTo>
                <a:moveTo>
                  <a:pt x="275849" y="89038"/>
                </a:moveTo>
                <a:lnTo>
                  <a:pt x="275849" y="29751"/>
                </a:lnTo>
                <a:lnTo>
                  <a:pt x="286364" y="29751"/>
                </a:lnTo>
                <a:lnTo>
                  <a:pt x="286364" y="89038"/>
                </a:lnTo>
                <a:lnTo>
                  <a:pt x="275849" y="89038"/>
                </a:lnTo>
                <a:close/>
                <a:moveTo>
                  <a:pt x="301158" y="60038"/>
                </a:moveTo>
                <a:cubicBezTo>
                  <a:pt x="301158" y="50246"/>
                  <a:pt x="303895" y="42518"/>
                  <a:pt x="309367" y="36854"/>
                </a:cubicBezTo>
                <a:cubicBezTo>
                  <a:pt x="314839" y="31189"/>
                  <a:pt x="322260" y="28357"/>
                  <a:pt x="331631" y="28357"/>
                </a:cubicBezTo>
                <a:cubicBezTo>
                  <a:pt x="340537" y="28357"/>
                  <a:pt x="347520" y="31082"/>
                  <a:pt x="352581" y="36532"/>
                </a:cubicBezTo>
                <a:cubicBezTo>
                  <a:pt x="357642" y="41982"/>
                  <a:pt x="360172" y="49513"/>
                  <a:pt x="360172" y="59126"/>
                </a:cubicBezTo>
                <a:cubicBezTo>
                  <a:pt x="360172" y="68489"/>
                  <a:pt x="357472" y="76048"/>
                  <a:pt x="352071" y="81801"/>
                </a:cubicBezTo>
                <a:cubicBezTo>
                  <a:pt x="346671" y="87555"/>
                  <a:pt x="339428" y="90432"/>
                  <a:pt x="330343" y="90432"/>
                </a:cubicBezTo>
                <a:cubicBezTo>
                  <a:pt x="321473" y="90432"/>
                  <a:pt x="314392" y="87644"/>
                  <a:pt x="309098" y="82069"/>
                </a:cubicBezTo>
                <a:cubicBezTo>
                  <a:pt x="303805" y="76494"/>
                  <a:pt x="301158" y="69151"/>
                  <a:pt x="301158" y="60038"/>
                </a:cubicBezTo>
                <a:moveTo>
                  <a:pt x="311888" y="59716"/>
                </a:moveTo>
                <a:cubicBezTo>
                  <a:pt x="311888" y="66542"/>
                  <a:pt x="313614" y="71920"/>
                  <a:pt x="317065" y="75851"/>
                </a:cubicBezTo>
                <a:cubicBezTo>
                  <a:pt x="320517" y="79782"/>
                  <a:pt x="325157" y="81748"/>
                  <a:pt x="330987" y="81748"/>
                </a:cubicBezTo>
                <a:cubicBezTo>
                  <a:pt x="336996" y="81748"/>
                  <a:pt x="341574" y="79827"/>
                  <a:pt x="344721" y="75985"/>
                </a:cubicBezTo>
                <a:cubicBezTo>
                  <a:pt x="347869" y="72144"/>
                  <a:pt x="349442" y="66631"/>
                  <a:pt x="349442" y="59448"/>
                </a:cubicBezTo>
                <a:cubicBezTo>
                  <a:pt x="349442" y="52229"/>
                  <a:pt x="347869" y="46690"/>
                  <a:pt x="344721" y="42830"/>
                </a:cubicBezTo>
                <a:cubicBezTo>
                  <a:pt x="341574" y="38971"/>
                  <a:pt x="336996" y="37041"/>
                  <a:pt x="330987" y="37041"/>
                </a:cubicBezTo>
                <a:cubicBezTo>
                  <a:pt x="325086" y="37041"/>
                  <a:pt x="320427" y="39060"/>
                  <a:pt x="317012" y="43099"/>
                </a:cubicBezTo>
                <a:cubicBezTo>
                  <a:pt x="313596" y="47137"/>
                  <a:pt x="311888" y="52676"/>
                  <a:pt x="311888" y="59716"/>
                </a:cubicBezTo>
                <a:close/>
                <a:moveTo>
                  <a:pt x="425169" y="89038"/>
                </a:moveTo>
                <a:lnTo>
                  <a:pt x="414708" y="89038"/>
                </a:lnTo>
                <a:lnTo>
                  <a:pt x="414708" y="55320"/>
                </a:lnTo>
                <a:cubicBezTo>
                  <a:pt x="414708" y="43134"/>
                  <a:pt x="410255" y="37041"/>
                  <a:pt x="401349" y="37041"/>
                </a:cubicBezTo>
                <a:cubicBezTo>
                  <a:pt x="396735" y="37041"/>
                  <a:pt x="392944" y="38757"/>
                  <a:pt x="389976" y="42187"/>
                </a:cubicBezTo>
                <a:cubicBezTo>
                  <a:pt x="387007" y="45618"/>
                  <a:pt x="385523" y="49960"/>
                  <a:pt x="385523" y="55213"/>
                </a:cubicBezTo>
                <a:lnTo>
                  <a:pt x="385523" y="89038"/>
                </a:lnTo>
                <a:lnTo>
                  <a:pt x="375007" y="89038"/>
                </a:lnTo>
                <a:lnTo>
                  <a:pt x="375007" y="29751"/>
                </a:lnTo>
                <a:lnTo>
                  <a:pt x="385523" y="29751"/>
                </a:lnTo>
                <a:lnTo>
                  <a:pt x="385523" y="39561"/>
                </a:lnTo>
                <a:lnTo>
                  <a:pt x="385737" y="39561"/>
                </a:lnTo>
                <a:cubicBezTo>
                  <a:pt x="390208" y="32092"/>
                  <a:pt x="396700" y="28357"/>
                  <a:pt x="405212" y="28357"/>
                </a:cubicBezTo>
                <a:cubicBezTo>
                  <a:pt x="411721" y="28357"/>
                  <a:pt x="416675" y="30439"/>
                  <a:pt x="420073" y="34602"/>
                </a:cubicBezTo>
                <a:cubicBezTo>
                  <a:pt x="423470" y="38765"/>
                  <a:pt x="425169" y="44832"/>
                  <a:pt x="425169" y="52801"/>
                </a:cubicBezTo>
                <a:lnTo>
                  <a:pt x="425169" y="89038"/>
                </a:lnTo>
                <a:close/>
                <a:moveTo>
                  <a:pt x="439363" y="76226"/>
                </a:moveTo>
                <a:cubicBezTo>
                  <a:pt x="444656" y="80050"/>
                  <a:pt x="450361" y="81962"/>
                  <a:pt x="456477" y="81962"/>
                </a:cubicBezTo>
                <a:cubicBezTo>
                  <a:pt x="464668" y="81962"/>
                  <a:pt x="468763" y="79282"/>
                  <a:pt x="468763" y="73921"/>
                </a:cubicBezTo>
                <a:cubicBezTo>
                  <a:pt x="468763" y="71634"/>
                  <a:pt x="467869" y="69749"/>
                  <a:pt x="466080" y="68266"/>
                </a:cubicBezTo>
                <a:cubicBezTo>
                  <a:pt x="464292" y="66783"/>
                  <a:pt x="460662" y="65023"/>
                  <a:pt x="455190" y="62986"/>
                </a:cubicBezTo>
                <a:cubicBezTo>
                  <a:pt x="448609" y="60341"/>
                  <a:pt x="444335" y="57724"/>
                  <a:pt x="442367" y="55133"/>
                </a:cubicBezTo>
                <a:cubicBezTo>
                  <a:pt x="440400" y="52542"/>
                  <a:pt x="439417" y="49406"/>
                  <a:pt x="439417" y="45725"/>
                </a:cubicBezTo>
                <a:cubicBezTo>
                  <a:pt x="439417" y="40472"/>
                  <a:pt x="441643" y="36264"/>
                  <a:pt x="446096" y="33101"/>
                </a:cubicBezTo>
                <a:cubicBezTo>
                  <a:pt x="450549" y="29938"/>
                  <a:pt x="456030" y="28357"/>
                  <a:pt x="462539" y="28357"/>
                </a:cubicBezTo>
                <a:cubicBezTo>
                  <a:pt x="467582" y="28357"/>
                  <a:pt x="472268" y="29233"/>
                  <a:pt x="476595" y="30984"/>
                </a:cubicBezTo>
                <a:lnTo>
                  <a:pt x="476595" y="41115"/>
                </a:lnTo>
                <a:cubicBezTo>
                  <a:pt x="472160" y="38256"/>
                  <a:pt x="467135" y="36827"/>
                  <a:pt x="461520" y="36827"/>
                </a:cubicBezTo>
                <a:cubicBezTo>
                  <a:pt x="458158" y="36827"/>
                  <a:pt x="455422" y="37559"/>
                  <a:pt x="453312" y="39025"/>
                </a:cubicBezTo>
                <a:cubicBezTo>
                  <a:pt x="451202" y="40490"/>
                  <a:pt x="450147" y="42420"/>
                  <a:pt x="450147" y="44814"/>
                </a:cubicBezTo>
                <a:cubicBezTo>
                  <a:pt x="450147" y="47173"/>
                  <a:pt x="450907" y="49013"/>
                  <a:pt x="452427" y="50335"/>
                </a:cubicBezTo>
                <a:cubicBezTo>
                  <a:pt x="453947" y="51657"/>
                  <a:pt x="457318" y="53355"/>
                  <a:pt x="462539" y="55428"/>
                </a:cubicBezTo>
                <a:cubicBezTo>
                  <a:pt x="469156" y="57894"/>
                  <a:pt x="473627" y="60449"/>
                  <a:pt x="475952" y="63093"/>
                </a:cubicBezTo>
                <a:cubicBezTo>
                  <a:pt x="478276" y="65738"/>
                  <a:pt x="479439" y="69008"/>
                  <a:pt x="479439" y="72903"/>
                </a:cubicBezTo>
                <a:cubicBezTo>
                  <a:pt x="479439" y="78335"/>
                  <a:pt x="477212" y="82614"/>
                  <a:pt x="472760" y="85741"/>
                </a:cubicBezTo>
                <a:cubicBezTo>
                  <a:pt x="468307" y="88868"/>
                  <a:pt x="462539" y="90432"/>
                  <a:pt x="455458" y="90432"/>
                </a:cubicBezTo>
                <a:cubicBezTo>
                  <a:pt x="449306" y="90432"/>
                  <a:pt x="443941" y="89270"/>
                  <a:pt x="439363" y="86947"/>
                </a:cubicBezTo>
                <a:lnTo>
                  <a:pt x="439363" y="76226"/>
                </a:lnTo>
                <a:close/>
                <a:moveTo>
                  <a:pt x="490556" y="35272"/>
                </a:moveTo>
                <a:cubicBezTo>
                  <a:pt x="490556" y="33342"/>
                  <a:pt x="491236" y="31734"/>
                  <a:pt x="492595" y="30448"/>
                </a:cubicBezTo>
                <a:cubicBezTo>
                  <a:pt x="493954" y="29161"/>
                  <a:pt x="495581" y="28518"/>
                  <a:pt x="497477" y="28518"/>
                </a:cubicBezTo>
                <a:cubicBezTo>
                  <a:pt x="499408" y="28518"/>
                  <a:pt x="501054" y="29170"/>
                  <a:pt x="502413" y="30475"/>
                </a:cubicBezTo>
                <a:cubicBezTo>
                  <a:pt x="503772" y="31779"/>
                  <a:pt x="504451" y="33378"/>
                  <a:pt x="504451" y="35272"/>
                </a:cubicBezTo>
                <a:cubicBezTo>
                  <a:pt x="504451" y="37166"/>
                  <a:pt x="503790" y="38774"/>
                  <a:pt x="502466" y="40097"/>
                </a:cubicBezTo>
                <a:cubicBezTo>
                  <a:pt x="501143" y="41419"/>
                  <a:pt x="499462" y="42080"/>
                  <a:pt x="497423" y="42080"/>
                </a:cubicBezTo>
                <a:cubicBezTo>
                  <a:pt x="495492" y="42080"/>
                  <a:pt x="493865" y="41419"/>
                  <a:pt x="492541" y="40097"/>
                </a:cubicBezTo>
                <a:cubicBezTo>
                  <a:pt x="491218" y="38774"/>
                  <a:pt x="490556" y="37166"/>
                  <a:pt x="490556" y="35272"/>
                </a:cubicBezTo>
                <a:moveTo>
                  <a:pt x="490556" y="83517"/>
                </a:moveTo>
                <a:cubicBezTo>
                  <a:pt x="490556" y="81587"/>
                  <a:pt x="491218" y="79961"/>
                  <a:pt x="492541" y="78639"/>
                </a:cubicBezTo>
                <a:cubicBezTo>
                  <a:pt x="493865" y="77316"/>
                  <a:pt x="495510" y="76655"/>
                  <a:pt x="497477" y="76655"/>
                </a:cubicBezTo>
                <a:cubicBezTo>
                  <a:pt x="499480" y="76655"/>
                  <a:pt x="501143" y="77325"/>
                  <a:pt x="502466" y="78666"/>
                </a:cubicBezTo>
                <a:cubicBezTo>
                  <a:pt x="503790" y="80006"/>
                  <a:pt x="504451" y="81623"/>
                  <a:pt x="504451" y="83517"/>
                </a:cubicBezTo>
                <a:cubicBezTo>
                  <a:pt x="504451" y="85375"/>
                  <a:pt x="503790" y="86974"/>
                  <a:pt x="502466" y="88314"/>
                </a:cubicBezTo>
                <a:cubicBezTo>
                  <a:pt x="501143" y="89655"/>
                  <a:pt x="499462" y="90325"/>
                  <a:pt x="497423" y="90325"/>
                </a:cubicBezTo>
                <a:cubicBezTo>
                  <a:pt x="495456" y="90325"/>
                  <a:pt x="493820" y="89655"/>
                  <a:pt x="492514" y="88314"/>
                </a:cubicBezTo>
                <a:cubicBezTo>
                  <a:pt x="491209" y="86974"/>
                  <a:pt x="490556" y="85375"/>
                  <a:pt x="490556" y="83517"/>
                </a:cubicBezTo>
                <a:close/>
                <a:moveTo>
                  <a:pt x="596715" y="15545"/>
                </a:moveTo>
                <a:lnTo>
                  <a:pt x="564633" y="15545"/>
                </a:lnTo>
                <a:lnTo>
                  <a:pt x="564633" y="43313"/>
                </a:lnTo>
                <a:lnTo>
                  <a:pt x="594354" y="43313"/>
                </a:lnTo>
                <a:lnTo>
                  <a:pt x="594354" y="52747"/>
                </a:lnTo>
                <a:lnTo>
                  <a:pt x="564633" y="52747"/>
                </a:lnTo>
                <a:lnTo>
                  <a:pt x="564633" y="89038"/>
                </a:lnTo>
                <a:lnTo>
                  <a:pt x="553903" y="89038"/>
                </a:lnTo>
                <a:lnTo>
                  <a:pt x="553903" y="6004"/>
                </a:lnTo>
                <a:lnTo>
                  <a:pt x="596715" y="6004"/>
                </a:lnTo>
                <a:lnTo>
                  <a:pt x="596715" y="15545"/>
                </a:lnTo>
                <a:close/>
                <a:moveTo>
                  <a:pt x="606935" y="60038"/>
                </a:moveTo>
                <a:cubicBezTo>
                  <a:pt x="606935" y="50246"/>
                  <a:pt x="609671" y="42518"/>
                  <a:pt x="615143" y="36854"/>
                </a:cubicBezTo>
                <a:cubicBezTo>
                  <a:pt x="620615" y="31189"/>
                  <a:pt x="628037" y="28357"/>
                  <a:pt x="637407" y="28357"/>
                </a:cubicBezTo>
                <a:cubicBezTo>
                  <a:pt x="646313" y="28357"/>
                  <a:pt x="653296" y="31082"/>
                  <a:pt x="658357" y="36532"/>
                </a:cubicBezTo>
                <a:cubicBezTo>
                  <a:pt x="663418" y="41982"/>
                  <a:pt x="665948" y="49513"/>
                  <a:pt x="665948" y="59126"/>
                </a:cubicBezTo>
                <a:cubicBezTo>
                  <a:pt x="665948" y="68489"/>
                  <a:pt x="663248" y="76048"/>
                  <a:pt x="657847" y="81801"/>
                </a:cubicBezTo>
                <a:cubicBezTo>
                  <a:pt x="652447" y="87555"/>
                  <a:pt x="645204" y="90432"/>
                  <a:pt x="636120" y="90432"/>
                </a:cubicBezTo>
                <a:cubicBezTo>
                  <a:pt x="627250" y="90432"/>
                  <a:pt x="620168" y="87644"/>
                  <a:pt x="614875" y="82069"/>
                </a:cubicBezTo>
                <a:cubicBezTo>
                  <a:pt x="609581" y="76494"/>
                  <a:pt x="606935" y="69151"/>
                  <a:pt x="606935" y="60038"/>
                </a:cubicBezTo>
                <a:moveTo>
                  <a:pt x="617664" y="59716"/>
                </a:moveTo>
                <a:cubicBezTo>
                  <a:pt x="617664" y="66542"/>
                  <a:pt x="619390" y="71920"/>
                  <a:pt x="622842" y="75851"/>
                </a:cubicBezTo>
                <a:cubicBezTo>
                  <a:pt x="626293" y="79782"/>
                  <a:pt x="630934" y="81748"/>
                  <a:pt x="636763" y="81748"/>
                </a:cubicBezTo>
                <a:cubicBezTo>
                  <a:pt x="642772" y="81748"/>
                  <a:pt x="647350" y="79827"/>
                  <a:pt x="650498" y="75985"/>
                </a:cubicBezTo>
                <a:cubicBezTo>
                  <a:pt x="653645" y="72144"/>
                  <a:pt x="655219" y="66631"/>
                  <a:pt x="655219" y="59448"/>
                </a:cubicBezTo>
                <a:cubicBezTo>
                  <a:pt x="655219" y="52229"/>
                  <a:pt x="653645" y="46690"/>
                  <a:pt x="650498" y="42830"/>
                </a:cubicBezTo>
                <a:cubicBezTo>
                  <a:pt x="647350" y="38971"/>
                  <a:pt x="642772" y="37041"/>
                  <a:pt x="636763" y="37041"/>
                </a:cubicBezTo>
                <a:cubicBezTo>
                  <a:pt x="630862" y="37041"/>
                  <a:pt x="626204" y="39060"/>
                  <a:pt x="622788" y="43099"/>
                </a:cubicBezTo>
                <a:cubicBezTo>
                  <a:pt x="619372" y="47137"/>
                  <a:pt x="617664" y="52676"/>
                  <a:pt x="617664" y="59716"/>
                </a:cubicBezTo>
                <a:close/>
                <a:moveTo>
                  <a:pt x="712597" y="40150"/>
                </a:moveTo>
                <a:cubicBezTo>
                  <a:pt x="710845" y="38899"/>
                  <a:pt x="708431" y="38274"/>
                  <a:pt x="705355" y="38274"/>
                </a:cubicBezTo>
                <a:cubicBezTo>
                  <a:pt x="701278" y="38274"/>
                  <a:pt x="697916" y="40177"/>
                  <a:pt x="695269" y="43983"/>
                </a:cubicBezTo>
                <a:cubicBezTo>
                  <a:pt x="692622" y="47789"/>
                  <a:pt x="691299" y="52801"/>
                  <a:pt x="691299" y="59019"/>
                </a:cubicBezTo>
                <a:lnTo>
                  <a:pt x="691299" y="89038"/>
                </a:lnTo>
                <a:lnTo>
                  <a:pt x="680784" y="89038"/>
                </a:lnTo>
                <a:lnTo>
                  <a:pt x="680784" y="29751"/>
                </a:lnTo>
                <a:lnTo>
                  <a:pt x="691299" y="29751"/>
                </a:lnTo>
                <a:lnTo>
                  <a:pt x="691299" y="41812"/>
                </a:lnTo>
                <a:lnTo>
                  <a:pt x="691513" y="41812"/>
                </a:lnTo>
                <a:cubicBezTo>
                  <a:pt x="694518" y="33092"/>
                  <a:pt x="699704" y="28732"/>
                  <a:pt x="707072" y="28732"/>
                </a:cubicBezTo>
                <a:cubicBezTo>
                  <a:pt x="709468" y="28732"/>
                  <a:pt x="711310" y="29000"/>
                  <a:pt x="712597" y="29536"/>
                </a:cubicBezTo>
                <a:lnTo>
                  <a:pt x="712597" y="40150"/>
                </a:lnTo>
                <a:close/>
                <a:moveTo>
                  <a:pt x="762136" y="86358"/>
                </a:moveTo>
                <a:cubicBezTo>
                  <a:pt x="757593" y="89074"/>
                  <a:pt x="752121" y="90432"/>
                  <a:pt x="745719" y="90432"/>
                </a:cubicBezTo>
                <a:cubicBezTo>
                  <a:pt x="737135" y="90432"/>
                  <a:pt x="730232" y="87680"/>
                  <a:pt x="725011" y="82177"/>
                </a:cubicBezTo>
                <a:cubicBezTo>
                  <a:pt x="719789" y="76673"/>
                  <a:pt x="717178" y="69544"/>
                  <a:pt x="717178" y="60788"/>
                </a:cubicBezTo>
                <a:cubicBezTo>
                  <a:pt x="717178" y="51068"/>
                  <a:pt x="719994" y="43233"/>
                  <a:pt x="725628" y="37282"/>
                </a:cubicBezTo>
                <a:cubicBezTo>
                  <a:pt x="731261" y="31332"/>
                  <a:pt x="738798" y="28357"/>
                  <a:pt x="748241" y="28357"/>
                </a:cubicBezTo>
                <a:cubicBezTo>
                  <a:pt x="753677" y="28357"/>
                  <a:pt x="758327" y="29322"/>
                  <a:pt x="762189" y="31252"/>
                </a:cubicBezTo>
                <a:lnTo>
                  <a:pt x="762189" y="41651"/>
                </a:lnTo>
                <a:cubicBezTo>
                  <a:pt x="758005" y="38578"/>
                  <a:pt x="753355" y="37041"/>
                  <a:pt x="748241" y="37041"/>
                </a:cubicBezTo>
                <a:cubicBezTo>
                  <a:pt x="742232" y="37041"/>
                  <a:pt x="737341" y="39123"/>
                  <a:pt x="733568" y="43286"/>
                </a:cubicBezTo>
                <a:cubicBezTo>
                  <a:pt x="729794" y="47449"/>
                  <a:pt x="727908" y="52998"/>
                  <a:pt x="727908" y="59931"/>
                </a:cubicBezTo>
                <a:cubicBezTo>
                  <a:pt x="727908" y="66756"/>
                  <a:pt x="729687" y="72099"/>
                  <a:pt x="733246" y="75958"/>
                </a:cubicBezTo>
                <a:cubicBezTo>
                  <a:pt x="736804" y="79818"/>
                  <a:pt x="741606" y="81748"/>
                  <a:pt x="747650" y="81748"/>
                </a:cubicBezTo>
                <a:cubicBezTo>
                  <a:pt x="752765" y="81748"/>
                  <a:pt x="757593" y="80068"/>
                  <a:pt x="762136" y="76709"/>
                </a:cubicBezTo>
                <a:lnTo>
                  <a:pt x="762136" y="86358"/>
                </a:lnTo>
                <a:close/>
                <a:moveTo>
                  <a:pt x="824532" y="62075"/>
                </a:moveTo>
                <a:lnTo>
                  <a:pt x="783008" y="62075"/>
                </a:lnTo>
                <a:cubicBezTo>
                  <a:pt x="783186" y="68400"/>
                  <a:pt x="784921" y="73287"/>
                  <a:pt x="788212" y="76736"/>
                </a:cubicBezTo>
                <a:cubicBezTo>
                  <a:pt x="791502" y="80184"/>
                  <a:pt x="796098" y="81909"/>
                  <a:pt x="801999" y="81909"/>
                </a:cubicBezTo>
                <a:cubicBezTo>
                  <a:pt x="808652" y="81909"/>
                  <a:pt x="814750" y="79782"/>
                  <a:pt x="820294" y="75530"/>
                </a:cubicBezTo>
                <a:lnTo>
                  <a:pt x="820294" y="84911"/>
                </a:lnTo>
                <a:cubicBezTo>
                  <a:pt x="815072" y="88591"/>
                  <a:pt x="808151" y="90432"/>
                  <a:pt x="799531" y="90432"/>
                </a:cubicBezTo>
                <a:cubicBezTo>
                  <a:pt x="790948" y="90432"/>
                  <a:pt x="784250" y="87716"/>
                  <a:pt x="779440" y="82284"/>
                </a:cubicBezTo>
                <a:cubicBezTo>
                  <a:pt x="774629" y="76852"/>
                  <a:pt x="772224" y="69311"/>
                  <a:pt x="772224" y="59662"/>
                </a:cubicBezTo>
                <a:cubicBezTo>
                  <a:pt x="772224" y="50585"/>
                  <a:pt x="774862" y="43099"/>
                  <a:pt x="780137" y="37202"/>
                </a:cubicBezTo>
                <a:cubicBezTo>
                  <a:pt x="785413" y="31305"/>
                  <a:pt x="791967" y="28357"/>
                  <a:pt x="799800" y="28357"/>
                </a:cubicBezTo>
                <a:cubicBezTo>
                  <a:pt x="807561" y="28357"/>
                  <a:pt x="813623" y="30850"/>
                  <a:pt x="817987" y="35835"/>
                </a:cubicBezTo>
                <a:cubicBezTo>
                  <a:pt x="822350" y="40820"/>
                  <a:pt x="824532" y="47798"/>
                  <a:pt x="824532" y="56768"/>
                </a:cubicBezTo>
                <a:lnTo>
                  <a:pt x="824532" y="62075"/>
                </a:lnTo>
                <a:moveTo>
                  <a:pt x="814017" y="53659"/>
                </a:moveTo>
                <a:cubicBezTo>
                  <a:pt x="813981" y="48298"/>
                  <a:pt x="812711" y="44153"/>
                  <a:pt x="810208" y="41222"/>
                </a:cubicBezTo>
                <a:cubicBezTo>
                  <a:pt x="807704" y="38292"/>
                  <a:pt x="804181" y="36827"/>
                  <a:pt x="799639" y="36827"/>
                </a:cubicBezTo>
                <a:cubicBezTo>
                  <a:pt x="795454" y="36827"/>
                  <a:pt x="791833" y="38381"/>
                  <a:pt x="788775" y="41490"/>
                </a:cubicBezTo>
                <a:cubicBezTo>
                  <a:pt x="785717" y="44599"/>
                  <a:pt x="783794" y="48656"/>
                  <a:pt x="783008" y="53659"/>
                </a:cubicBezTo>
                <a:lnTo>
                  <a:pt x="814017" y="53659"/>
                </a:lnTo>
                <a:close/>
                <a:moveTo>
                  <a:pt x="850563" y="6004"/>
                </a:moveTo>
                <a:lnTo>
                  <a:pt x="850563" y="89038"/>
                </a:lnTo>
                <a:lnTo>
                  <a:pt x="839833" y="89038"/>
                </a:lnTo>
                <a:lnTo>
                  <a:pt x="839833" y="6004"/>
                </a:lnTo>
                <a:lnTo>
                  <a:pt x="850563" y="6004"/>
                </a:lnTo>
                <a:close/>
                <a:moveTo>
                  <a:pt x="920956" y="89038"/>
                </a:moveTo>
                <a:lnTo>
                  <a:pt x="910495" y="89038"/>
                </a:lnTo>
                <a:lnTo>
                  <a:pt x="910495" y="55320"/>
                </a:lnTo>
                <a:cubicBezTo>
                  <a:pt x="910495" y="43134"/>
                  <a:pt x="906042" y="37041"/>
                  <a:pt x="897136" y="37041"/>
                </a:cubicBezTo>
                <a:cubicBezTo>
                  <a:pt x="892522" y="37041"/>
                  <a:pt x="888731" y="38757"/>
                  <a:pt x="885763" y="42187"/>
                </a:cubicBezTo>
                <a:cubicBezTo>
                  <a:pt x="882794" y="45618"/>
                  <a:pt x="881310" y="49960"/>
                  <a:pt x="881310" y="55213"/>
                </a:cubicBezTo>
                <a:lnTo>
                  <a:pt x="881310" y="89038"/>
                </a:lnTo>
                <a:lnTo>
                  <a:pt x="870795" y="89038"/>
                </a:lnTo>
                <a:lnTo>
                  <a:pt x="870795" y="29751"/>
                </a:lnTo>
                <a:lnTo>
                  <a:pt x="881310" y="29751"/>
                </a:lnTo>
                <a:lnTo>
                  <a:pt x="881310" y="39561"/>
                </a:lnTo>
                <a:lnTo>
                  <a:pt x="881524" y="39561"/>
                </a:lnTo>
                <a:cubicBezTo>
                  <a:pt x="885995" y="32092"/>
                  <a:pt x="892487" y="28357"/>
                  <a:pt x="900999" y="28357"/>
                </a:cubicBezTo>
                <a:cubicBezTo>
                  <a:pt x="907508" y="28357"/>
                  <a:pt x="912462" y="30439"/>
                  <a:pt x="915860" y="34602"/>
                </a:cubicBezTo>
                <a:cubicBezTo>
                  <a:pt x="919257" y="38765"/>
                  <a:pt x="920956" y="44832"/>
                  <a:pt x="920956" y="52801"/>
                </a:cubicBezTo>
                <a:lnTo>
                  <a:pt x="920956" y="89038"/>
                </a:lnTo>
                <a:close/>
                <a:moveTo>
                  <a:pt x="979464" y="86358"/>
                </a:moveTo>
                <a:cubicBezTo>
                  <a:pt x="974922" y="89074"/>
                  <a:pt x="969449" y="90432"/>
                  <a:pt x="963047" y="90432"/>
                </a:cubicBezTo>
                <a:cubicBezTo>
                  <a:pt x="954464" y="90432"/>
                  <a:pt x="947561" y="87680"/>
                  <a:pt x="942339" y="82177"/>
                </a:cubicBezTo>
                <a:cubicBezTo>
                  <a:pt x="937117" y="76673"/>
                  <a:pt x="934506" y="69544"/>
                  <a:pt x="934506" y="60788"/>
                </a:cubicBezTo>
                <a:cubicBezTo>
                  <a:pt x="934506" y="51068"/>
                  <a:pt x="937323" y="43233"/>
                  <a:pt x="942956" y="37282"/>
                </a:cubicBezTo>
                <a:cubicBezTo>
                  <a:pt x="948589" y="31332"/>
                  <a:pt x="956127" y="28357"/>
                  <a:pt x="965569" y="28357"/>
                </a:cubicBezTo>
                <a:cubicBezTo>
                  <a:pt x="971005" y="28357"/>
                  <a:pt x="975655" y="29322"/>
                  <a:pt x="979518" y="31252"/>
                </a:cubicBezTo>
                <a:lnTo>
                  <a:pt x="979518" y="41651"/>
                </a:lnTo>
                <a:cubicBezTo>
                  <a:pt x="975333" y="38578"/>
                  <a:pt x="970683" y="37041"/>
                  <a:pt x="965569" y="37041"/>
                </a:cubicBezTo>
                <a:cubicBezTo>
                  <a:pt x="959560" y="37041"/>
                  <a:pt x="954669" y="39123"/>
                  <a:pt x="950896" y="43286"/>
                </a:cubicBezTo>
                <a:cubicBezTo>
                  <a:pt x="947123" y="47449"/>
                  <a:pt x="945236" y="52998"/>
                  <a:pt x="945236" y="59931"/>
                </a:cubicBezTo>
                <a:cubicBezTo>
                  <a:pt x="945236" y="66756"/>
                  <a:pt x="947015" y="72099"/>
                  <a:pt x="950574" y="75958"/>
                </a:cubicBezTo>
                <a:cubicBezTo>
                  <a:pt x="954133" y="79818"/>
                  <a:pt x="958934" y="81748"/>
                  <a:pt x="964979" y="81748"/>
                </a:cubicBezTo>
                <a:cubicBezTo>
                  <a:pt x="970093" y="81748"/>
                  <a:pt x="974922" y="80068"/>
                  <a:pt x="979464" y="76709"/>
                </a:cubicBezTo>
                <a:lnTo>
                  <a:pt x="979464" y="86358"/>
                </a:lnTo>
                <a:close/>
                <a:moveTo>
                  <a:pt x="993469" y="89038"/>
                </a:moveTo>
                <a:lnTo>
                  <a:pt x="993469" y="1287"/>
                </a:lnTo>
                <a:lnTo>
                  <a:pt x="1003985" y="1287"/>
                </a:lnTo>
                <a:lnTo>
                  <a:pt x="1003985" y="89038"/>
                </a:lnTo>
                <a:lnTo>
                  <a:pt x="993469" y="89038"/>
                </a:lnTo>
                <a:close/>
                <a:moveTo>
                  <a:pt x="1071730" y="89038"/>
                </a:moveTo>
                <a:lnTo>
                  <a:pt x="1061162" y="89038"/>
                </a:lnTo>
                <a:lnTo>
                  <a:pt x="1061162" y="79711"/>
                </a:lnTo>
                <a:lnTo>
                  <a:pt x="1060947" y="79711"/>
                </a:lnTo>
                <a:cubicBezTo>
                  <a:pt x="1056977" y="86858"/>
                  <a:pt x="1050879" y="90432"/>
                  <a:pt x="1042653" y="90432"/>
                </a:cubicBezTo>
                <a:cubicBezTo>
                  <a:pt x="1028597" y="90432"/>
                  <a:pt x="1021569" y="82034"/>
                  <a:pt x="1021569" y="65237"/>
                </a:cubicBezTo>
                <a:lnTo>
                  <a:pt x="1021569" y="29751"/>
                </a:lnTo>
                <a:lnTo>
                  <a:pt x="1031977" y="29751"/>
                </a:lnTo>
                <a:lnTo>
                  <a:pt x="1031977" y="63683"/>
                </a:lnTo>
                <a:cubicBezTo>
                  <a:pt x="1031977" y="75726"/>
                  <a:pt x="1036590" y="81748"/>
                  <a:pt x="1045818" y="81748"/>
                </a:cubicBezTo>
                <a:cubicBezTo>
                  <a:pt x="1050396" y="81748"/>
                  <a:pt x="1054098" y="80059"/>
                  <a:pt x="1056923" y="76682"/>
                </a:cubicBezTo>
                <a:cubicBezTo>
                  <a:pt x="1059749" y="73305"/>
                  <a:pt x="1061162" y="69043"/>
                  <a:pt x="1061162" y="63897"/>
                </a:cubicBezTo>
                <a:lnTo>
                  <a:pt x="1061162" y="29751"/>
                </a:lnTo>
                <a:lnTo>
                  <a:pt x="1071730" y="29751"/>
                </a:lnTo>
                <a:lnTo>
                  <a:pt x="1071730" y="89038"/>
                </a:lnTo>
                <a:close/>
                <a:moveTo>
                  <a:pt x="1087104" y="76226"/>
                </a:moveTo>
                <a:cubicBezTo>
                  <a:pt x="1092398" y="80050"/>
                  <a:pt x="1098102" y="81962"/>
                  <a:pt x="1104218" y="81962"/>
                </a:cubicBezTo>
                <a:cubicBezTo>
                  <a:pt x="1112409" y="81962"/>
                  <a:pt x="1116504" y="79282"/>
                  <a:pt x="1116504" y="73921"/>
                </a:cubicBezTo>
                <a:cubicBezTo>
                  <a:pt x="1116504" y="71634"/>
                  <a:pt x="1115610" y="69749"/>
                  <a:pt x="1113822" y="68266"/>
                </a:cubicBezTo>
                <a:cubicBezTo>
                  <a:pt x="1112033" y="66783"/>
                  <a:pt x="1108403" y="65023"/>
                  <a:pt x="1102931" y="62986"/>
                </a:cubicBezTo>
                <a:cubicBezTo>
                  <a:pt x="1096350" y="60341"/>
                  <a:pt x="1092076" y="57724"/>
                  <a:pt x="1090109" y="55133"/>
                </a:cubicBezTo>
                <a:cubicBezTo>
                  <a:pt x="1088142" y="52542"/>
                  <a:pt x="1087158" y="49406"/>
                  <a:pt x="1087158" y="45725"/>
                </a:cubicBezTo>
                <a:cubicBezTo>
                  <a:pt x="1087158" y="40472"/>
                  <a:pt x="1089384" y="36264"/>
                  <a:pt x="1093837" y="33101"/>
                </a:cubicBezTo>
                <a:cubicBezTo>
                  <a:pt x="1098290" y="29938"/>
                  <a:pt x="1103771" y="28357"/>
                  <a:pt x="1110281" y="28357"/>
                </a:cubicBezTo>
                <a:cubicBezTo>
                  <a:pt x="1115324" y="28357"/>
                  <a:pt x="1120009" y="29233"/>
                  <a:pt x="1124337" y="30984"/>
                </a:cubicBezTo>
                <a:lnTo>
                  <a:pt x="1124337" y="41115"/>
                </a:lnTo>
                <a:cubicBezTo>
                  <a:pt x="1119902" y="38256"/>
                  <a:pt x="1114877" y="36827"/>
                  <a:pt x="1109261" y="36827"/>
                </a:cubicBezTo>
                <a:cubicBezTo>
                  <a:pt x="1105899" y="36827"/>
                  <a:pt x="1103163" y="37559"/>
                  <a:pt x="1101053" y="39025"/>
                </a:cubicBezTo>
                <a:cubicBezTo>
                  <a:pt x="1098943" y="40490"/>
                  <a:pt x="1097888" y="42420"/>
                  <a:pt x="1097888" y="44814"/>
                </a:cubicBezTo>
                <a:cubicBezTo>
                  <a:pt x="1097888" y="47173"/>
                  <a:pt x="1098648" y="49013"/>
                  <a:pt x="1100168" y="50335"/>
                </a:cubicBezTo>
                <a:cubicBezTo>
                  <a:pt x="1101688" y="51657"/>
                  <a:pt x="1105059" y="53355"/>
                  <a:pt x="1110281" y="55428"/>
                </a:cubicBezTo>
                <a:cubicBezTo>
                  <a:pt x="1116897" y="57894"/>
                  <a:pt x="1121368" y="60449"/>
                  <a:pt x="1123693" y="63093"/>
                </a:cubicBezTo>
                <a:cubicBezTo>
                  <a:pt x="1126018" y="65738"/>
                  <a:pt x="1127180" y="69008"/>
                  <a:pt x="1127180" y="72903"/>
                </a:cubicBezTo>
                <a:cubicBezTo>
                  <a:pt x="1127180" y="78335"/>
                  <a:pt x="1124954" y="82614"/>
                  <a:pt x="1120501" y="85741"/>
                </a:cubicBezTo>
                <a:cubicBezTo>
                  <a:pt x="1116048" y="88868"/>
                  <a:pt x="1110281" y="90432"/>
                  <a:pt x="1103199" y="90432"/>
                </a:cubicBezTo>
                <a:cubicBezTo>
                  <a:pt x="1097047" y="90432"/>
                  <a:pt x="1091682" y="89270"/>
                  <a:pt x="1087104" y="86947"/>
                </a:cubicBezTo>
                <a:lnTo>
                  <a:pt x="1087104" y="76226"/>
                </a:lnTo>
                <a:close/>
                <a:moveTo>
                  <a:pt x="1140014" y="8845"/>
                </a:moveTo>
                <a:cubicBezTo>
                  <a:pt x="1140014" y="6987"/>
                  <a:pt x="1140649" y="5423"/>
                  <a:pt x="1141919" y="4154"/>
                </a:cubicBezTo>
                <a:cubicBezTo>
                  <a:pt x="1143188" y="2886"/>
                  <a:pt x="1144753" y="2251"/>
                  <a:pt x="1146613" y="2251"/>
                </a:cubicBezTo>
                <a:cubicBezTo>
                  <a:pt x="1148509" y="2251"/>
                  <a:pt x="1150109" y="2877"/>
                  <a:pt x="1151415" y="4128"/>
                </a:cubicBezTo>
                <a:cubicBezTo>
                  <a:pt x="1152720" y="5378"/>
                  <a:pt x="1153373" y="6951"/>
                  <a:pt x="1153373" y="8845"/>
                </a:cubicBezTo>
                <a:cubicBezTo>
                  <a:pt x="1153373" y="10703"/>
                  <a:pt x="1152720" y="12249"/>
                  <a:pt x="1151415" y="13482"/>
                </a:cubicBezTo>
                <a:cubicBezTo>
                  <a:pt x="1150109" y="14715"/>
                  <a:pt x="1148509" y="15331"/>
                  <a:pt x="1146613" y="15331"/>
                </a:cubicBezTo>
                <a:cubicBezTo>
                  <a:pt x="1144717" y="15331"/>
                  <a:pt x="1143144" y="14715"/>
                  <a:pt x="1141892" y="13482"/>
                </a:cubicBezTo>
                <a:cubicBezTo>
                  <a:pt x="1140640" y="12249"/>
                  <a:pt x="1140014" y="10703"/>
                  <a:pt x="1140014" y="8845"/>
                </a:cubicBezTo>
                <a:moveTo>
                  <a:pt x="1141248" y="89038"/>
                </a:moveTo>
                <a:lnTo>
                  <a:pt x="1141248" y="29751"/>
                </a:lnTo>
                <a:lnTo>
                  <a:pt x="1151763" y="29751"/>
                </a:lnTo>
                <a:lnTo>
                  <a:pt x="1151763" y="89038"/>
                </a:lnTo>
                <a:lnTo>
                  <a:pt x="1141248" y="89038"/>
                </a:lnTo>
                <a:close/>
                <a:moveTo>
                  <a:pt x="1166558" y="60038"/>
                </a:moveTo>
                <a:cubicBezTo>
                  <a:pt x="1166558" y="50246"/>
                  <a:pt x="1169294" y="42518"/>
                  <a:pt x="1174766" y="36854"/>
                </a:cubicBezTo>
                <a:cubicBezTo>
                  <a:pt x="1180239" y="31189"/>
                  <a:pt x="1187660" y="28357"/>
                  <a:pt x="1197031" y="28357"/>
                </a:cubicBezTo>
                <a:cubicBezTo>
                  <a:pt x="1205936" y="28357"/>
                  <a:pt x="1212920" y="31082"/>
                  <a:pt x="1217980" y="36532"/>
                </a:cubicBezTo>
                <a:cubicBezTo>
                  <a:pt x="1223041" y="41982"/>
                  <a:pt x="1225572" y="49513"/>
                  <a:pt x="1225572" y="59126"/>
                </a:cubicBezTo>
                <a:cubicBezTo>
                  <a:pt x="1225572" y="68489"/>
                  <a:pt x="1222871" y="76048"/>
                  <a:pt x="1217471" y="81801"/>
                </a:cubicBezTo>
                <a:cubicBezTo>
                  <a:pt x="1212070" y="87555"/>
                  <a:pt x="1204828" y="90432"/>
                  <a:pt x="1195743" y="90432"/>
                </a:cubicBezTo>
                <a:cubicBezTo>
                  <a:pt x="1186873" y="90432"/>
                  <a:pt x="1179791" y="87644"/>
                  <a:pt x="1174498" y="82069"/>
                </a:cubicBezTo>
                <a:cubicBezTo>
                  <a:pt x="1169205" y="76494"/>
                  <a:pt x="1166558" y="69151"/>
                  <a:pt x="1166558" y="60038"/>
                </a:cubicBezTo>
                <a:moveTo>
                  <a:pt x="1177288" y="59716"/>
                </a:moveTo>
                <a:cubicBezTo>
                  <a:pt x="1177288" y="66542"/>
                  <a:pt x="1179014" y="71920"/>
                  <a:pt x="1182465" y="75851"/>
                </a:cubicBezTo>
                <a:cubicBezTo>
                  <a:pt x="1185916" y="79782"/>
                  <a:pt x="1190557" y="81748"/>
                  <a:pt x="1196387" y="81748"/>
                </a:cubicBezTo>
                <a:cubicBezTo>
                  <a:pt x="1202395" y="81748"/>
                  <a:pt x="1206974" y="79827"/>
                  <a:pt x="1210121" y="75985"/>
                </a:cubicBezTo>
                <a:cubicBezTo>
                  <a:pt x="1213268" y="72144"/>
                  <a:pt x="1214842" y="66631"/>
                  <a:pt x="1214842" y="59448"/>
                </a:cubicBezTo>
                <a:cubicBezTo>
                  <a:pt x="1214842" y="52229"/>
                  <a:pt x="1213268" y="46690"/>
                  <a:pt x="1210121" y="42830"/>
                </a:cubicBezTo>
                <a:cubicBezTo>
                  <a:pt x="1206974" y="38971"/>
                  <a:pt x="1202395" y="37041"/>
                  <a:pt x="1196387" y="37041"/>
                </a:cubicBezTo>
                <a:cubicBezTo>
                  <a:pt x="1190485" y="37041"/>
                  <a:pt x="1185827" y="39060"/>
                  <a:pt x="1182411" y="43099"/>
                </a:cubicBezTo>
                <a:cubicBezTo>
                  <a:pt x="1178996" y="47137"/>
                  <a:pt x="1177288" y="52676"/>
                  <a:pt x="1177288" y="59716"/>
                </a:cubicBezTo>
                <a:close/>
                <a:moveTo>
                  <a:pt x="1290569" y="89038"/>
                </a:moveTo>
                <a:lnTo>
                  <a:pt x="1280108" y="89038"/>
                </a:lnTo>
                <a:lnTo>
                  <a:pt x="1280108" y="55320"/>
                </a:lnTo>
                <a:cubicBezTo>
                  <a:pt x="1280108" y="43134"/>
                  <a:pt x="1275655" y="37041"/>
                  <a:pt x="1266749" y="37041"/>
                </a:cubicBezTo>
                <a:cubicBezTo>
                  <a:pt x="1262135" y="37041"/>
                  <a:pt x="1258344" y="38757"/>
                  <a:pt x="1255375" y="42187"/>
                </a:cubicBezTo>
                <a:cubicBezTo>
                  <a:pt x="1252407" y="45618"/>
                  <a:pt x="1250923" y="49960"/>
                  <a:pt x="1250923" y="55213"/>
                </a:cubicBezTo>
                <a:lnTo>
                  <a:pt x="1250923" y="89038"/>
                </a:lnTo>
                <a:lnTo>
                  <a:pt x="1240407" y="89038"/>
                </a:lnTo>
                <a:lnTo>
                  <a:pt x="1240407" y="29751"/>
                </a:lnTo>
                <a:lnTo>
                  <a:pt x="1250923" y="29751"/>
                </a:lnTo>
                <a:lnTo>
                  <a:pt x="1250923" y="39561"/>
                </a:lnTo>
                <a:lnTo>
                  <a:pt x="1251137" y="39561"/>
                </a:lnTo>
                <a:cubicBezTo>
                  <a:pt x="1255608" y="32092"/>
                  <a:pt x="1262099" y="28357"/>
                  <a:pt x="1270612" y="28357"/>
                </a:cubicBezTo>
                <a:cubicBezTo>
                  <a:pt x="1277121" y="28357"/>
                  <a:pt x="1282075" y="30439"/>
                  <a:pt x="1285472" y="34602"/>
                </a:cubicBezTo>
                <a:cubicBezTo>
                  <a:pt x="1288870" y="38765"/>
                  <a:pt x="1290569" y="44832"/>
                  <a:pt x="1290569" y="52801"/>
                </a:cubicBezTo>
                <a:lnTo>
                  <a:pt x="1290569" y="89038"/>
                </a:lnTo>
                <a:close/>
                <a:moveTo>
                  <a:pt x="1317746" y="75690"/>
                </a:moveTo>
                <a:lnTo>
                  <a:pt x="1308572" y="104262"/>
                </a:lnTo>
                <a:lnTo>
                  <a:pt x="1300954" y="104262"/>
                </a:lnTo>
                <a:lnTo>
                  <a:pt x="1307606" y="75690"/>
                </a:lnTo>
                <a:lnTo>
                  <a:pt x="1317746" y="75690"/>
                </a:lnTo>
                <a:close/>
                <a:moveTo>
                  <a:pt x="1364086" y="83517"/>
                </a:moveTo>
                <a:cubicBezTo>
                  <a:pt x="1364086" y="81587"/>
                  <a:pt x="1364748" y="79961"/>
                  <a:pt x="1366071" y="78639"/>
                </a:cubicBezTo>
                <a:cubicBezTo>
                  <a:pt x="1367394" y="77316"/>
                  <a:pt x="1369040" y="76655"/>
                  <a:pt x="1371007" y="76655"/>
                </a:cubicBezTo>
                <a:cubicBezTo>
                  <a:pt x="1373010" y="76655"/>
                  <a:pt x="1374673" y="77325"/>
                  <a:pt x="1375996" y="78666"/>
                </a:cubicBezTo>
                <a:cubicBezTo>
                  <a:pt x="1377319" y="80006"/>
                  <a:pt x="1377981" y="81623"/>
                  <a:pt x="1377981" y="83517"/>
                </a:cubicBezTo>
                <a:cubicBezTo>
                  <a:pt x="1377981" y="85375"/>
                  <a:pt x="1377319" y="86974"/>
                  <a:pt x="1375996" y="88314"/>
                </a:cubicBezTo>
                <a:cubicBezTo>
                  <a:pt x="1374673" y="89655"/>
                  <a:pt x="1372992" y="90325"/>
                  <a:pt x="1370953" y="90325"/>
                </a:cubicBezTo>
                <a:cubicBezTo>
                  <a:pt x="1368986" y="90325"/>
                  <a:pt x="1367350" y="89655"/>
                  <a:pt x="1366044" y="88314"/>
                </a:cubicBezTo>
                <a:cubicBezTo>
                  <a:pt x="1364739" y="86974"/>
                  <a:pt x="1364086" y="85375"/>
                  <a:pt x="1364086" y="83517"/>
                </a:cubicBezTo>
                <a:close/>
                <a:moveTo>
                  <a:pt x="1390566" y="83517"/>
                </a:moveTo>
                <a:cubicBezTo>
                  <a:pt x="1390566" y="81587"/>
                  <a:pt x="1391227" y="79961"/>
                  <a:pt x="1392551" y="78639"/>
                </a:cubicBezTo>
                <a:cubicBezTo>
                  <a:pt x="1393874" y="77316"/>
                  <a:pt x="1395519" y="76655"/>
                  <a:pt x="1397486" y="76655"/>
                </a:cubicBezTo>
                <a:cubicBezTo>
                  <a:pt x="1399489" y="76655"/>
                  <a:pt x="1401152" y="77325"/>
                  <a:pt x="1402476" y="78666"/>
                </a:cubicBezTo>
                <a:cubicBezTo>
                  <a:pt x="1403799" y="80006"/>
                  <a:pt x="1404461" y="81623"/>
                  <a:pt x="1404461" y="83517"/>
                </a:cubicBezTo>
                <a:cubicBezTo>
                  <a:pt x="1404461" y="85375"/>
                  <a:pt x="1403799" y="86974"/>
                  <a:pt x="1402476" y="88314"/>
                </a:cubicBezTo>
                <a:cubicBezTo>
                  <a:pt x="1401152" y="89655"/>
                  <a:pt x="1399471" y="90325"/>
                  <a:pt x="1397433" y="90325"/>
                </a:cubicBezTo>
                <a:cubicBezTo>
                  <a:pt x="1395466" y="90325"/>
                  <a:pt x="1393829" y="89655"/>
                  <a:pt x="1392524" y="88314"/>
                </a:cubicBezTo>
                <a:cubicBezTo>
                  <a:pt x="1391218" y="86974"/>
                  <a:pt x="1390566" y="85375"/>
                  <a:pt x="1390566" y="83517"/>
                </a:cubicBezTo>
                <a:close/>
                <a:moveTo>
                  <a:pt x="1417045" y="83517"/>
                </a:moveTo>
                <a:cubicBezTo>
                  <a:pt x="1417045" y="81587"/>
                  <a:pt x="1417707" y="79961"/>
                  <a:pt x="1419030" y="78639"/>
                </a:cubicBezTo>
                <a:cubicBezTo>
                  <a:pt x="1420354" y="77316"/>
                  <a:pt x="1421999" y="76655"/>
                  <a:pt x="1423966" y="76655"/>
                </a:cubicBezTo>
                <a:cubicBezTo>
                  <a:pt x="1425969" y="76655"/>
                  <a:pt x="1427632" y="77325"/>
                  <a:pt x="1428955" y="78666"/>
                </a:cubicBezTo>
                <a:cubicBezTo>
                  <a:pt x="1430279" y="80006"/>
                  <a:pt x="1430940" y="81623"/>
                  <a:pt x="1430940" y="83517"/>
                </a:cubicBezTo>
                <a:cubicBezTo>
                  <a:pt x="1430940" y="85375"/>
                  <a:pt x="1430279" y="86974"/>
                  <a:pt x="1428955" y="88314"/>
                </a:cubicBezTo>
                <a:cubicBezTo>
                  <a:pt x="1427632" y="89655"/>
                  <a:pt x="1425951" y="90325"/>
                  <a:pt x="1423912" y="90325"/>
                </a:cubicBezTo>
                <a:cubicBezTo>
                  <a:pt x="1421945" y="90325"/>
                  <a:pt x="1420309" y="89655"/>
                  <a:pt x="1419003" y="88314"/>
                </a:cubicBezTo>
                <a:cubicBezTo>
                  <a:pt x="1417698" y="86974"/>
                  <a:pt x="1417045" y="85375"/>
                  <a:pt x="1417045" y="83517"/>
                </a:cubicBez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L1Node">
            <a:extLst xmlns:a="http://schemas.openxmlformats.org/drawingml/2006/main">
              <a:ext uri="{FF2B5EF4-FFF2-40B4-BE49-F238E27FC236}">
                <a16:creationId xmlns:a16="http://schemas.microsoft.com/office/drawing/2014/main" id="{75A259F7-DED9-4149-8B8C-1E230274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862" y="3676706"/>
            <a:ext cx="417880" cy="82828"/>
          </a:xfrm>
          <a:custGeom xmlns:a="http://schemas.openxmlformats.org/drawingml/2006/main">
            <a:pathLst>
              <a:path w="417880" h="82828">
                <a:moveTo>
                  <a:pt x="45283" y="81484"/>
                </a:moveTo>
                <a:lnTo>
                  <a:pt x="0" y="81484"/>
                </a:lnTo>
                <a:lnTo>
                  <a:pt x="0" y="4380"/>
                </a:lnTo>
                <a:lnTo>
                  <a:pt x="16440" y="4380"/>
                </a:lnTo>
                <a:lnTo>
                  <a:pt x="16440" y="68044"/>
                </a:lnTo>
                <a:lnTo>
                  <a:pt x="45283" y="68044"/>
                </a:lnTo>
                <a:lnTo>
                  <a:pt x="45283" y="81484"/>
                </a:lnTo>
                <a:close/>
                <a:moveTo>
                  <a:pt x="90181" y="2688"/>
                </a:moveTo>
                <a:lnTo>
                  <a:pt x="90181" y="81484"/>
                </a:lnTo>
                <a:lnTo>
                  <a:pt x="73991" y="81484"/>
                </a:lnTo>
                <a:lnTo>
                  <a:pt x="73991" y="20806"/>
                </a:lnTo>
                <a:cubicBezTo>
                  <a:pt x="71998" y="22532"/>
                  <a:pt x="69275" y="24083"/>
                  <a:pt x="65821" y="25461"/>
                </a:cubicBezTo>
                <a:cubicBezTo>
                  <a:pt x="62367" y="26838"/>
                  <a:pt x="59195" y="27692"/>
                  <a:pt x="56306" y="28024"/>
                </a:cubicBezTo>
                <a:lnTo>
                  <a:pt x="56306" y="14236"/>
                </a:lnTo>
                <a:cubicBezTo>
                  <a:pt x="65406" y="11581"/>
                  <a:pt x="73277" y="7732"/>
                  <a:pt x="79919" y="2688"/>
                </a:cubicBezTo>
                <a:lnTo>
                  <a:pt x="90181" y="2688"/>
                </a:lnTo>
                <a:close/>
                <a:moveTo>
                  <a:pt x="217758" y="81484"/>
                </a:moveTo>
                <a:lnTo>
                  <a:pt x="200920" y="81484"/>
                </a:lnTo>
                <a:lnTo>
                  <a:pt x="168240" y="31608"/>
                </a:lnTo>
                <a:cubicBezTo>
                  <a:pt x="166546" y="29020"/>
                  <a:pt x="165318" y="26929"/>
                  <a:pt x="164554" y="25336"/>
                </a:cubicBezTo>
                <a:lnTo>
                  <a:pt x="164305" y="25336"/>
                </a:lnTo>
                <a:cubicBezTo>
                  <a:pt x="164604" y="27991"/>
                  <a:pt x="164753" y="32089"/>
                  <a:pt x="164753" y="37631"/>
                </a:cubicBezTo>
                <a:lnTo>
                  <a:pt x="164753" y="81484"/>
                </a:lnTo>
                <a:lnTo>
                  <a:pt x="149160" y="81484"/>
                </a:lnTo>
                <a:lnTo>
                  <a:pt x="149160" y="4380"/>
                </a:lnTo>
                <a:lnTo>
                  <a:pt x="167094" y="4380"/>
                </a:lnTo>
                <a:lnTo>
                  <a:pt x="198579" y="52862"/>
                </a:lnTo>
                <a:cubicBezTo>
                  <a:pt x="200671" y="56081"/>
                  <a:pt x="201950" y="58122"/>
                  <a:pt x="202415" y="58985"/>
                </a:cubicBezTo>
                <a:lnTo>
                  <a:pt x="202664" y="58985"/>
                </a:lnTo>
                <a:cubicBezTo>
                  <a:pt x="202331" y="57126"/>
                  <a:pt x="202165" y="53576"/>
                  <a:pt x="202165" y="48333"/>
                </a:cubicBezTo>
                <a:lnTo>
                  <a:pt x="202165" y="4380"/>
                </a:lnTo>
                <a:lnTo>
                  <a:pt x="217758" y="4380"/>
                </a:lnTo>
                <a:lnTo>
                  <a:pt x="217758" y="81484"/>
                </a:lnTo>
                <a:close/>
                <a:moveTo>
                  <a:pt x="230795" y="54206"/>
                </a:moveTo>
                <a:cubicBezTo>
                  <a:pt x="230795" y="45147"/>
                  <a:pt x="233510" y="38029"/>
                  <a:pt x="238940" y="32852"/>
                </a:cubicBezTo>
                <a:cubicBezTo>
                  <a:pt x="244370" y="27676"/>
                  <a:pt x="251668" y="25087"/>
                  <a:pt x="260835" y="25087"/>
                </a:cubicBezTo>
                <a:cubicBezTo>
                  <a:pt x="269702" y="25087"/>
                  <a:pt x="276743" y="27634"/>
                  <a:pt x="281957" y="32728"/>
                </a:cubicBezTo>
                <a:cubicBezTo>
                  <a:pt x="287171" y="37822"/>
                  <a:pt x="289778" y="44666"/>
                  <a:pt x="289778" y="53261"/>
                </a:cubicBezTo>
                <a:cubicBezTo>
                  <a:pt x="289778" y="62287"/>
                  <a:pt x="287105" y="69471"/>
                  <a:pt x="281758" y="74814"/>
                </a:cubicBezTo>
                <a:cubicBezTo>
                  <a:pt x="276411" y="80156"/>
                  <a:pt x="269171" y="82828"/>
                  <a:pt x="260038" y="82828"/>
                </a:cubicBezTo>
                <a:cubicBezTo>
                  <a:pt x="251071" y="82828"/>
                  <a:pt x="243955" y="80264"/>
                  <a:pt x="238691" y="75137"/>
                </a:cubicBezTo>
                <a:cubicBezTo>
                  <a:pt x="233427" y="70010"/>
                  <a:pt x="230795" y="63033"/>
                  <a:pt x="230795" y="54206"/>
                </a:cubicBezTo>
                <a:moveTo>
                  <a:pt x="247085" y="54007"/>
                </a:moveTo>
                <a:cubicBezTo>
                  <a:pt x="247085" y="64991"/>
                  <a:pt x="251569" y="70483"/>
                  <a:pt x="260536" y="70483"/>
                </a:cubicBezTo>
                <a:cubicBezTo>
                  <a:pt x="269137" y="70483"/>
                  <a:pt x="273438" y="64842"/>
                  <a:pt x="273438" y="53559"/>
                </a:cubicBezTo>
                <a:cubicBezTo>
                  <a:pt x="273438" y="42808"/>
                  <a:pt x="269104" y="37432"/>
                  <a:pt x="260436" y="37432"/>
                </a:cubicBezTo>
                <a:cubicBezTo>
                  <a:pt x="256218" y="37432"/>
                  <a:pt x="252939" y="38875"/>
                  <a:pt x="250597" y="41762"/>
                </a:cubicBezTo>
                <a:cubicBezTo>
                  <a:pt x="248256" y="44649"/>
                  <a:pt x="247085" y="48731"/>
                  <a:pt x="247085" y="54007"/>
                </a:cubicBezTo>
                <a:close/>
                <a:moveTo>
                  <a:pt x="354268" y="81484"/>
                </a:moveTo>
                <a:lnTo>
                  <a:pt x="338227" y="81484"/>
                </a:lnTo>
                <a:lnTo>
                  <a:pt x="338227" y="73719"/>
                </a:lnTo>
                <a:lnTo>
                  <a:pt x="337978" y="73719"/>
                </a:lnTo>
                <a:cubicBezTo>
                  <a:pt x="334092" y="79791"/>
                  <a:pt x="328347" y="82828"/>
                  <a:pt x="320742" y="82828"/>
                </a:cubicBezTo>
                <a:cubicBezTo>
                  <a:pt x="313734" y="82828"/>
                  <a:pt x="308163" y="80355"/>
                  <a:pt x="304028" y="75411"/>
                </a:cubicBezTo>
                <a:cubicBezTo>
                  <a:pt x="299893" y="70466"/>
                  <a:pt x="297826" y="63730"/>
                  <a:pt x="297826" y="55202"/>
                </a:cubicBezTo>
                <a:cubicBezTo>
                  <a:pt x="297826" y="46176"/>
                  <a:pt x="300142" y="38900"/>
                  <a:pt x="304775" y="33375"/>
                </a:cubicBezTo>
                <a:cubicBezTo>
                  <a:pt x="309408" y="27850"/>
                  <a:pt x="315461" y="25087"/>
                  <a:pt x="322933" y="25087"/>
                </a:cubicBezTo>
                <a:cubicBezTo>
                  <a:pt x="330107" y="25087"/>
                  <a:pt x="335122" y="27676"/>
                  <a:pt x="337978" y="32852"/>
                </a:cubicBezTo>
                <a:lnTo>
                  <a:pt x="338227" y="32852"/>
                </a:lnTo>
                <a:lnTo>
                  <a:pt x="338227" y="0"/>
                </a:lnTo>
                <a:lnTo>
                  <a:pt x="354268" y="0"/>
                </a:lnTo>
                <a:lnTo>
                  <a:pt x="354268" y="81484"/>
                </a:lnTo>
                <a:moveTo>
                  <a:pt x="338476" y="50324"/>
                </a:moveTo>
                <a:cubicBezTo>
                  <a:pt x="338476" y="46607"/>
                  <a:pt x="337355" y="43529"/>
                  <a:pt x="335114" y="41090"/>
                </a:cubicBezTo>
                <a:cubicBezTo>
                  <a:pt x="332872" y="38651"/>
                  <a:pt x="330074" y="37432"/>
                  <a:pt x="326720" y="37432"/>
                </a:cubicBezTo>
                <a:cubicBezTo>
                  <a:pt x="322801" y="37432"/>
                  <a:pt x="319720" y="38983"/>
                  <a:pt x="317479" y="42086"/>
                </a:cubicBezTo>
                <a:cubicBezTo>
                  <a:pt x="315237" y="45188"/>
                  <a:pt x="314116" y="49395"/>
                  <a:pt x="314116" y="54704"/>
                </a:cubicBezTo>
                <a:cubicBezTo>
                  <a:pt x="314116" y="59748"/>
                  <a:pt x="315195" y="63639"/>
                  <a:pt x="317354" y="66377"/>
                </a:cubicBezTo>
                <a:cubicBezTo>
                  <a:pt x="319513" y="69114"/>
                  <a:pt x="322485" y="70483"/>
                  <a:pt x="326271" y="70483"/>
                </a:cubicBezTo>
                <a:cubicBezTo>
                  <a:pt x="329825" y="70483"/>
                  <a:pt x="332747" y="69040"/>
                  <a:pt x="335039" y="66153"/>
                </a:cubicBezTo>
                <a:cubicBezTo>
                  <a:pt x="337331" y="63266"/>
                  <a:pt x="338476" y="59516"/>
                  <a:pt x="338476" y="54903"/>
                </a:cubicBezTo>
                <a:lnTo>
                  <a:pt x="338476" y="50324"/>
                </a:lnTo>
                <a:close/>
                <a:moveTo>
                  <a:pt x="417880" y="58487"/>
                </a:moveTo>
                <a:lnTo>
                  <a:pt x="381614" y="58487"/>
                </a:lnTo>
                <a:cubicBezTo>
                  <a:pt x="382178" y="67015"/>
                  <a:pt x="387326" y="71279"/>
                  <a:pt x="397057" y="71279"/>
                </a:cubicBezTo>
                <a:cubicBezTo>
                  <a:pt x="403135" y="71279"/>
                  <a:pt x="408498" y="69786"/>
                  <a:pt x="413148" y="66800"/>
                </a:cubicBezTo>
                <a:lnTo>
                  <a:pt x="413148" y="78597"/>
                </a:lnTo>
                <a:cubicBezTo>
                  <a:pt x="408133" y="81417"/>
                  <a:pt x="401557" y="82828"/>
                  <a:pt x="393420" y="82828"/>
                </a:cubicBezTo>
                <a:cubicBezTo>
                  <a:pt x="384652" y="82828"/>
                  <a:pt x="377836" y="80355"/>
                  <a:pt x="372970" y="75411"/>
                </a:cubicBezTo>
                <a:cubicBezTo>
                  <a:pt x="368105" y="70466"/>
                  <a:pt x="365672" y="63581"/>
                  <a:pt x="365672" y="54754"/>
                </a:cubicBezTo>
                <a:cubicBezTo>
                  <a:pt x="365672" y="45960"/>
                  <a:pt x="368263" y="38817"/>
                  <a:pt x="373444" y="33325"/>
                </a:cubicBezTo>
                <a:cubicBezTo>
                  <a:pt x="378625" y="27833"/>
                  <a:pt x="385134" y="25087"/>
                  <a:pt x="392972" y="25087"/>
                </a:cubicBezTo>
                <a:cubicBezTo>
                  <a:pt x="400777" y="25087"/>
                  <a:pt x="406879" y="27452"/>
                  <a:pt x="411280" y="32180"/>
                </a:cubicBezTo>
                <a:cubicBezTo>
                  <a:pt x="415680" y="36909"/>
                  <a:pt x="417880" y="43405"/>
                  <a:pt x="417880" y="51668"/>
                </a:cubicBezTo>
                <a:lnTo>
                  <a:pt x="417880" y="58487"/>
                </a:lnTo>
                <a:moveTo>
                  <a:pt x="402885" y="48432"/>
                </a:moveTo>
                <a:cubicBezTo>
                  <a:pt x="402885" y="40203"/>
                  <a:pt x="399548" y="36088"/>
                  <a:pt x="392872" y="36088"/>
                </a:cubicBezTo>
                <a:cubicBezTo>
                  <a:pt x="390116" y="36088"/>
                  <a:pt x="387675" y="37216"/>
                  <a:pt x="385549" y="39473"/>
                </a:cubicBezTo>
                <a:cubicBezTo>
                  <a:pt x="383424" y="41729"/>
                  <a:pt x="382095" y="44716"/>
                  <a:pt x="381564" y="48432"/>
                </a:cubicBezTo>
                <a:lnTo>
                  <a:pt x="402885" y="4843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2663C-71F3-4D17-9FF1-441A4266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544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C27EF-FF39-40D1-B97C-41F39AA0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544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2D776-FD58-47EB-ADA8-9EC85D79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812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D3203-F7C6-4B70-B170-EAAEB3D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812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61847-DD91-4CCA-888C-A2A19699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678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6D900-E1E3-491C-85CB-07FC5EA5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678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7C49D-72CB-4778-BCE6-CDDD794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828" y="1069694"/>
            <a:ext cx="325020" cy="10"/>
          </a:xfrm>
          <a:custGeom xmlns:a="http://schemas.openxmlformats.org/drawingml/2006/main">
            <a:pathLst>
              <a:path w="325020" h="1" fill="none">
                <a:moveTo>
                  <a:pt x="0" y="0"/>
                </a:moveTo>
                <a:lnTo>
                  <a:pt x="166434" y="0"/>
                </a:lnTo>
                <a:lnTo>
                  <a:pt x="325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9F6E7-74A3-43B2-888B-2A003CF1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519" y="100696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F267D-40B5-43D8-AEE9-DEEC65D6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353" y="1069694"/>
            <a:ext cx="251628" cy="10"/>
          </a:xfrm>
          <a:custGeom xmlns:a="http://schemas.openxmlformats.org/drawingml/2006/main">
            <a:pathLst>
              <a:path w="251628" h="1" fill="none">
                <a:moveTo>
                  <a:pt x="0" y="0"/>
                </a:moveTo>
                <a:lnTo>
                  <a:pt x="129738" y="0"/>
                </a:lnTo>
                <a:lnTo>
                  <a:pt x="25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D46F5-AC61-4223-846B-9908B62B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653" y="100696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55195-4D8C-4C89-9A36-53C8BFB7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487" y="1069694"/>
            <a:ext cx="251628" cy="10"/>
          </a:xfrm>
          <a:custGeom xmlns:a="http://schemas.openxmlformats.org/drawingml/2006/main">
            <a:pathLst>
              <a:path w="251628" h="1" fill="none">
                <a:moveTo>
                  <a:pt x="0" y="0"/>
                </a:moveTo>
                <a:lnTo>
                  <a:pt x="129738" y="0"/>
                </a:lnTo>
                <a:lnTo>
                  <a:pt x="25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5E776-2E08-4C82-B8A2-CAF152CC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787" y="100696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E65F9-1DF1-41AE-AC3A-5D749BFC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46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C9E51-3725-4387-88C4-B6731BFE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46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BC8E1-D01F-4AED-B646-BFB0745C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621" y="1069694"/>
            <a:ext cx="251628" cy="10"/>
          </a:xfrm>
          <a:custGeom xmlns:a="http://schemas.openxmlformats.org/drawingml/2006/main">
            <a:pathLst>
              <a:path w="251628" h="1" fill="none">
                <a:moveTo>
                  <a:pt x="0" y="0"/>
                </a:moveTo>
                <a:lnTo>
                  <a:pt x="129738" y="0"/>
                </a:lnTo>
                <a:lnTo>
                  <a:pt x="25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A1906-20B8-4F22-997D-137BD5E8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921" y="100696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F76D6-F391-4D4C-AF47-35DEC081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795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710CC-70E5-4572-8F63-D8D234C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795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BFB0D-70E6-44F9-B5BD-57199DB2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755" y="1069694"/>
            <a:ext cx="266344" cy="10"/>
          </a:xfrm>
          <a:custGeom xmlns:a="http://schemas.openxmlformats.org/drawingml/2006/main">
            <a:pathLst>
              <a:path w="266344" h="1" fill="none">
                <a:moveTo>
                  <a:pt x="0" y="0"/>
                </a:moveTo>
                <a:lnTo>
                  <a:pt x="266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17939-5E58-47C5-B45F-8BD1C68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770" y="100696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90" name="Text L2Blockchain">
            <a:extLst xmlns:a="http://schemas.openxmlformats.org/drawingml/2006/main">
              <a:ext uri="{FF2B5EF4-FFF2-40B4-BE49-F238E27FC236}">
                <a16:creationId xmlns:a16="http://schemas.microsoft.com/office/drawing/2014/main" id="{7BA307E1-0BDC-4F1A-AC2B-CC6F898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14" y="1015090"/>
            <a:ext cx="897880" cy="108313"/>
          </a:xfrm>
          <a:custGeom xmlns:a="http://schemas.openxmlformats.org/drawingml/2006/main">
            <a:pathLst>
              <a:path w="897880" h="108313">
                <a:moveTo>
                  <a:pt x="59217" y="106555"/>
                </a:moveTo>
                <a:lnTo>
                  <a:pt x="0" y="106555"/>
                </a:lnTo>
                <a:lnTo>
                  <a:pt x="0" y="5728"/>
                </a:lnTo>
                <a:lnTo>
                  <a:pt x="21498" y="5728"/>
                </a:lnTo>
                <a:lnTo>
                  <a:pt x="21498" y="88981"/>
                </a:lnTo>
                <a:lnTo>
                  <a:pt x="59217" y="88981"/>
                </a:lnTo>
                <a:lnTo>
                  <a:pt x="59217" y="106555"/>
                </a:lnTo>
                <a:close/>
                <a:moveTo>
                  <a:pt x="92588" y="89046"/>
                </a:moveTo>
                <a:lnTo>
                  <a:pt x="135388" y="89046"/>
                </a:lnTo>
                <a:lnTo>
                  <a:pt x="135388" y="106555"/>
                </a:lnTo>
                <a:lnTo>
                  <a:pt x="68289" y="106555"/>
                </a:lnTo>
                <a:lnTo>
                  <a:pt x="68289" y="99070"/>
                </a:lnTo>
                <a:cubicBezTo>
                  <a:pt x="68289" y="93819"/>
                  <a:pt x="69255" y="89024"/>
                  <a:pt x="71188" y="84685"/>
                </a:cubicBezTo>
                <a:cubicBezTo>
                  <a:pt x="73120" y="80345"/>
                  <a:pt x="75780" y="76299"/>
                  <a:pt x="79168" y="72545"/>
                </a:cubicBezTo>
                <a:cubicBezTo>
                  <a:pt x="82555" y="68791"/>
                  <a:pt x="87810" y="64398"/>
                  <a:pt x="94933" y="59364"/>
                </a:cubicBezTo>
                <a:cubicBezTo>
                  <a:pt x="101447" y="54504"/>
                  <a:pt x="106008" y="50197"/>
                  <a:pt x="108613" y="46443"/>
                </a:cubicBezTo>
                <a:cubicBezTo>
                  <a:pt x="111219" y="42689"/>
                  <a:pt x="112522" y="38708"/>
                  <a:pt x="112522" y="34499"/>
                </a:cubicBezTo>
                <a:cubicBezTo>
                  <a:pt x="112522" y="25429"/>
                  <a:pt x="107571" y="20895"/>
                  <a:pt x="97669" y="20895"/>
                </a:cubicBezTo>
                <a:cubicBezTo>
                  <a:pt x="88983" y="20895"/>
                  <a:pt x="80688" y="24366"/>
                  <a:pt x="72784" y="31309"/>
                </a:cubicBezTo>
                <a:lnTo>
                  <a:pt x="72784" y="12563"/>
                </a:lnTo>
                <a:cubicBezTo>
                  <a:pt x="81600" y="6878"/>
                  <a:pt x="91502" y="4036"/>
                  <a:pt x="102490" y="4036"/>
                </a:cubicBezTo>
                <a:cubicBezTo>
                  <a:pt x="112566" y="4036"/>
                  <a:pt x="120535" y="6607"/>
                  <a:pt x="126398" y="11749"/>
                </a:cubicBezTo>
                <a:cubicBezTo>
                  <a:pt x="132261" y="16891"/>
                  <a:pt x="135193" y="23976"/>
                  <a:pt x="135193" y="33002"/>
                </a:cubicBezTo>
                <a:cubicBezTo>
                  <a:pt x="135193" y="38035"/>
                  <a:pt x="134346" y="42581"/>
                  <a:pt x="132652" y="46638"/>
                </a:cubicBezTo>
                <a:cubicBezTo>
                  <a:pt x="130958" y="50696"/>
                  <a:pt x="128504" y="54504"/>
                  <a:pt x="125291" y="58062"/>
                </a:cubicBezTo>
                <a:cubicBezTo>
                  <a:pt x="122077" y="61620"/>
                  <a:pt x="116930" y="65895"/>
                  <a:pt x="109851" y="70885"/>
                </a:cubicBezTo>
                <a:cubicBezTo>
                  <a:pt x="103033" y="75745"/>
                  <a:pt x="98451" y="79499"/>
                  <a:pt x="96106" y="82146"/>
                </a:cubicBezTo>
                <a:cubicBezTo>
                  <a:pt x="93760" y="84793"/>
                  <a:pt x="92588" y="87093"/>
                  <a:pt x="92588" y="89046"/>
                </a:cubicBezTo>
                <a:close/>
                <a:moveTo>
                  <a:pt x="195056" y="106555"/>
                </a:moveTo>
                <a:lnTo>
                  <a:pt x="195056" y="5728"/>
                </a:lnTo>
                <a:lnTo>
                  <a:pt x="230886" y="5728"/>
                </a:lnTo>
                <a:cubicBezTo>
                  <a:pt x="241873" y="5728"/>
                  <a:pt x="250342" y="7811"/>
                  <a:pt x="256292" y="11977"/>
                </a:cubicBezTo>
                <a:cubicBezTo>
                  <a:pt x="262242" y="16143"/>
                  <a:pt x="265217" y="21914"/>
                  <a:pt x="265217" y="29291"/>
                </a:cubicBezTo>
                <a:cubicBezTo>
                  <a:pt x="265217" y="34759"/>
                  <a:pt x="263371" y="39554"/>
                  <a:pt x="259680" y="43677"/>
                </a:cubicBezTo>
                <a:cubicBezTo>
                  <a:pt x="255988" y="47799"/>
                  <a:pt x="251341" y="50642"/>
                  <a:pt x="245739" y="52204"/>
                </a:cubicBezTo>
                <a:lnTo>
                  <a:pt x="245739" y="52464"/>
                </a:lnTo>
                <a:cubicBezTo>
                  <a:pt x="252774" y="53332"/>
                  <a:pt x="258453" y="55936"/>
                  <a:pt x="262774" y="60275"/>
                </a:cubicBezTo>
                <a:cubicBezTo>
                  <a:pt x="267095" y="64615"/>
                  <a:pt x="269256" y="70061"/>
                  <a:pt x="269256" y="76613"/>
                </a:cubicBezTo>
                <a:cubicBezTo>
                  <a:pt x="269256" y="85769"/>
                  <a:pt x="265999" y="93049"/>
                  <a:pt x="259484" y="98452"/>
                </a:cubicBezTo>
                <a:cubicBezTo>
                  <a:pt x="252970" y="103854"/>
                  <a:pt x="244067" y="106555"/>
                  <a:pt x="232775" y="106555"/>
                </a:cubicBezTo>
                <a:lnTo>
                  <a:pt x="195056" y="106555"/>
                </a:lnTo>
                <a:moveTo>
                  <a:pt x="216554" y="21741"/>
                </a:moveTo>
                <a:lnTo>
                  <a:pt x="216554" y="46671"/>
                </a:lnTo>
                <a:lnTo>
                  <a:pt x="226781" y="46671"/>
                </a:lnTo>
                <a:cubicBezTo>
                  <a:pt x="231689" y="46671"/>
                  <a:pt x="235554" y="45499"/>
                  <a:pt x="238377" y="43156"/>
                </a:cubicBezTo>
                <a:cubicBezTo>
                  <a:pt x="241200" y="40813"/>
                  <a:pt x="242612" y="37536"/>
                  <a:pt x="242612" y="33327"/>
                </a:cubicBezTo>
                <a:cubicBezTo>
                  <a:pt x="242612" y="25603"/>
                  <a:pt x="236966" y="21741"/>
                  <a:pt x="225674" y="21741"/>
                </a:cubicBezTo>
                <a:lnTo>
                  <a:pt x="216554" y="21741"/>
                </a:lnTo>
                <a:moveTo>
                  <a:pt x="216554" y="62879"/>
                </a:moveTo>
                <a:lnTo>
                  <a:pt x="216554" y="90543"/>
                </a:lnTo>
                <a:lnTo>
                  <a:pt x="229322" y="90543"/>
                </a:lnTo>
                <a:cubicBezTo>
                  <a:pt x="234751" y="90543"/>
                  <a:pt x="238996" y="89284"/>
                  <a:pt x="242058" y="86768"/>
                </a:cubicBezTo>
                <a:cubicBezTo>
                  <a:pt x="245120" y="84251"/>
                  <a:pt x="246651" y="80757"/>
                  <a:pt x="246651" y="76288"/>
                </a:cubicBezTo>
                <a:cubicBezTo>
                  <a:pt x="246651" y="72035"/>
                  <a:pt x="245131" y="68737"/>
                  <a:pt x="242090" y="66394"/>
                </a:cubicBezTo>
                <a:cubicBezTo>
                  <a:pt x="239050" y="64050"/>
                  <a:pt x="234729" y="62879"/>
                  <a:pt x="229127" y="62879"/>
                </a:cubicBezTo>
                <a:lnTo>
                  <a:pt x="216554" y="62879"/>
                </a:lnTo>
                <a:close/>
                <a:moveTo>
                  <a:pt x="283903" y="106555"/>
                </a:moveTo>
                <a:lnTo>
                  <a:pt x="283903" y="0"/>
                </a:lnTo>
                <a:lnTo>
                  <a:pt x="304879" y="0"/>
                </a:lnTo>
                <a:lnTo>
                  <a:pt x="304879" y="106555"/>
                </a:lnTo>
                <a:lnTo>
                  <a:pt x="283903" y="106555"/>
                </a:lnTo>
                <a:close/>
                <a:moveTo>
                  <a:pt x="319420" y="70885"/>
                </a:moveTo>
                <a:cubicBezTo>
                  <a:pt x="319420" y="59038"/>
                  <a:pt x="322971" y="49730"/>
                  <a:pt x="330071" y="42961"/>
                </a:cubicBezTo>
                <a:cubicBezTo>
                  <a:pt x="337172" y="36191"/>
                  <a:pt x="346716" y="32806"/>
                  <a:pt x="358703" y="32806"/>
                </a:cubicBezTo>
                <a:cubicBezTo>
                  <a:pt x="370298" y="32806"/>
                  <a:pt x="379506" y="36137"/>
                  <a:pt x="386324" y="42798"/>
                </a:cubicBezTo>
                <a:cubicBezTo>
                  <a:pt x="393143" y="49459"/>
                  <a:pt x="396552" y="58409"/>
                  <a:pt x="396552" y="69648"/>
                </a:cubicBezTo>
                <a:cubicBezTo>
                  <a:pt x="396552" y="81452"/>
                  <a:pt x="393056" y="90847"/>
                  <a:pt x="386064" y="97833"/>
                </a:cubicBezTo>
                <a:cubicBezTo>
                  <a:pt x="379071" y="104820"/>
                  <a:pt x="369604" y="108313"/>
                  <a:pt x="357660" y="108313"/>
                </a:cubicBezTo>
                <a:cubicBezTo>
                  <a:pt x="345934" y="108313"/>
                  <a:pt x="336629" y="104961"/>
                  <a:pt x="329746" y="98256"/>
                </a:cubicBezTo>
                <a:cubicBezTo>
                  <a:pt x="322862" y="91552"/>
                  <a:pt x="319420" y="82428"/>
                  <a:pt x="319420" y="70885"/>
                </a:cubicBezTo>
                <a:moveTo>
                  <a:pt x="340723" y="70625"/>
                </a:moveTo>
                <a:cubicBezTo>
                  <a:pt x="340723" y="84988"/>
                  <a:pt x="346586" y="92170"/>
                  <a:pt x="358312" y="92170"/>
                </a:cubicBezTo>
                <a:cubicBezTo>
                  <a:pt x="369560" y="92170"/>
                  <a:pt x="375184" y="84793"/>
                  <a:pt x="375184" y="70039"/>
                </a:cubicBezTo>
                <a:cubicBezTo>
                  <a:pt x="375184" y="55979"/>
                  <a:pt x="369517" y="48949"/>
                  <a:pt x="358181" y="48949"/>
                </a:cubicBezTo>
                <a:cubicBezTo>
                  <a:pt x="352666" y="48949"/>
                  <a:pt x="348377" y="50837"/>
                  <a:pt x="345315" y="54612"/>
                </a:cubicBezTo>
                <a:cubicBezTo>
                  <a:pt x="342254" y="58387"/>
                  <a:pt x="340723" y="63725"/>
                  <a:pt x="340723" y="70625"/>
                </a:cubicBezTo>
                <a:close/>
                <a:moveTo>
                  <a:pt x="465380" y="103887"/>
                </a:moveTo>
                <a:cubicBezTo>
                  <a:pt x="460342" y="106838"/>
                  <a:pt x="453176" y="108313"/>
                  <a:pt x="443882" y="108313"/>
                </a:cubicBezTo>
                <a:cubicBezTo>
                  <a:pt x="432894" y="108313"/>
                  <a:pt x="424013" y="104972"/>
                  <a:pt x="417238" y="98289"/>
                </a:cubicBezTo>
                <a:cubicBezTo>
                  <a:pt x="410463" y="91606"/>
                  <a:pt x="407075" y="82949"/>
                  <a:pt x="407075" y="72317"/>
                </a:cubicBezTo>
                <a:cubicBezTo>
                  <a:pt x="407075" y="60080"/>
                  <a:pt x="410723" y="50435"/>
                  <a:pt x="418020" y="43384"/>
                </a:cubicBezTo>
                <a:cubicBezTo>
                  <a:pt x="425316" y="36332"/>
                  <a:pt x="435044" y="32806"/>
                  <a:pt x="447205" y="32806"/>
                </a:cubicBezTo>
                <a:cubicBezTo>
                  <a:pt x="455413" y="32806"/>
                  <a:pt x="461493" y="33935"/>
                  <a:pt x="465445" y="36191"/>
                </a:cubicBezTo>
                <a:lnTo>
                  <a:pt x="465445" y="54222"/>
                </a:lnTo>
                <a:cubicBezTo>
                  <a:pt x="460625" y="50707"/>
                  <a:pt x="455369" y="48949"/>
                  <a:pt x="449680" y="48949"/>
                </a:cubicBezTo>
                <a:cubicBezTo>
                  <a:pt x="443253" y="48949"/>
                  <a:pt x="438095" y="50902"/>
                  <a:pt x="434208" y="54807"/>
                </a:cubicBezTo>
                <a:cubicBezTo>
                  <a:pt x="430321" y="58713"/>
                  <a:pt x="428378" y="64072"/>
                  <a:pt x="428378" y="70885"/>
                </a:cubicBezTo>
                <a:cubicBezTo>
                  <a:pt x="428378" y="77481"/>
                  <a:pt x="430223" y="82678"/>
                  <a:pt x="433915" y="86475"/>
                </a:cubicBezTo>
                <a:cubicBezTo>
                  <a:pt x="437607" y="90272"/>
                  <a:pt x="442623" y="92170"/>
                  <a:pt x="448964" y="92170"/>
                </a:cubicBezTo>
                <a:cubicBezTo>
                  <a:pt x="454566" y="92170"/>
                  <a:pt x="460038" y="90391"/>
                  <a:pt x="465380" y="86833"/>
                </a:cubicBezTo>
                <a:lnTo>
                  <a:pt x="465380" y="103887"/>
                </a:lnTo>
                <a:close/>
                <a:moveTo>
                  <a:pt x="551164" y="106555"/>
                </a:moveTo>
                <a:lnTo>
                  <a:pt x="525627" y="106555"/>
                </a:lnTo>
                <a:lnTo>
                  <a:pt x="501654" y="70950"/>
                </a:lnTo>
                <a:lnTo>
                  <a:pt x="501393" y="70950"/>
                </a:lnTo>
                <a:lnTo>
                  <a:pt x="501393" y="106555"/>
                </a:lnTo>
                <a:lnTo>
                  <a:pt x="480351" y="106555"/>
                </a:lnTo>
                <a:lnTo>
                  <a:pt x="480351" y="0"/>
                </a:lnTo>
                <a:lnTo>
                  <a:pt x="501393" y="0"/>
                </a:lnTo>
                <a:lnTo>
                  <a:pt x="501393" y="67826"/>
                </a:lnTo>
                <a:lnTo>
                  <a:pt x="501654" y="67826"/>
                </a:lnTo>
                <a:lnTo>
                  <a:pt x="524129" y="34564"/>
                </a:lnTo>
                <a:lnTo>
                  <a:pt x="549210" y="34564"/>
                </a:lnTo>
                <a:lnTo>
                  <a:pt x="522500" y="68542"/>
                </a:lnTo>
                <a:lnTo>
                  <a:pt x="551164" y="106555"/>
                </a:lnTo>
                <a:close/>
                <a:moveTo>
                  <a:pt x="611647" y="103887"/>
                </a:moveTo>
                <a:cubicBezTo>
                  <a:pt x="606609" y="106838"/>
                  <a:pt x="599443" y="108313"/>
                  <a:pt x="590149" y="108313"/>
                </a:cubicBezTo>
                <a:cubicBezTo>
                  <a:pt x="579161" y="108313"/>
                  <a:pt x="570280" y="104972"/>
                  <a:pt x="563505" y="98289"/>
                </a:cubicBezTo>
                <a:cubicBezTo>
                  <a:pt x="556730" y="91606"/>
                  <a:pt x="553342" y="82949"/>
                  <a:pt x="553342" y="72317"/>
                </a:cubicBezTo>
                <a:cubicBezTo>
                  <a:pt x="553342" y="60080"/>
                  <a:pt x="556990" y="50435"/>
                  <a:pt x="564286" y="43384"/>
                </a:cubicBezTo>
                <a:cubicBezTo>
                  <a:pt x="571583" y="36332"/>
                  <a:pt x="581311" y="32806"/>
                  <a:pt x="593471" y="32806"/>
                </a:cubicBezTo>
                <a:cubicBezTo>
                  <a:pt x="601680" y="32806"/>
                  <a:pt x="607760" y="33935"/>
                  <a:pt x="611712" y="36191"/>
                </a:cubicBezTo>
                <a:lnTo>
                  <a:pt x="611712" y="54222"/>
                </a:lnTo>
                <a:cubicBezTo>
                  <a:pt x="606891" y="50707"/>
                  <a:pt x="601636" y="48949"/>
                  <a:pt x="595947" y="48949"/>
                </a:cubicBezTo>
                <a:cubicBezTo>
                  <a:pt x="589519" y="48949"/>
                  <a:pt x="584362" y="50902"/>
                  <a:pt x="580475" y="54807"/>
                </a:cubicBezTo>
                <a:cubicBezTo>
                  <a:pt x="576588" y="58713"/>
                  <a:pt x="574644" y="64072"/>
                  <a:pt x="574644" y="70885"/>
                </a:cubicBezTo>
                <a:cubicBezTo>
                  <a:pt x="574644" y="77481"/>
                  <a:pt x="576490" y="82678"/>
                  <a:pt x="580182" y="86475"/>
                </a:cubicBezTo>
                <a:cubicBezTo>
                  <a:pt x="583873" y="90272"/>
                  <a:pt x="588889" y="92170"/>
                  <a:pt x="595230" y="92170"/>
                </a:cubicBezTo>
                <a:cubicBezTo>
                  <a:pt x="600833" y="92170"/>
                  <a:pt x="606305" y="90391"/>
                  <a:pt x="611647" y="86833"/>
                </a:cubicBezTo>
                <a:lnTo>
                  <a:pt x="611647" y="103887"/>
                </a:lnTo>
                <a:close/>
                <a:moveTo>
                  <a:pt x="694695" y="106555"/>
                </a:moveTo>
                <a:lnTo>
                  <a:pt x="673718" y="106555"/>
                </a:lnTo>
                <a:lnTo>
                  <a:pt x="673718" y="65548"/>
                </a:lnTo>
                <a:cubicBezTo>
                  <a:pt x="673718" y="54482"/>
                  <a:pt x="669679" y="48949"/>
                  <a:pt x="661601" y="48949"/>
                </a:cubicBezTo>
                <a:cubicBezTo>
                  <a:pt x="657562" y="48949"/>
                  <a:pt x="654229" y="50490"/>
                  <a:pt x="651601" y="53571"/>
                </a:cubicBezTo>
                <a:cubicBezTo>
                  <a:pt x="648974" y="56652"/>
                  <a:pt x="647660" y="60644"/>
                  <a:pt x="647660" y="65548"/>
                </a:cubicBezTo>
                <a:lnTo>
                  <a:pt x="647660" y="106555"/>
                </a:lnTo>
                <a:lnTo>
                  <a:pt x="626618" y="106555"/>
                </a:lnTo>
                <a:lnTo>
                  <a:pt x="626618" y="0"/>
                </a:lnTo>
                <a:lnTo>
                  <a:pt x="647660" y="0"/>
                </a:lnTo>
                <a:lnTo>
                  <a:pt x="647660" y="45369"/>
                </a:lnTo>
                <a:lnTo>
                  <a:pt x="647921" y="45369"/>
                </a:lnTo>
                <a:cubicBezTo>
                  <a:pt x="653436" y="36994"/>
                  <a:pt x="660863" y="32806"/>
                  <a:pt x="670200" y="32806"/>
                </a:cubicBezTo>
                <a:cubicBezTo>
                  <a:pt x="686530" y="32806"/>
                  <a:pt x="694695" y="42657"/>
                  <a:pt x="694695" y="62358"/>
                </a:cubicBezTo>
                <a:lnTo>
                  <a:pt x="694695" y="106555"/>
                </a:lnTo>
                <a:close/>
                <a:moveTo>
                  <a:pt x="714565" y="38925"/>
                </a:moveTo>
                <a:cubicBezTo>
                  <a:pt x="717822" y="37102"/>
                  <a:pt x="722176" y="35627"/>
                  <a:pt x="727626" y="34499"/>
                </a:cubicBezTo>
                <a:cubicBezTo>
                  <a:pt x="733077" y="33370"/>
                  <a:pt x="737734" y="32806"/>
                  <a:pt x="741600" y="32806"/>
                </a:cubicBezTo>
                <a:cubicBezTo>
                  <a:pt x="761751" y="32806"/>
                  <a:pt x="771827" y="42896"/>
                  <a:pt x="771827" y="63074"/>
                </a:cubicBezTo>
                <a:lnTo>
                  <a:pt x="771827" y="106555"/>
                </a:lnTo>
                <a:lnTo>
                  <a:pt x="751828" y="106555"/>
                </a:lnTo>
                <a:lnTo>
                  <a:pt x="751828" y="96076"/>
                </a:lnTo>
                <a:lnTo>
                  <a:pt x="751567" y="96076"/>
                </a:lnTo>
                <a:cubicBezTo>
                  <a:pt x="746659" y="104234"/>
                  <a:pt x="739472" y="108313"/>
                  <a:pt x="730004" y="108313"/>
                </a:cubicBezTo>
                <a:cubicBezTo>
                  <a:pt x="723185" y="108313"/>
                  <a:pt x="717724" y="106371"/>
                  <a:pt x="713620" y="102487"/>
                </a:cubicBezTo>
                <a:cubicBezTo>
                  <a:pt x="709516" y="98603"/>
                  <a:pt x="707464" y="93320"/>
                  <a:pt x="707464" y="86637"/>
                </a:cubicBezTo>
                <a:cubicBezTo>
                  <a:pt x="707464" y="72838"/>
                  <a:pt x="715694" y="64810"/>
                  <a:pt x="732154" y="62553"/>
                </a:cubicBezTo>
                <a:lnTo>
                  <a:pt x="751958" y="59885"/>
                </a:lnTo>
                <a:cubicBezTo>
                  <a:pt x="751958" y="51509"/>
                  <a:pt x="747593" y="47322"/>
                  <a:pt x="738864" y="47322"/>
                </a:cubicBezTo>
                <a:cubicBezTo>
                  <a:pt x="730265" y="47322"/>
                  <a:pt x="722165" y="49926"/>
                  <a:pt x="714565" y="55133"/>
                </a:cubicBezTo>
                <a:lnTo>
                  <a:pt x="714565" y="38925"/>
                </a:lnTo>
                <a:moveTo>
                  <a:pt x="738343" y="73944"/>
                </a:moveTo>
                <a:cubicBezTo>
                  <a:pt x="730742" y="74943"/>
                  <a:pt x="726942" y="78371"/>
                  <a:pt x="726942" y="84229"/>
                </a:cubicBezTo>
                <a:cubicBezTo>
                  <a:pt x="726942" y="86919"/>
                  <a:pt x="727865" y="89089"/>
                  <a:pt x="729711" y="90738"/>
                </a:cubicBezTo>
                <a:cubicBezTo>
                  <a:pt x="731557" y="92387"/>
                  <a:pt x="734043" y="93212"/>
                  <a:pt x="737170" y="93212"/>
                </a:cubicBezTo>
                <a:cubicBezTo>
                  <a:pt x="741469" y="93212"/>
                  <a:pt x="745009" y="91693"/>
                  <a:pt x="747789" y="88655"/>
                </a:cubicBezTo>
                <a:cubicBezTo>
                  <a:pt x="750568" y="85618"/>
                  <a:pt x="751958" y="81842"/>
                  <a:pt x="751958" y="77329"/>
                </a:cubicBezTo>
                <a:lnTo>
                  <a:pt x="751958" y="72187"/>
                </a:lnTo>
                <a:lnTo>
                  <a:pt x="738343" y="73944"/>
                </a:lnTo>
                <a:close/>
                <a:moveTo>
                  <a:pt x="788031" y="11326"/>
                </a:moveTo>
                <a:cubicBezTo>
                  <a:pt x="788031" y="8115"/>
                  <a:pt x="789171" y="5500"/>
                  <a:pt x="791452" y="3482"/>
                </a:cubicBezTo>
                <a:cubicBezTo>
                  <a:pt x="793732" y="1465"/>
                  <a:pt x="796652" y="456"/>
                  <a:pt x="800214" y="456"/>
                </a:cubicBezTo>
                <a:cubicBezTo>
                  <a:pt x="803862" y="456"/>
                  <a:pt x="806815" y="1486"/>
                  <a:pt x="809073" y="3548"/>
                </a:cubicBezTo>
                <a:cubicBezTo>
                  <a:pt x="811332" y="5609"/>
                  <a:pt x="812461" y="8202"/>
                  <a:pt x="812461" y="11326"/>
                </a:cubicBezTo>
                <a:cubicBezTo>
                  <a:pt x="812461" y="14494"/>
                  <a:pt x="811310" y="17130"/>
                  <a:pt x="809008" y="19235"/>
                </a:cubicBezTo>
                <a:cubicBezTo>
                  <a:pt x="806706" y="21339"/>
                  <a:pt x="803775" y="22392"/>
                  <a:pt x="800214" y="22392"/>
                </a:cubicBezTo>
                <a:cubicBezTo>
                  <a:pt x="796696" y="22392"/>
                  <a:pt x="793786" y="21328"/>
                  <a:pt x="791484" y="19202"/>
                </a:cubicBezTo>
                <a:cubicBezTo>
                  <a:pt x="789182" y="17076"/>
                  <a:pt x="788031" y="14450"/>
                  <a:pt x="788031" y="11326"/>
                </a:cubicBezTo>
                <a:moveTo>
                  <a:pt x="789595" y="106555"/>
                </a:moveTo>
                <a:lnTo>
                  <a:pt x="789595" y="34564"/>
                </a:lnTo>
                <a:lnTo>
                  <a:pt x="810572" y="34564"/>
                </a:lnTo>
                <a:lnTo>
                  <a:pt x="810572" y="106555"/>
                </a:lnTo>
                <a:lnTo>
                  <a:pt x="789595" y="106555"/>
                </a:lnTo>
                <a:close/>
                <a:moveTo>
                  <a:pt x="897880" y="106555"/>
                </a:moveTo>
                <a:lnTo>
                  <a:pt x="876968" y="106555"/>
                </a:lnTo>
                <a:lnTo>
                  <a:pt x="876968" y="66394"/>
                </a:lnTo>
                <a:cubicBezTo>
                  <a:pt x="876968" y="54764"/>
                  <a:pt x="872777" y="48949"/>
                  <a:pt x="864395" y="48949"/>
                </a:cubicBezTo>
                <a:cubicBezTo>
                  <a:pt x="860399" y="48949"/>
                  <a:pt x="857077" y="50500"/>
                  <a:pt x="854428" y="53603"/>
                </a:cubicBezTo>
                <a:cubicBezTo>
                  <a:pt x="851779" y="56706"/>
                  <a:pt x="850454" y="60666"/>
                  <a:pt x="850454" y="65482"/>
                </a:cubicBezTo>
                <a:lnTo>
                  <a:pt x="850454" y="106555"/>
                </a:lnTo>
                <a:lnTo>
                  <a:pt x="829412" y="106555"/>
                </a:lnTo>
                <a:lnTo>
                  <a:pt x="829412" y="34564"/>
                </a:lnTo>
                <a:lnTo>
                  <a:pt x="850454" y="34564"/>
                </a:lnTo>
                <a:lnTo>
                  <a:pt x="850454" y="46020"/>
                </a:lnTo>
                <a:lnTo>
                  <a:pt x="850715" y="46020"/>
                </a:lnTo>
                <a:cubicBezTo>
                  <a:pt x="855970" y="37211"/>
                  <a:pt x="863700" y="32806"/>
                  <a:pt x="873906" y="32806"/>
                </a:cubicBezTo>
                <a:cubicBezTo>
                  <a:pt x="889888" y="32806"/>
                  <a:pt x="897880" y="42700"/>
                  <a:pt x="897880" y="62488"/>
                </a:cubicBezTo>
                <a:lnTo>
                  <a:pt x="897880" y="10655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45208-144F-429D-A5C4-E1271702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99" y="1566061"/>
            <a:ext cx="580143" cy="296023"/>
          </a:xfrm>
          <a:custGeom xmlns:a="http://schemas.openxmlformats.org/drawingml/2006/main">
            <a:pathLst>
              <a:path w="580143" h="296023">
                <a:moveTo>
                  <a:pt x="0" y="0"/>
                </a:moveTo>
                <a:lnTo>
                  <a:pt x="580143" y="0"/>
                </a:lnTo>
                <a:lnTo>
                  <a:pt x="580143" y="296023"/>
                </a:lnTo>
                <a:lnTo>
                  <a:pt x="0" y="2960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8CD1E-236F-4154-84CE-CE13BDBE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51" y="1558219"/>
            <a:ext cx="595840" cy="311706"/>
          </a:xfrm>
          <a:custGeom xmlns:a="http://schemas.openxmlformats.org/drawingml/2006/main">
            <a:pathLst>
              <a:path w="595840" h="311706">
                <a:moveTo>
                  <a:pt x="7848" y="0"/>
                </a:moveTo>
                <a:lnTo>
                  <a:pt x="7848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7848" y="0"/>
                </a:lnTo>
                <a:close/>
                <a:moveTo>
                  <a:pt x="133417" y="0"/>
                </a:moveTo>
                <a:lnTo>
                  <a:pt x="133417" y="15683"/>
                </a:ln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close/>
                <a:moveTo>
                  <a:pt x="0" y="128162"/>
                </a:moveTo>
                <a:lnTo>
                  <a:pt x="15696" y="128162"/>
                </a:lnTo>
                <a:lnTo>
                  <a:pt x="15696" y="49746"/>
                </a:lnTo>
                <a:lnTo>
                  <a:pt x="0" y="49746"/>
                </a:lnTo>
                <a:lnTo>
                  <a:pt x="0" y="128162"/>
                </a:lnTo>
                <a:close/>
                <a:moveTo>
                  <a:pt x="0" y="253629"/>
                </a:moveTo>
                <a:lnTo>
                  <a:pt x="15696" y="253629"/>
                </a:lnTo>
                <a:lnTo>
                  <a:pt x="15696" y="175212"/>
                </a:lnTo>
                <a:lnTo>
                  <a:pt x="0" y="175212"/>
                </a:lnTo>
                <a:lnTo>
                  <a:pt x="0" y="253629"/>
                </a:lnTo>
                <a:close/>
                <a:moveTo>
                  <a:pt x="83140" y="296023"/>
                </a:moveTo>
                <a:lnTo>
                  <a:pt x="7848" y="296023"/>
                </a:lnTo>
                <a:lnTo>
                  <a:pt x="7848" y="300679"/>
                </a:lnTo>
                <a:lnTo>
                  <a:pt x="0" y="300679"/>
                </a:lnTo>
                <a:lnTo>
                  <a:pt x="0" y="311706"/>
                </a:lnTo>
                <a:lnTo>
                  <a:pt x="83140" y="311706"/>
                </a:lnTo>
                <a:lnTo>
                  <a:pt x="83140" y="296023"/>
                </a:lnTo>
                <a:close/>
                <a:moveTo>
                  <a:pt x="208709" y="311706"/>
                </a:moveTo>
                <a:lnTo>
                  <a:pt x="208709" y="296023"/>
                </a:lnTo>
                <a:lnTo>
                  <a:pt x="130229" y="296023"/>
                </a:lnTo>
                <a:lnTo>
                  <a:pt x="130229" y="311706"/>
                </a:lnTo>
                <a:lnTo>
                  <a:pt x="208709" y="311706"/>
                </a:lnTo>
                <a:close/>
                <a:moveTo>
                  <a:pt x="334278" y="311706"/>
                </a:moveTo>
                <a:lnTo>
                  <a:pt x="334278" y="296023"/>
                </a:lnTo>
                <a:lnTo>
                  <a:pt x="255798" y="296023"/>
                </a:lnTo>
                <a:lnTo>
                  <a:pt x="255798" y="311706"/>
                </a:lnTo>
                <a:lnTo>
                  <a:pt x="334278" y="311706"/>
                </a:lnTo>
                <a:close/>
                <a:moveTo>
                  <a:pt x="258986" y="0"/>
                </a:moveTo>
                <a:lnTo>
                  <a:pt x="258986" y="15683"/>
                </a:ln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close/>
                <a:moveTo>
                  <a:pt x="384555" y="0"/>
                </a:moveTo>
                <a:lnTo>
                  <a:pt x="384555" y="15683"/>
                </a:ln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close/>
                <a:moveTo>
                  <a:pt x="510124" y="15683"/>
                </a:moveTo>
                <a:lnTo>
                  <a:pt x="587992" y="15683"/>
                </a:lnTo>
                <a:lnTo>
                  <a:pt x="587992" y="8454"/>
                </a:lnTo>
                <a:lnTo>
                  <a:pt x="595840" y="8454"/>
                </a:lnTo>
                <a:lnTo>
                  <a:pt x="595840" y="0"/>
                </a:lnTo>
                <a:lnTo>
                  <a:pt x="510124" y="0"/>
                </a:lnTo>
                <a:lnTo>
                  <a:pt x="510124" y="15683"/>
                </a:lnTo>
                <a:close/>
                <a:moveTo>
                  <a:pt x="595840" y="55504"/>
                </a:moveTo>
                <a:lnTo>
                  <a:pt x="580143" y="55504"/>
                </a:lnTo>
                <a:lnTo>
                  <a:pt x="580143" y="133921"/>
                </a:lnTo>
                <a:lnTo>
                  <a:pt x="595840" y="133921"/>
                </a:lnTo>
                <a:lnTo>
                  <a:pt x="595840" y="55504"/>
                </a:lnTo>
                <a:close/>
                <a:moveTo>
                  <a:pt x="595840" y="180971"/>
                </a:moveTo>
                <a:lnTo>
                  <a:pt x="580143" y="180971"/>
                </a:lnTo>
                <a:lnTo>
                  <a:pt x="580143" y="259387"/>
                </a:lnTo>
                <a:lnTo>
                  <a:pt x="595840" y="259387"/>
                </a:lnTo>
                <a:lnTo>
                  <a:pt x="595840" y="180971"/>
                </a:lnTo>
                <a:close/>
                <a:moveTo>
                  <a:pt x="459847" y="311706"/>
                </a:moveTo>
                <a:lnTo>
                  <a:pt x="459847" y="296023"/>
                </a:lnTo>
                <a:lnTo>
                  <a:pt x="381367" y="296023"/>
                </a:lnTo>
                <a:lnTo>
                  <a:pt x="381367" y="311706"/>
                </a:lnTo>
                <a:lnTo>
                  <a:pt x="459847" y="311706"/>
                </a:lnTo>
                <a:close/>
                <a:moveTo>
                  <a:pt x="585416" y="311706"/>
                </a:moveTo>
                <a:lnTo>
                  <a:pt x="585416" y="296023"/>
                </a:lnTo>
                <a:lnTo>
                  <a:pt x="506936" y="296023"/>
                </a:lnTo>
                <a:lnTo>
                  <a:pt x="506936" y="311706"/>
                </a:lnTo>
                <a:lnTo>
                  <a:pt x="585416" y="311706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RPC">
            <a:extLst xmlns:a="http://schemas.openxmlformats.org/drawingml/2006/main">
              <a:ext uri="{FF2B5EF4-FFF2-40B4-BE49-F238E27FC236}">
                <a16:creationId xmlns:a16="http://schemas.microsoft.com/office/drawing/2014/main" id="{DE4CB400-AE72-4273-9EED-D03C115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93" y="1599108"/>
            <a:ext cx="223028" cy="92009"/>
          </a:xfrm>
          <a:custGeom xmlns:a="http://schemas.openxmlformats.org/drawingml/2006/main">
            <a:pathLst>
              <a:path w="223028" h="92009">
                <a:moveTo>
                  <a:pt x="73461" y="90459"/>
                </a:moveTo>
                <a:lnTo>
                  <a:pt x="51618" y="90459"/>
                </a:lnTo>
                <a:lnTo>
                  <a:pt x="37650" y="67313"/>
                </a:lnTo>
                <a:cubicBezTo>
                  <a:pt x="34776" y="62527"/>
                  <a:pt x="32419" y="59444"/>
                  <a:pt x="30580" y="58066"/>
                </a:cubicBezTo>
                <a:cubicBezTo>
                  <a:pt x="28740" y="56687"/>
                  <a:pt x="26786" y="55998"/>
                  <a:pt x="24717" y="55998"/>
                </a:cubicBezTo>
                <a:lnTo>
                  <a:pt x="18969" y="55998"/>
                </a:lnTo>
                <a:lnTo>
                  <a:pt x="18969" y="90459"/>
                </a:lnTo>
                <a:lnTo>
                  <a:pt x="0" y="90459"/>
                </a:lnTo>
                <a:lnTo>
                  <a:pt x="0" y="1493"/>
                </a:lnTo>
                <a:lnTo>
                  <a:pt x="31212" y="1493"/>
                </a:lnTo>
                <a:cubicBezTo>
                  <a:pt x="52403" y="1493"/>
                  <a:pt x="62999" y="9534"/>
                  <a:pt x="62999" y="25616"/>
                </a:cubicBezTo>
                <a:cubicBezTo>
                  <a:pt x="62999" y="31665"/>
                  <a:pt x="61227" y="36854"/>
                  <a:pt x="57682" y="41180"/>
                </a:cubicBezTo>
                <a:cubicBezTo>
                  <a:pt x="54137" y="45507"/>
                  <a:pt x="49261" y="48551"/>
                  <a:pt x="43053" y="50312"/>
                </a:cubicBezTo>
                <a:lnTo>
                  <a:pt x="43053" y="50542"/>
                </a:lnTo>
                <a:cubicBezTo>
                  <a:pt x="47154" y="51920"/>
                  <a:pt x="51695" y="56439"/>
                  <a:pt x="56676" y="64096"/>
                </a:cubicBezTo>
                <a:lnTo>
                  <a:pt x="73461" y="90459"/>
                </a:lnTo>
                <a:moveTo>
                  <a:pt x="18969" y="15909"/>
                </a:moveTo>
                <a:lnTo>
                  <a:pt x="18969" y="41525"/>
                </a:lnTo>
                <a:lnTo>
                  <a:pt x="28281" y="41525"/>
                </a:lnTo>
                <a:cubicBezTo>
                  <a:pt x="32726" y="41525"/>
                  <a:pt x="36299" y="40233"/>
                  <a:pt x="39001" y="37648"/>
                </a:cubicBezTo>
                <a:cubicBezTo>
                  <a:pt x="41702" y="35063"/>
                  <a:pt x="43053" y="31838"/>
                  <a:pt x="43053" y="27970"/>
                </a:cubicBezTo>
                <a:cubicBezTo>
                  <a:pt x="43053" y="19930"/>
                  <a:pt x="38244" y="15909"/>
                  <a:pt x="28625" y="15909"/>
                </a:cubicBezTo>
                <a:lnTo>
                  <a:pt x="18969" y="15909"/>
                </a:lnTo>
                <a:close/>
                <a:moveTo>
                  <a:pt x="101138" y="59444"/>
                </a:moveTo>
                <a:lnTo>
                  <a:pt x="101138" y="90459"/>
                </a:lnTo>
                <a:lnTo>
                  <a:pt x="82169" y="90459"/>
                </a:lnTo>
                <a:lnTo>
                  <a:pt x="82169" y="1493"/>
                </a:lnTo>
                <a:lnTo>
                  <a:pt x="112807" y="1493"/>
                </a:lnTo>
                <a:cubicBezTo>
                  <a:pt x="134956" y="1493"/>
                  <a:pt x="146030" y="10874"/>
                  <a:pt x="146030" y="29636"/>
                </a:cubicBezTo>
                <a:cubicBezTo>
                  <a:pt x="146030" y="38749"/>
                  <a:pt x="142687" y="46053"/>
                  <a:pt x="136000" y="51547"/>
                </a:cubicBezTo>
                <a:cubicBezTo>
                  <a:pt x="129313" y="57042"/>
                  <a:pt x="120950" y="59674"/>
                  <a:pt x="110910" y="59444"/>
                </a:cubicBezTo>
                <a:lnTo>
                  <a:pt x="101138" y="59444"/>
                </a:lnTo>
                <a:moveTo>
                  <a:pt x="101138" y="16196"/>
                </a:moveTo>
                <a:lnTo>
                  <a:pt x="101138" y="44913"/>
                </a:lnTo>
                <a:lnTo>
                  <a:pt x="109358" y="44913"/>
                </a:lnTo>
                <a:cubicBezTo>
                  <a:pt x="120509" y="44913"/>
                  <a:pt x="126085" y="40070"/>
                  <a:pt x="126085" y="30383"/>
                </a:cubicBezTo>
                <a:cubicBezTo>
                  <a:pt x="126085" y="20925"/>
                  <a:pt x="120566" y="16196"/>
                  <a:pt x="109530" y="16196"/>
                </a:cubicBezTo>
                <a:lnTo>
                  <a:pt x="101138" y="16196"/>
                </a:lnTo>
                <a:close/>
                <a:moveTo>
                  <a:pt x="223028" y="87242"/>
                </a:moveTo>
                <a:cubicBezTo>
                  <a:pt x="216552" y="90420"/>
                  <a:pt x="208102" y="92009"/>
                  <a:pt x="197679" y="92009"/>
                </a:cubicBezTo>
                <a:cubicBezTo>
                  <a:pt x="184267" y="92009"/>
                  <a:pt x="173623" y="87999"/>
                  <a:pt x="165749" y="79977"/>
                </a:cubicBezTo>
                <a:cubicBezTo>
                  <a:pt x="157874" y="71955"/>
                  <a:pt x="153936" y="61263"/>
                  <a:pt x="153936" y="47900"/>
                </a:cubicBezTo>
                <a:cubicBezTo>
                  <a:pt x="153936" y="33848"/>
                  <a:pt x="158333" y="22351"/>
                  <a:pt x="167128" y="13411"/>
                </a:cubicBezTo>
                <a:cubicBezTo>
                  <a:pt x="175923" y="4470"/>
                  <a:pt x="187275" y="0"/>
                  <a:pt x="201186" y="0"/>
                </a:cubicBezTo>
                <a:cubicBezTo>
                  <a:pt x="209884" y="0"/>
                  <a:pt x="217165" y="1130"/>
                  <a:pt x="223028" y="3389"/>
                </a:cubicBezTo>
                <a:lnTo>
                  <a:pt x="223028" y="21710"/>
                </a:lnTo>
                <a:cubicBezTo>
                  <a:pt x="217012" y="18187"/>
                  <a:pt x="210191" y="16426"/>
                  <a:pt x="202565" y="16426"/>
                </a:cubicBezTo>
                <a:cubicBezTo>
                  <a:pt x="193866" y="16426"/>
                  <a:pt x="186911" y="19202"/>
                  <a:pt x="181699" y="24754"/>
                </a:cubicBezTo>
                <a:cubicBezTo>
                  <a:pt x="176488" y="30306"/>
                  <a:pt x="173882" y="37562"/>
                  <a:pt x="173882" y="46522"/>
                </a:cubicBezTo>
                <a:cubicBezTo>
                  <a:pt x="173882" y="55252"/>
                  <a:pt x="176354" y="62278"/>
                  <a:pt x="181297" y="67600"/>
                </a:cubicBezTo>
                <a:cubicBezTo>
                  <a:pt x="186240" y="72922"/>
                  <a:pt x="192927" y="75583"/>
                  <a:pt x="201358" y="75583"/>
                </a:cubicBezTo>
                <a:cubicBezTo>
                  <a:pt x="209290" y="75583"/>
                  <a:pt x="216514" y="73669"/>
                  <a:pt x="223028" y="69840"/>
                </a:cubicBezTo>
                <a:lnTo>
                  <a:pt x="223028" y="8724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Service">
            <a:extLst xmlns:a="http://schemas.openxmlformats.org/drawingml/2006/main">
              <a:ext uri="{FF2B5EF4-FFF2-40B4-BE49-F238E27FC236}">
                <a16:creationId xmlns:a16="http://schemas.microsoft.com/office/drawing/2014/main" id="{C02BDB8D-7829-42AE-B639-AAEEE621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93" y="1742980"/>
            <a:ext cx="416951" cy="95168"/>
          </a:xfrm>
          <a:custGeom xmlns:a="http://schemas.openxmlformats.org/drawingml/2006/main">
            <a:pathLst>
              <a:path w="416951" h="95168">
                <a:moveTo>
                  <a:pt x="345" y="71218"/>
                </a:moveTo>
                <a:cubicBezTo>
                  <a:pt x="7511" y="77153"/>
                  <a:pt x="15654" y="80120"/>
                  <a:pt x="24774" y="80120"/>
                </a:cubicBezTo>
                <a:cubicBezTo>
                  <a:pt x="29948" y="80120"/>
                  <a:pt x="33837" y="79230"/>
                  <a:pt x="36443" y="77450"/>
                </a:cubicBezTo>
                <a:cubicBezTo>
                  <a:pt x="39049" y="75669"/>
                  <a:pt x="40352" y="73382"/>
                  <a:pt x="40352" y="70586"/>
                </a:cubicBezTo>
                <a:cubicBezTo>
                  <a:pt x="40352" y="68174"/>
                  <a:pt x="39317" y="65896"/>
                  <a:pt x="37248" y="63752"/>
                </a:cubicBezTo>
                <a:cubicBezTo>
                  <a:pt x="35178" y="61608"/>
                  <a:pt x="29718" y="58698"/>
                  <a:pt x="20866" y="55022"/>
                </a:cubicBezTo>
                <a:cubicBezTo>
                  <a:pt x="6955" y="49125"/>
                  <a:pt x="0" y="40548"/>
                  <a:pt x="0" y="29291"/>
                </a:cubicBezTo>
                <a:cubicBezTo>
                  <a:pt x="0" y="21021"/>
                  <a:pt x="3152" y="14598"/>
                  <a:pt x="9456" y="10022"/>
                </a:cubicBezTo>
                <a:cubicBezTo>
                  <a:pt x="15759" y="5447"/>
                  <a:pt x="24104" y="3159"/>
                  <a:pt x="34489" y="3159"/>
                </a:cubicBezTo>
                <a:cubicBezTo>
                  <a:pt x="43187" y="3159"/>
                  <a:pt x="50487" y="4288"/>
                  <a:pt x="56389" y="6547"/>
                </a:cubicBezTo>
                <a:lnTo>
                  <a:pt x="56389" y="24352"/>
                </a:lnTo>
                <a:cubicBezTo>
                  <a:pt x="50411" y="20293"/>
                  <a:pt x="43417" y="18264"/>
                  <a:pt x="35408" y="18264"/>
                </a:cubicBezTo>
                <a:cubicBezTo>
                  <a:pt x="30733" y="18264"/>
                  <a:pt x="26997" y="19116"/>
                  <a:pt x="24199" y="20820"/>
                </a:cubicBezTo>
                <a:cubicBezTo>
                  <a:pt x="21402" y="22524"/>
                  <a:pt x="20003" y="24812"/>
                  <a:pt x="20003" y="27683"/>
                </a:cubicBezTo>
                <a:cubicBezTo>
                  <a:pt x="20003" y="29981"/>
                  <a:pt x="20961" y="32096"/>
                  <a:pt x="22877" y="34030"/>
                </a:cubicBezTo>
                <a:cubicBezTo>
                  <a:pt x="24793" y="35963"/>
                  <a:pt x="29526" y="38577"/>
                  <a:pt x="37075" y="41869"/>
                </a:cubicBezTo>
                <a:cubicBezTo>
                  <a:pt x="45927" y="45660"/>
                  <a:pt x="52011" y="49661"/>
                  <a:pt x="55325" y="53873"/>
                </a:cubicBezTo>
                <a:cubicBezTo>
                  <a:pt x="58640" y="58085"/>
                  <a:pt x="60297" y="63101"/>
                  <a:pt x="60297" y="68921"/>
                </a:cubicBezTo>
                <a:cubicBezTo>
                  <a:pt x="60297" y="77459"/>
                  <a:pt x="57270" y="83969"/>
                  <a:pt x="51216" y="88448"/>
                </a:cubicBezTo>
                <a:cubicBezTo>
                  <a:pt x="45161" y="92928"/>
                  <a:pt x="36558" y="95168"/>
                  <a:pt x="25407" y="95168"/>
                </a:cubicBezTo>
                <a:cubicBezTo>
                  <a:pt x="15213" y="95168"/>
                  <a:pt x="6859" y="93522"/>
                  <a:pt x="345" y="90229"/>
                </a:cubicBezTo>
                <a:lnTo>
                  <a:pt x="345" y="71218"/>
                </a:lnTo>
                <a:close/>
                <a:moveTo>
                  <a:pt x="129901" y="67083"/>
                </a:moveTo>
                <a:lnTo>
                  <a:pt x="88055" y="67083"/>
                </a:lnTo>
                <a:cubicBezTo>
                  <a:pt x="88706" y="76923"/>
                  <a:pt x="94646" y="81844"/>
                  <a:pt x="105874" y="81844"/>
                </a:cubicBezTo>
                <a:cubicBezTo>
                  <a:pt x="112887" y="81844"/>
                  <a:pt x="119075" y="80120"/>
                  <a:pt x="124440" y="76674"/>
                </a:cubicBezTo>
                <a:lnTo>
                  <a:pt x="124440" y="90286"/>
                </a:lnTo>
                <a:cubicBezTo>
                  <a:pt x="118654" y="93541"/>
                  <a:pt x="111066" y="95168"/>
                  <a:pt x="101678" y="95168"/>
                </a:cubicBezTo>
                <a:cubicBezTo>
                  <a:pt x="91561" y="95168"/>
                  <a:pt x="83696" y="92316"/>
                  <a:pt x="78082" y="86611"/>
                </a:cubicBezTo>
                <a:cubicBezTo>
                  <a:pt x="72468" y="80905"/>
                  <a:pt x="69661" y="72960"/>
                  <a:pt x="69661" y="62775"/>
                </a:cubicBezTo>
                <a:cubicBezTo>
                  <a:pt x="69661" y="52629"/>
                  <a:pt x="72650" y="44387"/>
                  <a:pt x="78628" y="38050"/>
                </a:cubicBezTo>
                <a:cubicBezTo>
                  <a:pt x="84606" y="31713"/>
                  <a:pt x="92117" y="28545"/>
                  <a:pt x="101161" y="28545"/>
                </a:cubicBezTo>
                <a:cubicBezTo>
                  <a:pt x="110166" y="28545"/>
                  <a:pt x="117207" y="31273"/>
                  <a:pt x="122285" y="36729"/>
                </a:cubicBezTo>
                <a:cubicBezTo>
                  <a:pt x="127362" y="42185"/>
                  <a:pt x="129901" y="49680"/>
                  <a:pt x="129901" y="59215"/>
                </a:cubicBezTo>
                <a:lnTo>
                  <a:pt x="129901" y="67083"/>
                </a:lnTo>
                <a:moveTo>
                  <a:pt x="112599" y="55481"/>
                </a:moveTo>
                <a:cubicBezTo>
                  <a:pt x="112599" y="45986"/>
                  <a:pt x="108748" y="41238"/>
                  <a:pt x="101046" y="41238"/>
                </a:cubicBezTo>
                <a:cubicBezTo>
                  <a:pt x="97865" y="41238"/>
                  <a:pt x="95048" y="42539"/>
                  <a:pt x="92596" y="45143"/>
                </a:cubicBezTo>
                <a:cubicBezTo>
                  <a:pt x="90143" y="47747"/>
                  <a:pt x="88611" y="51193"/>
                  <a:pt x="87997" y="55481"/>
                </a:cubicBezTo>
                <a:lnTo>
                  <a:pt x="112599" y="55481"/>
                </a:lnTo>
                <a:close/>
                <a:moveTo>
                  <a:pt x="182492" y="46924"/>
                </a:moveTo>
                <a:cubicBezTo>
                  <a:pt x="180231" y="45622"/>
                  <a:pt x="177491" y="44971"/>
                  <a:pt x="174273" y="44971"/>
                </a:cubicBezTo>
                <a:cubicBezTo>
                  <a:pt x="170057" y="44971"/>
                  <a:pt x="166714" y="46579"/>
                  <a:pt x="164242" y="49795"/>
                </a:cubicBezTo>
                <a:cubicBezTo>
                  <a:pt x="161770" y="53012"/>
                  <a:pt x="160535" y="57434"/>
                  <a:pt x="160535" y="63063"/>
                </a:cubicBezTo>
                <a:lnTo>
                  <a:pt x="160535" y="93618"/>
                </a:lnTo>
                <a:lnTo>
                  <a:pt x="141968" y="93618"/>
                </a:lnTo>
                <a:lnTo>
                  <a:pt x="141968" y="30095"/>
                </a:lnTo>
                <a:lnTo>
                  <a:pt x="160535" y="30095"/>
                </a:lnTo>
                <a:lnTo>
                  <a:pt x="160535" y="42042"/>
                </a:lnTo>
                <a:lnTo>
                  <a:pt x="160765" y="42042"/>
                </a:lnTo>
                <a:cubicBezTo>
                  <a:pt x="163830" y="33350"/>
                  <a:pt x="169406" y="29004"/>
                  <a:pt x="177491" y="29004"/>
                </a:cubicBezTo>
                <a:cubicBezTo>
                  <a:pt x="179676" y="29004"/>
                  <a:pt x="181343" y="29253"/>
                  <a:pt x="182492" y="29751"/>
                </a:cubicBezTo>
                <a:lnTo>
                  <a:pt x="182492" y="46924"/>
                </a:lnTo>
                <a:close/>
                <a:moveTo>
                  <a:pt x="256250" y="30095"/>
                </a:moveTo>
                <a:lnTo>
                  <a:pt x="232395" y="93618"/>
                </a:lnTo>
                <a:lnTo>
                  <a:pt x="211415" y="93618"/>
                </a:lnTo>
                <a:lnTo>
                  <a:pt x="188710" y="30095"/>
                </a:lnTo>
                <a:lnTo>
                  <a:pt x="208598" y="30095"/>
                </a:lnTo>
                <a:lnTo>
                  <a:pt x="220267" y="70070"/>
                </a:lnTo>
                <a:cubicBezTo>
                  <a:pt x="221532" y="74435"/>
                  <a:pt x="222240" y="78091"/>
                  <a:pt x="222394" y="81039"/>
                </a:cubicBezTo>
                <a:lnTo>
                  <a:pt x="222681" y="81039"/>
                </a:lnTo>
                <a:cubicBezTo>
                  <a:pt x="222988" y="78015"/>
                  <a:pt x="223735" y="74473"/>
                  <a:pt x="224923" y="70414"/>
                </a:cubicBezTo>
                <a:lnTo>
                  <a:pt x="236821" y="30095"/>
                </a:lnTo>
                <a:lnTo>
                  <a:pt x="256250" y="30095"/>
                </a:lnTo>
                <a:close/>
                <a:moveTo>
                  <a:pt x="263130" y="9591"/>
                </a:moveTo>
                <a:cubicBezTo>
                  <a:pt x="263130" y="6758"/>
                  <a:pt x="264136" y="4451"/>
                  <a:pt x="266148" y="2671"/>
                </a:cubicBezTo>
                <a:cubicBezTo>
                  <a:pt x="268160" y="890"/>
                  <a:pt x="270737" y="0"/>
                  <a:pt x="273879" y="0"/>
                </a:cubicBezTo>
                <a:cubicBezTo>
                  <a:pt x="277098" y="0"/>
                  <a:pt x="279704" y="909"/>
                  <a:pt x="281697" y="2728"/>
                </a:cubicBezTo>
                <a:cubicBezTo>
                  <a:pt x="283689" y="4547"/>
                  <a:pt x="284686" y="6835"/>
                  <a:pt x="284686" y="9591"/>
                </a:cubicBezTo>
                <a:cubicBezTo>
                  <a:pt x="284686" y="12387"/>
                  <a:pt x="283670" y="14713"/>
                  <a:pt x="281639" y="16570"/>
                </a:cubicBezTo>
                <a:cubicBezTo>
                  <a:pt x="279608" y="18427"/>
                  <a:pt x="277021" y="19355"/>
                  <a:pt x="273879" y="19355"/>
                </a:cubicBezTo>
                <a:cubicBezTo>
                  <a:pt x="270775" y="19355"/>
                  <a:pt x="268208" y="18417"/>
                  <a:pt x="266177" y="16541"/>
                </a:cubicBezTo>
                <a:cubicBezTo>
                  <a:pt x="264146" y="14665"/>
                  <a:pt x="263130" y="12348"/>
                  <a:pt x="263130" y="9591"/>
                </a:cubicBezTo>
                <a:moveTo>
                  <a:pt x="264510" y="93618"/>
                </a:moveTo>
                <a:lnTo>
                  <a:pt x="264510" y="30095"/>
                </a:lnTo>
                <a:lnTo>
                  <a:pt x="283019" y="30095"/>
                </a:lnTo>
                <a:lnTo>
                  <a:pt x="283019" y="93618"/>
                </a:lnTo>
                <a:lnTo>
                  <a:pt x="264510" y="93618"/>
                </a:lnTo>
                <a:close/>
                <a:moveTo>
                  <a:pt x="347294" y="91263"/>
                </a:moveTo>
                <a:cubicBezTo>
                  <a:pt x="342849" y="93866"/>
                  <a:pt x="336526" y="95168"/>
                  <a:pt x="328326" y="95168"/>
                </a:cubicBezTo>
                <a:cubicBezTo>
                  <a:pt x="318630" y="95168"/>
                  <a:pt x="310794" y="92220"/>
                  <a:pt x="304816" y="86323"/>
                </a:cubicBezTo>
                <a:cubicBezTo>
                  <a:pt x="298838" y="80427"/>
                  <a:pt x="295849" y="72788"/>
                  <a:pt x="295849" y="63407"/>
                </a:cubicBezTo>
                <a:cubicBezTo>
                  <a:pt x="295849" y="52610"/>
                  <a:pt x="299068" y="44100"/>
                  <a:pt x="305506" y="37878"/>
                </a:cubicBezTo>
                <a:cubicBezTo>
                  <a:pt x="311943" y="31656"/>
                  <a:pt x="320527" y="28545"/>
                  <a:pt x="331257" y="28545"/>
                </a:cubicBezTo>
                <a:cubicBezTo>
                  <a:pt x="338500" y="28545"/>
                  <a:pt x="343865" y="29540"/>
                  <a:pt x="347352" y="31531"/>
                </a:cubicBezTo>
                <a:lnTo>
                  <a:pt x="347352" y="47441"/>
                </a:lnTo>
                <a:cubicBezTo>
                  <a:pt x="343098" y="44339"/>
                  <a:pt x="338461" y="42788"/>
                  <a:pt x="333441" y="42788"/>
                </a:cubicBezTo>
                <a:cubicBezTo>
                  <a:pt x="327770" y="42788"/>
                  <a:pt x="323219" y="44511"/>
                  <a:pt x="319790" y="47957"/>
                </a:cubicBezTo>
                <a:cubicBezTo>
                  <a:pt x="316360" y="51403"/>
                  <a:pt x="314645" y="56132"/>
                  <a:pt x="314645" y="62144"/>
                </a:cubicBezTo>
                <a:cubicBezTo>
                  <a:pt x="314645" y="67964"/>
                  <a:pt x="316274" y="72549"/>
                  <a:pt x="319531" y="75899"/>
                </a:cubicBezTo>
                <a:cubicBezTo>
                  <a:pt x="322788" y="79249"/>
                  <a:pt x="327214" y="80925"/>
                  <a:pt x="332809" y="80925"/>
                </a:cubicBezTo>
                <a:cubicBezTo>
                  <a:pt x="337752" y="80925"/>
                  <a:pt x="342581" y="79355"/>
                  <a:pt x="347294" y="76215"/>
                </a:cubicBezTo>
                <a:lnTo>
                  <a:pt x="347294" y="91263"/>
                </a:lnTo>
                <a:close/>
                <a:moveTo>
                  <a:pt x="416951" y="67083"/>
                </a:moveTo>
                <a:lnTo>
                  <a:pt x="375104" y="67083"/>
                </a:lnTo>
                <a:cubicBezTo>
                  <a:pt x="375756" y="76923"/>
                  <a:pt x="381696" y="81844"/>
                  <a:pt x="392924" y="81844"/>
                </a:cubicBezTo>
                <a:cubicBezTo>
                  <a:pt x="399936" y="81844"/>
                  <a:pt x="406125" y="80120"/>
                  <a:pt x="411490" y="76674"/>
                </a:cubicBezTo>
                <a:lnTo>
                  <a:pt x="411490" y="90286"/>
                </a:lnTo>
                <a:cubicBezTo>
                  <a:pt x="405703" y="93541"/>
                  <a:pt x="398116" y="95168"/>
                  <a:pt x="388727" y="95168"/>
                </a:cubicBezTo>
                <a:cubicBezTo>
                  <a:pt x="378611" y="95168"/>
                  <a:pt x="370745" y="92316"/>
                  <a:pt x="365132" y="86611"/>
                </a:cubicBezTo>
                <a:cubicBezTo>
                  <a:pt x="359518" y="80905"/>
                  <a:pt x="356711" y="72960"/>
                  <a:pt x="356711" y="62775"/>
                </a:cubicBezTo>
                <a:cubicBezTo>
                  <a:pt x="356711" y="52629"/>
                  <a:pt x="359700" y="44387"/>
                  <a:pt x="365678" y="38050"/>
                </a:cubicBezTo>
                <a:cubicBezTo>
                  <a:pt x="371656" y="31713"/>
                  <a:pt x="379166" y="28545"/>
                  <a:pt x="388210" y="28545"/>
                </a:cubicBezTo>
                <a:cubicBezTo>
                  <a:pt x="397215" y="28545"/>
                  <a:pt x="404257" y="31273"/>
                  <a:pt x="409334" y="36729"/>
                </a:cubicBezTo>
                <a:cubicBezTo>
                  <a:pt x="414412" y="42185"/>
                  <a:pt x="416951" y="49680"/>
                  <a:pt x="416951" y="59215"/>
                </a:cubicBezTo>
                <a:lnTo>
                  <a:pt x="416951" y="67083"/>
                </a:lnTo>
                <a:moveTo>
                  <a:pt x="399649" y="55481"/>
                </a:moveTo>
                <a:cubicBezTo>
                  <a:pt x="399649" y="45986"/>
                  <a:pt x="395798" y="41238"/>
                  <a:pt x="388095" y="41238"/>
                </a:cubicBezTo>
                <a:cubicBezTo>
                  <a:pt x="384915" y="41238"/>
                  <a:pt x="382098" y="42539"/>
                  <a:pt x="379645" y="45143"/>
                </a:cubicBezTo>
                <a:cubicBezTo>
                  <a:pt x="377193" y="47747"/>
                  <a:pt x="375660" y="51193"/>
                  <a:pt x="375047" y="55481"/>
                </a:cubicBezTo>
                <a:lnTo>
                  <a:pt x="399649" y="5548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7E596-7B80-4AEF-936D-68D1A7EF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746" y="455104"/>
            <a:ext cx="1725961" cy="280339"/>
          </a:xfrm>
          <a:custGeom xmlns:a="http://schemas.openxmlformats.org/drawingml/2006/main">
            <a:pathLst>
              <a:path w="1725961" h="280339">
                <a:moveTo>
                  <a:pt x="0" y="0"/>
                </a:moveTo>
                <a:lnTo>
                  <a:pt x="1725961" y="0"/>
                </a:lnTo>
                <a:lnTo>
                  <a:pt x="1725961" y="280339"/>
                </a:lnTo>
                <a:lnTo>
                  <a:pt x="0" y="280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2EF3E-30BD-4F30-9533-6A66F3CE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8" y="447262"/>
            <a:ext cx="1741657" cy="296023"/>
          </a:xfrm>
          <a:custGeom xmlns:a="http://schemas.openxmlformats.org/drawingml/2006/main">
            <a:pathLst>
              <a:path w="1741657" h="296023">
                <a:moveTo>
                  <a:pt x="133417" y="0"/>
                </a:moveTo>
                <a:lnTo>
                  <a:pt x="211898" y="0"/>
                </a:lnTo>
                <a:lnTo>
                  <a:pt x="211898" y="15683"/>
                </a:lnTo>
                <a:lnTo>
                  <a:pt x="133417" y="15683"/>
                </a:lnTo>
                <a:lnTo>
                  <a:pt x="133417" y="0"/>
                </a:lnTo>
                <a:close/>
                <a:moveTo>
                  <a:pt x="258986" y="0"/>
                </a:moveTo>
                <a:lnTo>
                  <a:pt x="337467" y="0"/>
                </a:lnTo>
                <a:lnTo>
                  <a:pt x="337467" y="15683"/>
                </a:lnTo>
                <a:lnTo>
                  <a:pt x="258986" y="15683"/>
                </a:lnTo>
                <a:lnTo>
                  <a:pt x="258986" y="0"/>
                </a:lnTo>
                <a:close/>
                <a:moveTo>
                  <a:pt x="384555" y="0"/>
                </a:moveTo>
                <a:lnTo>
                  <a:pt x="463036" y="0"/>
                </a:lnTo>
                <a:lnTo>
                  <a:pt x="463036" y="15683"/>
                </a:lnTo>
                <a:lnTo>
                  <a:pt x="384555" y="15683"/>
                </a:lnTo>
                <a:lnTo>
                  <a:pt x="384555" y="0"/>
                </a:lnTo>
                <a:close/>
                <a:moveTo>
                  <a:pt x="510124" y="0"/>
                </a:moveTo>
                <a:lnTo>
                  <a:pt x="588605" y="0"/>
                </a:lnTo>
                <a:lnTo>
                  <a:pt x="588605" y="15683"/>
                </a:lnTo>
                <a:lnTo>
                  <a:pt x="510124" y="15683"/>
                </a:lnTo>
                <a:lnTo>
                  <a:pt x="510124" y="0"/>
                </a:lnTo>
                <a:close/>
                <a:moveTo>
                  <a:pt x="635693" y="0"/>
                </a:moveTo>
                <a:lnTo>
                  <a:pt x="714174" y="0"/>
                </a:lnTo>
                <a:lnTo>
                  <a:pt x="714174" y="15683"/>
                </a:lnTo>
                <a:lnTo>
                  <a:pt x="635693" y="15683"/>
                </a:lnTo>
                <a:lnTo>
                  <a:pt x="635693" y="0"/>
                </a:lnTo>
                <a:close/>
                <a:moveTo>
                  <a:pt x="761262" y="0"/>
                </a:moveTo>
                <a:lnTo>
                  <a:pt x="839743" y="0"/>
                </a:lnTo>
                <a:lnTo>
                  <a:pt x="839743" y="15683"/>
                </a:lnTo>
                <a:lnTo>
                  <a:pt x="761262" y="15683"/>
                </a:lnTo>
                <a:lnTo>
                  <a:pt x="761262" y="0"/>
                </a:lnTo>
                <a:close/>
                <a:moveTo>
                  <a:pt x="886831" y="0"/>
                </a:moveTo>
                <a:lnTo>
                  <a:pt x="965312" y="0"/>
                </a:lnTo>
                <a:lnTo>
                  <a:pt x="965312" y="15683"/>
                </a:lnTo>
                <a:lnTo>
                  <a:pt x="886831" y="15683"/>
                </a:lnTo>
                <a:lnTo>
                  <a:pt x="886831" y="0"/>
                </a:lnTo>
                <a:close/>
                <a:moveTo>
                  <a:pt x="1012400" y="0"/>
                </a:moveTo>
                <a:lnTo>
                  <a:pt x="1090881" y="0"/>
                </a:lnTo>
                <a:lnTo>
                  <a:pt x="1090881" y="15683"/>
                </a:lnTo>
                <a:lnTo>
                  <a:pt x="1012400" y="15683"/>
                </a:lnTo>
                <a:lnTo>
                  <a:pt x="1012400" y="0"/>
                </a:lnTo>
                <a:close/>
                <a:moveTo>
                  <a:pt x="1137969" y="0"/>
                </a:moveTo>
                <a:lnTo>
                  <a:pt x="1216450" y="0"/>
                </a:lnTo>
                <a:lnTo>
                  <a:pt x="1216450" y="15683"/>
                </a:lnTo>
                <a:lnTo>
                  <a:pt x="1137969" y="15683"/>
                </a:lnTo>
                <a:lnTo>
                  <a:pt x="1137969" y="0"/>
                </a:lnTo>
                <a:close/>
                <a:moveTo>
                  <a:pt x="1263538" y="0"/>
                </a:moveTo>
                <a:lnTo>
                  <a:pt x="1342019" y="0"/>
                </a:lnTo>
                <a:lnTo>
                  <a:pt x="1342019" y="15683"/>
                </a:lnTo>
                <a:lnTo>
                  <a:pt x="1263538" y="15683"/>
                </a:lnTo>
                <a:lnTo>
                  <a:pt x="1263538" y="0"/>
                </a:lnTo>
                <a:close/>
                <a:moveTo>
                  <a:pt x="1389107" y="0"/>
                </a:moveTo>
                <a:lnTo>
                  <a:pt x="1467588" y="0"/>
                </a:lnTo>
                <a:lnTo>
                  <a:pt x="1467588" y="15683"/>
                </a:lnTo>
                <a:lnTo>
                  <a:pt x="1389107" y="15683"/>
                </a:lnTo>
                <a:lnTo>
                  <a:pt x="1389107" y="0"/>
                </a:lnTo>
                <a:close/>
                <a:moveTo>
                  <a:pt x="1514676" y="0"/>
                </a:moveTo>
                <a:lnTo>
                  <a:pt x="1593157" y="0"/>
                </a:lnTo>
                <a:lnTo>
                  <a:pt x="1593157" y="15683"/>
                </a:lnTo>
                <a:lnTo>
                  <a:pt x="1514676" y="15683"/>
                </a:lnTo>
                <a:lnTo>
                  <a:pt x="1514676" y="0"/>
                </a:lnTo>
                <a:close/>
                <a:moveTo>
                  <a:pt x="1640245" y="0"/>
                </a:moveTo>
                <a:lnTo>
                  <a:pt x="1718726" y="0"/>
                </a:lnTo>
                <a:lnTo>
                  <a:pt x="1718726" y="15683"/>
                </a:lnTo>
                <a:lnTo>
                  <a:pt x="1640245" y="15683"/>
                </a:lnTo>
                <a:lnTo>
                  <a:pt x="1640245" y="0"/>
                </a:lnTo>
                <a:close/>
                <a:moveTo>
                  <a:pt x="1741657" y="39821"/>
                </a:moveTo>
                <a:lnTo>
                  <a:pt x="1741657" y="118238"/>
                </a:lnTo>
                <a:lnTo>
                  <a:pt x="1725961" y="118238"/>
                </a:lnTo>
                <a:lnTo>
                  <a:pt x="1725961" y="39821"/>
                </a:lnTo>
                <a:lnTo>
                  <a:pt x="1741657" y="39821"/>
                </a:lnTo>
                <a:close/>
                <a:moveTo>
                  <a:pt x="1741657" y="165288"/>
                </a:moveTo>
                <a:lnTo>
                  <a:pt x="1741657" y="243704"/>
                </a:lnTo>
                <a:lnTo>
                  <a:pt x="1725961" y="243704"/>
                </a:lnTo>
                <a:lnTo>
                  <a:pt x="1725961" y="165288"/>
                </a:lnTo>
                <a:lnTo>
                  <a:pt x="1741657" y="165288"/>
                </a:lnTo>
                <a:close/>
                <a:moveTo>
                  <a:pt x="1731233" y="296023"/>
                </a:moveTo>
                <a:lnTo>
                  <a:pt x="1652753" y="296023"/>
                </a:lnTo>
                <a:lnTo>
                  <a:pt x="1652753" y="280339"/>
                </a:lnTo>
                <a:lnTo>
                  <a:pt x="1731233" y="280339"/>
                </a:lnTo>
                <a:lnTo>
                  <a:pt x="1731233" y="296023"/>
                </a:lnTo>
                <a:close/>
                <a:moveTo>
                  <a:pt x="1605664" y="296023"/>
                </a:moveTo>
                <a:lnTo>
                  <a:pt x="1527184" y="296023"/>
                </a:lnTo>
                <a:lnTo>
                  <a:pt x="1527184" y="280339"/>
                </a:lnTo>
                <a:lnTo>
                  <a:pt x="1605664" y="280339"/>
                </a:lnTo>
                <a:lnTo>
                  <a:pt x="1605664" y="296023"/>
                </a:lnTo>
                <a:close/>
                <a:moveTo>
                  <a:pt x="1480095" y="296023"/>
                </a:moveTo>
                <a:lnTo>
                  <a:pt x="1401615" y="296023"/>
                </a:lnTo>
                <a:lnTo>
                  <a:pt x="1401615" y="280339"/>
                </a:lnTo>
                <a:lnTo>
                  <a:pt x="1480095" y="280339"/>
                </a:lnTo>
                <a:lnTo>
                  <a:pt x="1480095" y="296023"/>
                </a:lnTo>
                <a:close/>
                <a:moveTo>
                  <a:pt x="1354526" y="296023"/>
                </a:moveTo>
                <a:lnTo>
                  <a:pt x="1276046" y="296023"/>
                </a:lnTo>
                <a:lnTo>
                  <a:pt x="1276046" y="280339"/>
                </a:lnTo>
                <a:lnTo>
                  <a:pt x="1354526" y="280339"/>
                </a:lnTo>
                <a:lnTo>
                  <a:pt x="1354526" y="296023"/>
                </a:lnTo>
                <a:close/>
                <a:moveTo>
                  <a:pt x="1228957" y="296023"/>
                </a:moveTo>
                <a:lnTo>
                  <a:pt x="1150477" y="296023"/>
                </a:lnTo>
                <a:lnTo>
                  <a:pt x="1150477" y="280339"/>
                </a:lnTo>
                <a:lnTo>
                  <a:pt x="1228957" y="280339"/>
                </a:lnTo>
                <a:lnTo>
                  <a:pt x="1228957" y="296023"/>
                </a:lnTo>
                <a:close/>
                <a:moveTo>
                  <a:pt x="1103388" y="296023"/>
                </a:moveTo>
                <a:lnTo>
                  <a:pt x="1024908" y="296023"/>
                </a:lnTo>
                <a:lnTo>
                  <a:pt x="1024908" y="280339"/>
                </a:lnTo>
                <a:lnTo>
                  <a:pt x="1103388" y="280339"/>
                </a:lnTo>
                <a:lnTo>
                  <a:pt x="1103388" y="296023"/>
                </a:lnTo>
                <a:close/>
                <a:moveTo>
                  <a:pt x="977819" y="296023"/>
                </a:moveTo>
                <a:lnTo>
                  <a:pt x="899339" y="296023"/>
                </a:lnTo>
                <a:lnTo>
                  <a:pt x="899339" y="280339"/>
                </a:lnTo>
                <a:lnTo>
                  <a:pt x="977819" y="280339"/>
                </a:lnTo>
                <a:lnTo>
                  <a:pt x="977819" y="296023"/>
                </a:lnTo>
                <a:close/>
                <a:moveTo>
                  <a:pt x="852250" y="296023"/>
                </a:moveTo>
                <a:lnTo>
                  <a:pt x="773770" y="296023"/>
                </a:lnTo>
                <a:lnTo>
                  <a:pt x="773770" y="280339"/>
                </a:lnTo>
                <a:lnTo>
                  <a:pt x="852250" y="280339"/>
                </a:lnTo>
                <a:lnTo>
                  <a:pt x="852250" y="296023"/>
                </a:lnTo>
                <a:close/>
                <a:moveTo>
                  <a:pt x="726681" y="296023"/>
                </a:moveTo>
                <a:lnTo>
                  <a:pt x="648201" y="296023"/>
                </a:lnTo>
                <a:lnTo>
                  <a:pt x="648201" y="280339"/>
                </a:lnTo>
                <a:lnTo>
                  <a:pt x="726681" y="280339"/>
                </a:lnTo>
                <a:lnTo>
                  <a:pt x="726681" y="296023"/>
                </a:lnTo>
                <a:close/>
                <a:moveTo>
                  <a:pt x="601113" y="296023"/>
                </a:moveTo>
                <a:lnTo>
                  <a:pt x="522632" y="296023"/>
                </a:lnTo>
                <a:lnTo>
                  <a:pt x="522632" y="280339"/>
                </a:lnTo>
                <a:lnTo>
                  <a:pt x="601113" y="280339"/>
                </a:lnTo>
                <a:lnTo>
                  <a:pt x="601113" y="296023"/>
                </a:lnTo>
                <a:close/>
                <a:moveTo>
                  <a:pt x="475544" y="296023"/>
                </a:moveTo>
                <a:lnTo>
                  <a:pt x="397063" y="296023"/>
                </a:lnTo>
                <a:lnTo>
                  <a:pt x="397063" y="280339"/>
                </a:lnTo>
                <a:lnTo>
                  <a:pt x="475544" y="280339"/>
                </a:lnTo>
                <a:lnTo>
                  <a:pt x="475544" y="296023"/>
                </a:lnTo>
                <a:close/>
                <a:moveTo>
                  <a:pt x="349975" y="296023"/>
                </a:moveTo>
                <a:lnTo>
                  <a:pt x="271494" y="296023"/>
                </a:lnTo>
                <a:lnTo>
                  <a:pt x="271494" y="280339"/>
                </a:lnTo>
                <a:lnTo>
                  <a:pt x="349975" y="280339"/>
                </a:lnTo>
                <a:lnTo>
                  <a:pt x="349975" y="296023"/>
                </a:lnTo>
                <a:close/>
                <a:moveTo>
                  <a:pt x="224406" y="296023"/>
                </a:moveTo>
                <a:lnTo>
                  <a:pt x="145925" y="296023"/>
                </a:lnTo>
                <a:lnTo>
                  <a:pt x="145925" y="280339"/>
                </a:lnTo>
                <a:lnTo>
                  <a:pt x="224406" y="280339"/>
                </a:lnTo>
                <a:lnTo>
                  <a:pt x="224406" y="296023"/>
                </a:lnTo>
                <a:close/>
                <a:moveTo>
                  <a:pt x="98837" y="296023"/>
                </a:moveTo>
                <a:lnTo>
                  <a:pt x="20356" y="296023"/>
                </a:lnTo>
                <a:lnTo>
                  <a:pt x="20356" y="280339"/>
                </a:lnTo>
                <a:lnTo>
                  <a:pt x="98837" y="280339"/>
                </a:lnTo>
                <a:lnTo>
                  <a:pt x="98837" y="296023"/>
                </a:lnTo>
                <a:close/>
                <a:moveTo>
                  <a:pt x="0" y="253629"/>
                </a:moveTo>
                <a:lnTo>
                  <a:pt x="0" y="175212"/>
                </a:lnTo>
                <a:lnTo>
                  <a:pt x="15696" y="175212"/>
                </a:lnTo>
                <a:lnTo>
                  <a:pt x="15696" y="253629"/>
                </a:lnTo>
                <a:lnTo>
                  <a:pt x="0" y="253629"/>
                </a:lnTo>
                <a:close/>
                <a:moveTo>
                  <a:pt x="0" y="128162"/>
                </a:moveTo>
                <a:lnTo>
                  <a:pt x="0" y="49746"/>
                </a:lnTo>
                <a:lnTo>
                  <a:pt x="15696" y="49746"/>
                </a:lnTo>
                <a:lnTo>
                  <a:pt x="15696" y="128162"/>
                </a:lnTo>
                <a:lnTo>
                  <a:pt x="0" y="128162"/>
                </a:lnTo>
                <a:close/>
                <a:moveTo>
                  <a:pt x="7848" y="0"/>
                </a:moveTo>
                <a:lnTo>
                  <a:pt x="86329" y="0"/>
                </a:lnTo>
                <a:lnTo>
                  <a:pt x="86329" y="15683"/>
                </a:lnTo>
                <a:lnTo>
                  <a:pt x="7848" y="15683"/>
                </a:lnTo>
                <a:lnTo>
                  <a:pt x="7848" y="0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1251F-7E4C-4B51-A38C-830A6FE6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544" y="51685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C5A33-884C-4AB0-966C-53752B3F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544" y="51685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69882-A47B-4A1B-ACEB-366CAF7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812" y="51685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FE8F3-B6AF-41C7-8A23-5FE5F59A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812" y="51685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08F7E-1008-4543-A327-BBB8C40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678" y="51685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77351-27C4-44B7-9D5D-D9D8F7DF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678" y="51685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DF81F-F6BE-481A-9D42-200AAFB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353" y="595273"/>
            <a:ext cx="251628" cy="10"/>
          </a:xfrm>
          <a:custGeom xmlns:a="http://schemas.openxmlformats.org/drawingml/2006/main">
            <a:pathLst>
              <a:path w="251628" h="1" fill="none">
                <a:moveTo>
                  <a:pt x="0" y="0"/>
                </a:moveTo>
                <a:lnTo>
                  <a:pt x="129738" y="0"/>
                </a:lnTo>
                <a:lnTo>
                  <a:pt x="25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F0304-952D-48BA-A2F4-E232BF6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653" y="532540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981E6-0310-47DC-ADCC-751ED6DE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487" y="595273"/>
            <a:ext cx="251628" cy="10"/>
          </a:xfrm>
          <a:custGeom xmlns:a="http://schemas.openxmlformats.org/drawingml/2006/main">
            <a:pathLst>
              <a:path w="251628" h="1" fill="none">
                <a:moveTo>
                  <a:pt x="0" y="0"/>
                </a:moveTo>
                <a:lnTo>
                  <a:pt x="129738" y="0"/>
                </a:lnTo>
                <a:lnTo>
                  <a:pt x="25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ED9F6-9C50-4F4D-8520-30B235DB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787" y="532540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064D0-9088-4046-88E2-C5E909F1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46" y="51685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D8632-F7FC-41B5-B8AF-06FF0BE0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46" y="51685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58515-04F0-41FA-AFEF-9EA442BE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621" y="595273"/>
            <a:ext cx="251628" cy="10"/>
          </a:xfrm>
          <a:custGeom xmlns:a="http://schemas.openxmlformats.org/drawingml/2006/main">
            <a:pathLst>
              <a:path w="251628" h="1" fill="none">
                <a:moveTo>
                  <a:pt x="0" y="0"/>
                </a:moveTo>
                <a:lnTo>
                  <a:pt x="129738" y="0"/>
                </a:lnTo>
                <a:lnTo>
                  <a:pt x="251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31B5B-EDEB-4E7C-B83B-8A27BFCC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921" y="532540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315A0-1F1C-45DE-96A0-EE0A5BF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96" y="601966"/>
            <a:ext cx="277619" cy="454342"/>
          </a:xfrm>
          <a:custGeom xmlns:a="http://schemas.openxmlformats.org/drawingml/2006/main">
            <a:pathLst>
              <a:path w="277619" h="454342" fill="none">
                <a:moveTo>
                  <a:pt x="0" y="0"/>
                </a:moveTo>
                <a:lnTo>
                  <a:pt x="277619" y="454342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1DB56-7CB4-41BC-957E-CF495E6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044" y="949997"/>
            <a:ext cx="107173" cy="99618"/>
          </a:xfrm>
          <a:custGeom xmlns:a="http://schemas.openxmlformats.org/drawingml/2006/main">
            <a:pathLst>
              <a:path w="107173" h="99618" fill="none">
                <a:moveTo>
                  <a:pt x="107173" y="0"/>
                </a:moveTo>
                <a:lnTo>
                  <a:pt x="94482" y="99618"/>
                </a:lnTo>
                <a:lnTo>
                  <a:pt x="0" y="65379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1D949-C961-4FB2-813A-4530CD99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727" y="763673"/>
            <a:ext cx="10" cy="158009"/>
          </a:xfrm>
          <a:custGeom xmlns:a="http://schemas.openxmlformats.org/drawingml/2006/main">
            <a:pathLst>
              <a:path w="1" h="158009" fill="none">
                <a:moveTo>
                  <a:pt x="0" y="158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49359-B64F-434D-85D6-A20E7746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86" y="779357"/>
            <a:ext cx="78481" cy="101942"/>
          </a:xfrm>
          <a:custGeom xmlns:a="http://schemas.openxmlformats.org/drawingml/2006/main">
            <a:pathLst>
              <a:path w="78481" h="101942">
                <a:moveTo>
                  <a:pt x="0" y="101942"/>
                </a:moveTo>
                <a:lnTo>
                  <a:pt x="39240" y="0"/>
                </a:lnTo>
                <a:lnTo>
                  <a:pt x="78481" y="101942"/>
                </a:lnTo>
                <a:lnTo>
                  <a:pt x="0" y="1019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487FB-BBE5-4570-AD27-E55B5FC0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86" y="779357"/>
            <a:ext cx="78481" cy="101942"/>
          </a:xfrm>
          <a:custGeom xmlns:a="http://schemas.openxmlformats.org/drawingml/2006/main">
            <a:pathLst>
              <a:path w="78481" h="101942" fill="none">
                <a:moveTo>
                  <a:pt x="0" y="101942"/>
                </a:moveTo>
                <a:lnTo>
                  <a:pt x="39240" y="0"/>
                </a:lnTo>
                <a:lnTo>
                  <a:pt x="78481" y="101942"/>
                </a:lnTo>
                <a:lnTo>
                  <a:pt x="0" y="101942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294E9-0A3A-4A22-80E6-5697D016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68" y="186037"/>
            <a:ext cx="347762" cy="10"/>
          </a:xfrm>
          <a:custGeom xmlns:a="http://schemas.openxmlformats.org/drawingml/2006/main">
            <a:pathLst>
              <a:path w="347762" h="1" fill="none">
                <a:moveTo>
                  <a:pt x="0" y="0"/>
                </a:moveTo>
                <a:lnTo>
                  <a:pt x="173881" y="0"/>
                </a:lnTo>
                <a:lnTo>
                  <a:pt x="3477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FD2B4-963D-499E-AA26-A9AE69C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549" y="146828"/>
            <a:ext cx="109873" cy="78417"/>
          </a:xfrm>
          <a:custGeom xmlns:a="http://schemas.openxmlformats.org/drawingml/2006/main">
            <a:pathLst>
              <a:path w="109873" h="78417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F3725-C49C-4DF2-AB51-8B1B1DD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549" y="146828"/>
            <a:ext cx="109873" cy="78417"/>
          </a:xfrm>
          <a:custGeom xmlns:a="http://schemas.openxmlformats.org/drawingml/2006/main">
            <a:pathLst>
              <a:path w="109873" h="78417" fill="none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74075-9995-4AF7-9701-676710C5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83" y="182116"/>
            <a:ext cx="373115" cy="10"/>
          </a:xfrm>
          <a:custGeom xmlns:a="http://schemas.openxmlformats.org/drawingml/2006/main">
            <a:pathLst>
              <a:path w="373115" h="1" fill="none">
                <a:moveTo>
                  <a:pt x="0" y="0"/>
                </a:moveTo>
                <a:lnTo>
                  <a:pt x="186558" y="0"/>
                </a:lnTo>
                <a:lnTo>
                  <a:pt x="373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D3CC1-98C9-422A-8D8C-E9D6675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77" y="142908"/>
            <a:ext cx="102025" cy="78417"/>
          </a:xfrm>
          <a:custGeom xmlns:a="http://schemas.openxmlformats.org/drawingml/2006/main">
            <a:pathLst>
              <a:path w="102025" h="78417">
                <a:moveTo>
                  <a:pt x="0" y="0"/>
                </a:moveTo>
                <a:lnTo>
                  <a:pt x="102025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343D0-F429-4D0E-874B-0F39301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77" y="142908"/>
            <a:ext cx="102025" cy="78417"/>
          </a:xfrm>
          <a:custGeom xmlns:a="http://schemas.openxmlformats.org/drawingml/2006/main">
            <a:pathLst>
              <a:path w="102025" h="78417" fill="none">
                <a:moveTo>
                  <a:pt x="0" y="0"/>
                </a:moveTo>
                <a:lnTo>
                  <a:pt x="102025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22" name="Text T">
            <a:extLst xmlns:a="http://schemas.openxmlformats.org/drawingml/2006/main">
              <a:ext uri="{FF2B5EF4-FFF2-40B4-BE49-F238E27FC236}">
                <a16:creationId xmlns:a16="http://schemas.microsoft.com/office/drawing/2014/main" id="{D57A496A-D08B-4C2A-9490-168D584B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29" y="2143060"/>
            <a:ext cx="65130" cy="83034"/>
          </a:xfrm>
          <a:custGeom xmlns:a="http://schemas.openxmlformats.org/drawingml/2006/main">
            <a:pathLst>
              <a:path w="65130" h="83034">
                <a:moveTo>
                  <a:pt x="65130" y="14473"/>
                </a:moveTo>
                <a:lnTo>
                  <a:pt x="41417" y="14473"/>
                </a:lnTo>
                <a:lnTo>
                  <a:pt x="41417" y="83034"/>
                </a:lnTo>
                <a:lnTo>
                  <a:pt x="23659" y="83034"/>
                </a:lnTo>
                <a:lnTo>
                  <a:pt x="23659" y="14473"/>
                </a:lnTo>
                <a:lnTo>
                  <a:pt x="0" y="14473"/>
                </a:lnTo>
                <a:lnTo>
                  <a:pt x="0" y="0"/>
                </a:lnTo>
                <a:lnTo>
                  <a:pt x="65130" y="0"/>
                </a:lnTo>
                <a:lnTo>
                  <a:pt x="65130" y="14473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xns">
            <a:extLst xmlns:a="http://schemas.openxmlformats.org/drawingml/2006/main">
              <a:ext uri="{FF2B5EF4-FFF2-40B4-BE49-F238E27FC236}">
                <a16:creationId xmlns:a16="http://schemas.microsoft.com/office/drawing/2014/main" id="{8DC4A710-2D7C-41F4-B363-F95049A3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35" y="2165360"/>
            <a:ext cx="186118" cy="62182"/>
          </a:xfrm>
          <a:custGeom xmlns:a="http://schemas.openxmlformats.org/drawingml/2006/main">
            <a:pathLst>
              <a:path w="186118" h="62182">
                <a:moveTo>
                  <a:pt x="63091" y="1447"/>
                </a:moveTo>
                <a:lnTo>
                  <a:pt x="43456" y="30340"/>
                </a:lnTo>
                <a:lnTo>
                  <a:pt x="62930" y="60735"/>
                </a:lnTo>
                <a:lnTo>
                  <a:pt x="42919" y="60735"/>
                </a:lnTo>
                <a:lnTo>
                  <a:pt x="34067" y="44385"/>
                </a:lnTo>
                <a:cubicBezTo>
                  <a:pt x="32851" y="42134"/>
                  <a:pt x="32010" y="40365"/>
                  <a:pt x="31546" y="39078"/>
                </a:cubicBezTo>
                <a:lnTo>
                  <a:pt x="31331" y="39078"/>
                </a:lnTo>
                <a:cubicBezTo>
                  <a:pt x="30687" y="40793"/>
                  <a:pt x="29882" y="42509"/>
                  <a:pt x="28917" y="44224"/>
                </a:cubicBezTo>
                <a:lnTo>
                  <a:pt x="19904" y="60735"/>
                </a:lnTo>
                <a:lnTo>
                  <a:pt x="0" y="60735"/>
                </a:lnTo>
                <a:lnTo>
                  <a:pt x="20065" y="31252"/>
                </a:lnTo>
                <a:lnTo>
                  <a:pt x="1180" y="1447"/>
                </a:lnTo>
                <a:lnTo>
                  <a:pt x="21245" y="1447"/>
                </a:lnTo>
                <a:lnTo>
                  <a:pt x="30043" y="18494"/>
                </a:lnTo>
                <a:cubicBezTo>
                  <a:pt x="30902" y="20138"/>
                  <a:pt x="31706" y="21960"/>
                  <a:pt x="32458" y="23961"/>
                </a:cubicBezTo>
                <a:lnTo>
                  <a:pt x="32672" y="23961"/>
                </a:lnTo>
                <a:cubicBezTo>
                  <a:pt x="33030" y="22746"/>
                  <a:pt x="33852" y="20906"/>
                  <a:pt x="35140" y="18440"/>
                </a:cubicBezTo>
                <a:lnTo>
                  <a:pt x="44207" y="1447"/>
                </a:lnTo>
                <a:lnTo>
                  <a:pt x="63091" y="1447"/>
                </a:lnTo>
                <a:close/>
                <a:moveTo>
                  <a:pt x="128011" y="60735"/>
                </a:moveTo>
                <a:lnTo>
                  <a:pt x="110789" y="60735"/>
                </a:lnTo>
                <a:lnTo>
                  <a:pt x="110789" y="27660"/>
                </a:lnTo>
                <a:cubicBezTo>
                  <a:pt x="110789" y="18083"/>
                  <a:pt x="107338" y="13294"/>
                  <a:pt x="100435" y="13294"/>
                </a:cubicBezTo>
                <a:cubicBezTo>
                  <a:pt x="97145" y="13294"/>
                  <a:pt x="94408" y="14572"/>
                  <a:pt x="92227" y="17127"/>
                </a:cubicBezTo>
                <a:cubicBezTo>
                  <a:pt x="90045" y="19682"/>
                  <a:pt x="88954" y="22943"/>
                  <a:pt x="88954" y="26910"/>
                </a:cubicBezTo>
                <a:lnTo>
                  <a:pt x="88954" y="60735"/>
                </a:lnTo>
                <a:lnTo>
                  <a:pt x="71626" y="60735"/>
                </a:lnTo>
                <a:lnTo>
                  <a:pt x="71626" y="1447"/>
                </a:lnTo>
                <a:lnTo>
                  <a:pt x="88954" y="1447"/>
                </a:lnTo>
                <a:lnTo>
                  <a:pt x="88954" y="10882"/>
                </a:lnTo>
                <a:lnTo>
                  <a:pt x="89169" y="10882"/>
                </a:lnTo>
                <a:cubicBezTo>
                  <a:pt x="93496" y="3627"/>
                  <a:pt x="99863" y="0"/>
                  <a:pt x="108268" y="0"/>
                </a:cubicBezTo>
                <a:cubicBezTo>
                  <a:pt x="121430" y="0"/>
                  <a:pt x="128011" y="8148"/>
                  <a:pt x="128011" y="24444"/>
                </a:cubicBezTo>
                <a:lnTo>
                  <a:pt x="128011" y="60735"/>
                </a:lnTo>
                <a:close/>
                <a:moveTo>
                  <a:pt x="141267" y="44814"/>
                </a:moveTo>
                <a:cubicBezTo>
                  <a:pt x="147205" y="48423"/>
                  <a:pt x="153016" y="50228"/>
                  <a:pt x="158703" y="50228"/>
                </a:cubicBezTo>
                <a:cubicBezTo>
                  <a:pt x="165856" y="50228"/>
                  <a:pt x="169433" y="48316"/>
                  <a:pt x="169433" y="44492"/>
                </a:cubicBezTo>
                <a:cubicBezTo>
                  <a:pt x="169433" y="41776"/>
                  <a:pt x="166482" y="39507"/>
                  <a:pt x="160581" y="37684"/>
                </a:cubicBezTo>
                <a:cubicBezTo>
                  <a:pt x="153213" y="35397"/>
                  <a:pt x="148152" y="32851"/>
                  <a:pt x="145398" y="30046"/>
                </a:cubicBezTo>
                <a:cubicBezTo>
                  <a:pt x="142644" y="27240"/>
                  <a:pt x="141267" y="23443"/>
                  <a:pt x="141267" y="18655"/>
                </a:cubicBezTo>
                <a:cubicBezTo>
                  <a:pt x="141267" y="12829"/>
                  <a:pt x="143628" y="8264"/>
                  <a:pt x="148349" y="4958"/>
                </a:cubicBezTo>
                <a:cubicBezTo>
                  <a:pt x="153070" y="1653"/>
                  <a:pt x="159258" y="0"/>
                  <a:pt x="166912" y="0"/>
                </a:cubicBezTo>
                <a:cubicBezTo>
                  <a:pt x="172348" y="0"/>
                  <a:pt x="177588" y="804"/>
                  <a:pt x="182631" y="2412"/>
                </a:cubicBezTo>
                <a:lnTo>
                  <a:pt x="182631" y="16028"/>
                </a:lnTo>
                <a:cubicBezTo>
                  <a:pt x="178017" y="13312"/>
                  <a:pt x="172938" y="11954"/>
                  <a:pt x="167394" y="11954"/>
                </a:cubicBezTo>
                <a:cubicBezTo>
                  <a:pt x="164640" y="11954"/>
                  <a:pt x="162423" y="12445"/>
                  <a:pt x="160742" y="13428"/>
                </a:cubicBezTo>
                <a:cubicBezTo>
                  <a:pt x="159061" y="14411"/>
                  <a:pt x="158220" y="15706"/>
                  <a:pt x="158220" y="17314"/>
                </a:cubicBezTo>
                <a:cubicBezTo>
                  <a:pt x="158220" y="20030"/>
                  <a:pt x="160724" y="22228"/>
                  <a:pt x="165731" y="23908"/>
                </a:cubicBezTo>
                <a:cubicBezTo>
                  <a:pt x="171096" y="25695"/>
                  <a:pt x="175129" y="27321"/>
                  <a:pt x="177829" y="28786"/>
                </a:cubicBezTo>
                <a:cubicBezTo>
                  <a:pt x="180529" y="30251"/>
                  <a:pt x="182586" y="32181"/>
                  <a:pt x="183999" y="34575"/>
                </a:cubicBezTo>
                <a:cubicBezTo>
                  <a:pt x="185411" y="36970"/>
                  <a:pt x="186118" y="39739"/>
                  <a:pt x="186118" y="42884"/>
                </a:cubicBezTo>
                <a:cubicBezTo>
                  <a:pt x="186118" y="48995"/>
                  <a:pt x="183668" y="53739"/>
                  <a:pt x="178768" y="57116"/>
                </a:cubicBezTo>
                <a:cubicBezTo>
                  <a:pt x="173868" y="60493"/>
                  <a:pt x="167323" y="62182"/>
                  <a:pt x="159132" y="62182"/>
                </a:cubicBezTo>
                <a:cubicBezTo>
                  <a:pt x="152695" y="62182"/>
                  <a:pt x="146740" y="61163"/>
                  <a:pt x="141267" y="59126"/>
                </a:cubicBezTo>
                <a:lnTo>
                  <a:pt x="141267" y="44814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Transactionsoft/hardfinalizationprocess">
            <a:extLst xmlns:a="http://schemas.openxmlformats.org/drawingml/2006/main">
              <a:ext uri="{FF2B5EF4-FFF2-40B4-BE49-F238E27FC236}">
                <a16:creationId xmlns:a16="http://schemas.microsoft.com/office/drawing/2014/main" id="{EE390CF0-1127-4085-9AB4-BAB4D728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819" y="141981"/>
            <a:ext cx="2356526" cy="116430"/>
          </a:xfrm>
          <a:custGeom xmlns:a="http://schemas.openxmlformats.org/drawingml/2006/main">
            <a:pathLst>
              <a:path w="2356526" h="116430">
                <a:moveTo>
                  <a:pt x="65130" y="20584"/>
                </a:moveTo>
                <a:lnTo>
                  <a:pt x="41417" y="20584"/>
                </a:lnTo>
                <a:lnTo>
                  <a:pt x="41417" y="89145"/>
                </a:lnTo>
                <a:lnTo>
                  <a:pt x="23659" y="89145"/>
                </a:lnTo>
                <a:lnTo>
                  <a:pt x="23659" y="20584"/>
                </a:lnTo>
                <a:lnTo>
                  <a:pt x="0" y="20584"/>
                </a:lnTo>
                <a:lnTo>
                  <a:pt x="0" y="6111"/>
                </a:lnTo>
                <a:lnTo>
                  <a:pt x="65130" y="6111"/>
                </a:lnTo>
                <a:lnTo>
                  <a:pt x="65130" y="20584"/>
                </a:lnTo>
                <a:close/>
                <a:moveTo>
                  <a:pt x="103542" y="45564"/>
                </a:moveTo>
                <a:cubicBezTo>
                  <a:pt x="101432" y="44349"/>
                  <a:pt x="98875" y="43742"/>
                  <a:pt x="95870" y="43742"/>
                </a:cubicBezTo>
                <a:cubicBezTo>
                  <a:pt x="91936" y="43742"/>
                  <a:pt x="88816" y="45243"/>
                  <a:pt x="86509" y="48245"/>
                </a:cubicBezTo>
                <a:cubicBezTo>
                  <a:pt x="84202" y="51246"/>
                  <a:pt x="83048" y="55374"/>
                  <a:pt x="83048" y="60627"/>
                </a:cubicBezTo>
                <a:lnTo>
                  <a:pt x="83048" y="89145"/>
                </a:lnTo>
                <a:lnTo>
                  <a:pt x="65720" y="89145"/>
                </a:lnTo>
                <a:lnTo>
                  <a:pt x="65720" y="29858"/>
                </a:lnTo>
                <a:lnTo>
                  <a:pt x="83048" y="29858"/>
                </a:lnTo>
                <a:lnTo>
                  <a:pt x="83048" y="41008"/>
                </a:lnTo>
                <a:lnTo>
                  <a:pt x="83263" y="41008"/>
                </a:lnTo>
                <a:cubicBezTo>
                  <a:pt x="86124" y="32896"/>
                  <a:pt x="91328" y="28840"/>
                  <a:pt x="98875" y="28840"/>
                </a:cubicBezTo>
                <a:cubicBezTo>
                  <a:pt x="100913" y="28840"/>
                  <a:pt x="102469" y="29072"/>
                  <a:pt x="103542" y="29536"/>
                </a:cubicBezTo>
                <a:lnTo>
                  <a:pt x="103542" y="45564"/>
                </a:lnTo>
                <a:close/>
                <a:moveTo>
                  <a:pt x="113754" y="33450"/>
                </a:moveTo>
                <a:cubicBezTo>
                  <a:pt x="116437" y="31949"/>
                  <a:pt x="120022" y="30734"/>
                  <a:pt x="124511" y="29804"/>
                </a:cubicBezTo>
                <a:cubicBezTo>
                  <a:pt x="129000" y="28875"/>
                  <a:pt x="132836" y="28411"/>
                  <a:pt x="136019" y="28411"/>
                </a:cubicBezTo>
                <a:cubicBezTo>
                  <a:pt x="152614" y="28411"/>
                  <a:pt x="160912" y="36719"/>
                  <a:pt x="160912" y="53337"/>
                </a:cubicBezTo>
                <a:lnTo>
                  <a:pt x="160912" y="89145"/>
                </a:lnTo>
                <a:lnTo>
                  <a:pt x="144442" y="89145"/>
                </a:lnTo>
                <a:lnTo>
                  <a:pt x="144442" y="80515"/>
                </a:lnTo>
                <a:lnTo>
                  <a:pt x="144227" y="80515"/>
                </a:lnTo>
                <a:cubicBezTo>
                  <a:pt x="140185" y="87233"/>
                  <a:pt x="134266" y="90593"/>
                  <a:pt x="126469" y="90593"/>
                </a:cubicBezTo>
                <a:cubicBezTo>
                  <a:pt x="120854" y="90593"/>
                  <a:pt x="116356" y="88993"/>
                  <a:pt x="112977" y="85795"/>
                </a:cubicBezTo>
                <a:cubicBezTo>
                  <a:pt x="109597" y="82597"/>
                  <a:pt x="107907" y="78246"/>
                  <a:pt x="107907" y="72742"/>
                </a:cubicBezTo>
                <a:cubicBezTo>
                  <a:pt x="107907" y="61378"/>
                  <a:pt x="114684" y="54767"/>
                  <a:pt x="128240" y="52908"/>
                </a:cubicBezTo>
                <a:lnTo>
                  <a:pt x="144549" y="50710"/>
                </a:lnTo>
                <a:cubicBezTo>
                  <a:pt x="144549" y="43813"/>
                  <a:pt x="140954" y="40365"/>
                  <a:pt x="133765" y="40365"/>
                </a:cubicBezTo>
                <a:cubicBezTo>
                  <a:pt x="126684" y="40365"/>
                  <a:pt x="120013" y="42509"/>
                  <a:pt x="113754" y="46797"/>
                </a:cubicBezTo>
                <a:lnTo>
                  <a:pt x="113754" y="33450"/>
                </a:lnTo>
                <a:moveTo>
                  <a:pt x="133336" y="62289"/>
                </a:moveTo>
                <a:cubicBezTo>
                  <a:pt x="127077" y="63111"/>
                  <a:pt x="123948" y="65934"/>
                  <a:pt x="123948" y="70759"/>
                </a:cubicBezTo>
                <a:cubicBezTo>
                  <a:pt x="123948" y="72974"/>
                  <a:pt x="124708" y="74761"/>
                  <a:pt x="126228" y="76119"/>
                </a:cubicBezTo>
                <a:cubicBezTo>
                  <a:pt x="127748" y="77477"/>
                  <a:pt x="129795" y="78156"/>
                  <a:pt x="132371" y="78156"/>
                </a:cubicBezTo>
                <a:cubicBezTo>
                  <a:pt x="135911" y="78156"/>
                  <a:pt x="138826" y="76905"/>
                  <a:pt x="141115" y="74404"/>
                </a:cubicBezTo>
                <a:cubicBezTo>
                  <a:pt x="143404" y="71902"/>
                  <a:pt x="144549" y="68793"/>
                  <a:pt x="144549" y="65077"/>
                </a:cubicBezTo>
                <a:lnTo>
                  <a:pt x="144549" y="60842"/>
                </a:lnTo>
                <a:lnTo>
                  <a:pt x="133336" y="62289"/>
                </a:lnTo>
                <a:close/>
                <a:moveTo>
                  <a:pt x="232197" y="89145"/>
                </a:moveTo>
                <a:lnTo>
                  <a:pt x="214976" y="89145"/>
                </a:lnTo>
                <a:lnTo>
                  <a:pt x="214976" y="56071"/>
                </a:lnTo>
                <a:cubicBezTo>
                  <a:pt x="214976" y="46493"/>
                  <a:pt x="211525" y="41705"/>
                  <a:pt x="204622" y="41705"/>
                </a:cubicBezTo>
                <a:cubicBezTo>
                  <a:pt x="201331" y="41705"/>
                  <a:pt x="198595" y="42982"/>
                  <a:pt x="196414" y="45538"/>
                </a:cubicBezTo>
                <a:cubicBezTo>
                  <a:pt x="194232" y="48093"/>
                  <a:pt x="193141" y="51354"/>
                  <a:pt x="193141" y="55320"/>
                </a:cubicBezTo>
                <a:lnTo>
                  <a:pt x="193141" y="89145"/>
                </a:lnTo>
                <a:lnTo>
                  <a:pt x="175812" y="89145"/>
                </a:lnTo>
                <a:lnTo>
                  <a:pt x="175812" y="29858"/>
                </a:lnTo>
                <a:lnTo>
                  <a:pt x="193141" y="29858"/>
                </a:lnTo>
                <a:lnTo>
                  <a:pt x="193141" y="39293"/>
                </a:lnTo>
                <a:lnTo>
                  <a:pt x="193356" y="39293"/>
                </a:lnTo>
                <a:cubicBezTo>
                  <a:pt x="197683" y="32038"/>
                  <a:pt x="204050" y="28411"/>
                  <a:pt x="212455" y="28411"/>
                </a:cubicBezTo>
                <a:cubicBezTo>
                  <a:pt x="225616" y="28411"/>
                  <a:pt x="232197" y="36559"/>
                  <a:pt x="232197" y="52855"/>
                </a:cubicBezTo>
                <a:lnTo>
                  <a:pt x="232197" y="89145"/>
                </a:lnTo>
                <a:close/>
                <a:moveTo>
                  <a:pt x="245454" y="73225"/>
                </a:moveTo>
                <a:cubicBezTo>
                  <a:pt x="251391" y="76834"/>
                  <a:pt x="257203" y="78639"/>
                  <a:pt x="262890" y="78639"/>
                </a:cubicBezTo>
                <a:cubicBezTo>
                  <a:pt x="270043" y="78639"/>
                  <a:pt x="273620" y="76727"/>
                  <a:pt x="273620" y="72903"/>
                </a:cubicBezTo>
                <a:cubicBezTo>
                  <a:pt x="273620" y="70187"/>
                  <a:pt x="270669" y="67918"/>
                  <a:pt x="264768" y="66095"/>
                </a:cubicBezTo>
                <a:cubicBezTo>
                  <a:pt x="257400" y="63808"/>
                  <a:pt x="252339" y="61262"/>
                  <a:pt x="249585" y="58456"/>
                </a:cubicBezTo>
                <a:cubicBezTo>
                  <a:pt x="246831" y="55651"/>
                  <a:pt x="245454" y="51854"/>
                  <a:pt x="245454" y="47065"/>
                </a:cubicBezTo>
                <a:cubicBezTo>
                  <a:pt x="245454" y="41240"/>
                  <a:pt x="247815" y="36675"/>
                  <a:pt x="252536" y="33369"/>
                </a:cubicBezTo>
                <a:cubicBezTo>
                  <a:pt x="257257" y="30064"/>
                  <a:pt x="263445" y="28411"/>
                  <a:pt x="271098" y="28411"/>
                </a:cubicBezTo>
                <a:cubicBezTo>
                  <a:pt x="276535" y="28411"/>
                  <a:pt x="281775" y="29215"/>
                  <a:pt x="286818" y="30823"/>
                </a:cubicBezTo>
                <a:lnTo>
                  <a:pt x="286818" y="44439"/>
                </a:lnTo>
                <a:cubicBezTo>
                  <a:pt x="282204" y="41723"/>
                  <a:pt x="277125" y="40365"/>
                  <a:pt x="271581" y="40365"/>
                </a:cubicBezTo>
                <a:cubicBezTo>
                  <a:pt x="268827" y="40365"/>
                  <a:pt x="266610" y="40856"/>
                  <a:pt x="264929" y="41839"/>
                </a:cubicBezTo>
                <a:cubicBezTo>
                  <a:pt x="263248" y="42822"/>
                  <a:pt x="262407" y="44117"/>
                  <a:pt x="262407" y="45725"/>
                </a:cubicBezTo>
                <a:cubicBezTo>
                  <a:pt x="262407" y="48441"/>
                  <a:pt x="264911" y="50639"/>
                  <a:pt x="269918" y="52319"/>
                </a:cubicBezTo>
                <a:cubicBezTo>
                  <a:pt x="275283" y="54105"/>
                  <a:pt x="279316" y="55731"/>
                  <a:pt x="282016" y="57197"/>
                </a:cubicBezTo>
                <a:cubicBezTo>
                  <a:pt x="284716" y="58662"/>
                  <a:pt x="286773" y="60592"/>
                  <a:pt x="288186" y="62986"/>
                </a:cubicBezTo>
                <a:cubicBezTo>
                  <a:pt x="289598" y="65380"/>
                  <a:pt x="290305" y="68150"/>
                  <a:pt x="290305" y="71295"/>
                </a:cubicBezTo>
                <a:cubicBezTo>
                  <a:pt x="290305" y="77406"/>
                  <a:pt x="287855" y="82150"/>
                  <a:pt x="282955" y="85527"/>
                </a:cubicBezTo>
                <a:cubicBezTo>
                  <a:pt x="278055" y="88904"/>
                  <a:pt x="271510" y="90593"/>
                  <a:pt x="263319" y="90593"/>
                </a:cubicBezTo>
                <a:cubicBezTo>
                  <a:pt x="256882" y="90593"/>
                  <a:pt x="250927" y="89574"/>
                  <a:pt x="245454" y="87537"/>
                </a:cubicBezTo>
                <a:lnTo>
                  <a:pt x="245454" y="73225"/>
                </a:lnTo>
                <a:close/>
                <a:moveTo>
                  <a:pt x="302736" y="33450"/>
                </a:moveTo>
                <a:cubicBezTo>
                  <a:pt x="305418" y="31949"/>
                  <a:pt x="309004" y="30734"/>
                  <a:pt x="313492" y="29804"/>
                </a:cubicBezTo>
                <a:cubicBezTo>
                  <a:pt x="317981" y="28875"/>
                  <a:pt x="321817" y="28411"/>
                  <a:pt x="325000" y="28411"/>
                </a:cubicBezTo>
                <a:cubicBezTo>
                  <a:pt x="341595" y="28411"/>
                  <a:pt x="349893" y="36719"/>
                  <a:pt x="349893" y="53337"/>
                </a:cubicBezTo>
                <a:lnTo>
                  <a:pt x="349893" y="89145"/>
                </a:lnTo>
                <a:lnTo>
                  <a:pt x="333423" y="89145"/>
                </a:lnTo>
                <a:lnTo>
                  <a:pt x="333423" y="80515"/>
                </a:lnTo>
                <a:lnTo>
                  <a:pt x="333208" y="80515"/>
                </a:lnTo>
                <a:cubicBezTo>
                  <a:pt x="329167" y="87233"/>
                  <a:pt x="323247" y="90593"/>
                  <a:pt x="315450" y="90593"/>
                </a:cubicBezTo>
                <a:cubicBezTo>
                  <a:pt x="309835" y="90593"/>
                  <a:pt x="305338" y="88993"/>
                  <a:pt x="301958" y="85795"/>
                </a:cubicBezTo>
                <a:cubicBezTo>
                  <a:pt x="298578" y="82597"/>
                  <a:pt x="296888" y="78246"/>
                  <a:pt x="296888" y="72742"/>
                </a:cubicBezTo>
                <a:cubicBezTo>
                  <a:pt x="296888" y="61378"/>
                  <a:pt x="303666" y="54767"/>
                  <a:pt x="317221" y="52908"/>
                </a:cubicBezTo>
                <a:lnTo>
                  <a:pt x="333530" y="50710"/>
                </a:lnTo>
                <a:cubicBezTo>
                  <a:pt x="333530" y="43813"/>
                  <a:pt x="329936" y="40365"/>
                  <a:pt x="322747" y="40365"/>
                </a:cubicBezTo>
                <a:cubicBezTo>
                  <a:pt x="315665" y="40365"/>
                  <a:pt x="308995" y="42509"/>
                  <a:pt x="302736" y="46797"/>
                </a:cubicBezTo>
                <a:lnTo>
                  <a:pt x="302736" y="33450"/>
                </a:lnTo>
                <a:moveTo>
                  <a:pt x="322318" y="62289"/>
                </a:moveTo>
                <a:cubicBezTo>
                  <a:pt x="316059" y="63111"/>
                  <a:pt x="312929" y="65934"/>
                  <a:pt x="312929" y="70759"/>
                </a:cubicBezTo>
                <a:cubicBezTo>
                  <a:pt x="312929" y="72974"/>
                  <a:pt x="313689" y="74761"/>
                  <a:pt x="315209" y="76119"/>
                </a:cubicBezTo>
                <a:cubicBezTo>
                  <a:pt x="316729" y="77477"/>
                  <a:pt x="318777" y="78156"/>
                  <a:pt x="321352" y="78156"/>
                </a:cubicBezTo>
                <a:cubicBezTo>
                  <a:pt x="324893" y="78156"/>
                  <a:pt x="327808" y="76905"/>
                  <a:pt x="330097" y="74404"/>
                </a:cubicBezTo>
                <a:cubicBezTo>
                  <a:pt x="332386" y="71902"/>
                  <a:pt x="333530" y="68793"/>
                  <a:pt x="333530" y="65077"/>
                </a:cubicBezTo>
                <a:lnTo>
                  <a:pt x="333530" y="60842"/>
                </a:lnTo>
                <a:lnTo>
                  <a:pt x="322318" y="62289"/>
                </a:lnTo>
                <a:close/>
                <a:moveTo>
                  <a:pt x="409269" y="86947"/>
                </a:moveTo>
                <a:cubicBezTo>
                  <a:pt x="405120" y="89378"/>
                  <a:pt x="399218" y="90593"/>
                  <a:pt x="391565" y="90593"/>
                </a:cubicBezTo>
                <a:cubicBezTo>
                  <a:pt x="382516" y="90593"/>
                  <a:pt x="375202" y="87841"/>
                  <a:pt x="369622" y="82337"/>
                </a:cubicBezTo>
                <a:cubicBezTo>
                  <a:pt x="364043" y="76834"/>
                  <a:pt x="361253" y="69705"/>
                  <a:pt x="361253" y="60949"/>
                </a:cubicBezTo>
                <a:cubicBezTo>
                  <a:pt x="361253" y="50871"/>
                  <a:pt x="364257" y="42929"/>
                  <a:pt x="370266" y="37122"/>
                </a:cubicBezTo>
                <a:cubicBezTo>
                  <a:pt x="376275" y="31314"/>
                  <a:pt x="384286" y="28411"/>
                  <a:pt x="394301" y="28411"/>
                </a:cubicBezTo>
                <a:cubicBezTo>
                  <a:pt x="401060" y="28411"/>
                  <a:pt x="406068" y="29340"/>
                  <a:pt x="409322" y="31198"/>
                </a:cubicBezTo>
                <a:lnTo>
                  <a:pt x="409322" y="46047"/>
                </a:lnTo>
                <a:cubicBezTo>
                  <a:pt x="405352" y="43152"/>
                  <a:pt x="401025" y="41705"/>
                  <a:pt x="396339" y="41705"/>
                </a:cubicBezTo>
                <a:cubicBezTo>
                  <a:pt x="391046" y="41705"/>
                  <a:pt x="386799" y="43313"/>
                  <a:pt x="383598" y="46529"/>
                </a:cubicBezTo>
                <a:cubicBezTo>
                  <a:pt x="380397" y="49746"/>
                  <a:pt x="378796" y="54159"/>
                  <a:pt x="378796" y="59770"/>
                </a:cubicBezTo>
                <a:cubicBezTo>
                  <a:pt x="378796" y="65202"/>
                  <a:pt x="380316" y="69481"/>
                  <a:pt x="383356" y="72608"/>
                </a:cubicBezTo>
                <a:cubicBezTo>
                  <a:pt x="386396" y="75735"/>
                  <a:pt x="390527" y="77299"/>
                  <a:pt x="395749" y="77299"/>
                </a:cubicBezTo>
                <a:cubicBezTo>
                  <a:pt x="400363" y="77299"/>
                  <a:pt x="404869" y="75833"/>
                  <a:pt x="409269" y="72903"/>
                </a:cubicBezTo>
                <a:lnTo>
                  <a:pt x="409269" y="86947"/>
                </a:lnTo>
                <a:close/>
                <a:moveTo>
                  <a:pt x="456523" y="88448"/>
                </a:moveTo>
                <a:cubicBezTo>
                  <a:pt x="453913" y="89878"/>
                  <a:pt x="449960" y="90593"/>
                  <a:pt x="444667" y="90593"/>
                </a:cubicBezTo>
                <a:cubicBezTo>
                  <a:pt x="432077" y="90593"/>
                  <a:pt x="425783" y="83981"/>
                  <a:pt x="425783" y="70759"/>
                </a:cubicBezTo>
                <a:lnTo>
                  <a:pt x="425783" y="42777"/>
                </a:lnTo>
                <a:lnTo>
                  <a:pt x="416019" y="42777"/>
                </a:lnTo>
                <a:lnTo>
                  <a:pt x="416019" y="29858"/>
                </a:lnTo>
                <a:lnTo>
                  <a:pt x="425783" y="29858"/>
                </a:lnTo>
                <a:lnTo>
                  <a:pt x="425783" y="16832"/>
                </a:lnTo>
                <a:lnTo>
                  <a:pt x="443004" y="11900"/>
                </a:lnTo>
                <a:lnTo>
                  <a:pt x="443004" y="29858"/>
                </a:lnTo>
                <a:lnTo>
                  <a:pt x="456523" y="29858"/>
                </a:lnTo>
                <a:lnTo>
                  <a:pt x="456523" y="42777"/>
                </a:lnTo>
                <a:lnTo>
                  <a:pt x="443004" y="42777"/>
                </a:lnTo>
                <a:lnTo>
                  <a:pt x="443004" y="67757"/>
                </a:lnTo>
                <a:cubicBezTo>
                  <a:pt x="443004" y="74082"/>
                  <a:pt x="445508" y="77245"/>
                  <a:pt x="450515" y="77245"/>
                </a:cubicBezTo>
                <a:cubicBezTo>
                  <a:pt x="452446" y="77245"/>
                  <a:pt x="454449" y="76673"/>
                  <a:pt x="456523" y="75530"/>
                </a:cubicBezTo>
                <a:lnTo>
                  <a:pt x="456523" y="88448"/>
                </a:lnTo>
                <a:close/>
                <a:moveTo>
                  <a:pt x="465530" y="10721"/>
                </a:moveTo>
                <a:cubicBezTo>
                  <a:pt x="465530" y="8076"/>
                  <a:pt x="466468" y="5923"/>
                  <a:pt x="468346" y="4262"/>
                </a:cubicBezTo>
                <a:cubicBezTo>
                  <a:pt x="470224" y="2600"/>
                  <a:pt x="472629" y="1769"/>
                  <a:pt x="475562" y="1769"/>
                </a:cubicBezTo>
                <a:cubicBezTo>
                  <a:pt x="478566" y="1769"/>
                  <a:pt x="480998" y="2618"/>
                  <a:pt x="482858" y="4315"/>
                </a:cubicBezTo>
                <a:cubicBezTo>
                  <a:pt x="484718" y="6013"/>
                  <a:pt x="485648" y="8148"/>
                  <a:pt x="485648" y="10721"/>
                </a:cubicBezTo>
                <a:cubicBezTo>
                  <a:pt x="485648" y="13330"/>
                  <a:pt x="484700" y="15501"/>
                  <a:pt x="482805" y="17234"/>
                </a:cubicBezTo>
                <a:cubicBezTo>
                  <a:pt x="480909" y="18967"/>
                  <a:pt x="478495" y="19834"/>
                  <a:pt x="475562" y="19834"/>
                </a:cubicBezTo>
                <a:cubicBezTo>
                  <a:pt x="472665" y="19834"/>
                  <a:pt x="470269" y="18958"/>
                  <a:pt x="468373" y="17207"/>
                </a:cubicBezTo>
                <a:cubicBezTo>
                  <a:pt x="466477" y="15456"/>
                  <a:pt x="465530" y="13294"/>
                  <a:pt x="465530" y="10721"/>
                </a:cubicBezTo>
                <a:moveTo>
                  <a:pt x="466817" y="89145"/>
                </a:moveTo>
                <a:lnTo>
                  <a:pt x="466817" y="29858"/>
                </a:lnTo>
                <a:lnTo>
                  <a:pt x="484092" y="29858"/>
                </a:lnTo>
                <a:lnTo>
                  <a:pt x="484092" y="89145"/>
                </a:lnTo>
                <a:lnTo>
                  <a:pt x="466817" y="89145"/>
                </a:lnTo>
                <a:close/>
                <a:moveTo>
                  <a:pt x="496067" y="59770"/>
                </a:moveTo>
                <a:cubicBezTo>
                  <a:pt x="496067" y="50014"/>
                  <a:pt x="498991" y="42348"/>
                  <a:pt x="504839" y="36773"/>
                </a:cubicBezTo>
                <a:cubicBezTo>
                  <a:pt x="510686" y="31198"/>
                  <a:pt x="518546" y="28411"/>
                  <a:pt x="528417" y="28411"/>
                </a:cubicBezTo>
                <a:cubicBezTo>
                  <a:pt x="537967" y="28411"/>
                  <a:pt x="545549" y="31153"/>
                  <a:pt x="551164" y="36639"/>
                </a:cubicBezTo>
                <a:cubicBezTo>
                  <a:pt x="556780" y="42125"/>
                  <a:pt x="559587" y="49495"/>
                  <a:pt x="559587" y="58751"/>
                </a:cubicBezTo>
                <a:cubicBezTo>
                  <a:pt x="559587" y="68472"/>
                  <a:pt x="556708" y="76209"/>
                  <a:pt x="550950" y="81962"/>
                </a:cubicBezTo>
                <a:cubicBezTo>
                  <a:pt x="545191" y="87716"/>
                  <a:pt x="537394" y="90593"/>
                  <a:pt x="527559" y="90593"/>
                </a:cubicBezTo>
                <a:cubicBezTo>
                  <a:pt x="517902" y="90593"/>
                  <a:pt x="510239" y="87832"/>
                  <a:pt x="504570" y="82311"/>
                </a:cubicBezTo>
                <a:cubicBezTo>
                  <a:pt x="498901" y="76789"/>
                  <a:pt x="496067" y="69276"/>
                  <a:pt x="496067" y="59770"/>
                </a:cubicBezTo>
                <a:moveTo>
                  <a:pt x="513610" y="59555"/>
                </a:moveTo>
                <a:cubicBezTo>
                  <a:pt x="513610" y="71384"/>
                  <a:pt x="518439" y="77299"/>
                  <a:pt x="528095" y="77299"/>
                </a:cubicBezTo>
                <a:cubicBezTo>
                  <a:pt x="537359" y="77299"/>
                  <a:pt x="541990" y="71223"/>
                  <a:pt x="541990" y="59073"/>
                </a:cubicBezTo>
                <a:cubicBezTo>
                  <a:pt x="541990" y="47494"/>
                  <a:pt x="537323" y="41705"/>
                  <a:pt x="527988" y="41705"/>
                </a:cubicBezTo>
                <a:cubicBezTo>
                  <a:pt x="523446" y="41705"/>
                  <a:pt x="519914" y="43259"/>
                  <a:pt x="517392" y="46368"/>
                </a:cubicBezTo>
                <a:cubicBezTo>
                  <a:pt x="514871" y="49478"/>
                  <a:pt x="513610" y="53873"/>
                  <a:pt x="513610" y="59555"/>
                </a:cubicBezTo>
                <a:close/>
                <a:moveTo>
                  <a:pt x="628179" y="89145"/>
                </a:moveTo>
                <a:lnTo>
                  <a:pt x="610958" y="89145"/>
                </a:lnTo>
                <a:lnTo>
                  <a:pt x="610958" y="56071"/>
                </a:lnTo>
                <a:cubicBezTo>
                  <a:pt x="610958" y="46493"/>
                  <a:pt x="607506" y="41705"/>
                  <a:pt x="600604" y="41705"/>
                </a:cubicBezTo>
                <a:cubicBezTo>
                  <a:pt x="597313" y="41705"/>
                  <a:pt x="594577" y="42982"/>
                  <a:pt x="592395" y="45538"/>
                </a:cubicBezTo>
                <a:cubicBezTo>
                  <a:pt x="590214" y="48093"/>
                  <a:pt x="589123" y="51354"/>
                  <a:pt x="589123" y="55320"/>
                </a:cubicBezTo>
                <a:lnTo>
                  <a:pt x="589123" y="89145"/>
                </a:lnTo>
                <a:lnTo>
                  <a:pt x="571794" y="89145"/>
                </a:lnTo>
                <a:lnTo>
                  <a:pt x="571794" y="29858"/>
                </a:lnTo>
                <a:lnTo>
                  <a:pt x="589123" y="29858"/>
                </a:lnTo>
                <a:lnTo>
                  <a:pt x="589123" y="39293"/>
                </a:lnTo>
                <a:lnTo>
                  <a:pt x="589337" y="39293"/>
                </a:lnTo>
                <a:cubicBezTo>
                  <a:pt x="593665" y="32038"/>
                  <a:pt x="600031" y="28411"/>
                  <a:pt x="608436" y="28411"/>
                </a:cubicBezTo>
                <a:cubicBezTo>
                  <a:pt x="621598" y="28411"/>
                  <a:pt x="628179" y="36559"/>
                  <a:pt x="628179" y="52855"/>
                </a:cubicBezTo>
                <a:lnTo>
                  <a:pt x="628179" y="89145"/>
                </a:lnTo>
                <a:close/>
                <a:moveTo>
                  <a:pt x="674178" y="73225"/>
                </a:moveTo>
                <a:cubicBezTo>
                  <a:pt x="680115" y="76834"/>
                  <a:pt x="685927" y="78639"/>
                  <a:pt x="691614" y="78639"/>
                </a:cubicBezTo>
                <a:cubicBezTo>
                  <a:pt x="698767" y="78639"/>
                  <a:pt x="702344" y="76727"/>
                  <a:pt x="702344" y="72903"/>
                </a:cubicBezTo>
                <a:cubicBezTo>
                  <a:pt x="702344" y="70187"/>
                  <a:pt x="699393" y="67918"/>
                  <a:pt x="693492" y="66095"/>
                </a:cubicBezTo>
                <a:cubicBezTo>
                  <a:pt x="686124" y="63808"/>
                  <a:pt x="681063" y="61262"/>
                  <a:pt x="678309" y="58456"/>
                </a:cubicBezTo>
                <a:cubicBezTo>
                  <a:pt x="675555" y="55651"/>
                  <a:pt x="674178" y="51854"/>
                  <a:pt x="674178" y="47065"/>
                </a:cubicBezTo>
                <a:cubicBezTo>
                  <a:pt x="674178" y="41240"/>
                  <a:pt x="676539" y="36675"/>
                  <a:pt x="681260" y="33369"/>
                </a:cubicBezTo>
                <a:cubicBezTo>
                  <a:pt x="685981" y="30064"/>
                  <a:pt x="692168" y="28411"/>
                  <a:pt x="699822" y="28411"/>
                </a:cubicBezTo>
                <a:cubicBezTo>
                  <a:pt x="705259" y="28411"/>
                  <a:pt x="710498" y="29215"/>
                  <a:pt x="715541" y="30823"/>
                </a:cubicBezTo>
                <a:lnTo>
                  <a:pt x="715541" y="44439"/>
                </a:lnTo>
                <a:cubicBezTo>
                  <a:pt x="710927" y="41723"/>
                  <a:pt x="705849" y="40365"/>
                  <a:pt x="700305" y="40365"/>
                </a:cubicBezTo>
                <a:cubicBezTo>
                  <a:pt x="697551" y="40365"/>
                  <a:pt x="695334" y="40856"/>
                  <a:pt x="693653" y="41839"/>
                </a:cubicBezTo>
                <a:cubicBezTo>
                  <a:pt x="691972" y="42822"/>
                  <a:pt x="691131" y="44117"/>
                  <a:pt x="691131" y="45725"/>
                </a:cubicBezTo>
                <a:cubicBezTo>
                  <a:pt x="691131" y="48441"/>
                  <a:pt x="693635" y="50639"/>
                  <a:pt x="698642" y="52319"/>
                </a:cubicBezTo>
                <a:cubicBezTo>
                  <a:pt x="704007" y="54105"/>
                  <a:pt x="708039" y="55731"/>
                  <a:pt x="710740" y="57197"/>
                </a:cubicBezTo>
                <a:cubicBezTo>
                  <a:pt x="713440" y="58662"/>
                  <a:pt x="715497" y="60592"/>
                  <a:pt x="716909" y="62986"/>
                </a:cubicBezTo>
                <a:cubicBezTo>
                  <a:pt x="718322" y="65380"/>
                  <a:pt x="719028" y="68150"/>
                  <a:pt x="719028" y="71295"/>
                </a:cubicBezTo>
                <a:cubicBezTo>
                  <a:pt x="719028" y="77406"/>
                  <a:pt x="716578" y="82150"/>
                  <a:pt x="711679" y="85527"/>
                </a:cubicBezTo>
                <a:cubicBezTo>
                  <a:pt x="706779" y="88904"/>
                  <a:pt x="700233" y="90593"/>
                  <a:pt x="692043" y="90593"/>
                </a:cubicBezTo>
                <a:cubicBezTo>
                  <a:pt x="685605" y="90593"/>
                  <a:pt x="679650" y="89574"/>
                  <a:pt x="674178" y="87537"/>
                </a:cubicBezTo>
                <a:lnTo>
                  <a:pt x="674178" y="73225"/>
                </a:lnTo>
                <a:close/>
                <a:moveTo>
                  <a:pt x="726470" y="59770"/>
                </a:moveTo>
                <a:cubicBezTo>
                  <a:pt x="726470" y="50014"/>
                  <a:pt x="729394" y="42348"/>
                  <a:pt x="735242" y="36773"/>
                </a:cubicBezTo>
                <a:cubicBezTo>
                  <a:pt x="741090" y="31198"/>
                  <a:pt x="748949" y="28411"/>
                  <a:pt x="758821" y="28411"/>
                </a:cubicBezTo>
                <a:cubicBezTo>
                  <a:pt x="768370" y="28411"/>
                  <a:pt x="775952" y="31153"/>
                  <a:pt x="781568" y="36639"/>
                </a:cubicBezTo>
                <a:cubicBezTo>
                  <a:pt x="787183" y="42125"/>
                  <a:pt x="789991" y="49495"/>
                  <a:pt x="789991" y="58751"/>
                </a:cubicBezTo>
                <a:cubicBezTo>
                  <a:pt x="789991" y="68472"/>
                  <a:pt x="787111" y="76209"/>
                  <a:pt x="781353" y="81962"/>
                </a:cubicBezTo>
                <a:cubicBezTo>
                  <a:pt x="775595" y="87716"/>
                  <a:pt x="767798" y="90593"/>
                  <a:pt x="757962" y="90593"/>
                </a:cubicBezTo>
                <a:cubicBezTo>
                  <a:pt x="748305" y="90593"/>
                  <a:pt x="740643" y="87832"/>
                  <a:pt x="734974" y="82311"/>
                </a:cubicBezTo>
                <a:cubicBezTo>
                  <a:pt x="729305" y="76789"/>
                  <a:pt x="726470" y="69276"/>
                  <a:pt x="726470" y="59770"/>
                </a:cubicBezTo>
                <a:moveTo>
                  <a:pt x="744013" y="59555"/>
                </a:moveTo>
                <a:cubicBezTo>
                  <a:pt x="744013" y="71384"/>
                  <a:pt x="748842" y="77299"/>
                  <a:pt x="758499" y="77299"/>
                </a:cubicBezTo>
                <a:cubicBezTo>
                  <a:pt x="767762" y="77299"/>
                  <a:pt x="772394" y="71223"/>
                  <a:pt x="772394" y="59073"/>
                </a:cubicBezTo>
                <a:cubicBezTo>
                  <a:pt x="772394" y="47494"/>
                  <a:pt x="767726" y="41705"/>
                  <a:pt x="758391" y="41705"/>
                </a:cubicBezTo>
                <a:cubicBezTo>
                  <a:pt x="753849" y="41705"/>
                  <a:pt x="750317" y="43259"/>
                  <a:pt x="747796" y="46368"/>
                </a:cubicBezTo>
                <a:cubicBezTo>
                  <a:pt x="745274" y="49478"/>
                  <a:pt x="744013" y="53873"/>
                  <a:pt x="744013" y="59555"/>
                </a:cubicBezTo>
                <a:close/>
                <a:moveTo>
                  <a:pt x="837834" y="14741"/>
                </a:moveTo>
                <a:cubicBezTo>
                  <a:pt x="835474" y="13812"/>
                  <a:pt x="833238" y="13348"/>
                  <a:pt x="831128" y="13348"/>
                </a:cubicBezTo>
                <a:cubicBezTo>
                  <a:pt x="825191" y="13348"/>
                  <a:pt x="822222" y="16635"/>
                  <a:pt x="822222" y="23211"/>
                </a:cubicBezTo>
                <a:lnTo>
                  <a:pt x="822222" y="29858"/>
                </a:lnTo>
                <a:lnTo>
                  <a:pt x="835742" y="29858"/>
                </a:lnTo>
                <a:lnTo>
                  <a:pt x="835742" y="42777"/>
                </a:lnTo>
                <a:lnTo>
                  <a:pt x="822222" y="42777"/>
                </a:lnTo>
                <a:lnTo>
                  <a:pt x="822222" y="89145"/>
                </a:lnTo>
                <a:lnTo>
                  <a:pt x="804894" y="89145"/>
                </a:lnTo>
                <a:lnTo>
                  <a:pt x="804894" y="42777"/>
                </a:lnTo>
                <a:lnTo>
                  <a:pt x="794969" y="42777"/>
                </a:lnTo>
                <a:lnTo>
                  <a:pt x="794969" y="29858"/>
                </a:lnTo>
                <a:lnTo>
                  <a:pt x="804894" y="29858"/>
                </a:lnTo>
                <a:lnTo>
                  <a:pt x="804894" y="22246"/>
                </a:lnTo>
                <a:cubicBezTo>
                  <a:pt x="804894" y="15492"/>
                  <a:pt x="807093" y="10096"/>
                  <a:pt x="811493" y="6057"/>
                </a:cubicBezTo>
                <a:cubicBezTo>
                  <a:pt x="815892" y="2019"/>
                  <a:pt x="821668" y="0"/>
                  <a:pt x="828821" y="0"/>
                </a:cubicBezTo>
                <a:cubicBezTo>
                  <a:pt x="832469" y="0"/>
                  <a:pt x="835474" y="375"/>
                  <a:pt x="837834" y="1126"/>
                </a:cubicBezTo>
                <a:lnTo>
                  <a:pt x="837834" y="14741"/>
                </a:lnTo>
                <a:close/>
                <a:moveTo>
                  <a:pt x="881933" y="88448"/>
                </a:moveTo>
                <a:cubicBezTo>
                  <a:pt x="879323" y="89878"/>
                  <a:pt x="875370" y="90593"/>
                  <a:pt x="870077" y="90593"/>
                </a:cubicBezTo>
                <a:cubicBezTo>
                  <a:pt x="857487" y="90593"/>
                  <a:pt x="851193" y="83981"/>
                  <a:pt x="851193" y="70759"/>
                </a:cubicBezTo>
                <a:lnTo>
                  <a:pt x="851193" y="42777"/>
                </a:lnTo>
                <a:lnTo>
                  <a:pt x="841429" y="42777"/>
                </a:lnTo>
                <a:lnTo>
                  <a:pt x="841429" y="29858"/>
                </a:lnTo>
                <a:lnTo>
                  <a:pt x="851193" y="29858"/>
                </a:lnTo>
                <a:lnTo>
                  <a:pt x="851193" y="16832"/>
                </a:lnTo>
                <a:lnTo>
                  <a:pt x="868414" y="11900"/>
                </a:lnTo>
                <a:lnTo>
                  <a:pt x="868414" y="29858"/>
                </a:lnTo>
                <a:lnTo>
                  <a:pt x="881933" y="29858"/>
                </a:lnTo>
                <a:lnTo>
                  <a:pt x="881933" y="42777"/>
                </a:lnTo>
                <a:lnTo>
                  <a:pt x="868414" y="42777"/>
                </a:lnTo>
                <a:lnTo>
                  <a:pt x="868414" y="67757"/>
                </a:lnTo>
                <a:cubicBezTo>
                  <a:pt x="868414" y="74082"/>
                  <a:pt x="870918" y="77245"/>
                  <a:pt x="875925" y="77245"/>
                </a:cubicBezTo>
                <a:cubicBezTo>
                  <a:pt x="877856" y="77245"/>
                  <a:pt x="879859" y="76673"/>
                  <a:pt x="881933" y="75530"/>
                </a:cubicBezTo>
                <a:lnTo>
                  <a:pt x="881933" y="88448"/>
                </a:lnTo>
                <a:close/>
                <a:moveTo>
                  <a:pt x="970571" y="6111"/>
                </a:moveTo>
                <a:lnTo>
                  <a:pt x="930173" y="102922"/>
                </a:lnTo>
                <a:lnTo>
                  <a:pt x="914669" y="102922"/>
                </a:lnTo>
                <a:lnTo>
                  <a:pt x="954906" y="6111"/>
                </a:lnTo>
                <a:lnTo>
                  <a:pt x="970571" y="6111"/>
                </a:lnTo>
                <a:close/>
                <a:moveTo>
                  <a:pt x="1066013" y="89145"/>
                </a:moveTo>
                <a:lnTo>
                  <a:pt x="1048738" y="89145"/>
                </a:lnTo>
                <a:lnTo>
                  <a:pt x="1048738" y="55374"/>
                </a:lnTo>
                <a:cubicBezTo>
                  <a:pt x="1048738" y="46261"/>
                  <a:pt x="1045411" y="41705"/>
                  <a:pt x="1038759" y="41705"/>
                </a:cubicBezTo>
                <a:cubicBezTo>
                  <a:pt x="1035433" y="41705"/>
                  <a:pt x="1032688" y="42973"/>
                  <a:pt x="1030524" y="45511"/>
                </a:cubicBezTo>
                <a:cubicBezTo>
                  <a:pt x="1028360" y="48048"/>
                  <a:pt x="1027278" y="51336"/>
                  <a:pt x="1027278" y="55374"/>
                </a:cubicBezTo>
                <a:lnTo>
                  <a:pt x="1027278" y="89145"/>
                </a:lnTo>
                <a:lnTo>
                  <a:pt x="1009950" y="89145"/>
                </a:lnTo>
                <a:lnTo>
                  <a:pt x="1009950" y="1394"/>
                </a:lnTo>
                <a:lnTo>
                  <a:pt x="1027278" y="1394"/>
                </a:lnTo>
                <a:lnTo>
                  <a:pt x="1027278" y="38756"/>
                </a:lnTo>
                <a:lnTo>
                  <a:pt x="1027493" y="38756"/>
                </a:lnTo>
                <a:cubicBezTo>
                  <a:pt x="1032035" y="31859"/>
                  <a:pt x="1038151" y="28411"/>
                  <a:pt x="1045841" y="28411"/>
                </a:cubicBezTo>
                <a:cubicBezTo>
                  <a:pt x="1059289" y="28411"/>
                  <a:pt x="1066013" y="36523"/>
                  <a:pt x="1066013" y="52747"/>
                </a:cubicBezTo>
                <a:lnTo>
                  <a:pt x="1066013" y="89145"/>
                </a:lnTo>
                <a:close/>
                <a:moveTo>
                  <a:pt x="1082376" y="33450"/>
                </a:moveTo>
                <a:cubicBezTo>
                  <a:pt x="1085058" y="31949"/>
                  <a:pt x="1088644" y="30734"/>
                  <a:pt x="1093132" y="29804"/>
                </a:cubicBezTo>
                <a:cubicBezTo>
                  <a:pt x="1097621" y="28875"/>
                  <a:pt x="1101457" y="28411"/>
                  <a:pt x="1104640" y="28411"/>
                </a:cubicBezTo>
                <a:cubicBezTo>
                  <a:pt x="1121235" y="28411"/>
                  <a:pt x="1129533" y="36719"/>
                  <a:pt x="1129533" y="53337"/>
                </a:cubicBezTo>
                <a:lnTo>
                  <a:pt x="1129533" y="89145"/>
                </a:lnTo>
                <a:lnTo>
                  <a:pt x="1113063" y="89145"/>
                </a:lnTo>
                <a:lnTo>
                  <a:pt x="1113063" y="80515"/>
                </a:lnTo>
                <a:lnTo>
                  <a:pt x="1112848" y="80515"/>
                </a:lnTo>
                <a:cubicBezTo>
                  <a:pt x="1108807" y="87233"/>
                  <a:pt x="1102888" y="90593"/>
                  <a:pt x="1095091" y="90593"/>
                </a:cubicBezTo>
                <a:cubicBezTo>
                  <a:pt x="1089475" y="90593"/>
                  <a:pt x="1084978" y="88993"/>
                  <a:pt x="1081598" y="85795"/>
                </a:cubicBezTo>
                <a:cubicBezTo>
                  <a:pt x="1078218" y="82597"/>
                  <a:pt x="1076528" y="78246"/>
                  <a:pt x="1076528" y="72742"/>
                </a:cubicBezTo>
                <a:cubicBezTo>
                  <a:pt x="1076528" y="61378"/>
                  <a:pt x="1083306" y="54767"/>
                  <a:pt x="1096861" y="52908"/>
                </a:cubicBezTo>
                <a:lnTo>
                  <a:pt x="1113170" y="50710"/>
                </a:lnTo>
                <a:cubicBezTo>
                  <a:pt x="1113170" y="43813"/>
                  <a:pt x="1109576" y="40365"/>
                  <a:pt x="1102387" y="40365"/>
                </a:cubicBezTo>
                <a:cubicBezTo>
                  <a:pt x="1095305" y="40365"/>
                  <a:pt x="1088635" y="42509"/>
                  <a:pt x="1082376" y="46797"/>
                </a:cubicBezTo>
                <a:lnTo>
                  <a:pt x="1082376" y="33450"/>
                </a:lnTo>
                <a:moveTo>
                  <a:pt x="1101958" y="62289"/>
                </a:moveTo>
                <a:cubicBezTo>
                  <a:pt x="1095699" y="63111"/>
                  <a:pt x="1092569" y="65934"/>
                  <a:pt x="1092569" y="70759"/>
                </a:cubicBezTo>
                <a:cubicBezTo>
                  <a:pt x="1092569" y="72974"/>
                  <a:pt x="1093329" y="74761"/>
                  <a:pt x="1094849" y="76119"/>
                </a:cubicBezTo>
                <a:cubicBezTo>
                  <a:pt x="1096369" y="77477"/>
                  <a:pt x="1098417" y="78156"/>
                  <a:pt x="1100992" y="78156"/>
                </a:cubicBezTo>
                <a:cubicBezTo>
                  <a:pt x="1104533" y="78156"/>
                  <a:pt x="1107448" y="76905"/>
                  <a:pt x="1109737" y="74404"/>
                </a:cubicBezTo>
                <a:cubicBezTo>
                  <a:pt x="1112026" y="71902"/>
                  <a:pt x="1113170" y="68793"/>
                  <a:pt x="1113170" y="65077"/>
                </a:cubicBezTo>
                <a:lnTo>
                  <a:pt x="1113170" y="60842"/>
                </a:lnTo>
                <a:lnTo>
                  <a:pt x="1101958" y="62289"/>
                </a:lnTo>
                <a:close/>
                <a:moveTo>
                  <a:pt x="1182257" y="45564"/>
                </a:moveTo>
                <a:cubicBezTo>
                  <a:pt x="1180146" y="44349"/>
                  <a:pt x="1177589" y="43742"/>
                  <a:pt x="1174585" y="43742"/>
                </a:cubicBezTo>
                <a:cubicBezTo>
                  <a:pt x="1170650" y="43742"/>
                  <a:pt x="1167530" y="45243"/>
                  <a:pt x="1165223" y="48245"/>
                </a:cubicBezTo>
                <a:cubicBezTo>
                  <a:pt x="1162916" y="51246"/>
                  <a:pt x="1161763" y="55374"/>
                  <a:pt x="1161763" y="60627"/>
                </a:cubicBezTo>
                <a:lnTo>
                  <a:pt x="1161763" y="89145"/>
                </a:lnTo>
                <a:lnTo>
                  <a:pt x="1144434" y="89145"/>
                </a:lnTo>
                <a:lnTo>
                  <a:pt x="1144434" y="29858"/>
                </a:lnTo>
                <a:lnTo>
                  <a:pt x="1161763" y="29858"/>
                </a:lnTo>
                <a:lnTo>
                  <a:pt x="1161763" y="41008"/>
                </a:lnTo>
                <a:lnTo>
                  <a:pt x="1161977" y="41008"/>
                </a:lnTo>
                <a:cubicBezTo>
                  <a:pt x="1164839" y="32896"/>
                  <a:pt x="1170042" y="28840"/>
                  <a:pt x="1177589" y="28840"/>
                </a:cubicBezTo>
                <a:cubicBezTo>
                  <a:pt x="1179628" y="28840"/>
                  <a:pt x="1181184" y="29072"/>
                  <a:pt x="1182257" y="29536"/>
                </a:cubicBezTo>
                <a:lnTo>
                  <a:pt x="1182257" y="45564"/>
                </a:lnTo>
                <a:close/>
                <a:moveTo>
                  <a:pt x="1247551" y="89145"/>
                </a:moveTo>
                <a:lnTo>
                  <a:pt x="1230276" y="89145"/>
                </a:lnTo>
                <a:lnTo>
                  <a:pt x="1230276" y="80783"/>
                </a:lnTo>
                <a:lnTo>
                  <a:pt x="1230007" y="80783"/>
                </a:lnTo>
                <a:cubicBezTo>
                  <a:pt x="1225823" y="87323"/>
                  <a:pt x="1219635" y="90593"/>
                  <a:pt x="1211445" y="90593"/>
                </a:cubicBezTo>
                <a:cubicBezTo>
                  <a:pt x="1203898" y="90593"/>
                  <a:pt x="1197899" y="87930"/>
                  <a:pt x="1193446" y="82605"/>
                </a:cubicBezTo>
                <a:cubicBezTo>
                  <a:pt x="1188993" y="77281"/>
                  <a:pt x="1186766" y="70026"/>
                  <a:pt x="1186766" y="60842"/>
                </a:cubicBezTo>
                <a:cubicBezTo>
                  <a:pt x="1186766" y="51121"/>
                  <a:pt x="1189261" y="43286"/>
                  <a:pt x="1194250" y="37336"/>
                </a:cubicBezTo>
                <a:cubicBezTo>
                  <a:pt x="1199240" y="31386"/>
                  <a:pt x="1205758" y="28411"/>
                  <a:pt x="1213805" y="28411"/>
                </a:cubicBezTo>
                <a:cubicBezTo>
                  <a:pt x="1221531" y="28411"/>
                  <a:pt x="1226932" y="31198"/>
                  <a:pt x="1230007" y="36773"/>
                </a:cubicBezTo>
                <a:lnTo>
                  <a:pt x="1230276" y="36773"/>
                </a:lnTo>
                <a:lnTo>
                  <a:pt x="1230276" y="1394"/>
                </a:lnTo>
                <a:lnTo>
                  <a:pt x="1247551" y="1394"/>
                </a:lnTo>
                <a:lnTo>
                  <a:pt x="1247551" y="89145"/>
                </a:lnTo>
                <a:moveTo>
                  <a:pt x="1230544" y="55588"/>
                </a:moveTo>
                <a:cubicBezTo>
                  <a:pt x="1230544" y="51586"/>
                  <a:pt x="1229337" y="48271"/>
                  <a:pt x="1226923" y="45645"/>
                </a:cubicBezTo>
                <a:cubicBezTo>
                  <a:pt x="1224508" y="43018"/>
                  <a:pt x="1221495" y="41705"/>
                  <a:pt x="1217883" y="41705"/>
                </a:cubicBezTo>
                <a:cubicBezTo>
                  <a:pt x="1213662" y="41705"/>
                  <a:pt x="1210345" y="43375"/>
                  <a:pt x="1207931" y="46717"/>
                </a:cubicBezTo>
                <a:cubicBezTo>
                  <a:pt x="1205517" y="50058"/>
                  <a:pt x="1204310" y="54588"/>
                  <a:pt x="1204310" y="60306"/>
                </a:cubicBezTo>
                <a:cubicBezTo>
                  <a:pt x="1204310" y="65738"/>
                  <a:pt x="1205472" y="69928"/>
                  <a:pt x="1207797" y="72876"/>
                </a:cubicBezTo>
                <a:cubicBezTo>
                  <a:pt x="1210122" y="75824"/>
                  <a:pt x="1213323" y="77299"/>
                  <a:pt x="1217400" y="77299"/>
                </a:cubicBezTo>
                <a:cubicBezTo>
                  <a:pt x="1221227" y="77299"/>
                  <a:pt x="1224374" y="75744"/>
                  <a:pt x="1226842" y="72635"/>
                </a:cubicBezTo>
                <a:cubicBezTo>
                  <a:pt x="1229310" y="69526"/>
                  <a:pt x="1230544" y="65488"/>
                  <a:pt x="1230544" y="60520"/>
                </a:cubicBezTo>
                <a:lnTo>
                  <a:pt x="1230544" y="55588"/>
                </a:lnTo>
                <a:close/>
                <a:moveTo>
                  <a:pt x="1333776" y="14741"/>
                </a:moveTo>
                <a:cubicBezTo>
                  <a:pt x="1331416" y="13812"/>
                  <a:pt x="1329180" y="13348"/>
                  <a:pt x="1327070" y="13348"/>
                </a:cubicBezTo>
                <a:cubicBezTo>
                  <a:pt x="1321133" y="13348"/>
                  <a:pt x="1318164" y="16635"/>
                  <a:pt x="1318164" y="23211"/>
                </a:cubicBezTo>
                <a:lnTo>
                  <a:pt x="1318164" y="29858"/>
                </a:lnTo>
                <a:lnTo>
                  <a:pt x="1331684" y="29858"/>
                </a:lnTo>
                <a:lnTo>
                  <a:pt x="1331684" y="42777"/>
                </a:lnTo>
                <a:lnTo>
                  <a:pt x="1318164" y="42777"/>
                </a:lnTo>
                <a:lnTo>
                  <a:pt x="1318164" y="89145"/>
                </a:lnTo>
                <a:lnTo>
                  <a:pt x="1300836" y="89145"/>
                </a:lnTo>
                <a:lnTo>
                  <a:pt x="1300836" y="42777"/>
                </a:lnTo>
                <a:lnTo>
                  <a:pt x="1290911" y="42777"/>
                </a:lnTo>
                <a:lnTo>
                  <a:pt x="1290911" y="29858"/>
                </a:lnTo>
                <a:lnTo>
                  <a:pt x="1300836" y="29858"/>
                </a:lnTo>
                <a:lnTo>
                  <a:pt x="1300836" y="22246"/>
                </a:lnTo>
                <a:cubicBezTo>
                  <a:pt x="1300836" y="15492"/>
                  <a:pt x="1303035" y="10096"/>
                  <a:pt x="1307435" y="6057"/>
                </a:cubicBezTo>
                <a:cubicBezTo>
                  <a:pt x="1311834" y="2019"/>
                  <a:pt x="1317610" y="0"/>
                  <a:pt x="1324763" y="0"/>
                </a:cubicBezTo>
                <a:cubicBezTo>
                  <a:pt x="1328411" y="0"/>
                  <a:pt x="1331416" y="375"/>
                  <a:pt x="1333776" y="1126"/>
                </a:cubicBezTo>
                <a:lnTo>
                  <a:pt x="1333776" y="14741"/>
                </a:lnTo>
                <a:close/>
                <a:moveTo>
                  <a:pt x="1339058" y="10721"/>
                </a:moveTo>
                <a:cubicBezTo>
                  <a:pt x="1339058" y="8076"/>
                  <a:pt x="1339996" y="5923"/>
                  <a:pt x="1341874" y="4262"/>
                </a:cubicBezTo>
                <a:cubicBezTo>
                  <a:pt x="1343752" y="2600"/>
                  <a:pt x="1346157" y="1769"/>
                  <a:pt x="1349090" y="1769"/>
                </a:cubicBezTo>
                <a:cubicBezTo>
                  <a:pt x="1352094" y="1769"/>
                  <a:pt x="1354526" y="2618"/>
                  <a:pt x="1356386" y="4315"/>
                </a:cubicBezTo>
                <a:cubicBezTo>
                  <a:pt x="1358246" y="6013"/>
                  <a:pt x="1359176" y="8148"/>
                  <a:pt x="1359176" y="10721"/>
                </a:cubicBezTo>
                <a:cubicBezTo>
                  <a:pt x="1359176" y="13330"/>
                  <a:pt x="1358228" y="15501"/>
                  <a:pt x="1356333" y="17234"/>
                </a:cubicBezTo>
                <a:cubicBezTo>
                  <a:pt x="1354437" y="18967"/>
                  <a:pt x="1352023" y="19834"/>
                  <a:pt x="1349090" y="19834"/>
                </a:cubicBezTo>
                <a:cubicBezTo>
                  <a:pt x="1346193" y="19834"/>
                  <a:pt x="1343797" y="18958"/>
                  <a:pt x="1341901" y="17207"/>
                </a:cubicBezTo>
                <a:cubicBezTo>
                  <a:pt x="1340005" y="15456"/>
                  <a:pt x="1339058" y="13294"/>
                  <a:pt x="1339058" y="10721"/>
                </a:cubicBezTo>
                <a:moveTo>
                  <a:pt x="1340345" y="89145"/>
                </a:moveTo>
                <a:lnTo>
                  <a:pt x="1340345" y="29858"/>
                </a:lnTo>
                <a:lnTo>
                  <a:pt x="1357620" y="29858"/>
                </a:lnTo>
                <a:lnTo>
                  <a:pt x="1357620" y="89145"/>
                </a:lnTo>
                <a:lnTo>
                  <a:pt x="1340345" y="89145"/>
                </a:lnTo>
                <a:close/>
                <a:moveTo>
                  <a:pt x="1429521" y="89145"/>
                </a:moveTo>
                <a:lnTo>
                  <a:pt x="1412299" y="89145"/>
                </a:lnTo>
                <a:lnTo>
                  <a:pt x="1412299" y="56071"/>
                </a:lnTo>
                <a:cubicBezTo>
                  <a:pt x="1412299" y="46493"/>
                  <a:pt x="1408848" y="41705"/>
                  <a:pt x="1401945" y="41705"/>
                </a:cubicBezTo>
                <a:cubicBezTo>
                  <a:pt x="1398655" y="41705"/>
                  <a:pt x="1395919" y="42982"/>
                  <a:pt x="1393737" y="45538"/>
                </a:cubicBezTo>
                <a:cubicBezTo>
                  <a:pt x="1391555" y="48093"/>
                  <a:pt x="1390464" y="51354"/>
                  <a:pt x="1390464" y="55320"/>
                </a:cubicBezTo>
                <a:lnTo>
                  <a:pt x="1390464" y="89145"/>
                </a:lnTo>
                <a:lnTo>
                  <a:pt x="1373136" y="89145"/>
                </a:lnTo>
                <a:lnTo>
                  <a:pt x="1373136" y="29858"/>
                </a:lnTo>
                <a:lnTo>
                  <a:pt x="1390464" y="29858"/>
                </a:lnTo>
                <a:lnTo>
                  <a:pt x="1390464" y="39293"/>
                </a:lnTo>
                <a:lnTo>
                  <a:pt x="1390679" y="39293"/>
                </a:lnTo>
                <a:cubicBezTo>
                  <a:pt x="1395007" y="32038"/>
                  <a:pt x="1401373" y="28411"/>
                  <a:pt x="1409778" y="28411"/>
                </a:cubicBezTo>
                <a:cubicBezTo>
                  <a:pt x="1422940" y="28411"/>
                  <a:pt x="1429521" y="36559"/>
                  <a:pt x="1429521" y="52855"/>
                </a:cubicBezTo>
                <a:lnTo>
                  <a:pt x="1429521" y="89145"/>
                </a:lnTo>
                <a:close/>
                <a:moveTo>
                  <a:pt x="1445782" y="33450"/>
                </a:moveTo>
                <a:cubicBezTo>
                  <a:pt x="1448464" y="31949"/>
                  <a:pt x="1452050" y="30734"/>
                  <a:pt x="1456538" y="29804"/>
                </a:cubicBezTo>
                <a:cubicBezTo>
                  <a:pt x="1461027" y="28875"/>
                  <a:pt x="1464863" y="28411"/>
                  <a:pt x="1468046" y="28411"/>
                </a:cubicBezTo>
                <a:cubicBezTo>
                  <a:pt x="1484641" y="28411"/>
                  <a:pt x="1492939" y="36719"/>
                  <a:pt x="1492939" y="53337"/>
                </a:cubicBezTo>
                <a:lnTo>
                  <a:pt x="1492939" y="89145"/>
                </a:lnTo>
                <a:lnTo>
                  <a:pt x="1476469" y="89145"/>
                </a:lnTo>
                <a:lnTo>
                  <a:pt x="1476469" y="80515"/>
                </a:lnTo>
                <a:lnTo>
                  <a:pt x="1476254" y="80515"/>
                </a:lnTo>
                <a:cubicBezTo>
                  <a:pt x="1472213" y="87233"/>
                  <a:pt x="1466294" y="90593"/>
                  <a:pt x="1458497" y="90593"/>
                </a:cubicBezTo>
                <a:cubicBezTo>
                  <a:pt x="1452881" y="90593"/>
                  <a:pt x="1448384" y="88993"/>
                  <a:pt x="1445004" y="85795"/>
                </a:cubicBezTo>
                <a:cubicBezTo>
                  <a:pt x="1441624" y="82597"/>
                  <a:pt x="1439934" y="78246"/>
                  <a:pt x="1439934" y="72742"/>
                </a:cubicBezTo>
                <a:cubicBezTo>
                  <a:pt x="1439934" y="61378"/>
                  <a:pt x="1446712" y="54767"/>
                  <a:pt x="1460267" y="52908"/>
                </a:cubicBezTo>
                <a:lnTo>
                  <a:pt x="1476576" y="50710"/>
                </a:lnTo>
                <a:cubicBezTo>
                  <a:pt x="1476576" y="43813"/>
                  <a:pt x="1472982" y="40365"/>
                  <a:pt x="1465793" y="40365"/>
                </a:cubicBezTo>
                <a:cubicBezTo>
                  <a:pt x="1458711" y="40365"/>
                  <a:pt x="1452041" y="42509"/>
                  <a:pt x="1445782" y="46797"/>
                </a:cubicBezTo>
                <a:lnTo>
                  <a:pt x="1445782" y="33450"/>
                </a:lnTo>
                <a:moveTo>
                  <a:pt x="1465364" y="62289"/>
                </a:moveTo>
                <a:cubicBezTo>
                  <a:pt x="1459105" y="63111"/>
                  <a:pt x="1455975" y="65934"/>
                  <a:pt x="1455975" y="70759"/>
                </a:cubicBezTo>
                <a:cubicBezTo>
                  <a:pt x="1455975" y="72974"/>
                  <a:pt x="1456735" y="74761"/>
                  <a:pt x="1458255" y="76119"/>
                </a:cubicBezTo>
                <a:cubicBezTo>
                  <a:pt x="1459775" y="77477"/>
                  <a:pt x="1461823" y="78156"/>
                  <a:pt x="1464398" y="78156"/>
                </a:cubicBezTo>
                <a:cubicBezTo>
                  <a:pt x="1467939" y="78156"/>
                  <a:pt x="1470854" y="76905"/>
                  <a:pt x="1473143" y="74404"/>
                </a:cubicBezTo>
                <a:cubicBezTo>
                  <a:pt x="1475432" y="71902"/>
                  <a:pt x="1476576" y="68793"/>
                  <a:pt x="1476576" y="65077"/>
                </a:cubicBezTo>
                <a:lnTo>
                  <a:pt x="1476576" y="60842"/>
                </a:lnTo>
                <a:lnTo>
                  <a:pt x="1465364" y="62289"/>
                </a:lnTo>
                <a:close/>
                <a:moveTo>
                  <a:pt x="1507571" y="89145"/>
                </a:moveTo>
                <a:lnTo>
                  <a:pt x="1507571" y="1394"/>
                </a:lnTo>
                <a:lnTo>
                  <a:pt x="1524846" y="1394"/>
                </a:lnTo>
                <a:lnTo>
                  <a:pt x="1524846" y="89145"/>
                </a:lnTo>
                <a:lnTo>
                  <a:pt x="1507571" y="89145"/>
                </a:lnTo>
                <a:close/>
                <a:moveTo>
                  <a:pt x="1538806" y="10721"/>
                </a:moveTo>
                <a:cubicBezTo>
                  <a:pt x="1538806" y="8076"/>
                  <a:pt x="1539745" y="5923"/>
                  <a:pt x="1541623" y="4262"/>
                </a:cubicBezTo>
                <a:cubicBezTo>
                  <a:pt x="1543500" y="2600"/>
                  <a:pt x="1545906" y="1769"/>
                  <a:pt x="1548838" y="1769"/>
                </a:cubicBezTo>
                <a:cubicBezTo>
                  <a:pt x="1551843" y="1769"/>
                  <a:pt x="1554275" y="2618"/>
                  <a:pt x="1556135" y="4315"/>
                </a:cubicBezTo>
                <a:cubicBezTo>
                  <a:pt x="1557994" y="6013"/>
                  <a:pt x="1558924" y="8148"/>
                  <a:pt x="1558924" y="10721"/>
                </a:cubicBezTo>
                <a:cubicBezTo>
                  <a:pt x="1558924" y="13330"/>
                  <a:pt x="1557977" y="15501"/>
                  <a:pt x="1556081" y="17234"/>
                </a:cubicBezTo>
                <a:cubicBezTo>
                  <a:pt x="1554185" y="18967"/>
                  <a:pt x="1551771" y="19834"/>
                  <a:pt x="1548838" y="19834"/>
                </a:cubicBezTo>
                <a:cubicBezTo>
                  <a:pt x="1545941" y="19834"/>
                  <a:pt x="1543545" y="18958"/>
                  <a:pt x="1541649" y="17207"/>
                </a:cubicBezTo>
                <a:cubicBezTo>
                  <a:pt x="1539754" y="15456"/>
                  <a:pt x="1538806" y="13294"/>
                  <a:pt x="1538806" y="10721"/>
                </a:cubicBezTo>
                <a:moveTo>
                  <a:pt x="1540094" y="89145"/>
                </a:moveTo>
                <a:lnTo>
                  <a:pt x="1540094" y="29858"/>
                </a:lnTo>
                <a:lnTo>
                  <a:pt x="1557369" y="29858"/>
                </a:lnTo>
                <a:lnTo>
                  <a:pt x="1557369" y="89145"/>
                </a:lnTo>
                <a:lnTo>
                  <a:pt x="1540094" y="89145"/>
                </a:lnTo>
                <a:close/>
                <a:moveTo>
                  <a:pt x="1619237" y="89145"/>
                </a:moveTo>
                <a:lnTo>
                  <a:pt x="1566500" y="89145"/>
                </a:lnTo>
                <a:lnTo>
                  <a:pt x="1566500" y="82123"/>
                </a:lnTo>
                <a:lnTo>
                  <a:pt x="1596866" y="42777"/>
                </a:lnTo>
                <a:lnTo>
                  <a:pt x="1569505" y="42777"/>
                </a:lnTo>
                <a:lnTo>
                  <a:pt x="1569505" y="29858"/>
                </a:lnTo>
                <a:lnTo>
                  <a:pt x="1619076" y="29858"/>
                </a:lnTo>
                <a:lnTo>
                  <a:pt x="1619076" y="38220"/>
                </a:lnTo>
                <a:lnTo>
                  <a:pt x="1590052" y="76226"/>
                </a:lnTo>
                <a:lnTo>
                  <a:pt x="1619237" y="76226"/>
                </a:lnTo>
                <a:lnTo>
                  <a:pt x="1619237" y="89145"/>
                </a:lnTo>
                <a:close/>
                <a:moveTo>
                  <a:pt x="1630807" y="33450"/>
                </a:moveTo>
                <a:cubicBezTo>
                  <a:pt x="1633490" y="31949"/>
                  <a:pt x="1637075" y="30734"/>
                  <a:pt x="1641564" y="29804"/>
                </a:cubicBezTo>
                <a:cubicBezTo>
                  <a:pt x="1646053" y="28875"/>
                  <a:pt x="1649889" y="28411"/>
                  <a:pt x="1653072" y="28411"/>
                </a:cubicBezTo>
                <a:cubicBezTo>
                  <a:pt x="1669667" y="28411"/>
                  <a:pt x="1677965" y="36719"/>
                  <a:pt x="1677965" y="53337"/>
                </a:cubicBezTo>
                <a:lnTo>
                  <a:pt x="1677965" y="89145"/>
                </a:lnTo>
                <a:lnTo>
                  <a:pt x="1661495" y="89145"/>
                </a:lnTo>
                <a:lnTo>
                  <a:pt x="1661495" y="80515"/>
                </a:lnTo>
                <a:lnTo>
                  <a:pt x="1661280" y="80515"/>
                </a:lnTo>
                <a:cubicBezTo>
                  <a:pt x="1657239" y="87233"/>
                  <a:pt x="1651319" y="90593"/>
                  <a:pt x="1643522" y="90593"/>
                </a:cubicBezTo>
                <a:cubicBezTo>
                  <a:pt x="1637907" y="90593"/>
                  <a:pt x="1633409" y="88993"/>
                  <a:pt x="1630030" y="85795"/>
                </a:cubicBezTo>
                <a:cubicBezTo>
                  <a:pt x="1626650" y="82597"/>
                  <a:pt x="1624960" y="78246"/>
                  <a:pt x="1624960" y="72742"/>
                </a:cubicBezTo>
                <a:cubicBezTo>
                  <a:pt x="1624960" y="61378"/>
                  <a:pt x="1631737" y="54767"/>
                  <a:pt x="1645293" y="52908"/>
                </a:cubicBezTo>
                <a:lnTo>
                  <a:pt x="1661602" y="50710"/>
                </a:lnTo>
                <a:cubicBezTo>
                  <a:pt x="1661602" y="43813"/>
                  <a:pt x="1658007" y="40365"/>
                  <a:pt x="1650819" y="40365"/>
                </a:cubicBezTo>
                <a:cubicBezTo>
                  <a:pt x="1643737" y="40365"/>
                  <a:pt x="1637067" y="42509"/>
                  <a:pt x="1630807" y="46797"/>
                </a:cubicBezTo>
                <a:lnTo>
                  <a:pt x="1630807" y="33450"/>
                </a:lnTo>
                <a:moveTo>
                  <a:pt x="1650389" y="62289"/>
                </a:moveTo>
                <a:cubicBezTo>
                  <a:pt x="1644130" y="63111"/>
                  <a:pt x="1641001" y="65934"/>
                  <a:pt x="1641001" y="70759"/>
                </a:cubicBezTo>
                <a:cubicBezTo>
                  <a:pt x="1641001" y="72974"/>
                  <a:pt x="1641761" y="74761"/>
                  <a:pt x="1643281" y="76119"/>
                </a:cubicBezTo>
                <a:cubicBezTo>
                  <a:pt x="1644801" y="77477"/>
                  <a:pt x="1646849" y="78156"/>
                  <a:pt x="1649424" y="78156"/>
                </a:cubicBezTo>
                <a:cubicBezTo>
                  <a:pt x="1652964" y="78156"/>
                  <a:pt x="1655879" y="76905"/>
                  <a:pt x="1658168" y="74404"/>
                </a:cubicBezTo>
                <a:cubicBezTo>
                  <a:pt x="1660457" y="71902"/>
                  <a:pt x="1661602" y="68793"/>
                  <a:pt x="1661602" y="65077"/>
                </a:cubicBezTo>
                <a:lnTo>
                  <a:pt x="1661602" y="60842"/>
                </a:lnTo>
                <a:lnTo>
                  <a:pt x="1650389" y="62289"/>
                </a:lnTo>
                <a:close/>
                <a:moveTo>
                  <a:pt x="1727791" y="88448"/>
                </a:moveTo>
                <a:cubicBezTo>
                  <a:pt x="1725180" y="89878"/>
                  <a:pt x="1721228" y="90593"/>
                  <a:pt x="1715934" y="90593"/>
                </a:cubicBezTo>
                <a:cubicBezTo>
                  <a:pt x="1703345" y="90593"/>
                  <a:pt x="1697050" y="83981"/>
                  <a:pt x="1697050" y="70759"/>
                </a:cubicBezTo>
                <a:lnTo>
                  <a:pt x="1697050" y="42777"/>
                </a:lnTo>
                <a:lnTo>
                  <a:pt x="1687286" y="42777"/>
                </a:lnTo>
                <a:lnTo>
                  <a:pt x="1687286" y="29858"/>
                </a:lnTo>
                <a:lnTo>
                  <a:pt x="1697050" y="29858"/>
                </a:lnTo>
                <a:lnTo>
                  <a:pt x="1697050" y="16832"/>
                </a:lnTo>
                <a:lnTo>
                  <a:pt x="1714271" y="11900"/>
                </a:lnTo>
                <a:lnTo>
                  <a:pt x="1714271" y="29858"/>
                </a:lnTo>
                <a:lnTo>
                  <a:pt x="1727791" y="29858"/>
                </a:lnTo>
                <a:lnTo>
                  <a:pt x="1727791" y="42777"/>
                </a:lnTo>
                <a:lnTo>
                  <a:pt x="1714271" y="42777"/>
                </a:lnTo>
                <a:lnTo>
                  <a:pt x="1714271" y="67757"/>
                </a:lnTo>
                <a:cubicBezTo>
                  <a:pt x="1714271" y="74082"/>
                  <a:pt x="1716775" y="77245"/>
                  <a:pt x="1721782" y="77245"/>
                </a:cubicBezTo>
                <a:cubicBezTo>
                  <a:pt x="1723714" y="77245"/>
                  <a:pt x="1725716" y="76673"/>
                  <a:pt x="1727791" y="75530"/>
                </a:cubicBezTo>
                <a:lnTo>
                  <a:pt x="1727791" y="88448"/>
                </a:lnTo>
                <a:close/>
                <a:moveTo>
                  <a:pt x="1736797" y="10721"/>
                </a:moveTo>
                <a:cubicBezTo>
                  <a:pt x="1736797" y="8076"/>
                  <a:pt x="1737736" y="5923"/>
                  <a:pt x="1739614" y="4262"/>
                </a:cubicBezTo>
                <a:cubicBezTo>
                  <a:pt x="1741491" y="2600"/>
                  <a:pt x="1743897" y="1769"/>
                  <a:pt x="1746829" y="1769"/>
                </a:cubicBezTo>
                <a:cubicBezTo>
                  <a:pt x="1749834" y="1769"/>
                  <a:pt x="1752266" y="2618"/>
                  <a:pt x="1754126" y="4315"/>
                </a:cubicBezTo>
                <a:cubicBezTo>
                  <a:pt x="1755985" y="6013"/>
                  <a:pt x="1756915" y="8148"/>
                  <a:pt x="1756915" y="10721"/>
                </a:cubicBezTo>
                <a:cubicBezTo>
                  <a:pt x="1756915" y="13330"/>
                  <a:pt x="1755968" y="15501"/>
                  <a:pt x="1754072" y="17234"/>
                </a:cubicBezTo>
                <a:cubicBezTo>
                  <a:pt x="1752176" y="18967"/>
                  <a:pt x="1749762" y="19834"/>
                  <a:pt x="1746829" y="19834"/>
                </a:cubicBezTo>
                <a:cubicBezTo>
                  <a:pt x="1743932" y="19834"/>
                  <a:pt x="1741536" y="18958"/>
                  <a:pt x="1739640" y="17207"/>
                </a:cubicBezTo>
                <a:cubicBezTo>
                  <a:pt x="1737745" y="15456"/>
                  <a:pt x="1736797" y="13294"/>
                  <a:pt x="1736797" y="10721"/>
                </a:cubicBezTo>
                <a:moveTo>
                  <a:pt x="1738085" y="89145"/>
                </a:moveTo>
                <a:lnTo>
                  <a:pt x="1738085" y="29858"/>
                </a:lnTo>
                <a:lnTo>
                  <a:pt x="1755360" y="29858"/>
                </a:lnTo>
                <a:lnTo>
                  <a:pt x="1755360" y="89145"/>
                </a:lnTo>
                <a:lnTo>
                  <a:pt x="1738085" y="89145"/>
                </a:lnTo>
                <a:close/>
                <a:moveTo>
                  <a:pt x="1767334" y="59770"/>
                </a:moveTo>
                <a:cubicBezTo>
                  <a:pt x="1767334" y="50014"/>
                  <a:pt x="1770258" y="42348"/>
                  <a:pt x="1776106" y="36773"/>
                </a:cubicBezTo>
                <a:cubicBezTo>
                  <a:pt x="1781954" y="31198"/>
                  <a:pt x="1789813" y="28411"/>
                  <a:pt x="1799685" y="28411"/>
                </a:cubicBezTo>
                <a:cubicBezTo>
                  <a:pt x="1809234" y="28411"/>
                  <a:pt x="1816817" y="31153"/>
                  <a:pt x="1822432" y="36639"/>
                </a:cubicBezTo>
                <a:cubicBezTo>
                  <a:pt x="1828047" y="42125"/>
                  <a:pt x="1830855" y="49495"/>
                  <a:pt x="1830855" y="58751"/>
                </a:cubicBezTo>
                <a:cubicBezTo>
                  <a:pt x="1830855" y="68472"/>
                  <a:pt x="1827976" y="76209"/>
                  <a:pt x="1822217" y="81962"/>
                </a:cubicBezTo>
                <a:cubicBezTo>
                  <a:pt x="1816459" y="87716"/>
                  <a:pt x="1808662" y="90593"/>
                  <a:pt x="1798826" y="90593"/>
                </a:cubicBezTo>
                <a:cubicBezTo>
                  <a:pt x="1789169" y="90593"/>
                  <a:pt x="1781507" y="87832"/>
                  <a:pt x="1775838" y="82311"/>
                </a:cubicBezTo>
                <a:cubicBezTo>
                  <a:pt x="1770169" y="76789"/>
                  <a:pt x="1767334" y="69276"/>
                  <a:pt x="1767334" y="59770"/>
                </a:cubicBezTo>
                <a:moveTo>
                  <a:pt x="1784878" y="59555"/>
                </a:moveTo>
                <a:cubicBezTo>
                  <a:pt x="1784878" y="71384"/>
                  <a:pt x="1789706" y="77299"/>
                  <a:pt x="1799363" y="77299"/>
                </a:cubicBezTo>
                <a:cubicBezTo>
                  <a:pt x="1808626" y="77299"/>
                  <a:pt x="1813258" y="71223"/>
                  <a:pt x="1813258" y="59073"/>
                </a:cubicBezTo>
                <a:cubicBezTo>
                  <a:pt x="1813258" y="47494"/>
                  <a:pt x="1808590" y="41705"/>
                  <a:pt x="1799255" y="41705"/>
                </a:cubicBezTo>
                <a:cubicBezTo>
                  <a:pt x="1794713" y="41705"/>
                  <a:pt x="1791181" y="43259"/>
                  <a:pt x="1788660" y="46368"/>
                </a:cubicBezTo>
                <a:cubicBezTo>
                  <a:pt x="1786138" y="49478"/>
                  <a:pt x="1784878" y="53873"/>
                  <a:pt x="1784878" y="59555"/>
                </a:cubicBezTo>
                <a:close/>
                <a:moveTo>
                  <a:pt x="1899447" y="89145"/>
                </a:moveTo>
                <a:lnTo>
                  <a:pt x="1882225" y="89145"/>
                </a:lnTo>
                <a:lnTo>
                  <a:pt x="1882225" y="56071"/>
                </a:lnTo>
                <a:cubicBezTo>
                  <a:pt x="1882225" y="46493"/>
                  <a:pt x="1878774" y="41705"/>
                  <a:pt x="1871871" y="41705"/>
                </a:cubicBezTo>
                <a:cubicBezTo>
                  <a:pt x="1868581" y="41705"/>
                  <a:pt x="1865845" y="42982"/>
                  <a:pt x="1863663" y="45538"/>
                </a:cubicBezTo>
                <a:cubicBezTo>
                  <a:pt x="1861481" y="48093"/>
                  <a:pt x="1860390" y="51354"/>
                  <a:pt x="1860390" y="55320"/>
                </a:cubicBezTo>
                <a:lnTo>
                  <a:pt x="1860390" y="89145"/>
                </a:lnTo>
                <a:lnTo>
                  <a:pt x="1843062" y="89145"/>
                </a:lnTo>
                <a:lnTo>
                  <a:pt x="1843062" y="29858"/>
                </a:lnTo>
                <a:lnTo>
                  <a:pt x="1860390" y="29858"/>
                </a:lnTo>
                <a:lnTo>
                  <a:pt x="1860390" y="39293"/>
                </a:lnTo>
                <a:lnTo>
                  <a:pt x="1860605" y="39293"/>
                </a:lnTo>
                <a:cubicBezTo>
                  <a:pt x="1864933" y="32038"/>
                  <a:pt x="1871299" y="28411"/>
                  <a:pt x="1879704" y="28411"/>
                </a:cubicBezTo>
                <a:cubicBezTo>
                  <a:pt x="1892866" y="28411"/>
                  <a:pt x="1899447" y="36559"/>
                  <a:pt x="1899447" y="52855"/>
                </a:cubicBezTo>
                <a:lnTo>
                  <a:pt x="1899447" y="89145"/>
                </a:lnTo>
                <a:close/>
                <a:moveTo>
                  <a:pt x="1964330" y="82016"/>
                </a:moveTo>
                <a:lnTo>
                  <a:pt x="1964330" y="116430"/>
                </a:lnTo>
                <a:lnTo>
                  <a:pt x="1947002" y="116430"/>
                </a:lnTo>
                <a:lnTo>
                  <a:pt x="1947002" y="29858"/>
                </a:lnTo>
                <a:lnTo>
                  <a:pt x="1964330" y="29858"/>
                </a:lnTo>
                <a:lnTo>
                  <a:pt x="1964330" y="38917"/>
                </a:lnTo>
                <a:lnTo>
                  <a:pt x="1964545" y="38917"/>
                </a:lnTo>
                <a:cubicBezTo>
                  <a:pt x="1969087" y="31913"/>
                  <a:pt x="1975507" y="28411"/>
                  <a:pt x="1983805" y="28411"/>
                </a:cubicBezTo>
                <a:cubicBezTo>
                  <a:pt x="1991351" y="28411"/>
                  <a:pt x="1997253" y="31046"/>
                  <a:pt x="2001509" y="36317"/>
                </a:cubicBezTo>
                <a:cubicBezTo>
                  <a:pt x="2005765" y="41589"/>
                  <a:pt x="2007893" y="48763"/>
                  <a:pt x="2007893" y="57840"/>
                </a:cubicBezTo>
                <a:cubicBezTo>
                  <a:pt x="2007893" y="67739"/>
                  <a:pt x="2005425" y="75673"/>
                  <a:pt x="2000489" y="81641"/>
                </a:cubicBezTo>
                <a:cubicBezTo>
                  <a:pt x="1995554" y="87609"/>
                  <a:pt x="1989080" y="90593"/>
                  <a:pt x="1981069" y="90593"/>
                </a:cubicBezTo>
                <a:cubicBezTo>
                  <a:pt x="1973808" y="90593"/>
                  <a:pt x="1968300" y="87734"/>
                  <a:pt x="1964545" y="82016"/>
                </a:cubicBezTo>
                <a:lnTo>
                  <a:pt x="1964330" y="82016"/>
                </a:lnTo>
                <a:moveTo>
                  <a:pt x="1964062" y="62932"/>
                </a:moveTo>
                <a:cubicBezTo>
                  <a:pt x="1964062" y="67149"/>
                  <a:pt x="1965206" y="70598"/>
                  <a:pt x="1967495" y="73278"/>
                </a:cubicBezTo>
                <a:cubicBezTo>
                  <a:pt x="1969784" y="75958"/>
                  <a:pt x="1972753" y="77299"/>
                  <a:pt x="1976401" y="77299"/>
                </a:cubicBezTo>
                <a:cubicBezTo>
                  <a:pt x="1980729" y="77299"/>
                  <a:pt x="1984100" y="75619"/>
                  <a:pt x="1986514" y="72260"/>
                </a:cubicBezTo>
                <a:cubicBezTo>
                  <a:pt x="1988928" y="68900"/>
                  <a:pt x="1990135" y="64147"/>
                  <a:pt x="1990135" y="58001"/>
                </a:cubicBezTo>
                <a:cubicBezTo>
                  <a:pt x="1990135" y="47137"/>
                  <a:pt x="1985897" y="41705"/>
                  <a:pt x="1977420" y="41705"/>
                </a:cubicBezTo>
                <a:cubicBezTo>
                  <a:pt x="1973486" y="41705"/>
                  <a:pt x="1970276" y="43206"/>
                  <a:pt x="1967790" y="46208"/>
                </a:cubicBezTo>
                <a:cubicBezTo>
                  <a:pt x="1965305" y="49209"/>
                  <a:pt x="1964062" y="53069"/>
                  <a:pt x="1964062" y="57786"/>
                </a:cubicBezTo>
                <a:lnTo>
                  <a:pt x="1964062" y="62932"/>
                </a:lnTo>
                <a:close/>
                <a:moveTo>
                  <a:pt x="2057999" y="45564"/>
                </a:moveTo>
                <a:cubicBezTo>
                  <a:pt x="2055889" y="44349"/>
                  <a:pt x="2053332" y="43742"/>
                  <a:pt x="2050327" y="43742"/>
                </a:cubicBezTo>
                <a:cubicBezTo>
                  <a:pt x="2046393" y="43742"/>
                  <a:pt x="2043273" y="45243"/>
                  <a:pt x="2040966" y="48245"/>
                </a:cubicBezTo>
                <a:cubicBezTo>
                  <a:pt x="2038659" y="51246"/>
                  <a:pt x="2037505" y="55374"/>
                  <a:pt x="2037505" y="60627"/>
                </a:cubicBezTo>
                <a:lnTo>
                  <a:pt x="2037505" y="89145"/>
                </a:lnTo>
                <a:lnTo>
                  <a:pt x="2020177" y="89145"/>
                </a:lnTo>
                <a:lnTo>
                  <a:pt x="2020177" y="29858"/>
                </a:lnTo>
                <a:lnTo>
                  <a:pt x="2037505" y="29858"/>
                </a:lnTo>
                <a:lnTo>
                  <a:pt x="2037505" y="41008"/>
                </a:lnTo>
                <a:lnTo>
                  <a:pt x="2037720" y="41008"/>
                </a:lnTo>
                <a:cubicBezTo>
                  <a:pt x="2040581" y="32896"/>
                  <a:pt x="2045785" y="28840"/>
                  <a:pt x="2053332" y="28840"/>
                </a:cubicBezTo>
                <a:cubicBezTo>
                  <a:pt x="2055370" y="28840"/>
                  <a:pt x="2056926" y="29072"/>
                  <a:pt x="2057999" y="29536"/>
                </a:cubicBezTo>
                <a:lnTo>
                  <a:pt x="2057999" y="45564"/>
                </a:lnTo>
                <a:close/>
                <a:moveTo>
                  <a:pt x="2062476" y="59770"/>
                </a:moveTo>
                <a:cubicBezTo>
                  <a:pt x="2062476" y="50014"/>
                  <a:pt x="2065400" y="42348"/>
                  <a:pt x="2071248" y="36773"/>
                </a:cubicBezTo>
                <a:cubicBezTo>
                  <a:pt x="2077096" y="31198"/>
                  <a:pt x="2084955" y="28411"/>
                  <a:pt x="2094827" y="28411"/>
                </a:cubicBezTo>
                <a:cubicBezTo>
                  <a:pt x="2104376" y="28411"/>
                  <a:pt x="2111959" y="31153"/>
                  <a:pt x="2117574" y="36639"/>
                </a:cubicBezTo>
                <a:cubicBezTo>
                  <a:pt x="2123189" y="42125"/>
                  <a:pt x="2125997" y="49495"/>
                  <a:pt x="2125997" y="58751"/>
                </a:cubicBezTo>
                <a:cubicBezTo>
                  <a:pt x="2125997" y="68472"/>
                  <a:pt x="2123118" y="76209"/>
                  <a:pt x="2117359" y="81962"/>
                </a:cubicBezTo>
                <a:cubicBezTo>
                  <a:pt x="2111601" y="87716"/>
                  <a:pt x="2103804" y="90593"/>
                  <a:pt x="2093968" y="90593"/>
                </a:cubicBezTo>
                <a:cubicBezTo>
                  <a:pt x="2084312" y="90593"/>
                  <a:pt x="2076649" y="87832"/>
                  <a:pt x="2070980" y="82311"/>
                </a:cubicBezTo>
                <a:cubicBezTo>
                  <a:pt x="2065311" y="76789"/>
                  <a:pt x="2062476" y="69276"/>
                  <a:pt x="2062476" y="59770"/>
                </a:cubicBezTo>
                <a:moveTo>
                  <a:pt x="2080020" y="59555"/>
                </a:moveTo>
                <a:cubicBezTo>
                  <a:pt x="2080020" y="71384"/>
                  <a:pt x="2084848" y="77299"/>
                  <a:pt x="2094505" y="77299"/>
                </a:cubicBezTo>
                <a:cubicBezTo>
                  <a:pt x="2103768" y="77299"/>
                  <a:pt x="2108400" y="71223"/>
                  <a:pt x="2108400" y="59073"/>
                </a:cubicBezTo>
                <a:cubicBezTo>
                  <a:pt x="2108400" y="47494"/>
                  <a:pt x="2103732" y="41705"/>
                  <a:pt x="2094398" y="41705"/>
                </a:cubicBezTo>
                <a:cubicBezTo>
                  <a:pt x="2089855" y="41705"/>
                  <a:pt x="2086323" y="43259"/>
                  <a:pt x="2083802" y="46368"/>
                </a:cubicBezTo>
                <a:cubicBezTo>
                  <a:pt x="2081280" y="49478"/>
                  <a:pt x="2080020" y="53873"/>
                  <a:pt x="2080020" y="59555"/>
                </a:cubicBezTo>
                <a:close/>
                <a:moveTo>
                  <a:pt x="2182679" y="86947"/>
                </a:moveTo>
                <a:cubicBezTo>
                  <a:pt x="2178530" y="89378"/>
                  <a:pt x="2172629" y="90593"/>
                  <a:pt x="2164975" y="90593"/>
                </a:cubicBezTo>
                <a:cubicBezTo>
                  <a:pt x="2155926" y="90593"/>
                  <a:pt x="2148612" y="87841"/>
                  <a:pt x="2143032" y="82337"/>
                </a:cubicBezTo>
                <a:cubicBezTo>
                  <a:pt x="2137453" y="76834"/>
                  <a:pt x="2134663" y="69705"/>
                  <a:pt x="2134663" y="60949"/>
                </a:cubicBezTo>
                <a:cubicBezTo>
                  <a:pt x="2134663" y="50871"/>
                  <a:pt x="2137668" y="42929"/>
                  <a:pt x="2143676" y="37122"/>
                </a:cubicBezTo>
                <a:cubicBezTo>
                  <a:pt x="2149685" y="31314"/>
                  <a:pt x="2157696" y="28411"/>
                  <a:pt x="2167711" y="28411"/>
                </a:cubicBezTo>
                <a:cubicBezTo>
                  <a:pt x="2174471" y="28411"/>
                  <a:pt x="2179478" y="29340"/>
                  <a:pt x="2182733" y="31198"/>
                </a:cubicBezTo>
                <a:lnTo>
                  <a:pt x="2182733" y="46047"/>
                </a:lnTo>
                <a:cubicBezTo>
                  <a:pt x="2178763" y="43152"/>
                  <a:pt x="2174435" y="41705"/>
                  <a:pt x="2169750" y="41705"/>
                </a:cubicBezTo>
                <a:cubicBezTo>
                  <a:pt x="2164456" y="41705"/>
                  <a:pt x="2160209" y="43313"/>
                  <a:pt x="2157008" y="46529"/>
                </a:cubicBezTo>
                <a:cubicBezTo>
                  <a:pt x="2153807" y="49746"/>
                  <a:pt x="2152206" y="54159"/>
                  <a:pt x="2152206" y="59770"/>
                </a:cubicBezTo>
                <a:cubicBezTo>
                  <a:pt x="2152206" y="65202"/>
                  <a:pt x="2153726" y="69481"/>
                  <a:pt x="2156767" y="72608"/>
                </a:cubicBezTo>
                <a:cubicBezTo>
                  <a:pt x="2159807" y="75735"/>
                  <a:pt x="2163938" y="77299"/>
                  <a:pt x="2169159" y="77299"/>
                </a:cubicBezTo>
                <a:cubicBezTo>
                  <a:pt x="2173773" y="77299"/>
                  <a:pt x="2178280" y="75833"/>
                  <a:pt x="2182679" y="72903"/>
                </a:cubicBezTo>
                <a:lnTo>
                  <a:pt x="2182679" y="86947"/>
                </a:lnTo>
                <a:close/>
                <a:moveTo>
                  <a:pt x="2247691" y="64380"/>
                </a:moveTo>
                <a:lnTo>
                  <a:pt x="2208635" y="64380"/>
                </a:lnTo>
                <a:cubicBezTo>
                  <a:pt x="2209243" y="73564"/>
                  <a:pt x="2214787" y="78156"/>
                  <a:pt x="2225266" y="78156"/>
                </a:cubicBezTo>
                <a:cubicBezTo>
                  <a:pt x="2231811" y="78156"/>
                  <a:pt x="2237588" y="76548"/>
                  <a:pt x="2242595" y="73332"/>
                </a:cubicBezTo>
                <a:lnTo>
                  <a:pt x="2242595" y="86036"/>
                </a:lnTo>
                <a:cubicBezTo>
                  <a:pt x="2237194" y="89074"/>
                  <a:pt x="2230112" y="90593"/>
                  <a:pt x="2221350" y="90593"/>
                </a:cubicBezTo>
                <a:cubicBezTo>
                  <a:pt x="2211908" y="90593"/>
                  <a:pt x="2204567" y="87930"/>
                  <a:pt x="2199327" y="82605"/>
                </a:cubicBezTo>
                <a:cubicBezTo>
                  <a:pt x="2194087" y="77281"/>
                  <a:pt x="2191467" y="69865"/>
                  <a:pt x="2191467" y="60359"/>
                </a:cubicBezTo>
                <a:cubicBezTo>
                  <a:pt x="2191467" y="50889"/>
                  <a:pt x="2194257" y="43197"/>
                  <a:pt x="2199837" y="37282"/>
                </a:cubicBezTo>
                <a:cubicBezTo>
                  <a:pt x="2205416" y="31368"/>
                  <a:pt x="2212426" y="28411"/>
                  <a:pt x="2220867" y="28411"/>
                </a:cubicBezTo>
                <a:cubicBezTo>
                  <a:pt x="2229272" y="28411"/>
                  <a:pt x="2235844" y="30957"/>
                  <a:pt x="2240583" y="36049"/>
                </a:cubicBezTo>
                <a:cubicBezTo>
                  <a:pt x="2245322" y="41142"/>
                  <a:pt x="2247691" y="48137"/>
                  <a:pt x="2247691" y="57036"/>
                </a:cubicBezTo>
                <a:lnTo>
                  <a:pt x="2247691" y="64380"/>
                </a:lnTo>
                <a:moveTo>
                  <a:pt x="2231543" y="53552"/>
                </a:moveTo>
                <a:cubicBezTo>
                  <a:pt x="2231543" y="44689"/>
                  <a:pt x="2227949" y="40257"/>
                  <a:pt x="2220760" y="40257"/>
                </a:cubicBezTo>
                <a:cubicBezTo>
                  <a:pt x="2217791" y="40257"/>
                  <a:pt x="2215162" y="41472"/>
                  <a:pt x="2212873" y="43903"/>
                </a:cubicBezTo>
                <a:cubicBezTo>
                  <a:pt x="2210584" y="46333"/>
                  <a:pt x="2209154" y="49549"/>
                  <a:pt x="2208581" y="53552"/>
                </a:cubicBezTo>
                <a:lnTo>
                  <a:pt x="2231543" y="53552"/>
                </a:lnTo>
                <a:close/>
                <a:moveTo>
                  <a:pt x="2257398" y="73225"/>
                </a:moveTo>
                <a:cubicBezTo>
                  <a:pt x="2263336" y="76834"/>
                  <a:pt x="2269148" y="78639"/>
                  <a:pt x="2274834" y="78639"/>
                </a:cubicBezTo>
                <a:cubicBezTo>
                  <a:pt x="2281987" y="78639"/>
                  <a:pt x="2285564" y="76727"/>
                  <a:pt x="2285564" y="72903"/>
                </a:cubicBezTo>
                <a:cubicBezTo>
                  <a:pt x="2285564" y="70187"/>
                  <a:pt x="2282613" y="67918"/>
                  <a:pt x="2276712" y="66095"/>
                </a:cubicBezTo>
                <a:cubicBezTo>
                  <a:pt x="2269344" y="63808"/>
                  <a:pt x="2264283" y="61262"/>
                  <a:pt x="2261529" y="58456"/>
                </a:cubicBezTo>
                <a:cubicBezTo>
                  <a:pt x="2258775" y="55651"/>
                  <a:pt x="2257398" y="51854"/>
                  <a:pt x="2257398" y="47065"/>
                </a:cubicBezTo>
                <a:cubicBezTo>
                  <a:pt x="2257398" y="41240"/>
                  <a:pt x="2259759" y="36675"/>
                  <a:pt x="2264480" y="33369"/>
                </a:cubicBezTo>
                <a:cubicBezTo>
                  <a:pt x="2269201" y="30064"/>
                  <a:pt x="2275389" y="28411"/>
                  <a:pt x="2283043" y="28411"/>
                </a:cubicBezTo>
                <a:cubicBezTo>
                  <a:pt x="2288479" y="28411"/>
                  <a:pt x="2293719" y="29215"/>
                  <a:pt x="2298762" y="30823"/>
                </a:cubicBezTo>
                <a:lnTo>
                  <a:pt x="2298762" y="44439"/>
                </a:lnTo>
                <a:cubicBezTo>
                  <a:pt x="2294148" y="41723"/>
                  <a:pt x="2289069" y="40365"/>
                  <a:pt x="2283525" y="40365"/>
                </a:cubicBezTo>
                <a:cubicBezTo>
                  <a:pt x="2280771" y="40365"/>
                  <a:pt x="2278554" y="40856"/>
                  <a:pt x="2276873" y="41839"/>
                </a:cubicBezTo>
                <a:cubicBezTo>
                  <a:pt x="2275192" y="42822"/>
                  <a:pt x="2274351" y="44117"/>
                  <a:pt x="2274351" y="45725"/>
                </a:cubicBezTo>
                <a:cubicBezTo>
                  <a:pt x="2274351" y="48441"/>
                  <a:pt x="2276855" y="50639"/>
                  <a:pt x="2281862" y="52319"/>
                </a:cubicBezTo>
                <a:cubicBezTo>
                  <a:pt x="2287227" y="54105"/>
                  <a:pt x="2291260" y="55731"/>
                  <a:pt x="2293960" y="57197"/>
                </a:cubicBezTo>
                <a:cubicBezTo>
                  <a:pt x="2296660" y="58662"/>
                  <a:pt x="2298717" y="60592"/>
                  <a:pt x="2300130" y="62986"/>
                </a:cubicBezTo>
                <a:cubicBezTo>
                  <a:pt x="2301542" y="65380"/>
                  <a:pt x="2302249" y="68150"/>
                  <a:pt x="2302249" y="71295"/>
                </a:cubicBezTo>
                <a:cubicBezTo>
                  <a:pt x="2302249" y="77406"/>
                  <a:pt x="2299799" y="82150"/>
                  <a:pt x="2294899" y="85527"/>
                </a:cubicBezTo>
                <a:cubicBezTo>
                  <a:pt x="2289999" y="88904"/>
                  <a:pt x="2283454" y="90593"/>
                  <a:pt x="2275263" y="90593"/>
                </a:cubicBezTo>
                <a:cubicBezTo>
                  <a:pt x="2268826" y="90593"/>
                  <a:pt x="2262871" y="89574"/>
                  <a:pt x="2257398" y="87537"/>
                </a:cubicBezTo>
                <a:lnTo>
                  <a:pt x="2257398" y="73225"/>
                </a:lnTo>
                <a:close/>
                <a:moveTo>
                  <a:pt x="2311676" y="73225"/>
                </a:moveTo>
                <a:cubicBezTo>
                  <a:pt x="2317613" y="76834"/>
                  <a:pt x="2323425" y="78639"/>
                  <a:pt x="2329112" y="78639"/>
                </a:cubicBezTo>
                <a:cubicBezTo>
                  <a:pt x="2336265" y="78639"/>
                  <a:pt x="2339841" y="76727"/>
                  <a:pt x="2339841" y="72903"/>
                </a:cubicBezTo>
                <a:cubicBezTo>
                  <a:pt x="2339841" y="70187"/>
                  <a:pt x="2336891" y="67918"/>
                  <a:pt x="2330989" y="66095"/>
                </a:cubicBezTo>
                <a:cubicBezTo>
                  <a:pt x="2323622" y="63808"/>
                  <a:pt x="2318561" y="61262"/>
                  <a:pt x="2315807" y="58456"/>
                </a:cubicBezTo>
                <a:cubicBezTo>
                  <a:pt x="2313053" y="55651"/>
                  <a:pt x="2311676" y="51854"/>
                  <a:pt x="2311676" y="47065"/>
                </a:cubicBezTo>
                <a:cubicBezTo>
                  <a:pt x="2311676" y="41240"/>
                  <a:pt x="2314036" y="36675"/>
                  <a:pt x="2318757" y="33369"/>
                </a:cubicBezTo>
                <a:cubicBezTo>
                  <a:pt x="2323479" y="30064"/>
                  <a:pt x="2329666" y="28411"/>
                  <a:pt x="2337320" y="28411"/>
                </a:cubicBezTo>
                <a:cubicBezTo>
                  <a:pt x="2342756" y="28411"/>
                  <a:pt x="2347996" y="29215"/>
                  <a:pt x="2353039" y="30823"/>
                </a:cubicBezTo>
                <a:lnTo>
                  <a:pt x="2353039" y="44439"/>
                </a:lnTo>
                <a:cubicBezTo>
                  <a:pt x="2348425" y="41723"/>
                  <a:pt x="2343346" y="40365"/>
                  <a:pt x="2337803" y="40365"/>
                </a:cubicBezTo>
                <a:cubicBezTo>
                  <a:pt x="2335049" y="40365"/>
                  <a:pt x="2332831" y="40856"/>
                  <a:pt x="2331150" y="41839"/>
                </a:cubicBezTo>
                <a:cubicBezTo>
                  <a:pt x="2329469" y="42822"/>
                  <a:pt x="2328629" y="44117"/>
                  <a:pt x="2328629" y="45725"/>
                </a:cubicBezTo>
                <a:cubicBezTo>
                  <a:pt x="2328629" y="48441"/>
                  <a:pt x="2331132" y="50639"/>
                  <a:pt x="2336140" y="52319"/>
                </a:cubicBezTo>
                <a:cubicBezTo>
                  <a:pt x="2341505" y="54105"/>
                  <a:pt x="2345537" y="55731"/>
                  <a:pt x="2348237" y="57197"/>
                </a:cubicBezTo>
                <a:cubicBezTo>
                  <a:pt x="2350938" y="58662"/>
                  <a:pt x="2352994" y="60592"/>
                  <a:pt x="2354407" y="62986"/>
                </a:cubicBezTo>
                <a:cubicBezTo>
                  <a:pt x="2355820" y="65380"/>
                  <a:pt x="2356526" y="68150"/>
                  <a:pt x="2356526" y="71295"/>
                </a:cubicBezTo>
                <a:cubicBezTo>
                  <a:pt x="2356526" y="77406"/>
                  <a:pt x="2354076" y="82150"/>
                  <a:pt x="2349176" y="85527"/>
                </a:cubicBezTo>
                <a:cubicBezTo>
                  <a:pt x="2344276" y="88904"/>
                  <a:pt x="2337731" y="90593"/>
                  <a:pt x="2329541" y="90593"/>
                </a:cubicBezTo>
                <a:cubicBezTo>
                  <a:pt x="2323103" y="90593"/>
                  <a:pt x="2317148" y="89574"/>
                  <a:pt x="2311676" y="87537"/>
                </a:cubicBezTo>
                <a:lnTo>
                  <a:pt x="2311676" y="7322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BF354-857D-4FB6-AB4C-747D3300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4" y="607916"/>
            <a:ext cx="334631" cy="455457"/>
          </a:xfrm>
          <a:custGeom xmlns:a="http://schemas.openxmlformats.org/drawingml/2006/main">
            <a:pathLst>
              <a:path w="334631" h="455457" fill="none">
                <a:moveTo>
                  <a:pt x="0" y="455457"/>
                </a:moveTo>
                <a:lnTo>
                  <a:pt x="3346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57F21-B739-4157-9744-4660070C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558" y="614237"/>
            <a:ext cx="101221" cy="100336"/>
          </a:xfrm>
          <a:custGeom xmlns:a="http://schemas.openxmlformats.org/drawingml/2006/main">
            <a:pathLst>
              <a:path w="101221" h="100336" fill="none">
                <a:moveTo>
                  <a:pt x="0" y="26088"/>
                </a:moveTo>
                <a:lnTo>
                  <a:pt x="97053" y="0"/>
                </a:lnTo>
                <a:lnTo>
                  <a:pt x="101221" y="100336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B8F24-6DAC-4E68-88D0-8CCAB6A0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90" y="1714072"/>
            <a:ext cx="418412" cy="10"/>
          </a:xfrm>
          <a:custGeom xmlns:a="http://schemas.openxmlformats.org/drawingml/2006/main">
            <a:pathLst>
              <a:path w="418412" h="1" fill="none">
                <a:moveTo>
                  <a:pt x="0" y="0"/>
                </a:moveTo>
                <a:lnTo>
                  <a:pt x="4184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28550-4776-40BD-A1F6-A8671BD6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22" y="1674863"/>
            <a:ext cx="109873" cy="78417"/>
          </a:xfrm>
          <a:custGeom xmlns:a="http://schemas.openxmlformats.org/drawingml/2006/main">
            <a:pathLst>
              <a:path w="109873" h="78417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E1C64-66A2-4D05-A1ED-DF071F1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22" y="1674863"/>
            <a:ext cx="109873" cy="78417"/>
          </a:xfrm>
          <a:custGeom xmlns:a="http://schemas.openxmlformats.org/drawingml/2006/main">
            <a:pathLst>
              <a:path w="109873" h="78417" fill="none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B9610-E75B-481B-B00C-D8083DA9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351" y="1714072"/>
            <a:ext cx="512589" cy="10"/>
          </a:xfrm>
          <a:custGeom xmlns:a="http://schemas.openxmlformats.org/drawingml/2006/main">
            <a:pathLst>
              <a:path w="512589" h="1" fill="none">
                <a:moveTo>
                  <a:pt x="0" y="0"/>
                </a:moveTo>
                <a:lnTo>
                  <a:pt x="5125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7BC82-CC22-467C-98F4-F3B3F380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460" y="1674863"/>
            <a:ext cx="109873" cy="78417"/>
          </a:xfrm>
          <a:custGeom xmlns:a="http://schemas.openxmlformats.org/drawingml/2006/main">
            <a:pathLst>
              <a:path w="109873" h="78417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03DBF-E417-492D-A880-E9DC6E9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460" y="1674863"/>
            <a:ext cx="109873" cy="78417"/>
          </a:xfrm>
          <a:custGeom xmlns:a="http://schemas.openxmlformats.org/drawingml/2006/main">
            <a:pathLst>
              <a:path w="109873" h="78417" fill="none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ADD02-530F-4D86-AB94-4774305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84" y="4430336"/>
            <a:ext cx="148377" cy="164675"/>
          </a:xfrm>
          <a:custGeom xmlns:a="http://schemas.openxmlformats.org/drawingml/2006/main">
            <a:pathLst>
              <a:path w="148377" h="164675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57285-8F20-4C68-AB89-7D6C96BA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784" y="4430336"/>
            <a:ext cx="148377" cy="164675"/>
          </a:xfrm>
          <a:custGeom xmlns:a="http://schemas.openxmlformats.org/drawingml/2006/main">
            <a:pathLst>
              <a:path w="148377" h="164675" fill="none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BD7B4-14F2-443F-B081-B8F90336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893" y="4430336"/>
            <a:ext cx="148377" cy="164675"/>
          </a:xfrm>
          <a:custGeom xmlns:a="http://schemas.openxmlformats.org/drawingml/2006/main">
            <a:pathLst>
              <a:path w="148377" h="164675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5E390-AF42-475F-896B-C44EFB53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893" y="4430336"/>
            <a:ext cx="148377" cy="164675"/>
          </a:xfrm>
          <a:custGeom xmlns:a="http://schemas.openxmlformats.org/drawingml/2006/main">
            <a:pathLst>
              <a:path w="148377" h="164675" fill="none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432AD-0BE0-4224-9D2B-0A082372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19" y="4512674"/>
            <a:ext cx="443416" cy="10"/>
          </a:xfrm>
          <a:custGeom xmlns:a="http://schemas.openxmlformats.org/drawingml/2006/main">
            <a:pathLst>
              <a:path w="443416" h="1" fill="none">
                <a:moveTo>
                  <a:pt x="0" y="0"/>
                </a:moveTo>
                <a:lnTo>
                  <a:pt x="4434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C6DAF-5B9A-40C5-9ABE-EB447D9B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206" y="444994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A3F6D-E4CE-4E46-B2B2-E341365E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009" y="4512674"/>
            <a:ext cx="413188" cy="10"/>
          </a:xfrm>
          <a:custGeom xmlns:a="http://schemas.openxmlformats.org/drawingml/2006/main">
            <a:pathLst>
              <a:path w="413188" h="1" fill="none">
                <a:moveTo>
                  <a:pt x="0" y="0"/>
                </a:moveTo>
                <a:lnTo>
                  <a:pt x="413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1A73C-6BF0-4C2F-A77B-4744FF58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868" y="444994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07E39-A334-453F-B852-7A29A79D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74" y="4430336"/>
            <a:ext cx="148377" cy="164675"/>
          </a:xfrm>
          <a:custGeom xmlns:a="http://schemas.openxmlformats.org/drawingml/2006/main">
            <a:pathLst>
              <a:path w="148377" h="164675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CC164-42AD-4C42-BE32-49490E7F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74" y="4430336"/>
            <a:ext cx="148377" cy="164675"/>
          </a:xfrm>
          <a:custGeom xmlns:a="http://schemas.openxmlformats.org/drawingml/2006/main">
            <a:pathLst>
              <a:path w="148377" h="164675" fill="none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A656B-E3C6-4A7D-A578-4A0E9C24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99" y="4512674"/>
            <a:ext cx="420491" cy="10"/>
          </a:xfrm>
          <a:custGeom xmlns:a="http://schemas.openxmlformats.org/drawingml/2006/main">
            <a:pathLst>
              <a:path w="420491" h="1" fill="none">
                <a:moveTo>
                  <a:pt x="0" y="0"/>
                </a:moveTo>
                <a:lnTo>
                  <a:pt x="420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93ED8-F4DB-4BE8-A376-450FC00B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061" y="444994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145" name="Text L1Blockchain">
            <a:extLst xmlns:a="http://schemas.openxmlformats.org/drawingml/2006/main">
              <a:ext uri="{FF2B5EF4-FFF2-40B4-BE49-F238E27FC236}">
                <a16:creationId xmlns:a16="http://schemas.microsoft.com/office/drawing/2014/main" id="{E2511F92-F4E0-4B3F-A32E-121319B7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75" y="4220859"/>
            <a:ext cx="897879" cy="108313"/>
          </a:xfrm>
          <a:custGeom xmlns:a="http://schemas.openxmlformats.org/drawingml/2006/main">
            <a:pathLst>
              <a:path w="897879" h="108313">
                <a:moveTo>
                  <a:pt x="59217" y="106555"/>
                </a:moveTo>
                <a:lnTo>
                  <a:pt x="0" y="106555"/>
                </a:lnTo>
                <a:lnTo>
                  <a:pt x="0" y="5728"/>
                </a:lnTo>
                <a:lnTo>
                  <a:pt x="21498" y="5728"/>
                </a:lnTo>
                <a:lnTo>
                  <a:pt x="21498" y="88981"/>
                </a:lnTo>
                <a:lnTo>
                  <a:pt x="59217" y="88981"/>
                </a:lnTo>
                <a:lnTo>
                  <a:pt x="59217" y="106555"/>
                </a:lnTo>
                <a:close/>
                <a:moveTo>
                  <a:pt x="117929" y="3515"/>
                </a:moveTo>
                <a:lnTo>
                  <a:pt x="117929" y="106555"/>
                </a:lnTo>
                <a:lnTo>
                  <a:pt x="96757" y="106555"/>
                </a:lnTo>
                <a:lnTo>
                  <a:pt x="96757" y="27208"/>
                </a:lnTo>
                <a:cubicBezTo>
                  <a:pt x="94151" y="29465"/>
                  <a:pt x="90590" y="31494"/>
                  <a:pt x="86073" y="33295"/>
                </a:cubicBezTo>
                <a:cubicBezTo>
                  <a:pt x="81557" y="35095"/>
                  <a:pt x="77409" y="36213"/>
                  <a:pt x="73631" y="36647"/>
                </a:cubicBezTo>
                <a:lnTo>
                  <a:pt x="73631" y="18616"/>
                </a:lnTo>
                <a:cubicBezTo>
                  <a:pt x="85530" y="15145"/>
                  <a:pt x="95823" y="10111"/>
                  <a:pt x="104509" y="3515"/>
                </a:cubicBezTo>
                <a:lnTo>
                  <a:pt x="117929" y="3515"/>
                </a:lnTo>
                <a:close/>
                <a:moveTo>
                  <a:pt x="195056" y="106555"/>
                </a:moveTo>
                <a:lnTo>
                  <a:pt x="195056" y="5728"/>
                </a:lnTo>
                <a:lnTo>
                  <a:pt x="230885" y="5728"/>
                </a:lnTo>
                <a:cubicBezTo>
                  <a:pt x="241873" y="5728"/>
                  <a:pt x="250342" y="7811"/>
                  <a:pt x="256292" y="11977"/>
                </a:cubicBezTo>
                <a:cubicBezTo>
                  <a:pt x="262242" y="16143"/>
                  <a:pt x="265217" y="21914"/>
                  <a:pt x="265217" y="29291"/>
                </a:cubicBezTo>
                <a:cubicBezTo>
                  <a:pt x="265217" y="34759"/>
                  <a:pt x="263371" y="39554"/>
                  <a:pt x="259680" y="43677"/>
                </a:cubicBezTo>
                <a:cubicBezTo>
                  <a:pt x="255988" y="47799"/>
                  <a:pt x="251341" y="50642"/>
                  <a:pt x="245739" y="52204"/>
                </a:cubicBezTo>
                <a:lnTo>
                  <a:pt x="245739" y="52464"/>
                </a:lnTo>
                <a:cubicBezTo>
                  <a:pt x="252774" y="53332"/>
                  <a:pt x="258453" y="55936"/>
                  <a:pt x="262774" y="60275"/>
                </a:cubicBezTo>
                <a:cubicBezTo>
                  <a:pt x="267095" y="64615"/>
                  <a:pt x="269256" y="70061"/>
                  <a:pt x="269256" y="76613"/>
                </a:cubicBezTo>
                <a:cubicBezTo>
                  <a:pt x="269256" y="85769"/>
                  <a:pt x="265999" y="93049"/>
                  <a:pt x="259484" y="98452"/>
                </a:cubicBezTo>
                <a:cubicBezTo>
                  <a:pt x="252970" y="103854"/>
                  <a:pt x="244067" y="106555"/>
                  <a:pt x="232775" y="106555"/>
                </a:cubicBezTo>
                <a:lnTo>
                  <a:pt x="195056" y="106555"/>
                </a:lnTo>
                <a:moveTo>
                  <a:pt x="216554" y="21741"/>
                </a:moveTo>
                <a:lnTo>
                  <a:pt x="216554" y="46671"/>
                </a:lnTo>
                <a:lnTo>
                  <a:pt x="226781" y="46671"/>
                </a:lnTo>
                <a:cubicBezTo>
                  <a:pt x="231689" y="46671"/>
                  <a:pt x="235554" y="45499"/>
                  <a:pt x="238377" y="43156"/>
                </a:cubicBezTo>
                <a:cubicBezTo>
                  <a:pt x="241200" y="40813"/>
                  <a:pt x="242612" y="37536"/>
                  <a:pt x="242612" y="33327"/>
                </a:cubicBezTo>
                <a:cubicBezTo>
                  <a:pt x="242612" y="25603"/>
                  <a:pt x="236966" y="21741"/>
                  <a:pt x="225674" y="21741"/>
                </a:cubicBezTo>
                <a:lnTo>
                  <a:pt x="216554" y="21741"/>
                </a:lnTo>
                <a:moveTo>
                  <a:pt x="216554" y="62879"/>
                </a:moveTo>
                <a:lnTo>
                  <a:pt x="216554" y="90543"/>
                </a:lnTo>
                <a:lnTo>
                  <a:pt x="229322" y="90543"/>
                </a:lnTo>
                <a:cubicBezTo>
                  <a:pt x="234751" y="90543"/>
                  <a:pt x="238996" y="89284"/>
                  <a:pt x="242058" y="86768"/>
                </a:cubicBezTo>
                <a:cubicBezTo>
                  <a:pt x="245120" y="84251"/>
                  <a:pt x="246651" y="80757"/>
                  <a:pt x="246651" y="76288"/>
                </a:cubicBezTo>
                <a:cubicBezTo>
                  <a:pt x="246651" y="72035"/>
                  <a:pt x="245131" y="68737"/>
                  <a:pt x="242090" y="66394"/>
                </a:cubicBezTo>
                <a:cubicBezTo>
                  <a:pt x="239050" y="64050"/>
                  <a:pt x="234729" y="62879"/>
                  <a:pt x="229127" y="62879"/>
                </a:cubicBezTo>
                <a:lnTo>
                  <a:pt x="216554" y="62879"/>
                </a:lnTo>
                <a:close/>
                <a:moveTo>
                  <a:pt x="283903" y="106555"/>
                </a:moveTo>
                <a:lnTo>
                  <a:pt x="283903" y="0"/>
                </a:lnTo>
                <a:lnTo>
                  <a:pt x="304879" y="0"/>
                </a:lnTo>
                <a:lnTo>
                  <a:pt x="304879" y="106555"/>
                </a:lnTo>
                <a:lnTo>
                  <a:pt x="283903" y="106555"/>
                </a:lnTo>
                <a:close/>
                <a:moveTo>
                  <a:pt x="319420" y="70885"/>
                </a:moveTo>
                <a:cubicBezTo>
                  <a:pt x="319420" y="59038"/>
                  <a:pt x="322971" y="49730"/>
                  <a:pt x="330071" y="42961"/>
                </a:cubicBezTo>
                <a:cubicBezTo>
                  <a:pt x="337172" y="36191"/>
                  <a:pt x="346716" y="32806"/>
                  <a:pt x="358703" y="32806"/>
                </a:cubicBezTo>
                <a:cubicBezTo>
                  <a:pt x="370299" y="32806"/>
                  <a:pt x="379506" y="36137"/>
                  <a:pt x="386324" y="42798"/>
                </a:cubicBezTo>
                <a:cubicBezTo>
                  <a:pt x="393143" y="49459"/>
                  <a:pt x="396552" y="58409"/>
                  <a:pt x="396552" y="69648"/>
                </a:cubicBezTo>
                <a:cubicBezTo>
                  <a:pt x="396552" y="81452"/>
                  <a:pt x="393056" y="90847"/>
                  <a:pt x="386064" y="97833"/>
                </a:cubicBezTo>
                <a:cubicBezTo>
                  <a:pt x="379071" y="104820"/>
                  <a:pt x="369604" y="108313"/>
                  <a:pt x="357660" y="108313"/>
                </a:cubicBezTo>
                <a:cubicBezTo>
                  <a:pt x="345934" y="108313"/>
                  <a:pt x="336629" y="104961"/>
                  <a:pt x="329746" y="98256"/>
                </a:cubicBezTo>
                <a:cubicBezTo>
                  <a:pt x="322862" y="91552"/>
                  <a:pt x="319420" y="82428"/>
                  <a:pt x="319420" y="70885"/>
                </a:cubicBezTo>
                <a:moveTo>
                  <a:pt x="340723" y="70625"/>
                </a:moveTo>
                <a:cubicBezTo>
                  <a:pt x="340723" y="84988"/>
                  <a:pt x="346586" y="92170"/>
                  <a:pt x="358312" y="92170"/>
                </a:cubicBezTo>
                <a:cubicBezTo>
                  <a:pt x="369560" y="92170"/>
                  <a:pt x="375184" y="84793"/>
                  <a:pt x="375184" y="70039"/>
                </a:cubicBezTo>
                <a:cubicBezTo>
                  <a:pt x="375184" y="55979"/>
                  <a:pt x="369517" y="48949"/>
                  <a:pt x="358182" y="48949"/>
                </a:cubicBezTo>
                <a:cubicBezTo>
                  <a:pt x="352666" y="48949"/>
                  <a:pt x="348377" y="50837"/>
                  <a:pt x="345315" y="54612"/>
                </a:cubicBezTo>
                <a:cubicBezTo>
                  <a:pt x="342254" y="58387"/>
                  <a:pt x="340723" y="63725"/>
                  <a:pt x="340723" y="70625"/>
                </a:cubicBezTo>
                <a:close/>
                <a:moveTo>
                  <a:pt x="465380" y="103887"/>
                </a:moveTo>
                <a:cubicBezTo>
                  <a:pt x="460342" y="106838"/>
                  <a:pt x="453176" y="108313"/>
                  <a:pt x="443882" y="108313"/>
                </a:cubicBezTo>
                <a:cubicBezTo>
                  <a:pt x="432894" y="108313"/>
                  <a:pt x="424013" y="104972"/>
                  <a:pt x="417238" y="98289"/>
                </a:cubicBezTo>
                <a:cubicBezTo>
                  <a:pt x="410463" y="91606"/>
                  <a:pt x="407075" y="82949"/>
                  <a:pt x="407075" y="72317"/>
                </a:cubicBezTo>
                <a:cubicBezTo>
                  <a:pt x="407075" y="60080"/>
                  <a:pt x="410723" y="50435"/>
                  <a:pt x="418020" y="43384"/>
                </a:cubicBezTo>
                <a:cubicBezTo>
                  <a:pt x="425316" y="36332"/>
                  <a:pt x="435044" y="32806"/>
                  <a:pt x="447205" y="32806"/>
                </a:cubicBezTo>
                <a:cubicBezTo>
                  <a:pt x="455413" y="32806"/>
                  <a:pt x="461493" y="33935"/>
                  <a:pt x="465445" y="36191"/>
                </a:cubicBezTo>
                <a:lnTo>
                  <a:pt x="465445" y="54222"/>
                </a:lnTo>
                <a:cubicBezTo>
                  <a:pt x="460624" y="50707"/>
                  <a:pt x="455369" y="48949"/>
                  <a:pt x="449680" y="48949"/>
                </a:cubicBezTo>
                <a:cubicBezTo>
                  <a:pt x="443252" y="48949"/>
                  <a:pt x="438095" y="50902"/>
                  <a:pt x="434208" y="54807"/>
                </a:cubicBezTo>
                <a:cubicBezTo>
                  <a:pt x="430321" y="58713"/>
                  <a:pt x="428378" y="64072"/>
                  <a:pt x="428378" y="70885"/>
                </a:cubicBezTo>
                <a:cubicBezTo>
                  <a:pt x="428378" y="77481"/>
                  <a:pt x="430223" y="82678"/>
                  <a:pt x="433915" y="86475"/>
                </a:cubicBezTo>
                <a:cubicBezTo>
                  <a:pt x="437607" y="90272"/>
                  <a:pt x="442623" y="92170"/>
                  <a:pt x="448963" y="92170"/>
                </a:cubicBezTo>
                <a:cubicBezTo>
                  <a:pt x="454566" y="92170"/>
                  <a:pt x="460038" y="90391"/>
                  <a:pt x="465380" y="86833"/>
                </a:cubicBezTo>
                <a:lnTo>
                  <a:pt x="465380" y="103887"/>
                </a:lnTo>
                <a:close/>
                <a:moveTo>
                  <a:pt x="551164" y="106555"/>
                </a:moveTo>
                <a:lnTo>
                  <a:pt x="525627" y="106555"/>
                </a:lnTo>
                <a:lnTo>
                  <a:pt x="501654" y="70950"/>
                </a:lnTo>
                <a:lnTo>
                  <a:pt x="501393" y="70950"/>
                </a:lnTo>
                <a:lnTo>
                  <a:pt x="501393" y="106555"/>
                </a:lnTo>
                <a:lnTo>
                  <a:pt x="480351" y="106555"/>
                </a:lnTo>
                <a:lnTo>
                  <a:pt x="480351" y="0"/>
                </a:lnTo>
                <a:lnTo>
                  <a:pt x="501393" y="0"/>
                </a:lnTo>
                <a:lnTo>
                  <a:pt x="501393" y="67826"/>
                </a:lnTo>
                <a:lnTo>
                  <a:pt x="501654" y="67826"/>
                </a:lnTo>
                <a:lnTo>
                  <a:pt x="524129" y="34564"/>
                </a:lnTo>
                <a:lnTo>
                  <a:pt x="549210" y="34564"/>
                </a:lnTo>
                <a:lnTo>
                  <a:pt x="522500" y="68542"/>
                </a:lnTo>
                <a:lnTo>
                  <a:pt x="551164" y="106555"/>
                </a:lnTo>
                <a:close/>
                <a:moveTo>
                  <a:pt x="611647" y="103887"/>
                </a:moveTo>
                <a:cubicBezTo>
                  <a:pt x="606609" y="106838"/>
                  <a:pt x="599443" y="108313"/>
                  <a:pt x="590149" y="108313"/>
                </a:cubicBezTo>
                <a:cubicBezTo>
                  <a:pt x="579161" y="108313"/>
                  <a:pt x="570280" y="104972"/>
                  <a:pt x="563505" y="98289"/>
                </a:cubicBezTo>
                <a:cubicBezTo>
                  <a:pt x="556730" y="91606"/>
                  <a:pt x="553342" y="82949"/>
                  <a:pt x="553342" y="72317"/>
                </a:cubicBezTo>
                <a:cubicBezTo>
                  <a:pt x="553342" y="60080"/>
                  <a:pt x="556990" y="50435"/>
                  <a:pt x="564286" y="43384"/>
                </a:cubicBezTo>
                <a:cubicBezTo>
                  <a:pt x="571583" y="36332"/>
                  <a:pt x="581311" y="32806"/>
                  <a:pt x="593471" y="32806"/>
                </a:cubicBezTo>
                <a:cubicBezTo>
                  <a:pt x="601680" y="32806"/>
                  <a:pt x="607760" y="33935"/>
                  <a:pt x="611712" y="36191"/>
                </a:cubicBezTo>
                <a:lnTo>
                  <a:pt x="611712" y="54222"/>
                </a:lnTo>
                <a:cubicBezTo>
                  <a:pt x="606891" y="50707"/>
                  <a:pt x="601636" y="48949"/>
                  <a:pt x="595947" y="48949"/>
                </a:cubicBezTo>
                <a:cubicBezTo>
                  <a:pt x="589519" y="48949"/>
                  <a:pt x="584362" y="50902"/>
                  <a:pt x="580475" y="54807"/>
                </a:cubicBezTo>
                <a:cubicBezTo>
                  <a:pt x="576588" y="58713"/>
                  <a:pt x="574644" y="64072"/>
                  <a:pt x="574644" y="70885"/>
                </a:cubicBezTo>
                <a:cubicBezTo>
                  <a:pt x="574644" y="77481"/>
                  <a:pt x="576490" y="82678"/>
                  <a:pt x="580182" y="86475"/>
                </a:cubicBezTo>
                <a:cubicBezTo>
                  <a:pt x="583873" y="90272"/>
                  <a:pt x="588890" y="92170"/>
                  <a:pt x="595230" y="92170"/>
                </a:cubicBezTo>
                <a:cubicBezTo>
                  <a:pt x="600833" y="92170"/>
                  <a:pt x="606305" y="90391"/>
                  <a:pt x="611647" y="86833"/>
                </a:cubicBezTo>
                <a:lnTo>
                  <a:pt x="611647" y="103887"/>
                </a:lnTo>
                <a:close/>
                <a:moveTo>
                  <a:pt x="694695" y="106555"/>
                </a:moveTo>
                <a:lnTo>
                  <a:pt x="673718" y="106555"/>
                </a:lnTo>
                <a:lnTo>
                  <a:pt x="673718" y="65548"/>
                </a:lnTo>
                <a:cubicBezTo>
                  <a:pt x="673718" y="54482"/>
                  <a:pt x="669679" y="48949"/>
                  <a:pt x="661601" y="48949"/>
                </a:cubicBezTo>
                <a:cubicBezTo>
                  <a:pt x="657562" y="48949"/>
                  <a:pt x="654229" y="50490"/>
                  <a:pt x="651601" y="53571"/>
                </a:cubicBezTo>
                <a:cubicBezTo>
                  <a:pt x="648974" y="56652"/>
                  <a:pt x="647660" y="60644"/>
                  <a:pt x="647660" y="65548"/>
                </a:cubicBezTo>
                <a:lnTo>
                  <a:pt x="647660" y="106555"/>
                </a:lnTo>
                <a:lnTo>
                  <a:pt x="626618" y="106555"/>
                </a:lnTo>
                <a:lnTo>
                  <a:pt x="626618" y="0"/>
                </a:lnTo>
                <a:lnTo>
                  <a:pt x="647660" y="0"/>
                </a:lnTo>
                <a:lnTo>
                  <a:pt x="647660" y="45369"/>
                </a:lnTo>
                <a:lnTo>
                  <a:pt x="647921" y="45369"/>
                </a:lnTo>
                <a:cubicBezTo>
                  <a:pt x="653436" y="36994"/>
                  <a:pt x="660863" y="32806"/>
                  <a:pt x="670200" y="32806"/>
                </a:cubicBezTo>
                <a:cubicBezTo>
                  <a:pt x="686530" y="32806"/>
                  <a:pt x="694695" y="42657"/>
                  <a:pt x="694695" y="62358"/>
                </a:cubicBezTo>
                <a:lnTo>
                  <a:pt x="694695" y="106555"/>
                </a:lnTo>
                <a:close/>
                <a:moveTo>
                  <a:pt x="714565" y="38925"/>
                </a:moveTo>
                <a:cubicBezTo>
                  <a:pt x="717822" y="37102"/>
                  <a:pt x="722176" y="35627"/>
                  <a:pt x="727626" y="34499"/>
                </a:cubicBezTo>
                <a:cubicBezTo>
                  <a:pt x="733077" y="33370"/>
                  <a:pt x="737735" y="32806"/>
                  <a:pt x="741600" y="32806"/>
                </a:cubicBezTo>
                <a:cubicBezTo>
                  <a:pt x="761751" y="32806"/>
                  <a:pt x="771827" y="42896"/>
                  <a:pt x="771827" y="63074"/>
                </a:cubicBezTo>
                <a:lnTo>
                  <a:pt x="771827" y="106555"/>
                </a:lnTo>
                <a:lnTo>
                  <a:pt x="751828" y="106555"/>
                </a:lnTo>
                <a:lnTo>
                  <a:pt x="751828" y="96076"/>
                </a:lnTo>
                <a:lnTo>
                  <a:pt x="751567" y="96076"/>
                </a:lnTo>
                <a:cubicBezTo>
                  <a:pt x="746659" y="104234"/>
                  <a:pt x="739472" y="108313"/>
                  <a:pt x="730004" y="108313"/>
                </a:cubicBezTo>
                <a:cubicBezTo>
                  <a:pt x="723186" y="108313"/>
                  <a:pt x="717724" y="106371"/>
                  <a:pt x="713620" y="102487"/>
                </a:cubicBezTo>
                <a:cubicBezTo>
                  <a:pt x="709516" y="98603"/>
                  <a:pt x="707464" y="93320"/>
                  <a:pt x="707464" y="86637"/>
                </a:cubicBezTo>
                <a:cubicBezTo>
                  <a:pt x="707464" y="72838"/>
                  <a:pt x="715694" y="64810"/>
                  <a:pt x="732154" y="62553"/>
                </a:cubicBezTo>
                <a:lnTo>
                  <a:pt x="751958" y="59885"/>
                </a:lnTo>
                <a:cubicBezTo>
                  <a:pt x="751958" y="51509"/>
                  <a:pt x="747593" y="47322"/>
                  <a:pt x="738864" y="47322"/>
                </a:cubicBezTo>
                <a:cubicBezTo>
                  <a:pt x="730265" y="47322"/>
                  <a:pt x="722165" y="49926"/>
                  <a:pt x="714565" y="55133"/>
                </a:cubicBezTo>
                <a:lnTo>
                  <a:pt x="714565" y="38925"/>
                </a:lnTo>
                <a:moveTo>
                  <a:pt x="738343" y="73944"/>
                </a:moveTo>
                <a:cubicBezTo>
                  <a:pt x="730742" y="74943"/>
                  <a:pt x="726942" y="78371"/>
                  <a:pt x="726942" y="84229"/>
                </a:cubicBezTo>
                <a:cubicBezTo>
                  <a:pt x="726942" y="86919"/>
                  <a:pt x="727865" y="89089"/>
                  <a:pt x="729711" y="90738"/>
                </a:cubicBezTo>
                <a:cubicBezTo>
                  <a:pt x="731557" y="92387"/>
                  <a:pt x="734043" y="93212"/>
                  <a:pt x="737170" y="93212"/>
                </a:cubicBezTo>
                <a:cubicBezTo>
                  <a:pt x="741470" y="93212"/>
                  <a:pt x="745009" y="91693"/>
                  <a:pt x="747789" y="88655"/>
                </a:cubicBezTo>
                <a:cubicBezTo>
                  <a:pt x="750568" y="85618"/>
                  <a:pt x="751958" y="81842"/>
                  <a:pt x="751958" y="77329"/>
                </a:cubicBezTo>
                <a:lnTo>
                  <a:pt x="751958" y="72187"/>
                </a:lnTo>
                <a:lnTo>
                  <a:pt x="738343" y="73944"/>
                </a:lnTo>
                <a:close/>
                <a:moveTo>
                  <a:pt x="788031" y="11326"/>
                </a:moveTo>
                <a:cubicBezTo>
                  <a:pt x="788031" y="8115"/>
                  <a:pt x="789171" y="5500"/>
                  <a:pt x="791452" y="3482"/>
                </a:cubicBezTo>
                <a:cubicBezTo>
                  <a:pt x="793732" y="1465"/>
                  <a:pt x="796652" y="456"/>
                  <a:pt x="800214" y="456"/>
                </a:cubicBezTo>
                <a:cubicBezTo>
                  <a:pt x="803862" y="456"/>
                  <a:pt x="806815" y="1486"/>
                  <a:pt x="809073" y="3548"/>
                </a:cubicBezTo>
                <a:cubicBezTo>
                  <a:pt x="811332" y="5609"/>
                  <a:pt x="812461" y="8202"/>
                  <a:pt x="812461" y="11326"/>
                </a:cubicBezTo>
                <a:cubicBezTo>
                  <a:pt x="812461" y="14494"/>
                  <a:pt x="811310" y="17130"/>
                  <a:pt x="809008" y="19235"/>
                </a:cubicBezTo>
                <a:cubicBezTo>
                  <a:pt x="806706" y="21339"/>
                  <a:pt x="803775" y="22392"/>
                  <a:pt x="800214" y="22392"/>
                </a:cubicBezTo>
                <a:cubicBezTo>
                  <a:pt x="796696" y="22392"/>
                  <a:pt x="793786" y="21328"/>
                  <a:pt x="791484" y="19202"/>
                </a:cubicBezTo>
                <a:cubicBezTo>
                  <a:pt x="789182" y="17076"/>
                  <a:pt x="788031" y="14450"/>
                  <a:pt x="788031" y="11326"/>
                </a:cubicBezTo>
                <a:moveTo>
                  <a:pt x="789595" y="106555"/>
                </a:moveTo>
                <a:lnTo>
                  <a:pt x="789595" y="34564"/>
                </a:lnTo>
                <a:lnTo>
                  <a:pt x="810572" y="34564"/>
                </a:lnTo>
                <a:lnTo>
                  <a:pt x="810572" y="106555"/>
                </a:lnTo>
                <a:lnTo>
                  <a:pt x="789595" y="106555"/>
                </a:lnTo>
                <a:close/>
                <a:moveTo>
                  <a:pt x="897879" y="106555"/>
                </a:moveTo>
                <a:lnTo>
                  <a:pt x="876968" y="106555"/>
                </a:lnTo>
                <a:lnTo>
                  <a:pt x="876968" y="66394"/>
                </a:lnTo>
                <a:cubicBezTo>
                  <a:pt x="876968" y="54764"/>
                  <a:pt x="872777" y="48949"/>
                  <a:pt x="864395" y="48949"/>
                </a:cubicBezTo>
                <a:cubicBezTo>
                  <a:pt x="860399" y="48949"/>
                  <a:pt x="857077" y="50500"/>
                  <a:pt x="854428" y="53603"/>
                </a:cubicBezTo>
                <a:cubicBezTo>
                  <a:pt x="851779" y="56706"/>
                  <a:pt x="850454" y="60666"/>
                  <a:pt x="850454" y="65482"/>
                </a:cubicBezTo>
                <a:lnTo>
                  <a:pt x="850454" y="106555"/>
                </a:lnTo>
                <a:lnTo>
                  <a:pt x="829412" y="106555"/>
                </a:lnTo>
                <a:lnTo>
                  <a:pt x="829412" y="34564"/>
                </a:lnTo>
                <a:lnTo>
                  <a:pt x="850454" y="34564"/>
                </a:lnTo>
                <a:lnTo>
                  <a:pt x="850454" y="46020"/>
                </a:lnTo>
                <a:lnTo>
                  <a:pt x="850714" y="46020"/>
                </a:lnTo>
                <a:cubicBezTo>
                  <a:pt x="855970" y="37211"/>
                  <a:pt x="863700" y="32806"/>
                  <a:pt x="873906" y="32806"/>
                </a:cubicBezTo>
                <a:cubicBezTo>
                  <a:pt x="889888" y="32806"/>
                  <a:pt x="897879" y="42700"/>
                  <a:pt x="897879" y="62488"/>
                </a:cubicBezTo>
                <a:lnTo>
                  <a:pt x="897879" y="10655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ADAE4-5390-414D-822B-EEFDA4AE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209" y="3183261"/>
            <a:ext cx="164987" cy="267646"/>
          </a:xfrm>
          <a:custGeom xmlns:a="http://schemas.openxmlformats.org/drawingml/2006/main">
            <a:pathLst>
              <a:path w="164987" h="267646" fill="none">
                <a:moveTo>
                  <a:pt x="0" y="267646"/>
                </a:moveTo>
                <a:lnTo>
                  <a:pt x="164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6CD3F-445E-4254-B090-55118E5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048" y="3196615"/>
            <a:ext cx="86917" cy="107360"/>
          </a:xfrm>
          <a:custGeom xmlns:a="http://schemas.openxmlformats.org/drawingml/2006/main">
            <a:pathLst>
              <a:path w="86917" h="107360">
                <a:moveTo>
                  <a:pt x="86917" y="0"/>
                </a:moveTo>
                <a:lnTo>
                  <a:pt x="86917" y="0"/>
                </a:lnTo>
                <a:lnTo>
                  <a:pt x="0" y="66236"/>
                </a:lnTo>
                <a:lnTo>
                  <a:pt x="66822" y="107360"/>
                </a:lnTo>
                <a:lnTo>
                  <a:pt x="8691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1AB68-7E50-4C6F-B452-3EFC0A32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048" y="3196615"/>
            <a:ext cx="86917" cy="107360"/>
          </a:xfrm>
          <a:custGeom xmlns:a="http://schemas.openxmlformats.org/drawingml/2006/main">
            <a:pathLst>
              <a:path w="86917" h="107360" fill="none">
                <a:moveTo>
                  <a:pt x="0" y="66236"/>
                </a:moveTo>
                <a:lnTo>
                  <a:pt x="86917" y="0"/>
                </a:lnTo>
                <a:moveTo>
                  <a:pt x="86917" y="0"/>
                </a:moveTo>
                <a:lnTo>
                  <a:pt x="66822" y="107360"/>
                </a:lnTo>
                <a:lnTo>
                  <a:pt x="0" y="66236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622B2-1E14-4A82-BC60-B36F057C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830" y="2783696"/>
            <a:ext cx="10" cy="628727"/>
          </a:xfrm>
          <a:custGeom xmlns:a="http://schemas.openxmlformats.org/drawingml/2006/main">
            <a:pathLst>
              <a:path w="1" h="628727" fill="none">
                <a:moveTo>
                  <a:pt x="0" y="0"/>
                </a:moveTo>
                <a:lnTo>
                  <a:pt x="0" y="62872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9BD52-2E26-4065-89F9-F3119F53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90" y="3294798"/>
            <a:ext cx="78481" cy="101942"/>
          </a:xfrm>
          <a:custGeom xmlns:a="http://schemas.openxmlformats.org/drawingml/2006/main">
            <a:pathLst>
              <a:path w="78481" h="101942">
                <a:moveTo>
                  <a:pt x="78481" y="0"/>
                </a:moveTo>
                <a:lnTo>
                  <a:pt x="39240" y="101942"/>
                </a:lnTo>
                <a:lnTo>
                  <a:pt x="0" y="0"/>
                </a:lnTo>
                <a:lnTo>
                  <a:pt x="78481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3925D-DA6C-4D67-8DD3-8B1E7531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90" y="3294798"/>
            <a:ext cx="78481" cy="101942"/>
          </a:xfrm>
          <a:custGeom xmlns:a="http://schemas.openxmlformats.org/drawingml/2006/main">
            <a:pathLst>
              <a:path w="78481" h="101942" fill="none">
                <a:moveTo>
                  <a:pt x="78481" y="0"/>
                </a:moveTo>
                <a:lnTo>
                  <a:pt x="39240" y="101942"/>
                </a:lnTo>
                <a:lnTo>
                  <a:pt x="0" y="0"/>
                </a:lnTo>
                <a:lnTo>
                  <a:pt x="784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F838B-6453-4F7A-9200-5F3138D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771" y="3809212"/>
            <a:ext cx="10" cy="459587"/>
          </a:xfrm>
          <a:custGeom xmlns:a="http://schemas.openxmlformats.org/drawingml/2006/main">
            <a:pathLst>
              <a:path w="1" h="459587" fill="none">
                <a:moveTo>
                  <a:pt x="0" y="0"/>
                </a:moveTo>
                <a:lnTo>
                  <a:pt x="0" y="45958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388CB-9FF5-4EE9-BCD5-275D0CA9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531" y="4151174"/>
            <a:ext cx="78481" cy="101942"/>
          </a:xfrm>
          <a:custGeom xmlns:a="http://schemas.openxmlformats.org/drawingml/2006/main">
            <a:pathLst>
              <a:path w="78481" h="101942">
                <a:moveTo>
                  <a:pt x="78481" y="0"/>
                </a:moveTo>
                <a:lnTo>
                  <a:pt x="39240" y="101942"/>
                </a:lnTo>
                <a:lnTo>
                  <a:pt x="0" y="0"/>
                </a:lnTo>
                <a:lnTo>
                  <a:pt x="78481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B325D-F895-47E1-9F62-1251098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531" y="4151174"/>
            <a:ext cx="78481" cy="101942"/>
          </a:xfrm>
          <a:custGeom xmlns:a="http://schemas.openxmlformats.org/drawingml/2006/main">
            <a:pathLst>
              <a:path w="78481" h="101942" fill="none">
                <a:moveTo>
                  <a:pt x="78481" y="0"/>
                </a:moveTo>
                <a:lnTo>
                  <a:pt x="39240" y="101942"/>
                </a:lnTo>
                <a:lnTo>
                  <a:pt x="0" y="0"/>
                </a:lnTo>
                <a:lnTo>
                  <a:pt x="784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8093A-5FF3-4CBB-A807-2271B22F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167" y="1902809"/>
            <a:ext cx="641053" cy="1027037"/>
          </a:xfrm>
          <a:custGeom xmlns:a="http://schemas.openxmlformats.org/drawingml/2006/main">
            <a:pathLst>
              <a:path w="641053" h="1027037" fill="none">
                <a:moveTo>
                  <a:pt x="0" y="1027037"/>
                </a:moveTo>
                <a:lnTo>
                  <a:pt x="6410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81AFEB-EEC1-4894-9BFA-AB5C981D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627" y="1916116"/>
            <a:ext cx="87286" cy="107247"/>
          </a:xfrm>
          <a:custGeom xmlns:a="http://schemas.openxmlformats.org/drawingml/2006/main">
            <a:pathLst>
              <a:path w="87286" h="107247">
                <a:moveTo>
                  <a:pt x="87286" y="0"/>
                </a:moveTo>
                <a:lnTo>
                  <a:pt x="0" y="65750"/>
                </a:lnTo>
                <a:lnTo>
                  <a:pt x="66591" y="107247"/>
                </a:lnTo>
                <a:lnTo>
                  <a:pt x="8728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5968D-CB88-4EE9-946E-262B60FD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627" y="1916116"/>
            <a:ext cx="87286" cy="107247"/>
          </a:xfrm>
          <a:custGeom xmlns:a="http://schemas.openxmlformats.org/drawingml/2006/main">
            <a:pathLst>
              <a:path w="87286" h="107247" fill="none">
                <a:moveTo>
                  <a:pt x="0" y="65750"/>
                </a:moveTo>
                <a:lnTo>
                  <a:pt x="87286" y="0"/>
                </a:lnTo>
                <a:lnTo>
                  <a:pt x="66591" y="107247"/>
                </a:lnTo>
                <a:lnTo>
                  <a:pt x="0" y="6575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83A1C-FC3C-4A34-82A5-C0057A07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708" y="1901545"/>
            <a:ext cx="1691830" cy="2611129"/>
          </a:xfrm>
          <a:custGeom xmlns:a="http://schemas.openxmlformats.org/drawingml/2006/main">
            <a:pathLst>
              <a:path w="1691830" h="2611129" fill="none">
                <a:moveTo>
                  <a:pt x="0" y="2611129"/>
                </a:moveTo>
                <a:lnTo>
                  <a:pt x="1691830" y="2611129"/>
                </a:lnTo>
                <a:lnTo>
                  <a:pt x="1691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E0FB4-CE56-45D1-A8FB-D1278826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297" y="1917228"/>
            <a:ext cx="78481" cy="101942"/>
          </a:xfrm>
          <a:custGeom xmlns:a="http://schemas.openxmlformats.org/drawingml/2006/main">
            <a:pathLst>
              <a:path w="78481" h="101942">
                <a:moveTo>
                  <a:pt x="0" y="101942"/>
                </a:moveTo>
                <a:lnTo>
                  <a:pt x="39240" y="0"/>
                </a:lnTo>
                <a:lnTo>
                  <a:pt x="78481" y="101942"/>
                </a:lnTo>
                <a:lnTo>
                  <a:pt x="0" y="1019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8E441-AF04-4C80-A6FC-8EDB69B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297" y="1917228"/>
            <a:ext cx="78481" cy="101942"/>
          </a:xfrm>
          <a:custGeom xmlns:a="http://schemas.openxmlformats.org/drawingml/2006/main">
            <a:pathLst>
              <a:path w="78481" h="101942" fill="none">
                <a:moveTo>
                  <a:pt x="0" y="101942"/>
                </a:moveTo>
                <a:lnTo>
                  <a:pt x="39240" y="0"/>
                </a:lnTo>
                <a:lnTo>
                  <a:pt x="78481" y="101942"/>
                </a:lnTo>
                <a:lnTo>
                  <a:pt x="0" y="101942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D0D89-01A9-431B-869B-6918C017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772" y="4091838"/>
            <a:ext cx="831895" cy="304191"/>
          </a:xfrm>
          <a:custGeom xmlns:a="http://schemas.openxmlformats.org/drawingml/2006/main">
            <a:pathLst>
              <a:path w="831895" h="304191">
                <a:moveTo>
                  <a:pt x="0" y="173824"/>
                </a:moveTo>
                <a:cubicBezTo>
                  <a:pt x="0" y="0"/>
                  <a:pt x="831895" y="0"/>
                  <a:pt x="831895" y="173824"/>
                </a:cubicBezTo>
                <a:cubicBezTo>
                  <a:pt x="820803" y="257259"/>
                  <a:pt x="682154" y="300715"/>
                  <a:pt x="415947" y="304191"/>
                </a:cubicBezTo>
                <a:cubicBezTo>
                  <a:pt x="323515" y="304191"/>
                  <a:pt x="231082" y="295500"/>
                  <a:pt x="138649" y="278118"/>
                </a:cubicBezTo>
                <a:lnTo>
                  <a:pt x="0" y="304191"/>
                </a:lnTo>
                <a:lnTo>
                  <a:pt x="97332" y="266906"/>
                </a:lnTo>
                <a:cubicBezTo>
                  <a:pt x="32444" y="239616"/>
                  <a:pt x="0" y="208588"/>
                  <a:pt x="0" y="17382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E55F2-C6E1-4EF6-88BC-C15054BE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772" y="4091838"/>
            <a:ext cx="831895" cy="304191"/>
          </a:xfrm>
          <a:custGeom xmlns:a="http://schemas.openxmlformats.org/drawingml/2006/main">
            <a:pathLst>
              <a:path w="831895" h="304191" fill="none">
                <a:moveTo>
                  <a:pt x="0" y="173824"/>
                </a:moveTo>
                <a:cubicBezTo>
                  <a:pt x="0" y="0"/>
                  <a:pt x="831895" y="0"/>
                  <a:pt x="831895" y="173824"/>
                </a:cubicBezTo>
                <a:cubicBezTo>
                  <a:pt x="820803" y="257259"/>
                  <a:pt x="682154" y="300715"/>
                  <a:pt x="415947" y="304191"/>
                </a:cubicBezTo>
                <a:cubicBezTo>
                  <a:pt x="323515" y="304191"/>
                  <a:pt x="231082" y="295500"/>
                  <a:pt x="138649" y="278118"/>
                </a:cubicBezTo>
                <a:lnTo>
                  <a:pt x="0" y="304191"/>
                </a:lnTo>
                <a:lnTo>
                  <a:pt x="97332" y="266906"/>
                </a:lnTo>
                <a:cubicBezTo>
                  <a:pt x="32444" y="239616"/>
                  <a:pt x="0" y="208588"/>
                  <a:pt x="0" y="1738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63" name="Text compressed">
            <a:extLst xmlns:a="http://schemas.openxmlformats.org/drawingml/2006/main">
              <a:ext uri="{FF2B5EF4-FFF2-40B4-BE49-F238E27FC236}">
                <a16:creationId xmlns:a16="http://schemas.microsoft.com/office/drawing/2014/main" id="{7F9C5FE7-53F2-44B6-8678-933C7D7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258" y="4222999"/>
            <a:ext cx="653298" cy="115037"/>
          </a:xfrm>
          <a:custGeom xmlns:a="http://schemas.openxmlformats.org/drawingml/2006/main">
            <a:pathLst>
              <a:path w="653298" h="115037">
                <a:moveTo>
                  <a:pt x="48016" y="85554"/>
                </a:moveTo>
                <a:cubicBezTo>
                  <a:pt x="43867" y="87984"/>
                  <a:pt x="37966" y="89199"/>
                  <a:pt x="30312" y="89199"/>
                </a:cubicBezTo>
                <a:cubicBezTo>
                  <a:pt x="21263" y="89199"/>
                  <a:pt x="13949" y="86447"/>
                  <a:pt x="8369" y="80944"/>
                </a:cubicBezTo>
                <a:cubicBezTo>
                  <a:pt x="2790" y="75440"/>
                  <a:pt x="0" y="68311"/>
                  <a:pt x="0" y="59555"/>
                </a:cubicBezTo>
                <a:cubicBezTo>
                  <a:pt x="0" y="49478"/>
                  <a:pt x="3004" y="41535"/>
                  <a:pt x="9013" y="35728"/>
                </a:cubicBezTo>
                <a:cubicBezTo>
                  <a:pt x="15022" y="29921"/>
                  <a:pt x="23033" y="27017"/>
                  <a:pt x="33048" y="27017"/>
                </a:cubicBezTo>
                <a:cubicBezTo>
                  <a:pt x="39807" y="27017"/>
                  <a:pt x="44815" y="27946"/>
                  <a:pt x="48069" y="29804"/>
                </a:cubicBezTo>
                <a:lnTo>
                  <a:pt x="48069" y="44653"/>
                </a:lnTo>
                <a:cubicBezTo>
                  <a:pt x="44099" y="41758"/>
                  <a:pt x="39772" y="40311"/>
                  <a:pt x="35086" y="40311"/>
                </a:cubicBezTo>
                <a:cubicBezTo>
                  <a:pt x="29793" y="40311"/>
                  <a:pt x="25546" y="41919"/>
                  <a:pt x="22345" y="45136"/>
                </a:cubicBezTo>
                <a:cubicBezTo>
                  <a:pt x="19144" y="48352"/>
                  <a:pt x="17543" y="52765"/>
                  <a:pt x="17543" y="58376"/>
                </a:cubicBezTo>
                <a:cubicBezTo>
                  <a:pt x="17543" y="63808"/>
                  <a:pt x="19063" y="68087"/>
                  <a:pt x="22103" y="71214"/>
                </a:cubicBezTo>
                <a:cubicBezTo>
                  <a:pt x="25143" y="74341"/>
                  <a:pt x="29274" y="75905"/>
                  <a:pt x="34496" y="75905"/>
                </a:cubicBezTo>
                <a:cubicBezTo>
                  <a:pt x="39110" y="75905"/>
                  <a:pt x="43617" y="74440"/>
                  <a:pt x="48016" y="71509"/>
                </a:cubicBezTo>
                <a:lnTo>
                  <a:pt x="48016" y="85554"/>
                </a:lnTo>
                <a:close/>
                <a:moveTo>
                  <a:pt x="56804" y="58376"/>
                </a:moveTo>
                <a:cubicBezTo>
                  <a:pt x="56804" y="48620"/>
                  <a:pt x="59728" y="40954"/>
                  <a:pt x="65576" y="35379"/>
                </a:cubicBezTo>
                <a:cubicBezTo>
                  <a:pt x="71424" y="29804"/>
                  <a:pt x="79283" y="27017"/>
                  <a:pt x="89155" y="27017"/>
                </a:cubicBezTo>
                <a:cubicBezTo>
                  <a:pt x="98704" y="27017"/>
                  <a:pt x="106286" y="29760"/>
                  <a:pt x="111902" y="35245"/>
                </a:cubicBezTo>
                <a:cubicBezTo>
                  <a:pt x="117517" y="40731"/>
                  <a:pt x="120324" y="48102"/>
                  <a:pt x="120324" y="57357"/>
                </a:cubicBezTo>
                <a:cubicBezTo>
                  <a:pt x="120324" y="67078"/>
                  <a:pt x="117445" y="74815"/>
                  <a:pt x="111687" y="80568"/>
                </a:cubicBezTo>
                <a:cubicBezTo>
                  <a:pt x="105929" y="86322"/>
                  <a:pt x="98132" y="89199"/>
                  <a:pt x="88296" y="89199"/>
                </a:cubicBezTo>
                <a:cubicBezTo>
                  <a:pt x="78639" y="89199"/>
                  <a:pt x="70976" y="86438"/>
                  <a:pt x="65308" y="80917"/>
                </a:cubicBezTo>
                <a:cubicBezTo>
                  <a:pt x="59639" y="75396"/>
                  <a:pt x="56804" y="67882"/>
                  <a:pt x="56804" y="58376"/>
                </a:cubicBezTo>
                <a:moveTo>
                  <a:pt x="74347" y="58162"/>
                </a:moveTo>
                <a:cubicBezTo>
                  <a:pt x="74347" y="69990"/>
                  <a:pt x="79176" y="75905"/>
                  <a:pt x="88833" y="75905"/>
                </a:cubicBezTo>
                <a:cubicBezTo>
                  <a:pt x="98096" y="75905"/>
                  <a:pt x="102728" y="69830"/>
                  <a:pt x="102728" y="57679"/>
                </a:cubicBezTo>
                <a:cubicBezTo>
                  <a:pt x="102728" y="46100"/>
                  <a:pt x="98060" y="40311"/>
                  <a:pt x="88725" y="40311"/>
                </a:cubicBezTo>
                <a:cubicBezTo>
                  <a:pt x="84183" y="40311"/>
                  <a:pt x="80651" y="41866"/>
                  <a:pt x="78130" y="44975"/>
                </a:cubicBezTo>
                <a:cubicBezTo>
                  <a:pt x="75608" y="48084"/>
                  <a:pt x="74347" y="52479"/>
                  <a:pt x="74347" y="58162"/>
                </a:cubicBezTo>
                <a:close/>
                <a:moveTo>
                  <a:pt x="225613" y="87752"/>
                </a:moveTo>
                <a:lnTo>
                  <a:pt x="208338" y="87752"/>
                </a:lnTo>
                <a:lnTo>
                  <a:pt x="208338" y="53927"/>
                </a:lnTo>
                <a:cubicBezTo>
                  <a:pt x="208338" y="44850"/>
                  <a:pt x="205029" y="40311"/>
                  <a:pt x="198413" y="40311"/>
                </a:cubicBezTo>
                <a:cubicBezTo>
                  <a:pt x="195337" y="40311"/>
                  <a:pt x="192779" y="41687"/>
                  <a:pt x="190741" y="44439"/>
                </a:cubicBezTo>
                <a:cubicBezTo>
                  <a:pt x="188702" y="47190"/>
                  <a:pt x="187683" y="50550"/>
                  <a:pt x="187683" y="54516"/>
                </a:cubicBezTo>
                <a:lnTo>
                  <a:pt x="187683" y="87752"/>
                </a:lnTo>
                <a:lnTo>
                  <a:pt x="170408" y="87752"/>
                </a:lnTo>
                <a:lnTo>
                  <a:pt x="170408" y="53498"/>
                </a:lnTo>
                <a:cubicBezTo>
                  <a:pt x="170408" y="44707"/>
                  <a:pt x="167135" y="40311"/>
                  <a:pt x="160590" y="40311"/>
                </a:cubicBezTo>
                <a:cubicBezTo>
                  <a:pt x="157335" y="40311"/>
                  <a:pt x="154733" y="41624"/>
                  <a:pt x="152784" y="44251"/>
                </a:cubicBezTo>
                <a:cubicBezTo>
                  <a:pt x="150835" y="46878"/>
                  <a:pt x="149860" y="50353"/>
                  <a:pt x="149860" y="54677"/>
                </a:cubicBezTo>
                <a:lnTo>
                  <a:pt x="149860" y="87752"/>
                </a:lnTo>
                <a:lnTo>
                  <a:pt x="132532" y="87752"/>
                </a:lnTo>
                <a:lnTo>
                  <a:pt x="132532" y="28464"/>
                </a:lnTo>
                <a:lnTo>
                  <a:pt x="149860" y="28464"/>
                </a:lnTo>
                <a:lnTo>
                  <a:pt x="149860" y="37738"/>
                </a:lnTo>
                <a:lnTo>
                  <a:pt x="150075" y="37738"/>
                </a:lnTo>
                <a:cubicBezTo>
                  <a:pt x="152149" y="34343"/>
                  <a:pt x="154903" y="31707"/>
                  <a:pt x="158337" y="29831"/>
                </a:cubicBezTo>
                <a:cubicBezTo>
                  <a:pt x="161770" y="27955"/>
                  <a:pt x="165383" y="27017"/>
                  <a:pt x="169174" y="27017"/>
                </a:cubicBezTo>
                <a:cubicBezTo>
                  <a:pt x="177507" y="27017"/>
                  <a:pt x="183212" y="30751"/>
                  <a:pt x="186288" y="38220"/>
                </a:cubicBezTo>
                <a:cubicBezTo>
                  <a:pt x="190866" y="30751"/>
                  <a:pt x="197518" y="27017"/>
                  <a:pt x="206245" y="27017"/>
                </a:cubicBezTo>
                <a:cubicBezTo>
                  <a:pt x="219157" y="27017"/>
                  <a:pt x="225613" y="34986"/>
                  <a:pt x="225613" y="50925"/>
                </a:cubicBezTo>
                <a:lnTo>
                  <a:pt x="225613" y="87752"/>
                </a:lnTo>
                <a:close/>
                <a:moveTo>
                  <a:pt x="257756" y="80622"/>
                </a:moveTo>
                <a:lnTo>
                  <a:pt x="257756" y="115037"/>
                </a:lnTo>
                <a:lnTo>
                  <a:pt x="240427" y="115037"/>
                </a:lnTo>
                <a:lnTo>
                  <a:pt x="240427" y="28464"/>
                </a:lnTo>
                <a:lnTo>
                  <a:pt x="257756" y="28464"/>
                </a:lnTo>
                <a:lnTo>
                  <a:pt x="257756" y="37524"/>
                </a:lnTo>
                <a:lnTo>
                  <a:pt x="257970" y="37524"/>
                </a:lnTo>
                <a:cubicBezTo>
                  <a:pt x="262512" y="30519"/>
                  <a:pt x="268932" y="27017"/>
                  <a:pt x="277230" y="27017"/>
                </a:cubicBezTo>
                <a:cubicBezTo>
                  <a:pt x="284777" y="27017"/>
                  <a:pt x="290678" y="29653"/>
                  <a:pt x="294934" y="34924"/>
                </a:cubicBezTo>
                <a:cubicBezTo>
                  <a:pt x="299190" y="40195"/>
                  <a:pt x="301318" y="47369"/>
                  <a:pt x="301318" y="56446"/>
                </a:cubicBezTo>
                <a:cubicBezTo>
                  <a:pt x="301318" y="66345"/>
                  <a:pt x="298851" y="74279"/>
                  <a:pt x="293915" y="80247"/>
                </a:cubicBezTo>
                <a:cubicBezTo>
                  <a:pt x="288979" y="86215"/>
                  <a:pt x="282506" y="89199"/>
                  <a:pt x="274494" y="89199"/>
                </a:cubicBezTo>
                <a:cubicBezTo>
                  <a:pt x="267234" y="89199"/>
                  <a:pt x="261726" y="86340"/>
                  <a:pt x="257970" y="80622"/>
                </a:cubicBezTo>
                <a:lnTo>
                  <a:pt x="257756" y="80622"/>
                </a:lnTo>
                <a:moveTo>
                  <a:pt x="257487" y="61539"/>
                </a:moveTo>
                <a:cubicBezTo>
                  <a:pt x="257487" y="65756"/>
                  <a:pt x="258632" y="69204"/>
                  <a:pt x="260921" y="71884"/>
                </a:cubicBezTo>
                <a:cubicBezTo>
                  <a:pt x="263210" y="74565"/>
                  <a:pt x="266178" y="75905"/>
                  <a:pt x="269827" y="75905"/>
                </a:cubicBezTo>
                <a:cubicBezTo>
                  <a:pt x="274154" y="75905"/>
                  <a:pt x="277525" y="74225"/>
                  <a:pt x="279939" y="70866"/>
                </a:cubicBezTo>
                <a:cubicBezTo>
                  <a:pt x="282354" y="67507"/>
                  <a:pt x="283561" y="62754"/>
                  <a:pt x="283561" y="56607"/>
                </a:cubicBezTo>
                <a:cubicBezTo>
                  <a:pt x="283561" y="45743"/>
                  <a:pt x="279322" y="40311"/>
                  <a:pt x="270846" y="40311"/>
                </a:cubicBezTo>
                <a:cubicBezTo>
                  <a:pt x="266912" y="40311"/>
                  <a:pt x="263702" y="41812"/>
                  <a:pt x="261216" y="44814"/>
                </a:cubicBezTo>
                <a:cubicBezTo>
                  <a:pt x="258730" y="47816"/>
                  <a:pt x="257487" y="51675"/>
                  <a:pt x="257487" y="56393"/>
                </a:cubicBezTo>
                <a:lnTo>
                  <a:pt x="257487" y="61539"/>
                </a:lnTo>
                <a:close/>
                <a:moveTo>
                  <a:pt x="351425" y="44171"/>
                </a:moveTo>
                <a:cubicBezTo>
                  <a:pt x="349315" y="42956"/>
                  <a:pt x="346757" y="42348"/>
                  <a:pt x="343753" y="42348"/>
                </a:cubicBezTo>
                <a:cubicBezTo>
                  <a:pt x="339819" y="42348"/>
                  <a:pt x="336698" y="43849"/>
                  <a:pt x="334391" y="46851"/>
                </a:cubicBezTo>
                <a:cubicBezTo>
                  <a:pt x="332084" y="49853"/>
                  <a:pt x="330931" y="53980"/>
                  <a:pt x="330931" y="59234"/>
                </a:cubicBezTo>
                <a:lnTo>
                  <a:pt x="330931" y="87752"/>
                </a:lnTo>
                <a:lnTo>
                  <a:pt x="313602" y="87752"/>
                </a:lnTo>
                <a:lnTo>
                  <a:pt x="313602" y="28464"/>
                </a:lnTo>
                <a:lnTo>
                  <a:pt x="330931" y="28464"/>
                </a:lnTo>
                <a:lnTo>
                  <a:pt x="330931" y="39614"/>
                </a:lnTo>
                <a:lnTo>
                  <a:pt x="331146" y="39614"/>
                </a:lnTo>
                <a:cubicBezTo>
                  <a:pt x="334007" y="31502"/>
                  <a:pt x="339211" y="27446"/>
                  <a:pt x="346757" y="27446"/>
                </a:cubicBezTo>
                <a:cubicBezTo>
                  <a:pt x="348796" y="27446"/>
                  <a:pt x="350352" y="27678"/>
                  <a:pt x="351425" y="28143"/>
                </a:cubicBezTo>
                <a:lnTo>
                  <a:pt x="351425" y="44171"/>
                </a:lnTo>
                <a:close/>
                <a:moveTo>
                  <a:pt x="412292" y="62986"/>
                </a:moveTo>
                <a:lnTo>
                  <a:pt x="373236" y="62986"/>
                </a:lnTo>
                <a:cubicBezTo>
                  <a:pt x="373844" y="72170"/>
                  <a:pt x="379387" y="76763"/>
                  <a:pt x="389867" y="76763"/>
                </a:cubicBezTo>
                <a:cubicBezTo>
                  <a:pt x="396412" y="76763"/>
                  <a:pt x="402188" y="75154"/>
                  <a:pt x="407195" y="71938"/>
                </a:cubicBezTo>
                <a:lnTo>
                  <a:pt x="407195" y="84642"/>
                </a:lnTo>
                <a:cubicBezTo>
                  <a:pt x="401795" y="87680"/>
                  <a:pt x="394713" y="89199"/>
                  <a:pt x="385950" y="89199"/>
                </a:cubicBezTo>
                <a:cubicBezTo>
                  <a:pt x="376508" y="89199"/>
                  <a:pt x="369167" y="86537"/>
                  <a:pt x="363927" y="81212"/>
                </a:cubicBezTo>
                <a:cubicBezTo>
                  <a:pt x="358688" y="75887"/>
                  <a:pt x="356068" y="68472"/>
                  <a:pt x="356068" y="58966"/>
                </a:cubicBezTo>
                <a:cubicBezTo>
                  <a:pt x="356068" y="49495"/>
                  <a:pt x="358858" y="41803"/>
                  <a:pt x="364437" y="35889"/>
                </a:cubicBezTo>
                <a:cubicBezTo>
                  <a:pt x="370017" y="29974"/>
                  <a:pt x="377027" y="27017"/>
                  <a:pt x="385468" y="27017"/>
                </a:cubicBezTo>
                <a:cubicBezTo>
                  <a:pt x="393872" y="27017"/>
                  <a:pt x="400444" y="29563"/>
                  <a:pt x="405183" y="34656"/>
                </a:cubicBezTo>
                <a:cubicBezTo>
                  <a:pt x="409922" y="39748"/>
                  <a:pt x="412292" y="46744"/>
                  <a:pt x="412292" y="55642"/>
                </a:cubicBezTo>
                <a:lnTo>
                  <a:pt x="412292" y="62986"/>
                </a:lnTo>
                <a:moveTo>
                  <a:pt x="396144" y="52158"/>
                </a:moveTo>
                <a:cubicBezTo>
                  <a:pt x="396144" y="43295"/>
                  <a:pt x="392549" y="38864"/>
                  <a:pt x="385360" y="38864"/>
                </a:cubicBezTo>
                <a:cubicBezTo>
                  <a:pt x="382392" y="38864"/>
                  <a:pt x="379763" y="40079"/>
                  <a:pt x="377474" y="42509"/>
                </a:cubicBezTo>
                <a:cubicBezTo>
                  <a:pt x="375185" y="44939"/>
                  <a:pt x="373754" y="48155"/>
                  <a:pt x="373182" y="52158"/>
                </a:cubicBezTo>
                <a:lnTo>
                  <a:pt x="396144" y="52158"/>
                </a:lnTo>
                <a:close/>
                <a:moveTo>
                  <a:pt x="421999" y="71831"/>
                </a:moveTo>
                <a:cubicBezTo>
                  <a:pt x="427936" y="75440"/>
                  <a:pt x="433748" y="77245"/>
                  <a:pt x="439435" y="77245"/>
                </a:cubicBezTo>
                <a:cubicBezTo>
                  <a:pt x="446588" y="77245"/>
                  <a:pt x="450164" y="75333"/>
                  <a:pt x="450164" y="71509"/>
                </a:cubicBezTo>
                <a:cubicBezTo>
                  <a:pt x="450164" y="68793"/>
                  <a:pt x="447214" y="66524"/>
                  <a:pt x="441312" y="64701"/>
                </a:cubicBezTo>
                <a:cubicBezTo>
                  <a:pt x="433944" y="62414"/>
                  <a:pt x="428884" y="59868"/>
                  <a:pt x="426130" y="57063"/>
                </a:cubicBezTo>
                <a:cubicBezTo>
                  <a:pt x="423376" y="54257"/>
                  <a:pt x="421999" y="50460"/>
                  <a:pt x="421999" y="45672"/>
                </a:cubicBezTo>
                <a:cubicBezTo>
                  <a:pt x="421999" y="39846"/>
                  <a:pt x="424359" y="35281"/>
                  <a:pt x="429080" y="31975"/>
                </a:cubicBezTo>
                <a:cubicBezTo>
                  <a:pt x="433801" y="28670"/>
                  <a:pt x="439989" y="27017"/>
                  <a:pt x="447643" y="27017"/>
                </a:cubicBezTo>
                <a:cubicBezTo>
                  <a:pt x="453079" y="27017"/>
                  <a:pt x="458319" y="27821"/>
                  <a:pt x="463362" y="29429"/>
                </a:cubicBezTo>
                <a:lnTo>
                  <a:pt x="463362" y="43045"/>
                </a:lnTo>
                <a:cubicBezTo>
                  <a:pt x="458748" y="40329"/>
                  <a:pt x="453669" y="38971"/>
                  <a:pt x="448126" y="38971"/>
                </a:cubicBezTo>
                <a:cubicBezTo>
                  <a:pt x="445372" y="38971"/>
                  <a:pt x="443154" y="39462"/>
                  <a:pt x="441473" y="40445"/>
                </a:cubicBezTo>
                <a:cubicBezTo>
                  <a:pt x="439792" y="41428"/>
                  <a:pt x="438952" y="42723"/>
                  <a:pt x="438952" y="44331"/>
                </a:cubicBezTo>
                <a:cubicBezTo>
                  <a:pt x="438952" y="47047"/>
                  <a:pt x="441455" y="49245"/>
                  <a:pt x="446463" y="50925"/>
                </a:cubicBezTo>
                <a:cubicBezTo>
                  <a:pt x="451827" y="52712"/>
                  <a:pt x="455860" y="54338"/>
                  <a:pt x="458560" y="55803"/>
                </a:cubicBezTo>
                <a:cubicBezTo>
                  <a:pt x="461261" y="57268"/>
                  <a:pt x="463317" y="59198"/>
                  <a:pt x="464730" y="61592"/>
                </a:cubicBezTo>
                <a:cubicBezTo>
                  <a:pt x="466143" y="63987"/>
                  <a:pt x="466849" y="66756"/>
                  <a:pt x="466849" y="69901"/>
                </a:cubicBezTo>
                <a:cubicBezTo>
                  <a:pt x="466849" y="76012"/>
                  <a:pt x="464399" y="80756"/>
                  <a:pt x="459499" y="84133"/>
                </a:cubicBezTo>
                <a:cubicBezTo>
                  <a:pt x="454599" y="87510"/>
                  <a:pt x="448054" y="89199"/>
                  <a:pt x="439864" y="89199"/>
                </a:cubicBezTo>
                <a:cubicBezTo>
                  <a:pt x="433426" y="89199"/>
                  <a:pt x="427471" y="88180"/>
                  <a:pt x="421999" y="86143"/>
                </a:cubicBezTo>
                <a:lnTo>
                  <a:pt x="421999" y="71831"/>
                </a:lnTo>
                <a:close/>
                <a:moveTo>
                  <a:pt x="476276" y="71831"/>
                </a:moveTo>
                <a:cubicBezTo>
                  <a:pt x="482213" y="75440"/>
                  <a:pt x="488025" y="77245"/>
                  <a:pt x="493712" y="77245"/>
                </a:cubicBezTo>
                <a:cubicBezTo>
                  <a:pt x="500865" y="77245"/>
                  <a:pt x="504441" y="75333"/>
                  <a:pt x="504441" y="71509"/>
                </a:cubicBezTo>
                <a:cubicBezTo>
                  <a:pt x="504441" y="68793"/>
                  <a:pt x="501491" y="66524"/>
                  <a:pt x="495589" y="64701"/>
                </a:cubicBezTo>
                <a:cubicBezTo>
                  <a:pt x="488222" y="62414"/>
                  <a:pt x="483161" y="59868"/>
                  <a:pt x="480407" y="57063"/>
                </a:cubicBezTo>
                <a:cubicBezTo>
                  <a:pt x="477653" y="54257"/>
                  <a:pt x="476276" y="50460"/>
                  <a:pt x="476276" y="45672"/>
                </a:cubicBezTo>
                <a:cubicBezTo>
                  <a:pt x="476276" y="39846"/>
                  <a:pt x="478636" y="35281"/>
                  <a:pt x="483357" y="31975"/>
                </a:cubicBezTo>
                <a:cubicBezTo>
                  <a:pt x="488078" y="28670"/>
                  <a:pt x="494266" y="27017"/>
                  <a:pt x="501920" y="27017"/>
                </a:cubicBezTo>
                <a:cubicBezTo>
                  <a:pt x="507356" y="27017"/>
                  <a:pt x="512596" y="27821"/>
                  <a:pt x="517639" y="29429"/>
                </a:cubicBezTo>
                <a:lnTo>
                  <a:pt x="517639" y="43045"/>
                </a:lnTo>
                <a:cubicBezTo>
                  <a:pt x="513025" y="40329"/>
                  <a:pt x="507946" y="38971"/>
                  <a:pt x="502403" y="38971"/>
                </a:cubicBezTo>
                <a:cubicBezTo>
                  <a:pt x="499649" y="38971"/>
                  <a:pt x="497431" y="39462"/>
                  <a:pt x="495750" y="40445"/>
                </a:cubicBezTo>
                <a:cubicBezTo>
                  <a:pt x="494069" y="41428"/>
                  <a:pt x="493229" y="42723"/>
                  <a:pt x="493229" y="44331"/>
                </a:cubicBezTo>
                <a:cubicBezTo>
                  <a:pt x="493229" y="47047"/>
                  <a:pt x="495732" y="49245"/>
                  <a:pt x="500740" y="50925"/>
                </a:cubicBezTo>
                <a:cubicBezTo>
                  <a:pt x="506104" y="52712"/>
                  <a:pt x="510137" y="54338"/>
                  <a:pt x="512837" y="55803"/>
                </a:cubicBezTo>
                <a:cubicBezTo>
                  <a:pt x="515538" y="57268"/>
                  <a:pt x="517594" y="59198"/>
                  <a:pt x="519007" y="61592"/>
                </a:cubicBezTo>
                <a:cubicBezTo>
                  <a:pt x="520420" y="63987"/>
                  <a:pt x="521126" y="66756"/>
                  <a:pt x="521126" y="69901"/>
                </a:cubicBezTo>
                <a:cubicBezTo>
                  <a:pt x="521126" y="76012"/>
                  <a:pt x="518676" y="80756"/>
                  <a:pt x="513776" y="84133"/>
                </a:cubicBezTo>
                <a:cubicBezTo>
                  <a:pt x="508876" y="87510"/>
                  <a:pt x="502331" y="89199"/>
                  <a:pt x="494141" y="89199"/>
                </a:cubicBezTo>
                <a:cubicBezTo>
                  <a:pt x="487703" y="89199"/>
                  <a:pt x="481748" y="88180"/>
                  <a:pt x="476276" y="86143"/>
                </a:cubicBezTo>
                <a:lnTo>
                  <a:pt x="476276" y="71831"/>
                </a:lnTo>
                <a:close/>
                <a:moveTo>
                  <a:pt x="584792" y="62986"/>
                </a:moveTo>
                <a:lnTo>
                  <a:pt x="545736" y="62986"/>
                </a:lnTo>
                <a:cubicBezTo>
                  <a:pt x="546344" y="72170"/>
                  <a:pt x="551888" y="76763"/>
                  <a:pt x="562367" y="76763"/>
                </a:cubicBezTo>
                <a:cubicBezTo>
                  <a:pt x="568912" y="76763"/>
                  <a:pt x="574688" y="75154"/>
                  <a:pt x="579696" y="71938"/>
                </a:cubicBezTo>
                <a:lnTo>
                  <a:pt x="579696" y="84642"/>
                </a:lnTo>
                <a:cubicBezTo>
                  <a:pt x="574295" y="87680"/>
                  <a:pt x="567213" y="89199"/>
                  <a:pt x="558451" y="89199"/>
                </a:cubicBezTo>
                <a:cubicBezTo>
                  <a:pt x="549009" y="89199"/>
                  <a:pt x="541668" y="86537"/>
                  <a:pt x="536428" y="81212"/>
                </a:cubicBezTo>
                <a:cubicBezTo>
                  <a:pt x="531188" y="75887"/>
                  <a:pt x="528568" y="68472"/>
                  <a:pt x="528568" y="58966"/>
                </a:cubicBezTo>
                <a:cubicBezTo>
                  <a:pt x="528568" y="49495"/>
                  <a:pt x="531358" y="41803"/>
                  <a:pt x="536938" y="35889"/>
                </a:cubicBezTo>
                <a:cubicBezTo>
                  <a:pt x="542517" y="29974"/>
                  <a:pt x="549527" y="27017"/>
                  <a:pt x="557968" y="27017"/>
                </a:cubicBezTo>
                <a:cubicBezTo>
                  <a:pt x="566373" y="27017"/>
                  <a:pt x="572945" y="29563"/>
                  <a:pt x="577684" y="34656"/>
                </a:cubicBezTo>
                <a:cubicBezTo>
                  <a:pt x="582423" y="39748"/>
                  <a:pt x="584792" y="46744"/>
                  <a:pt x="584792" y="55642"/>
                </a:cubicBezTo>
                <a:lnTo>
                  <a:pt x="584792" y="62986"/>
                </a:lnTo>
                <a:moveTo>
                  <a:pt x="568644" y="52158"/>
                </a:moveTo>
                <a:cubicBezTo>
                  <a:pt x="568644" y="43295"/>
                  <a:pt x="565050" y="38864"/>
                  <a:pt x="557861" y="38864"/>
                </a:cubicBezTo>
                <a:cubicBezTo>
                  <a:pt x="554892" y="38864"/>
                  <a:pt x="552263" y="40079"/>
                  <a:pt x="549974" y="42509"/>
                </a:cubicBezTo>
                <a:cubicBezTo>
                  <a:pt x="547685" y="44939"/>
                  <a:pt x="546255" y="48155"/>
                  <a:pt x="545682" y="52158"/>
                </a:cubicBezTo>
                <a:lnTo>
                  <a:pt x="568644" y="52158"/>
                </a:lnTo>
                <a:close/>
                <a:moveTo>
                  <a:pt x="653298" y="87752"/>
                </a:moveTo>
                <a:lnTo>
                  <a:pt x="636023" y="87752"/>
                </a:lnTo>
                <a:lnTo>
                  <a:pt x="636023" y="79389"/>
                </a:lnTo>
                <a:lnTo>
                  <a:pt x="635755" y="79389"/>
                </a:lnTo>
                <a:cubicBezTo>
                  <a:pt x="631570" y="85929"/>
                  <a:pt x="625383" y="89199"/>
                  <a:pt x="617193" y="89199"/>
                </a:cubicBezTo>
                <a:cubicBezTo>
                  <a:pt x="609646" y="89199"/>
                  <a:pt x="603646" y="86537"/>
                  <a:pt x="599193" y="81212"/>
                </a:cubicBezTo>
                <a:cubicBezTo>
                  <a:pt x="594740" y="75887"/>
                  <a:pt x="592514" y="68632"/>
                  <a:pt x="592514" y="59448"/>
                </a:cubicBezTo>
                <a:cubicBezTo>
                  <a:pt x="592514" y="49728"/>
                  <a:pt x="595009" y="41892"/>
                  <a:pt x="599998" y="35942"/>
                </a:cubicBezTo>
                <a:cubicBezTo>
                  <a:pt x="604987" y="29992"/>
                  <a:pt x="611506" y="27017"/>
                  <a:pt x="619553" y="27017"/>
                </a:cubicBezTo>
                <a:cubicBezTo>
                  <a:pt x="627279" y="27017"/>
                  <a:pt x="632679" y="29804"/>
                  <a:pt x="635755" y="35379"/>
                </a:cubicBezTo>
                <a:lnTo>
                  <a:pt x="636023" y="35379"/>
                </a:lnTo>
                <a:lnTo>
                  <a:pt x="636023" y="0"/>
                </a:lnTo>
                <a:lnTo>
                  <a:pt x="653298" y="0"/>
                </a:lnTo>
                <a:lnTo>
                  <a:pt x="653298" y="87752"/>
                </a:lnTo>
                <a:moveTo>
                  <a:pt x="636292" y="54195"/>
                </a:moveTo>
                <a:cubicBezTo>
                  <a:pt x="636292" y="50192"/>
                  <a:pt x="635084" y="46878"/>
                  <a:pt x="632670" y="44251"/>
                </a:cubicBezTo>
                <a:cubicBezTo>
                  <a:pt x="630256" y="41624"/>
                  <a:pt x="627243" y="40311"/>
                  <a:pt x="623630" y="40311"/>
                </a:cubicBezTo>
                <a:cubicBezTo>
                  <a:pt x="619410" y="40311"/>
                  <a:pt x="616093" y="41982"/>
                  <a:pt x="613679" y="45323"/>
                </a:cubicBezTo>
                <a:cubicBezTo>
                  <a:pt x="611264" y="48665"/>
                  <a:pt x="610057" y="53194"/>
                  <a:pt x="610057" y="58912"/>
                </a:cubicBezTo>
                <a:cubicBezTo>
                  <a:pt x="610057" y="64344"/>
                  <a:pt x="611220" y="68534"/>
                  <a:pt x="613544" y="71482"/>
                </a:cubicBezTo>
                <a:cubicBezTo>
                  <a:pt x="615869" y="74431"/>
                  <a:pt x="619070" y="75905"/>
                  <a:pt x="623148" y="75905"/>
                </a:cubicBezTo>
                <a:cubicBezTo>
                  <a:pt x="626975" y="75905"/>
                  <a:pt x="630122" y="74350"/>
                  <a:pt x="632590" y="71241"/>
                </a:cubicBezTo>
                <a:cubicBezTo>
                  <a:pt x="635058" y="68132"/>
                  <a:pt x="636292" y="64094"/>
                  <a:pt x="636292" y="59126"/>
                </a:cubicBezTo>
                <a:lnTo>
                  <a:pt x="636292" y="5419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44411-68DD-422C-A631-D5826A07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5" y="4099026"/>
            <a:ext cx="1018014" cy="433252"/>
          </a:xfrm>
          <a:custGeom xmlns:a="http://schemas.openxmlformats.org/drawingml/2006/main">
            <a:pathLst>
              <a:path w="1018014" h="433252">
                <a:moveTo>
                  <a:pt x="192714" y="0"/>
                </a:moveTo>
                <a:lnTo>
                  <a:pt x="825300" y="0"/>
                </a:lnTo>
                <a:cubicBezTo>
                  <a:pt x="1018014" y="0"/>
                  <a:pt x="1018014" y="433252"/>
                  <a:pt x="825300" y="433252"/>
                </a:cubicBezTo>
                <a:lnTo>
                  <a:pt x="192714" y="433252"/>
                </a:lnTo>
                <a:cubicBezTo>
                  <a:pt x="0" y="433252"/>
                  <a:pt x="0" y="0"/>
                  <a:pt x="19271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2193D-CF5A-4167-869E-7A4DDBBB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810" y="4091185"/>
            <a:ext cx="936911" cy="448935"/>
          </a:xfrm>
          <a:custGeom xmlns:a="http://schemas.openxmlformats.org/drawingml/2006/main">
            <a:pathLst>
              <a:path w="936911" h="448935">
                <a:moveTo>
                  <a:pt x="207115" y="0"/>
                </a:moveTo>
                <a:lnTo>
                  <a:pt x="230659" y="0"/>
                </a:lnTo>
                <a:lnTo>
                  <a:pt x="230659" y="15683"/>
                </a:lnTo>
                <a:lnTo>
                  <a:pt x="207115" y="15683"/>
                </a:lnTo>
                <a:lnTo>
                  <a:pt x="207115" y="0"/>
                </a:lnTo>
                <a:close/>
                <a:moveTo>
                  <a:pt x="262052" y="0"/>
                </a:moveTo>
                <a:lnTo>
                  <a:pt x="285596" y="0"/>
                </a:lnTo>
                <a:lnTo>
                  <a:pt x="285596" y="15683"/>
                </a:lnTo>
                <a:lnTo>
                  <a:pt x="262052" y="15683"/>
                </a:lnTo>
                <a:lnTo>
                  <a:pt x="262052" y="0"/>
                </a:lnTo>
                <a:close/>
                <a:moveTo>
                  <a:pt x="316988" y="0"/>
                </a:moveTo>
                <a:lnTo>
                  <a:pt x="340532" y="0"/>
                </a:lnTo>
                <a:lnTo>
                  <a:pt x="340532" y="15683"/>
                </a:lnTo>
                <a:lnTo>
                  <a:pt x="316988" y="15683"/>
                </a:lnTo>
                <a:lnTo>
                  <a:pt x="316988" y="0"/>
                </a:lnTo>
                <a:close/>
                <a:moveTo>
                  <a:pt x="371925" y="0"/>
                </a:moveTo>
                <a:lnTo>
                  <a:pt x="395469" y="0"/>
                </a:lnTo>
                <a:lnTo>
                  <a:pt x="395469" y="15683"/>
                </a:lnTo>
                <a:lnTo>
                  <a:pt x="371925" y="15683"/>
                </a:lnTo>
                <a:lnTo>
                  <a:pt x="371925" y="0"/>
                </a:lnTo>
                <a:close/>
                <a:moveTo>
                  <a:pt x="426861" y="0"/>
                </a:moveTo>
                <a:lnTo>
                  <a:pt x="450405" y="0"/>
                </a:lnTo>
                <a:lnTo>
                  <a:pt x="450405" y="15683"/>
                </a:lnTo>
                <a:lnTo>
                  <a:pt x="426861" y="15683"/>
                </a:lnTo>
                <a:lnTo>
                  <a:pt x="426861" y="0"/>
                </a:lnTo>
                <a:close/>
                <a:moveTo>
                  <a:pt x="481797" y="0"/>
                </a:moveTo>
                <a:lnTo>
                  <a:pt x="505342" y="0"/>
                </a:lnTo>
                <a:lnTo>
                  <a:pt x="505342" y="15683"/>
                </a:lnTo>
                <a:lnTo>
                  <a:pt x="481797" y="15683"/>
                </a:lnTo>
                <a:lnTo>
                  <a:pt x="481797" y="0"/>
                </a:lnTo>
                <a:close/>
                <a:moveTo>
                  <a:pt x="536734" y="0"/>
                </a:moveTo>
                <a:lnTo>
                  <a:pt x="560278" y="0"/>
                </a:lnTo>
                <a:lnTo>
                  <a:pt x="560278" y="15683"/>
                </a:lnTo>
                <a:lnTo>
                  <a:pt x="536734" y="15683"/>
                </a:lnTo>
                <a:lnTo>
                  <a:pt x="536734" y="0"/>
                </a:lnTo>
                <a:close/>
                <a:moveTo>
                  <a:pt x="591670" y="0"/>
                </a:moveTo>
                <a:lnTo>
                  <a:pt x="615214" y="0"/>
                </a:lnTo>
                <a:lnTo>
                  <a:pt x="615214" y="15683"/>
                </a:lnTo>
                <a:lnTo>
                  <a:pt x="591670" y="15683"/>
                </a:lnTo>
                <a:lnTo>
                  <a:pt x="591670" y="0"/>
                </a:lnTo>
                <a:close/>
                <a:moveTo>
                  <a:pt x="646607" y="0"/>
                </a:moveTo>
                <a:lnTo>
                  <a:pt x="670151" y="0"/>
                </a:lnTo>
                <a:lnTo>
                  <a:pt x="670151" y="15683"/>
                </a:lnTo>
                <a:lnTo>
                  <a:pt x="646607" y="15683"/>
                </a:lnTo>
                <a:lnTo>
                  <a:pt x="646607" y="0"/>
                </a:lnTo>
                <a:close/>
                <a:moveTo>
                  <a:pt x="701543" y="0"/>
                </a:moveTo>
                <a:lnTo>
                  <a:pt x="725087" y="0"/>
                </a:lnTo>
                <a:lnTo>
                  <a:pt x="725087" y="15683"/>
                </a:lnTo>
                <a:lnTo>
                  <a:pt x="701543" y="15683"/>
                </a:lnTo>
                <a:lnTo>
                  <a:pt x="701543" y="0"/>
                </a:lnTo>
                <a:close/>
                <a:moveTo>
                  <a:pt x="756480" y="0"/>
                </a:moveTo>
                <a:lnTo>
                  <a:pt x="780024" y="0"/>
                </a:lnTo>
                <a:lnTo>
                  <a:pt x="780024" y="15683"/>
                </a:lnTo>
                <a:lnTo>
                  <a:pt x="756480" y="15683"/>
                </a:lnTo>
                <a:lnTo>
                  <a:pt x="756480" y="0"/>
                </a:lnTo>
                <a:close/>
                <a:moveTo>
                  <a:pt x="813299" y="3180"/>
                </a:moveTo>
                <a:cubicBezTo>
                  <a:pt x="821491" y="5069"/>
                  <a:pt x="829389" y="7791"/>
                  <a:pt x="836993" y="11346"/>
                </a:cubicBezTo>
                <a:lnTo>
                  <a:pt x="830340" y="25552"/>
                </a:lnTo>
                <a:cubicBezTo>
                  <a:pt x="823739" y="22465"/>
                  <a:pt x="816882" y="20102"/>
                  <a:pt x="809769" y="18461"/>
                </a:cubicBezTo>
                <a:lnTo>
                  <a:pt x="813299" y="3180"/>
                </a:lnTo>
                <a:close/>
                <a:moveTo>
                  <a:pt x="864943" y="29334"/>
                </a:moveTo>
                <a:cubicBezTo>
                  <a:pt x="871132" y="34552"/>
                  <a:pt x="876990" y="40425"/>
                  <a:pt x="882518" y="46953"/>
                </a:cubicBezTo>
                <a:lnTo>
                  <a:pt x="870535" y="57083"/>
                </a:lnTo>
                <a:cubicBezTo>
                  <a:pt x="865576" y="51226"/>
                  <a:pt x="860338" y="45972"/>
                  <a:pt x="854821" y="41322"/>
                </a:cubicBezTo>
                <a:lnTo>
                  <a:pt x="864943" y="29334"/>
                </a:lnTo>
                <a:close/>
                <a:moveTo>
                  <a:pt x="901273" y="73859"/>
                </a:moveTo>
                <a:cubicBezTo>
                  <a:pt x="905113" y="80533"/>
                  <a:pt x="908673" y="87586"/>
                  <a:pt x="911954" y="95018"/>
                </a:cubicBezTo>
                <a:lnTo>
                  <a:pt x="897592" y="101347"/>
                </a:lnTo>
                <a:cubicBezTo>
                  <a:pt x="894537" y="94424"/>
                  <a:pt x="891228" y="87867"/>
                  <a:pt x="887666" y="81676"/>
                </a:cubicBezTo>
                <a:lnTo>
                  <a:pt x="901273" y="73859"/>
                </a:lnTo>
                <a:close/>
                <a:moveTo>
                  <a:pt x="923223" y="125684"/>
                </a:moveTo>
                <a:cubicBezTo>
                  <a:pt x="925558" y="133439"/>
                  <a:pt x="927609" y="141421"/>
                  <a:pt x="929376" y="149629"/>
                </a:cubicBezTo>
                <a:lnTo>
                  <a:pt x="914031" y="152927"/>
                </a:lnTo>
                <a:cubicBezTo>
                  <a:pt x="912353" y="145130"/>
                  <a:pt x="910407" y="137555"/>
                  <a:pt x="908193" y="130203"/>
                </a:cubicBezTo>
                <a:lnTo>
                  <a:pt x="923223" y="125684"/>
                </a:lnTo>
                <a:close/>
                <a:moveTo>
                  <a:pt x="934602" y="181123"/>
                </a:moveTo>
                <a:cubicBezTo>
                  <a:pt x="935551" y="189106"/>
                  <a:pt x="936235" y="197162"/>
                  <a:pt x="936655" y="205292"/>
                </a:cubicBezTo>
                <a:lnTo>
                  <a:pt x="920979" y="206100"/>
                </a:lnTo>
                <a:cubicBezTo>
                  <a:pt x="920578" y="198318"/>
                  <a:pt x="919923" y="190609"/>
                  <a:pt x="919015" y="182973"/>
                </a:cubicBezTo>
                <a:lnTo>
                  <a:pt x="934602" y="181123"/>
                </a:lnTo>
                <a:close/>
                <a:moveTo>
                  <a:pt x="936911" y="237778"/>
                </a:moveTo>
                <a:cubicBezTo>
                  <a:pt x="936620" y="245918"/>
                  <a:pt x="936064" y="253998"/>
                  <a:pt x="935243" y="262016"/>
                </a:cubicBezTo>
                <a:lnTo>
                  <a:pt x="919628" y="260421"/>
                </a:lnTo>
                <a:cubicBezTo>
                  <a:pt x="920414" y="252745"/>
                  <a:pt x="920946" y="245011"/>
                  <a:pt x="921225" y="237218"/>
                </a:cubicBezTo>
                <a:lnTo>
                  <a:pt x="936911" y="237778"/>
                </a:lnTo>
                <a:close/>
                <a:moveTo>
                  <a:pt x="930533" y="293696"/>
                </a:moveTo>
                <a:cubicBezTo>
                  <a:pt x="928932" y="301822"/>
                  <a:pt x="927055" y="309742"/>
                  <a:pt x="924903" y="317458"/>
                </a:cubicBezTo>
                <a:lnTo>
                  <a:pt x="909783" y="313247"/>
                </a:lnTo>
                <a:cubicBezTo>
                  <a:pt x="911827" y="305922"/>
                  <a:pt x="913610" y="298395"/>
                  <a:pt x="915132" y="290667"/>
                </a:cubicBezTo>
                <a:lnTo>
                  <a:pt x="930533" y="293696"/>
                </a:lnTo>
                <a:close/>
                <a:moveTo>
                  <a:pt x="914241" y="348563"/>
                </a:moveTo>
                <a:cubicBezTo>
                  <a:pt x="911118" y="356120"/>
                  <a:pt x="907712" y="363312"/>
                  <a:pt x="904025" y="370140"/>
                </a:cubicBezTo>
                <a:lnTo>
                  <a:pt x="890211" y="362692"/>
                </a:lnTo>
                <a:cubicBezTo>
                  <a:pt x="893642" y="356340"/>
                  <a:pt x="896816" y="349634"/>
                  <a:pt x="899734" y="342576"/>
                </a:cubicBezTo>
                <a:lnTo>
                  <a:pt x="914241" y="348563"/>
                </a:lnTo>
                <a:close/>
                <a:moveTo>
                  <a:pt x="886237" y="397427"/>
                </a:moveTo>
                <a:cubicBezTo>
                  <a:pt x="880972" y="404113"/>
                  <a:pt x="875382" y="410177"/>
                  <a:pt x="869465" y="415617"/>
                </a:cubicBezTo>
                <a:lnTo>
                  <a:pt x="858836" y="404077"/>
                </a:lnTo>
                <a:cubicBezTo>
                  <a:pt x="864134" y="399205"/>
                  <a:pt x="869156" y="393756"/>
                  <a:pt x="873901" y="387729"/>
                </a:cubicBezTo>
                <a:lnTo>
                  <a:pt x="886237" y="397427"/>
                </a:lnTo>
                <a:close/>
                <a:moveTo>
                  <a:pt x="842422" y="434882"/>
                </a:moveTo>
                <a:cubicBezTo>
                  <a:pt x="834929" y="438855"/>
                  <a:pt x="827129" y="441990"/>
                  <a:pt x="819022" y="444286"/>
                </a:cubicBezTo>
                <a:lnTo>
                  <a:pt x="814741" y="429197"/>
                </a:lnTo>
                <a:cubicBezTo>
                  <a:pt x="821779" y="427204"/>
                  <a:pt x="828553" y="424481"/>
                  <a:pt x="835063" y="421029"/>
                </a:cubicBezTo>
                <a:lnTo>
                  <a:pt x="842422" y="434882"/>
                </a:lnTo>
                <a:close/>
                <a:moveTo>
                  <a:pt x="785780" y="448931"/>
                </a:moveTo>
                <a:lnTo>
                  <a:pt x="784795" y="448935"/>
                </a:lnTo>
                <a:lnTo>
                  <a:pt x="762156" y="448935"/>
                </a:lnTo>
                <a:lnTo>
                  <a:pt x="762156" y="433252"/>
                </a:lnTo>
                <a:lnTo>
                  <a:pt x="784735" y="433252"/>
                </a:lnTo>
                <a:lnTo>
                  <a:pt x="785720" y="433248"/>
                </a:lnTo>
                <a:lnTo>
                  <a:pt x="785780" y="448931"/>
                </a:lnTo>
                <a:close/>
                <a:moveTo>
                  <a:pt x="730763" y="448935"/>
                </a:moveTo>
                <a:lnTo>
                  <a:pt x="707219" y="448935"/>
                </a:lnTo>
                <a:lnTo>
                  <a:pt x="707219" y="433252"/>
                </a:lnTo>
                <a:lnTo>
                  <a:pt x="730763" y="433252"/>
                </a:lnTo>
                <a:lnTo>
                  <a:pt x="730763" y="448935"/>
                </a:lnTo>
                <a:close/>
                <a:moveTo>
                  <a:pt x="675827" y="448935"/>
                </a:moveTo>
                <a:lnTo>
                  <a:pt x="652283" y="448935"/>
                </a:lnTo>
                <a:lnTo>
                  <a:pt x="652283" y="433252"/>
                </a:lnTo>
                <a:lnTo>
                  <a:pt x="675827" y="433252"/>
                </a:lnTo>
                <a:lnTo>
                  <a:pt x="675827" y="448935"/>
                </a:lnTo>
                <a:close/>
                <a:moveTo>
                  <a:pt x="620890" y="448935"/>
                </a:moveTo>
                <a:lnTo>
                  <a:pt x="597346" y="448935"/>
                </a:lnTo>
                <a:lnTo>
                  <a:pt x="597346" y="433252"/>
                </a:lnTo>
                <a:lnTo>
                  <a:pt x="620890" y="433252"/>
                </a:lnTo>
                <a:lnTo>
                  <a:pt x="620890" y="448935"/>
                </a:lnTo>
                <a:close/>
                <a:moveTo>
                  <a:pt x="565954" y="448935"/>
                </a:moveTo>
                <a:lnTo>
                  <a:pt x="542410" y="448935"/>
                </a:lnTo>
                <a:lnTo>
                  <a:pt x="542410" y="433252"/>
                </a:lnTo>
                <a:lnTo>
                  <a:pt x="565954" y="433252"/>
                </a:lnTo>
                <a:lnTo>
                  <a:pt x="565954" y="448935"/>
                </a:lnTo>
                <a:close/>
                <a:moveTo>
                  <a:pt x="511018" y="448935"/>
                </a:moveTo>
                <a:lnTo>
                  <a:pt x="487473" y="448935"/>
                </a:lnTo>
                <a:lnTo>
                  <a:pt x="487473" y="433252"/>
                </a:lnTo>
                <a:lnTo>
                  <a:pt x="511018" y="433252"/>
                </a:lnTo>
                <a:lnTo>
                  <a:pt x="511018" y="448935"/>
                </a:lnTo>
                <a:close/>
                <a:moveTo>
                  <a:pt x="456081" y="448935"/>
                </a:moveTo>
                <a:lnTo>
                  <a:pt x="432537" y="448935"/>
                </a:lnTo>
                <a:lnTo>
                  <a:pt x="432537" y="433252"/>
                </a:lnTo>
                <a:lnTo>
                  <a:pt x="456081" y="433252"/>
                </a:lnTo>
                <a:lnTo>
                  <a:pt x="456081" y="448935"/>
                </a:lnTo>
                <a:close/>
                <a:moveTo>
                  <a:pt x="401145" y="448935"/>
                </a:moveTo>
                <a:lnTo>
                  <a:pt x="377601" y="448935"/>
                </a:lnTo>
                <a:lnTo>
                  <a:pt x="377601" y="433252"/>
                </a:lnTo>
                <a:lnTo>
                  <a:pt x="401145" y="433252"/>
                </a:lnTo>
                <a:lnTo>
                  <a:pt x="401145" y="448935"/>
                </a:lnTo>
                <a:close/>
                <a:moveTo>
                  <a:pt x="346208" y="448935"/>
                </a:moveTo>
                <a:lnTo>
                  <a:pt x="322664" y="448935"/>
                </a:lnTo>
                <a:lnTo>
                  <a:pt x="322664" y="433252"/>
                </a:lnTo>
                <a:lnTo>
                  <a:pt x="346208" y="433252"/>
                </a:lnTo>
                <a:lnTo>
                  <a:pt x="346208" y="448935"/>
                </a:lnTo>
                <a:close/>
                <a:moveTo>
                  <a:pt x="291272" y="448935"/>
                </a:moveTo>
                <a:lnTo>
                  <a:pt x="267728" y="448935"/>
                </a:lnTo>
                <a:lnTo>
                  <a:pt x="267728" y="433252"/>
                </a:lnTo>
                <a:lnTo>
                  <a:pt x="291272" y="433252"/>
                </a:lnTo>
                <a:lnTo>
                  <a:pt x="291272" y="448935"/>
                </a:lnTo>
                <a:close/>
                <a:moveTo>
                  <a:pt x="236335" y="448935"/>
                </a:moveTo>
                <a:lnTo>
                  <a:pt x="212791" y="448935"/>
                </a:lnTo>
                <a:lnTo>
                  <a:pt x="212791" y="433252"/>
                </a:lnTo>
                <a:lnTo>
                  <a:pt x="236335" y="433252"/>
                </a:lnTo>
                <a:lnTo>
                  <a:pt x="236335" y="448935"/>
                </a:lnTo>
                <a:close/>
                <a:moveTo>
                  <a:pt x="181399" y="448935"/>
                </a:moveTo>
                <a:lnTo>
                  <a:pt x="157855" y="448935"/>
                </a:lnTo>
                <a:lnTo>
                  <a:pt x="157855" y="433252"/>
                </a:lnTo>
                <a:lnTo>
                  <a:pt x="181399" y="433252"/>
                </a:lnTo>
                <a:lnTo>
                  <a:pt x="181399" y="448935"/>
                </a:lnTo>
                <a:close/>
                <a:moveTo>
                  <a:pt x="124599" y="445971"/>
                </a:moveTo>
                <a:cubicBezTo>
                  <a:pt x="116394" y="444149"/>
                  <a:pt x="108481" y="441495"/>
                  <a:pt x="100860" y="438009"/>
                </a:cubicBezTo>
                <a:lnTo>
                  <a:pt x="107393" y="423749"/>
                </a:lnTo>
                <a:cubicBezTo>
                  <a:pt x="114009" y="426775"/>
                  <a:pt x="120880" y="429079"/>
                  <a:pt x="128005" y="430662"/>
                </a:cubicBezTo>
                <a:lnTo>
                  <a:pt x="124599" y="445971"/>
                </a:lnTo>
                <a:close/>
                <a:moveTo>
                  <a:pt x="72761" y="420236"/>
                </a:moveTo>
                <a:cubicBezTo>
                  <a:pt x="66526" y="415057"/>
                  <a:pt x="60623" y="409217"/>
                  <a:pt x="55052" y="402716"/>
                </a:cubicBezTo>
                <a:lnTo>
                  <a:pt x="66974" y="392515"/>
                </a:lnTo>
                <a:cubicBezTo>
                  <a:pt x="71968" y="398343"/>
                  <a:pt x="77242" y="403563"/>
                  <a:pt x="82795" y="408176"/>
                </a:cubicBezTo>
                <a:lnTo>
                  <a:pt x="72761" y="420236"/>
                </a:lnTo>
                <a:close/>
                <a:moveTo>
                  <a:pt x="36135" y="375878"/>
                </a:moveTo>
                <a:cubicBezTo>
                  <a:pt x="32269" y="369230"/>
                  <a:pt x="28684" y="362200"/>
                  <a:pt x="25378" y="354790"/>
                </a:cubicBezTo>
                <a:lnTo>
                  <a:pt x="39714" y="348404"/>
                </a:lnTo>
                <a:cubicBezTo>
                  <a:pt x="42792" y="355304"/>
                  <a:pt x="46123" y="361836"/>
                  <a:pt x="49707" y="368000"/>
                </a:cubicBezTo>
                <a:lnTo>
                  <a:pt x="36135" y="375878"/>
                </a:lnTo>
                <a:close/>
                <a:moveTo>
                  <a:pt x="14008" y="324198"/>
                </a:moveTo>
                <a:cubicBezTo>
                  <a:pt x="11642" y="316437"/>
                  <a:pt x="9562" y="308446"/>
                  <a:pt x="7767" y="300225"/>
                </a:cubicBezTo>
                <a:lnTo>
                  <a:pt x="23102" y="296883"/>
                </a:lnTo>
                <a:cubicBezTo>
                  <a:pt x="24807" y="304690"/>
                  <a:pt x="26780" y="312272"/>
                  <a:pt x="29023" y="319628"/>
                </a:cubicBezTo>
                <a:lnTo>
                  <a:pt x="14008" y="324198"/>
                </a:lnTo>
                <a:close/>
                <a:moveTo>
                  <a:pt x="2457" y="268764"/>
                </a:moveTo>
                <a:cubicBezTo>
                  <a:pt x="1487" y="260788"/>
                  <a:pt x="781" y="252736"/>
                  <a:pt x="341" y="244608"/>
                </a:cubicBezTo>
                <a:lnTo>
                  <a:pt x="16014" y="243759"/>
                </a:lnTo>
                <a:cubicBezTo>
                  <a:pt x="16436" y="251538"/>
                  <a:pt x="17110" y="259243"/>
                  <a:pt x="18038" y="266872"/>
                </a:cubicBezTo>
                <a:lnTo>
                  <a:pt x="2457" y="268764"/>
                </a:lnTo>
                <a:close/>
                <a:moveTo>
                  <a:pt x="0" y="212124"/>
                </a:moveTo>
                <a:cubicBezTo>
                  <a:pt x="270" y="203983"/>
                  <a:pt x="805" y="195900"/>
                  <a:pt x="1605" y="187875"/>
                </a:cubicBezTo>
                <a:lnTo>
                  <a:pt x="17223" y="189429"/>
                </a:lnTo>
                <a:cubicBezTo>
                  <a:pt x="16458" y="197110"/>
                  <a:pt x="15946" y="204848"/>
                  <a:pt x="15688" y="212643"/>
                </a:cubicBezTo>
                <a:lnTo>
                  <a:pt x="0" y="212124"/>
                </a:lnTo>
                <a:close/>
                <a:moveTo>
                  <a:pt x="6230" y="156167"/>
                </a:moveTo>
                <a:cubicBezTo>
                  <a:pt x="7804" y="148056"/>
                  <a:pt x="9652" y="140146"/>
                  <a:pt x="11775" y="132437"/>
                </a:cubicBezTo>
                <a:lnTo>
                  <a:pt x="26909" y="136598"/>
                </a:lnTo>
                <a:cubicBezTo>
                  <a:pt x="24893" y="143919"/>
                  <a:pt x="23136" y="151436"/>
                  <a:pt x="21639" y="159152"/>
                </a:cubicBezTo>
                <a:lnTo>
                  <a:pt x="6230" y="156167"/>
                </a:lnTo>
                <a:close/>
                <a:moveTo>
                  <a:pt x="22337" y="101263"/>
                </a:moveTo>
                <a:cubicBezTo>
                  <a:pt x="25435" y="93685"/>
                  <a:pt x="28815" y="86471"/>
                  <a:pt x="32477" y="79618"/>
                </a:cubicBezTo>
                <a:lnTo>
                  <a:pt x="46323" y="87006"/>
                </a:lnTo>
                <a:cubicBezTo>
                  <a:pt x="42914" y="93384"/>
                  <a:pt x="39762" y="100114"/>
                  <a:pt x="36867" y="107194"/>
                </a:cubicBezTo>
                <a:lnTo>
                  <a:pt x="22337" y="101263"/>
                </a:lnTo>
                <a:close/>
                <a:moveTo>
                  <a:pt x="50108" y="52273"/>
                </a:moveTo>
                <a:cubicBezTo>
                  <a:pt x="55330" y="45563"/>
                  <a:pt x="60877" y="39470"/>
                  <a:pt x="66749" y="33994"/>
                </a:cubicBezTo>
                <a:lnTo>
                  <a:pt x="77459" y="45459"/>
                </a:lnTo>
                <a:cubicBezTo>
                  <a:pt x="72196" y="50367"/>
                  <a:pt x="67209" y="55847"/>
                  <a:pt x="62499" y="61900"/>
                </a:cubicBezTo>
                <a:lnTo>
                  <a:pt x="50108" y="52273"/>
                </a:lnTo>
                <a:close/>
                <a:moveTo>
                  <a:pt x="93643" y="14524"/>
                </a:moveTo>
                <a:cubicBezTo>
                  <a:pt x="101117" y="10482"/>
                  <a:pt x="108900" y="7279"/>
                  <a:pt x="116993" y="4916"/>
                </a:cubicBezTo>
                <a:lnTo>
                  <a:pt x="121396" y="19970"/>
                </a:lnTo>
                <a:cubicBezTo>
                  <a:pt x="114371" y="22021"/>
                  <a:pt x="107611" y="24803"/>
                  <a:pt x="101115" y="28317"/>
                </a:cubicBezTo>
                <a:lnTo>
                  <a:pt x="93643" y="14524"/>
                </a:lnTo>
                <a:close/>
                <a:moveTo>
                  <a:pt x="150152" y="15"/>
                </a:moveTo>
                <a:lnTo>
                  <a:pt x="152119" y="0"/>
                </a:lnTo>
                <a:lnTo>
                  <a:pt x="175723" y="0"/>
                </a:lnTo>
                <a:lnTo>
                  <a:pt x="175723" y="15683"/>
                </a:lnTo>
                <a:lnTo>
                  <a:pt x="152239" y="15683"/>
                </a:lnTo>
                <a:lnTo>
                  <a:pt x="150273" y="15698"/>
                </a:lnTo>
                <a:lnTo>
                  <a:pt x="150152" y="15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FF866-3B8F-454A-A0A6-D4E13493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869" y="4156859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DBAD3-4627-49EF-9CFA-EE3FC9E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869" y="4156859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D5F39-AB33-49EE-A98A-9B5A062F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31" y="4156859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9A121-1F1A-4EFA-8CC3-90B5441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31" y="4156859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81B16-A57E-466F-92AA-55D294E8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91" y="4156859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B4E2D-9A11-4B46-AC45-FA4E4146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91" y="4156859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9B228-73F9-4224-9A15-4C5363A5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753" y="4156859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EB7DD-2CBA-44AA-B515-9DE07617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753" y="4156859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74" name="Text Batch">
            <a:extLst xmlns:a="http://schemas.openxmlformats.org/drawingml/2006/main">
              <a:ext uri="{FF2B5EF4-FFF2-40B4-BE49-F238E27FC236}">
                <a16:creationId xmlns:a16="http://schemas.microsoft.com/office/drawing/2014/main" id="{B02D7519-687F-470B-AF9D-A6E3BCF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990" y="4399437"/>
            <a:ext cx="294683" cy="89199"/>
          </a:xfrm>
          <a:custGeom xmlns:a="http://schemas.openxmlformats.org/drawingml/2006/main">
            <a:pathLst>
              <a:path w="294683" h="89199">
                <a:moveTo>
                  <a:pt x="0" y="87752"/>
                </a:moveTo>
                <a:lnTo>
                  <a:pt x="0" y="4717"/>
                </a:lnTo>
                <a:lnTo>
                  <a:pt x="29507" y="4717"/>
                </a:lnTo>
                <a:cubicBezTo>
                  <a:pt x="38556" y="4717"/>
                  <a:pt x="45530" y="6433"/>
                  <a:pt x="50430" y="9863"/>
                </a:cubicBezTo>
                <a:cubicBezTo>
                  <a:pt x="55330" y="13294"/>
                  <a:pt x="57780" y="18047"/>
                  <a:pt x="57780" y="24122"/>
                </a:cubicBezTo>
                <a:cubicBezTo>
                  <a:pt x="57780" y="28625"/>
                  <a:pt x="56260" y="32574"/>
                  <a:pt x="53220" y="35969"/>
                </a:cubicBezTo>
                <a:cubicBezTo>
                  <a:pt x="50180" y="39364"/>
                  <a:pt x="46353" y="41705"/>
                  <a:pt x="41739" y="42991"/>
                </a:cubicBezTo>
                <a:lnTo>
                  <a:pt x="41739" y="43206"/>
                </a:lnTo>
                <a:cubicBezTo>
                  <a:pt x="47533" y="43920"/>
                  <a:pt x="52209" y="46065"/>
                  <a:pt x="55768" y="49638"/>
                </a:cubicBezTo>
                <a:cubicBezTo>
                  <a:pt x="59327" y="53212"/>
                  <a:pt x="61106" y="57697"/>
                  <a:pt x="61106" y="63093"/>
                </a:cubicBezTo>
                <a:cubicBezTo>
                  <a:pt x="61106" y="70634"/>
                  <a:pt x="58424" y="76629"/>
                  <a:pt x="53059" y="81078"/>
                </a:cubicBezTo>
                <a:cubicBezTo>
                  <a:pt x="47694" y="85527"/>
                  <a:pt x="40362" y="87752"/>
                  <a:pt x="31063" y="87752"/>
                </a:cubicBezTo>
                <a:lnTo>
                  <a:pt x="0" y="87752"/>
                </a:lnTo>
                <a:moveTo>
                  <a:pt x="17704" y="17904"/>
                </a:moveTo>
                <a:lnTo>
                  <a:pt x="17704" y="38435"/>
                </a:lnTo>
                <a:lnTo>
                  <a:pt x="26127" y="38435"/>
                </a:lnTo>
                <a:cubicBezTo>
                  <a:pt x="30169" y="38435"/>
                  <a:pt x="33352" y="37470"/>
                  <a:pt x="35676" y="35540"/>
                </a:cubicBezTo>
                <a:cubicBezTo>
                  <a:pt x="38001" y="33610"/>
                  <a:pt x="39164" y="30912"/>
                  <a:pt x="39164" y="27446"/>
                </a:cubicBezTo>
                <a:cubicBezTo>
                  <a:pt x="39164" y="21085"/>
                  <a:pt x="34514" y="17904"/>
                  <a:pt x="25215" y="17904"/>
                </a:cubicBezTo>
                <a:lnTo>
                  <a:pt x="17704" y="17904"/>
                </a:lnTo>
                <a:moveTo>
                  <a:pt x="17704" y="51783"/>
                </a:moveTo>
                <a:lnTo>
                  <a:pt x="17704" y="74565"/>
                </a:lnTo>
                <a:lnTo>
                  <a:pt x="28219" y="74565"/>
                </a:lnTo>
                <a:cubicBezTo>
                  <a:pt x="32690" y="74565"/>
                  <a:pt x="36186" y="73528"/>
                  <a:pt x="38708" y="71456"/>
                </a:cubicBezTo>
                <a:cubicBezTo>
                  <a:pt x="41229" y="69383"/>
                  <a:pt x="42490" y="66506"/>
                  <a:pt x="42490" y="62825"/>
                </a:cubicBezTo>
                <a:cubicBezTo>
                  <a:pt x="42490" y="59323"/>
                  <a:pt x="41238" y="56607"/>
                  <a:pt x="38734" y="54677"/>
                </a:cubicBezTo>
                <a:cubicBezTo>
                  <a:pt x="36231" y="52747"/>
                  <a:pt x="32672" y="51783"/>
                  <a:pt x="28058" y="51783"/>
                </a:cubicBezTo>
                <a:lnTo>
                  <a:pt x="17704" y="51783"/>
                </a:lnTo>
                <a:close/>
                <a:moveTo>
                  <a:pt x="74885" y="32056"/>
                </a:moveTo>
                <a:cubicBezTo>
                  <a:pt x="77567" y="30555"/>
                  <a:pt x="81153" y="29340"/>
                  <a:pt x="85641" y="28411"/>
                </a:cubicBezTo>
                <a:cubicBezTo>
                  <a:pt x="90130" y="27482"/>
                  <a:pt x="93966" y="27017"/>
                  <a:pt x="97149" y="27017"/>
                </a:cubicBezTo>
                <a:cubicBezTo>
                  <a:pt x="113744" y="27017"/>
                  <a:pt x="122042" y="35326"/>
                  <a:pt x="122042" y="51943"/>
                </a:cubicBezTo>
                <a:lnTo>
                  <a:pt x="122042" y="87752"/>
                </a:lnTo>
                <a:lnTo>
                  <a:pt x="105572" y="87752"/>
                </a:lnTo>
                <a:lnTo>
                  <a:pt x="105572" y="79121"/>
                </a:lnTo>
                <a:lnTo>
                  <a:pt x="105357" y="79121"/>
                </a:lnTo>
                <a:cubicBezTo>
                  <a:pt x="101316" y="85840"/>
                  <a:pt x="95396" y="89199"/>
                  <a:pt x="87599" y="89199"/>
                </a:cubicBezTo>
                <a:cubicBezTo>
                  <a:pt x="81984" y="89199"/>
                  <a:pt x="77487" y="87600"/>
                  <a:pt x="74107" y="84401"/>
                </a:cubicBezTo>
                <a:cubicBezTo>
                  <a:pt x="70727" y="81203"/>
                  <a:pt x="69037" y="76852"/>
                  <a:pt x="69037" y="71348"/>
                </a:cubicBezTo>
                <a:cubicBezTo>
                  <a:pt x="69037" y="59984"/>
                  <a:pt x="75814" y="53373"/>
                  <a:pt x="89370" y="51515"/>
                </a:cubicBezTo>
                <a:lnTo>
                  <a:pt x="105679" y="49317"/>
                </a:lnTo>
                <a:cubicBezTo>
                  <a:pt x="105679" y="42420"/>
                  <a:pt x="102085" y="38971"/>
                  <a:pt x="94896" y="38971"/>
                </a:cubicBezTo>
                <a:cubicBezTo>
                  <a:pt x="87814" y="38971"/>
                  <a:pt x="81144" y="41115"/>
                  <a:pt x="74885" y="45404"/>
                </a:cubicBezTo>
                <a:lnTo>
                  <a:pt x="74885" y="32056"/>
                </a:lnTo>
                <a:moveTo>
                  <a:pt x="94466" y="60895"/>
                </a:moveTo>
                <a:cubicBezTo>
                  <a:pt x="88207" y="61717"/>
                  <a:pt x="85078" y="64541"/>
                  <a:pt x="85078" y="69365"/>
                </a:cubicBezTo>
                <a:cubicBezTo>
                  <a:pt x="85078" y="71581"/>
                  <a:pt x="85838" y="73368"/>
                  <a:pt x="87358" y="74726"/>
                </a:cubicBezTo>
                <a:cubicBezTo>
                  <a:pt x="88878" y="76084"/>
                  <a:pt x="90926" y="76763"/>
                  <a:pt x="93501" y="76763"/>
                </a:cubicBezTo>
                <a:cubicBezTo>
                  <a:pt x="97042" y="76763"/>
                  <a:pt x="99956" y="75512"/>
                  <a:pt x="102245" y="73010"/>
                </a:cubicBezTo>
                <a:cubicBezTo>
                  <a:pt x="104535" y="70509"/>
                  <a:pt x="105679" y="67399"/>
                  <a:pt x="105679" y="63683"/>
                </a:cubicBezTo>
                <a:lnTo>
                  <a:pt x="105679" y="59448"/>
                </a:lnTo>
                <a:lnTo>
                  <a:pt x="94466" y="60895"/>
                </a:lnTo>
                <a:close/>
                <a:moveTo>
                  <a:pt x="171868" y="87055"/>
                </a:moveTo>
                <a:cubicBezTo>
                  <a:pt x="169257" y="88484"/>
                  <a:pt x="165305" y="89199"/>
                  <a:pt x="160012" y="89199"/>
                </a:cubicBezTo>
                <a:cubicBezTo>
                  <a:pt x="147422" y="89199"/>
                  <a:pt x="141127" y="82588"/>
                  <a:pt x="141127" y="69365"/>
                </a:cubicBezTo>
                <a:lnTo>
                  <a:pt x="141127" y="41383"/>
                </a:lnTo>
                <a:lnTo>
                  <a:pt x="131363" y="41383"/>
                </a:lnTo>
                <a:lnTo>
                  <a:pt x="131363" y="28464"/>
                </a:lnTo>
                <a:lnTo>
                  <a:pt x="141127" y="28464"/>
                </a:lnTo>
                <a:lnTo>
                  <a:pt x="141127" y="15438"/>
                </a:lnTo>
                <a:lnTo>
                  <a:pt x="158349" y="10507"/>
                </a:lnTo>
                <a:lnTo>
                  <a:pt x="158349" y="28464"/>
                </a:lnTo>
                <a:lnTo>
                  <a:pt x="171868" y="28464"/>
                </a:lnTo>
                <a:lnTo>
                  <a:pt x="171868" y="41383"/>
                </a:lnTo>
                <a:lnTo>
                  <a:pt x="158349" y="41383"/>
                </a:lnTo>
                <a:lnTo>
                  <a:pt x="158349" y="66363"/>
                </a:lnTo>
                <a:cubicBezTo>
                  <a:pt x="158349" y="72689"/>
                  <a:pt x="160852" y="75851"/>
                  <a:pt x="165860" y="75851"/>
                </a:cubicBezTo>
                <a:cubicBezTo>
                  <a:pt x="167791" y="75851"/>
                  <a:pt x="169794" y="75279"/>
                  <a:pt x="171868" y="74136"/>
                </a:cubicBezTo>
                <a:lnTo>
                  <a:pt x="171868" y="87055"/>
                </a:lnTo>
                <a:close/>
                <a:moveTo>
                  <a:pt x="226291" y="85554"/>
                </a:moveTo>
                <a:cubicBezTo>
                  <a:pt x="222142" y="87984"/>
                  <a:pt x="216241" y="89199"/>
                  <a:pt x="208587" y="89199"/>
                </a:cubicBezTo>
                <a:cubicBezTo>
                  <a:pt x="199538" y="89199"/>
                  <a:pt x="192224" y="86447"/>
                  <a:pt x="186644" y="80944"/>
                </a:cubicBezTo>
                <a:cubicBezTo>
                  <a:pt x="181065" y="75440"/>
                  <a:pt x="178275" y="68311"/>
                  <a:pt x="178275" y="59555"/>
                </a:cubicBezTo>
                <a:cubicBezTo>
                  <a:pt x="178275" y="49478"/>
                  <a:pt x="181279" y="41535"/>
                  <a:pt x="187288" y="35728"/>
                </a:cubicBezTo>
                <a:cubicBezTo>
                  <a:pt x="193297" y="29921"/>
                  <a:pt x="201308" y="27017"/>
                  <a:pt x="211323" y="27017"/>
                </a:cubicBezTo>
                <a:cubicBezTo>
                  <a:pt x="218083" y="27017"/>
                  <a:pt x="223090" y="27946"/>
                  <a:pt x="226344" y="29804"/>
                </a:cubicBezTo>
                <a:lnTo>
                  <a:pt x="226344" y="44653"/>
                </a:lnTo>
                <a:cubicBezTo>
                  <a:pt x="222374" y="41758"/>
                  <a:pt x="218047" y="40311"/>
                  <a:pt x="213361" y="40311"/>
                </a:cubicBezTo>
                <a:cubicBezTo>
                  <a:pt x="208068" y="40311"/>
                  <a:pt x="203821" y="41919"/>
                  <a:pt x="200620" y="45136"/>
                </a:cubicBezTo>
                <a:cubicBezTo>
                  <a:pt x="197419" y="48352"/>
                  <a:pt x="195818" y="52765"/>
                  <a:pt x="195818" y="58376"/>
                </a:cubicBezTo>
                <a:cubicBezTo>
                  <a:pt x="195818" y="63808"/>
                  <a:pt x="197338" y="68087"/>
                  <a:pt x="200378" y="71214"/>
                </a:cubicBezTo>
                <a:cubicBezTo>
                  <a:pt x="203418" y="74341"/>
                  <a:pt x="207549" y="75905"/>
                  <a:pt x="212771" y="75905"/>
                </a:cubicBezTo>
                <a:cubicBezTo>
                  <a:pt x="217385" y="75905"/>
                  <a:pt x="221892" y="74440"/>
                  <a:pt x="226291" y="71509"/>
                </a:cubicBezTo>
                <a:lnTo>
                  <a:pt x="226291" y="85554"/>
                </a:lnTo>
                <a:close/>
                <a:moveTo>
                  <a:pt x="294683" y="87752"/>
                </a:moveTo>
                <a:lnTo>
                  <a:pt x="277408" y="87752"/>
                </a:lnTo>
                <a:lnTo>
                  <a:pt x="277408" y="53980"/>
                </a:lnTo>
                <a:cubicBezTo>
                  <a:pt x="277408" y="44867"/>
                  <a:pt x="274082" y="40311"/>
                  <a:pt x="267430" y="40311"/>
                </a:cubicBezTo>
                <a:cubicBezTo>
                  <a:pt x="264103" y="40311"/>
                  <a:pt x="261358" y="41580"/>
                  <a:pt x="259194" y="44117"/>
                </a:cubicBezTo>
                <a:cubicBezTo>
                  <a:pt x="257031" y="46654"/>
                  <a:pt x="255949" y="49942"/>
                  <a:pt x="255949" y="53980"/>
                </a:cubicBezTo>
                <a:lnTo>
                  <a:pt x="255949" y="87752"/>
                </a:lnTo>
                <a:lnTo>
                  <a:pt x="238620" y="87752"/>
                </a:lnTo>
                <a:lnTo>
                  <a:pt x="238620" y="0"/>
                </a:lnTo>
                <a:lnTo>
                  <a:pt x="255949" y="0"/>
                </a:lnTo>
                <a:lnTo>
                  <a:pt x="255949" y="37363"/>
                </a:lnTo>
                <a:lnTo>
                  <a:pt x="256163" y="37363"/>
                </a:lnTo>
                <a:cubicBezTo>
                  <a:pt x="260706" y="30466"/>
                  <a:pt x="266822" y="27017"/>
                  <a:pt x="274511" y="27017"/>
                </a:cubicBezTo>
                <a:cubicBezTo>
                  <a:pt x="287959" y="27017"/>
                  <a:pt x="294683" y="35129"/>
                  <a:pt x="294683" y="51354"/>
                </a:cubicBezTo>
                <a:lnTo>
                  <a:pt x="294683" y="87752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72D94-515E-4DF2-960B-929E02B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856" y="2997273"/>
            <a:ext cx="1076104" cy="554798"/>
          </a:xfrm>
          <a:custGeom xmlns:a="http://schemas.openxmlformats.org/drawingml/2006/main">
            <a:pathLst>
              <a:path w="1076104" h="554798">
                <a:moveTo>
                  <a:pt x="0" y="0"/>
                </a:moveTo>
                <a:lnTo>
                  <a:pt x="1076104" y="0"/>
                </a:lnTo>
                <a:lnTo>
                  <a:pt x="1076104" y="554798"/>
                </a:lnTo>
                <a:lnTo>
                  <a:pt x="0" y="5547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CB17A-A706-4A95-A67A-DB1F8CD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008" y="2989431"/>
            <a:ext cx="1091800" cy="570481"/>
          </a:xfrm>
          <a:custGeom xmlns:a="http://schemas.openxmlformats.org/drawingml/2006/main">
            <a:pathLst>
              <a:path w="1091800" h="570481">
                <a:moveTo>
                  <a:pt x="62784" y="15683"/>
                </a:moveTo>
                <a:lnTo>
                  <a:pt x="86329" y="15683"/>
                </a:lnTo>
                <a:lnTo>
                  <a:pt x="86329" y="0"/>
                </a:lnTo>
                <a:lnTo>
                  <a:pt x="62784" y="0"/>
                </a:lnTo>
                <a:lnTo>
                  <a:pt x="62784" y="15683"/>
                </a:lnTo>
                <a:close/>
                <a:moveTo>
                  <a:pt x="141265" y="15683"/>
                </a:moveTo>
                <a:lnTo>
                  <a:pt x="141265" y="0"/>
                </a:lnTo>
                <a:lnTo>
                  <a:pt x="117721" y="0"/>
                </a:lnTo>
                <a:lnTo>
                  <a:pt x="117721" y="15683"/>
                </a:lnTo>
                <a:lnTo>
                  <a:pt x="141265" y="15683"/>
                </a:lnTo>
                <a:close/>
                <a:moveTo>
                  <a:pt x="196202" y="15683"/>
                </a:moveTo>
                <a:lnTo>
                  <a:pt x="196202" y="0"/>
                </a:lnTo>
                <a:lnTo>
                  <a:pt x="172657" y="0"/>
                </a:lnTo>
                <a:lnTo>
                  <a:pt x="172657" y="15683"/>
                </a:lnTo>
                <a:lnTo>
                  <a:pt x="196202" y="15683"/>
                </a:lnTo>
                <a:close/>
                <a:moveTo>
                  <a:pt x="251138" y="15683"/>
                </a:moveTo>
                <a:lnTo>
                  <a:pt x="251138" y="0"/>
                </a:lnTo>
                <a:lnTo>
                  <a:pt x="227594" y="0"/>
                </a:lnTo>
                <a:lnTo>
                  <a:pt x="227594" y="15683"/>
                </a:lnTo>
                <a:lnTo>
                  <a:pt x="251138" y="15683"/>
                </a:lnTo>
                <a:close/>
                <a:moveTo>
                  <a:pt x="15696" y="15683"/>
                </a:moveTo>
                <a:lnTo>
                  <a:pt x="31392" y="15683"/>
                </a:lnTo>
                <a:lnTo>
                  <a:pt x="31392" y="0"/>
                </a:lnTo>
                <a:lnTo>
                  <a:pt x="0" y="0"/>
                </a:lnTo>
                <a:lnTo>
                  <a:pt x="0" y="29284"/>
                </a:lnTo>
                <a:lnTo>
                  <a:pt x="15696" y="29284"/>
                </a:lnTo>
                <a:lnTo>
                  <a:pt x="15696" y="15683"/>
                </a:lnTo>
                <a:close/>
                <a:moveTo>
                  <a:pt x="15696" y="60650"/>
                </a:moveTo>
                <a:lnTo>
                  <a:pt x="0" y="60650"/>
                </a:lnTo>
                <a:lnTo>
                  <a:pt x="0" y="84175"/>
                </a:lnTo>
                <a:lnTo>
                  <a:pt x="15696" y="84175"/>
                </a:lnTo>
                <a:lnTo>
                  <a:pt x="15696" y="60650"/>
                </a:lnTo>
                <a:close/>
                <a:moveTo>
                  <a:pt x="15696" y="115542"/>
                </a:moveTo>
                <a:lnTo>
                  <a:pt x="0" y="115542"/>
                </a:lnTo>
                <a:lnTo>
                  <a:pt x="0" y="139067"/>
                </a:lnTo>
                <a:lnTo>
                  <a:pt x="15696" y="139067"/>
                </a:lnTo>
                <a:lnTo>
                  <a:pt x="15696" y="115542"/>
                </a:lnTo>
                <a:close/>
                <a:moveTo>
                  <a:pt x="15696" y="170434"/>
                </a:moveTo>
                <a:lnTo>
                  <a:pt x="0" y="170434"/>
                </a:lnTo>
                <a:lnTo>
                  <a:pt x="0" y="193959"/>
                </a:lnTo>
                <a:lnTo>
                  <a:pt x="15696" y="193959"/>
                </a:lnTo>
                <a:lnTo>
                  <a:pt x="15696" y="170434"/>
                </a:lnTo>
                <a:close/>
                <a:moveTo>
                  <a:pt x="15696" y="225325"/>
                </a:moveTo>
                <a:lnTo>
                  <a:pt x="0" y="225325"/>
                </a:lnTo>
                <a:lnTo>
                  <a:pt x="0" y="248850"/>
                </a:lnTo>
                <a:lnTo>
                  <a:pt x="15696" y="248850"/>
                </a:lnTo>
                <a:lnTo>
                  <a:pt x="15696" y="225325"/>
                </a:lnTo>
                <a:close/>
                <a:moveTo>
                  <a:pt x="15696" y="280217"/>
                </a:moveTo>
                <a:lnTo>
                  <a:pt x="0" y="280217"/>
                </a:lnTo>
                <a:lnTo>
                  <a:pt x="0" y="303742"/>
                </a:lnTo>
                <a:lnTo>
                  <a:pt x="15696" y="303742"/>
                </a:lnTo>
                <a:lnTo>
                  <a:pt x="15696" y="280217"/>
                </a:lnTo>
                <a:close/>
                <a:moveTo>
                  <a:pt x="15696" y="335109"/>
                </a:moveTo>
                <a:lnTo>
                  <a:pt x="0" y="335109"/>
                </a:lnTo>
                <a:lnTo>
                  <a:pt x="0" y="358634"/>
                </a:lnTo>
                <a:lnTo>
                  <a:pt x="15696" y="358634"/>
                </a:lnTo>
                <a:lnTo>
                  <a:pt x="15696" y="335109"/>
                </a:lnTo>
                <a:close/>
                <a:moveTo>
                  <a:pt x="15696" y="390000"/>
                </a:moveTo>
                <a:lnTo>
                  <a:pt x="0" y="390000"/>
                </a:lnTo>
                <a:lnTo>
                  <a:pt x="0" y="413525"/>
                </a:lnTo>
                <a:lnTo>
                  <a:pt x="15696" y="413525"/>
                </a:lnTo>
                <a:lnTo>
                  <a:pt x="15696" y="390000"/>
                </a:lnTo>
                <a:close/>
                <a:moveTo>
                  <a:pt x="15696" y="444892"/>
                </a:moveTo>
                <a:lnTo>
                  <a:pt x="0" y="444892"/>
                </a:lnTo>
                <a:lnTo>
                  <a:pt x="0" y="468417"/>
                </a:lnTo>
                <a:lnTo>
                  <a:pt x="15696" y="468417"/>
                </a:lnTo>
                <a:lnTo>
                  <a:pt x="15696" y="444892"/>
                </a:lnTo>
                <a:close/>
                <a:moveTo>
                  <a:pt x="15696" y="499783"/>
                </a:moveTo>
                <a:lnTo>
                  <a:pt x="0" y="499783"/>
                </a:lnTo>
                <a:lnTo>
                  <a:pt x="0" y="523308"/>
                </a:lnTo>
                <a:lnTo>
                  <a:pt x="15696" y="523308"/>
                </a:lnTo>
                <a:lnTo>
                  <a:pt x="15696" y="499783"/>
                </a:lnTo>
                <a:close/>
                <a:moveTo>
                  <a:pt x="15696" y="554798"/>
                </a:moveTo>
                <a:lnTo>
                  <a:pt x="15696" y="554675"/>
                </a:lnTo>
                <a:lnTo>
                  <a:pt x="0" y="554675"/>
                </a:lnTo>
                <a:lnTo>
                  <a:pt x="0" y="570481"/>
                </a:lnTo>
                <a:lnTo>
                  <a:pt x="23422" y="570481"/>
                </a:lnTo>
                <a:lnTo>
                  <a:pt x="23422" y="554798"/>
                </a:lnTo>
                <a:lnTo>
                  <a:pt x="15696" y="554798"/>
                </a:lnTo>
                <a:close/>
                <a:moveTo>
                  <a:pt x="54814" y="554798"/>
                </a:moveTo>
                <a:lnTo>
                  <a:pt x="54814" y="570481"/>
                </a:lnTo>
                <a:lnTo>
                  <a:pt x="78358" y="570481"/>
                </a:lnTo>
                <a:lnTo>
                  <a:pt x="78358" y="554798"/>
                </a:lnTo>
                <a:lnTo>
                  <a:pt x="54814" y="554798"/>
                </a:lnTo>
                <a:close/>
                <a:moveTo>
                  <a:pt x="109750" y="554798"/>
                </a:moveTo>
                <a:lnTo>
                  <a:pt x="109750" y="570481"/>
                </a:lnTo>
                <a:lnTo>
                  <a:pt x="133294" y="570481"/>
                </a:lnTo>
                <a:lnTo>
                  <a:pt x="133294" y="554798"/>
                </a:lnTo>
                <a:lnTo>
                  <a:pt x="109750" y="554798"/>
                </a:lnTo>
                <a:close/>
                <a:moveTo>
                  <a:pt x="164687" y="554798"/>
                </a:moveTo>
                <a:lnTo>
                  <a:pt x="164687" y="570481"/>
                </a:lnTo>
                <a:lnTo>
                  <a:pt x="188231" y="570481"/>
                </a:lnTo>
                <a:lnTo>
                  <a:pt x="188231" y="554798"/>
                </a:lnTo>
                <a:lnTo>
                  <a:pt x="164687" y="554798"/>
                </a:lnTo>
                <a:close/>
                <a:moveTo>
                  <a:pt x="219623" y="554798"/>
                </a:moveTo>
                <a:lnTo>
                  <a:pt x="219623" y="570481"/>
                </a:lnTo>
                <a:lnTo>
                  <a:pt x="243167" y="570481"/>
                </a:lnTo>
                <a:lnTo>
                  <a:pt x="243167" y="554798"/>
                </a:lnTo>
                <a:lnTo>
                  <a:pt x="219623" y="554798"/>
                </a:lnTo>
                <a:close/>
                <a:moveTo>
                  <a:pt x="306074" y="15683"/>
                </a:moveTo>
                <a:lnTo>
                  <a:pt x="306074" y="0"/>
                </a:lnTo>
                <a:lnTo>
                  <a:pt x="282530" y="0"/>
                </a:lnTo>
                <a:lnTo>
                  <a:pt x="282530" y="15683"/>
                </a:lnTo>
                <a:lnTo>
                  <a:pt x="306074" y="15683"/>
                </a:lnTo>
                <a:close/>
                <a:moveTo>
                  <a:pt x="361011" y="15683"/>
                </a:moveTo>
                <a:lnTo>
                  <a:pt x="361011" y="0"/>
                </a:lnTo>
                <a:lnTo>
                  <a:pt x="337467" y="0"/>
                </a:lnTo>
                <a:lnTo>
                  <a:pt x="337467" y="15683"/>
                </a:lnTo>
                <a:lnTo>
                  <a:pt x="361011" y="15683"/>
                </a:lnTo>
                <a:close/>
                <a:moveTo>
                  <a:pt x="415947" y="15683"/>
                </a:moveTo>
                <a:lnTo>
                  <a:pt x="415947" y="0"/>
                </a:lnTo>
                <a:lnTo>
                  <a:pt x="392403" y="0"/>
                </a:lnTo>
                <a:lnTo>
                  <a:pt x="392403" y="15683"/>
                </a:lnTo>
                <a:lnTo>
                  <a:pt x="415947" y="15683"/>
                </a:lnTo>
                <a:close/>
                <a:moveTo>
                  <a:pt x="470884" y="15683"/>
                </a:moveTo>
                <a:lnTo>
                  <a:pt x="470884" y="0"/>
                </a:lnTo>
                <a:lnTo>
                  <a:pt x="447340" y="0"/>
                </a:lnTo>
                <a:lnTo>
                  <a:pt x="447340" y="15683"/>
                </a:lnTo>
                <a:lnTo>
                  <a:pt x="470884" y="15683"/>
                </a:lnTo>
                <a:close/>
                <a:moveTo>
                  <a:pt x="525820" y="15683"/>
                </a:moveTo>
                <a:lnTo>
                  <a:pt x="525820" y="0"/>
                </a:lnTo>
                <a:lnTo>
                  <a:pt x="502276" y="0"/>
                </a:lnTo>
                <a:lnTo>
                  <a:pt x="502276" y="15683"/>
                </a:lnTo>
                <a:lnTo>
                  <a:pt x="525820" y="15683"/>
                </a:lnTo>
                <a:close/>
                <a:moveTo>
                  <a:pt x="580757" y="15683"/>
                </a:moveTo>
                <a:lnTo>
                  <a:pt x="580757" y="0"/>
                </a:lnTo>
                <a:lnTo>
                  <a:pt x="557212" y="0"/>
                </a:lnTo>
                <a:lnTo>
                  <a:pt x="557212" y="15683"/>
                </a:lnTo>
                <a:lnTo>
                  <a:pt x="580757" y="15683"/>
                </a:lnTo>
                <a:close/>
                <a:moveTo>
                  <a:pt x="635693" y="15683"/>
                </a:moveTo>
                <a:lnTo>
                  <a:pt x="635693" y="0"/>
                </a:lnTo>
                <a:lnTo>
                  <a:pt x="612149" y="0"/>
                </a:lnTo>
                <a:lnTo>
                  <a:pt x="612149" y="15683"/>
                </a:lnTo>
                <a:lnTo>
                  <a:pt x="635693" y="15683"/>
                </a:lnTo>
                <a:close/>
                <a:moveTo>
                  <a:pt x="690629" y="15683"/>
                </a:moveTo>
                <a:lnTo>
                  <a:pt x="690629" y="0"/>
                </a:lnTo>
                <a:lnTo>
                  <a:pt x="667085" y="0"/>
                </a:lnTo>
                <a:lnTo>
                  <a:pt x="667085" y="15683"/>
                </a:lnTo>
                <a:lnTo>
                  <a:pt x="690629" y="15683"/>
                </a:lnTo>
                <a:close/>
                <a:moveTo>
                  <a:pt x="745566" y="15683"/>
                </a:moveTo>
                <a:lnTo>
                  <a:pt x="745566" y="0"/>
                </a:lnTo>
                <a:lnTo>
                  <a:pt x="722022" y="0"/>
                </a:lnTo>
                <a:lnTo>
                  <a:pt x="722022" y="15683"/>
                </a:lnTo>
                <a:lnTo>
                  <a:pt x="745566" y="15683"/>
                </a:lnTo>
                <a:close/>
                <a:moveTo>
                  <a:pt x="776958" y="15683"/>
                </a:moveTo>
                <a:lnTo>
                  <a:pt x="800502" y="15683"/>
                </a:lnTo>
                <a:lnTo>
                  <a:pt x="800502" y="0"/>
                </a:lnTo>
                <a:lnTo>
                  <a:pt x="776958" y="0"/>
                </a:lnTo>
                <a:lnTo>
                  <a:pt x="776958" y="15683"/>
                </a:lnTo>
                <a:close/>
                <a:moveTo>
                  <a:pt x="274560" y="554798"/>
                </a:moveTo>
                <a:lnTo>
                  <a:pt x="274560" y="570481"/>
                </a:lnTo>
                <a:lnTo>
                  <a:pt x="298104" y="570481"/>
                </a:lnTo>
                <a:lnTo>
                  <a:pt x="298104" y="554798"/>
                </a:lnTo>
                <a:lnTo>
                  <a:pt x="274560" y="554798"/>
                </a:lnTo>
                <a:close/>
                <a:moveTo>
                  <a:pt x="329496" y="554798"/>
                </a:moveTo>
                <a:lnTo>
                  <a:pt x="329496" y="570481"/>
                </a:lnTo>
                <a:lnTo>
                  <a:pt x="353040" y="570481"/>
                </a:lnTo>
                <a:lnTo>
                  <a:pt x="353040" y="554798"/>
                </a:lnTo>
                <a:lnTo>
                  <a:pt x="329496" y="554798"/>
                </a:lnTo>
                <a:close/>
                <a:moveTo>
                  <a:pt x="384432" y="554798"/>
                </a:moveTo>
                <a:lnTo>
                  <a:pt x="384432" y="570481"/>
                </a:lnTo>
                <a:lnTo>
                  <a:pt x="407977" y="570481"/>
                </a:lnTo>
                <a:lnTo>
                  <a:pt x="407977" y="554798"/>
                </a:lnTo>
                <a:lnTo>
                  <a:pt x="384432" y="554798"/>
                </a:lnTo>
                <a:close/>
                <a:moveTo>
                  <a:pt x="439369" y="554798"/>
                </a:moveTo>
                <a:lnTo>
                  <a:pt x="439369" y="570481"/>
                </a:lnTo>
                <a:lnTo>
                  <a:pt x="462913" y="570481"/>
                </a:lnTo>
                <a:lnTo>
                  <a:pt x="462913" y="554798"/>
                </a:lnTo>
                <a:lnTo>
                  <a:pt x="439369" y="554798"/>
                </a:lnTo>
                <a:close/>
                <a:moveTo>
                  <a:pt x="494305" y="554798"/>
                </a:moveTo>
                <a:lnTo>
                  <a:pt x="494305" y="570481"/>
                </a:lnTo>
                <a:lnTo>
                  <a:pt x="517849" y="570481"/>
                </a:lnTo>
                <a:lnTo>
                  <a:pt x="517849" y="554798"/>
                </a:lnTo>
                <a:lnTo>
                  <a:pt x="494305" y="554798"/>
                </a:lnTo>
                <a:close/>
                <a:moveTo>
                  <a:pt x="549242" y="554798"/>
                </a:moveTo>
                <a:lnTo>
                  <a:pt x="549242" y="570481"/>
                </a:lnTo>
                <a:lnTo>
                  <a:pt x="572786" y="570481"/>
                </a:lnTo>
                <a:lnTo>
                  <a:pt x="572786" y="554798"/>
                </a:lnTo>
                <a:lnTo>
                  <a:pt x="549242" y="554798"/>
                </a:lnTo>
                <a:close/>
                <a:moveTo>
                  <a:pt x="604178" y="554798"/>
                </a:moveTo>
                <a:lnTo>
                  <a:pt x="604178" y="570481"/>
                </a:lnTo>
                <a:lnTo>
                  <a:pt x="627722" y="570481"/>
                </a:lnTo>
                <a:lnTo>
                  <a:pt x="627722" y="554798"/>
                </a:lnTo>
                <a:lnTo>
                  <a:pt x="604178" y="554798"/>
                </a:lnTo>
                <a:close/>
                <a:moveTo>
                  <a:pt x="659115" y="554798"/>
                </a:moveTo>
                <a:lnTo>
                  <a:pt x="659115" y="570481"/>
                </a:lnTo>
                <a:lnTo>
                  <a:pt x="682659" y="570481"/>
                </a:lnTo>
                <a:lnTo>
                  <a:pt x="682659" y="554798"/>
                </a:lnTo>
                <a:lnTo>
                  <a:pt x="659115" y="554798"/>
                </a:lnTo>
                <a:close/>
                <a:moveTo>
                  <a:pt x="714051" y="554798"/>
                </a:moveTo>
                <a:lnTo>
                  <a:pt x="714051" y="570481"/>
                </a:lnTo>
                <a:lnTo>
                  <a:pt x="737595" y="570481"/>
                </a:lnTo>
                <a:lnTo>
                  <a:pt x="737595" y="554798"/>
                </a:lnTo>
                <a:lnTo>
                  <a:pt x="714051" y="554798"/>
                </a:lnTo>
                <a:close/>
                <a:moveTo>
                  <a:pt x="768987" y="554798"/>
                </a:moveTo>
                <a:lnTo>
                  <a:pt x="768987" y="570481"/>
                </a:lnTo>
                <a:lnTo>
                  <a:pt x="792532" y="570481"/>
                </a:lnTo>
                <a:lnTo>
                  <a:pt x="792532" y="554798"/>
                </a:lnTo>
                <a:lnTo>
                  <a:pt x="768987" y="554798"/>
                </a:lnTo>
                <a:close/>
                <a:moveTo>
                  <a:pt x="823924" y="554798"/>
                </a:moveTo>
                <a:lnTo>
                  <a:pt x="823924" y="570481"/>
                </a:lnTo>
                <a:lnTo>
                  <a:pt x="847468" y="570481"/>
                </a:lnTo>
                <a:lnTo>
                  <a:pt x="847468" y="554798"/>
                </a:lnTo>
                <a:lnTo>
                  <a:pt x="823924" y="554798"/>
                </a:lnTo>
                <a:close/>
                <a:moveTo>
                  <a:pt x="855439" y="15683"/>
                </a:moveTo>
                <a:lnTo>
                  <a:pt x="855439" y="0"/>
                </a:lnTo>
                <a:lnTo>
                  <a:pt x="831895" y="0"/>
                </a:lnTo>
                <a:lnTo>
                  <a:pt x="831895" y="15683"/>
                </a:lnTo>
                <a:lnTo>
                  <a:pt x="855439" y="15683"/>
                </a:lnTo>
                <a:close/>
                <a:moveTo>
                  <a:pt x="910375" y="15683"/>
                </a:moveTo>
                <a:lnTo>
                  <a:pt x="910375" y="0"/>
                </a:lnTo>
                <a:lnTo>
                  <a:pt x="886831" y="0"/>
                </a:lnTo>
                <a:lnTo>
                  <a:pt x="886831" y="15683"/>
                </a:lnTo>
                <a:lnTo>
                  <a:pt x="910375" y="15683"/>
                </a:lnTo>
                <a:close/>
                <a:moveTo>
                  <a:pt x="965312" y="15683"/>
                </a:moveTo>
                <a:lnTo>
                  <a:pt x="965312" y="0"/>
                </a:lnTo>
                <a:lnTo>
                  <a:pt x="941767" y="0"/>
                </a:lnTo>
                <a:lnTo>
                  <a:pt x="941767" y="15683"/>
                </a:lnTo>
                <a:lnTo>
                  <a:pt x="965312" y="15683"/>
                </a:lnTo>
                <a:close/>
                <a:moveTo>
                  <a:pt x="1020248" y="15683"/>
                </a:moveTo>
                <a:lnTo>
                  <a:pt x="1020248" y="0"/>
                </a:lnTo>
                <a:lnTo>
                  <a:pt x="996704" y="0"/>
                </a:lnTo>
                <a:lnTo>
                  <a:pt x="996704" y="15683"/>
                </a:lnTo>
                <a:lnTo>
                  <a:pt x="1020248" y="15683"/>
                </a:lnTo>
                <a:close/>
                <a:moveTo>
                  <a:pt x="1075184" y="15683"/>
                </a:moveTo>
                <a:lnTo>
                  <a:pt x="1075184" y="0"/>
                </a:lnTo>
                <a:lnTo>
                  <a:pt x="1051640" y="0"/>
                </a:lnTo>
                <a:lnTo>
                  <a:pt x="1051640" y="15683"/>
                </a:lnTo>
                <a:lnTo>
                  <a:pt x="1075184" y="15683"/>
                </a:lnTo>
                <a:close/>
                <a:moveTo>
                  <a:pt x="1076104" y="53973"/>
                </a:moveTo>
                <a:lnTo>
                  <a:pt x="1091800" y="53973"/>
                </a:lnTo>
                <a:lnTo>
                  <a:pt x="1091800" y="30448"/>
                </a:lnTo>
                <a:lnTo>
                  <a:pt x="1076104" y="30448"/>
                </a:lnTo>
                <a:lnTo>
                  <a:pt x="1076104" y="53973"/>
                </a:lnTo>
                <a:close/>
                <a:moveTo>
                  <a:pt x="1076104" y="108864"/>
                </a:moveTo>
                <a:lnTo>
                  <a:pt x="1091800" y="108864"/>
                </a:lnTo>
                <a:lnTo>
                  <a:pt x="1091800" y="85339"/>
                </a:lnTo>
                <a:lnTo>
                  <a:pt x="1076104" y="85339"/>
                </a:lnTo>
                <a:lnTo>
                  <a:pt x="1076104" y="108864"/>
                </a:lnTo>
                <a:close/>
                <a:moveTo>
                  <a:pt x="1076104" y="163756"/>
                </a:moveTo>
                <a:lnTo>
                  <a:pt x="1091800" y="163756"/>
                </a:lnTo>
                <a:lnTo>
                  <a:pt x="1091800" y="140231"/>
                </a:lnTo>
                <a:lnTo>
                  <a:pt x="1076104" y="140231"/>
                </a:lnTo>
                <a:lnTo>
                  <a:pt x="1076104" y="163756"/>
                </a:lnTo>
                <a:close/>
                <a:moveTo>
                  <a:pt x="1076104" y="218648"/>
                </a:moveTo>
                <a:lnTo>
                  <a:pt x="1091800" y="218648"/>
                </a:lnTo>
                <a:lnTo>
                  <a:pt x="1091800" y="195123"/>
                </a:lnTo>
                <a:lnTo>
                  <a:pt x="1076104" y="195123"/>
                </a:lnTo>
                <a:lnTo>
                  <a:pt x="1076104" y="218648"/>
                </a:lnTo>
                <a:close/>
                <a:moveTo>
                  <a:pt x="1076104" y="273539"/>
                </a:moveTo>
                <a:lnTo>
                  <a:pt x="1091800" y="273539"/>
                </a:lnTo>
                <a:lnTo>
                  <a:pt x="1091800" y="250014"/>
                </a:lnTo>
                <a:lnTo>
                  <a:pt x="1076104" y="250014"/>
                </a:lnTo>
                <a:lnTo>
                  <a:pt x="1076104" y="273539"/>
                </a:lnTo>
                <a:close/>
                <a:moveTo>
                  <a:pt x="1076104" y="328431"/>
                </a:moveTo>
                <a:lnTo>
                  <a:pt x="1091800" y="328431"/>
                </a:lnTo>
                <a:lnTo>
                  <a:pt x="1091800" y="304906"/>
                </a:lnTo>
                <a:lnTo>
                  <a:pt x="1076104" y="304906"/>
                </a:lnTo>
                <a:lnTo>
                  <a:pt x="1076104" y="328431"/>
                </a:lnTo>
                <a:close/>
                <a:moveTo>
                  <a:pt x="1076104" y="383323"/>
                </a:moveTo>
                <a:lnTo>
                  <a:pt x="1091800" y="383323"/>
                </a:lnTo>
                <a:lnTo>
                  <a:pt x="1091800" y="359798"/>
                </a:lnTo>
                <a:lnTo>
                  <a:pt x="1076104" y="359798"/>
                </a:lnTo>
                <a:lnTo>
                  <a:pt x="1076104" y="383323"/>
                </a:lnTo>
                <a:close/>
                <a:moveTo>
                  <a:pt x="1076104" y="438214"/>
                </a:moveTo>
                <a:lnTo>
                  <a:pt x="1091800" y="438214"/>
                </a:lnTo>
                <a:lnTo>
                  <a:pt x="1091800" y="414689"/>
                </a:lnTo>
                <a:lnTo>
                  <a:pt x="1076104" y="414689"/>
                </a:lnTo>
                <a:lnTo>
                  <a:pt x="1076104" y="438214"/>
                </a:lnTo>
                <a:close/>
                <a:moveTo>
                  <a:pt x="1076104" y="493106"/>
                </a:moveTo>
                <a:lnTo>
                  <a:pt x="1091800" y="493106"/>
                </a:lnTo>
                <a:lnTo>
                  <a:pt x="1091800" y="469581"/>
                </a:lnTo>
                <a:lnTo>
                  <a:pt x="1076104" y="469581"/>
                </a:lnTo>
                <a:lnTo>
                  <a:pt x="1076104" y="493106"/>
                </a:lnTo>
                <a:close/>
                <a:moveTo>
                  <a:pt x="1076104" y="547997"/>
                </a:moveTo>
                <a:lnTo>
                  <a:pt x="1091800" y="547997"/>
                </a:lnTo>
                <a:lnTo>
                  <a:pt x="1091800" y="524472"/>
                </a:lnTo>
                <a:lnTo>
                  <a:pt x="1076104" y="524472"/>
                </a:lnTo>
                <a:lnTo>
                  <a:pt x="1076104" y="547997"/>
                </a:lnTo>
                <a:close/>
                <a:moveTo>
                  <a:pt x="878860" y="554798"/>
                </a:moveTo>
                <a:lnTo>
                  <a:pt x="878860" y="570481"/>
                </a:lnTo>
                <a:lnTo>
                  <a:pt x="902405" y="570481"/>
                </a:lnTo>
                <a:lnTo>
                  <a:pt x="902405" y="554798"/>
                </a:lnTo>
                <a:lnTo>
                  <a:pt x="878860" y="554798"/>
                </a:lnTo>
                <a:close/>
                <a:moveTo>
                  <a:pt x="933797" y="554798"/>
                </a:moveTo>
                <a:lnTo>
                  <a:pt x="933797" y="570481"/>
                </a:lnTo>
                <a:lnTo>
                  <a:pt x="957341" y="570481"/>
                </a:lnTo>
                <a:lnTo>
                  <a:pt x="957341" y="554798"/>
                </a:lnTo>
                <a:lnTo>
                  <a:pt x="933797" y="554798"/>
                </a:lnTo>
                <a:close/>
                <a:moveTo>
                  <a:pt x="988733" y="554798"/>
                </a:moveTo>
                <a:lnTo>
                  <a:pt x="988733" y="570481"/>
                </a:lnTo>
                <a:lnTo>
                  <a:pt x="1012277" y="570481"/>
                </a:lnTo>
                <a:lnTo>
                  <a:pt x="1012277" y="554798"/>
                </a:lnTo>
                <a:lnTo>
                  <a:pt x="988733" y="554798"/>
                </a:lnTo>
                <a:close/>
                <a:moveTo>
                  <a:pt x="1043670" y="554798"/>
                </a:moveTo>
                <a:lnTo>
                  <a:pt x="1043670" y="570481"/>
                </a:lnTo>
                <a:lnTo>
                  <a:pt x="1067214" y="570481"/>
                </a:lnTo>
                <a:lnTo>
                  <a:pt x="1067214" y="554798"/>
                </a:lnTo>
                <a:lnTo>
                  <a:pt x="1043670" y="554798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0B905-E7A1-46B3-AD84-32A40BE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03" y="325310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16FE9-4DED-448D-8D23-A814A153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03" y="325310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B7ED1-6F83-43C2-ABC9-DB9048A1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263" y="325310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BC468-412D-463C-9FA6-B1AEB2EA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263" y="325310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3CC3C-2ABF-470F-8EB8-DD8AD03A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149" y="325310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E5941-515C-4C61-812C-22B506E4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149" y="325310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14FE9-FF61-4B45-814E-72A9EBFB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01" y="3253107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E7735-7142-44EC-B891-C117E1D6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01" y="3253107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185" name="Text hardfinalized">
            <a:extLst xmlns:a="http://schemas.openxmlformats.org/drawingml/2006/main">
              <a:ext uri="{FF2B5EF4-FFF2-40B4-BE49-F238E27FC236}">
                <a16:creationId xmlns:a16="http://schemas.microsoft.com/office/drawing/2014/main" id="{9D3E0C96-667F-4DE9-9A7D-0BD83102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40" y="3101228"/>
            <a:ext cx="740662" cy="90593"/>
          </a:xfrm>
          <a:custGeom xmlns:a="http://schemas.openxmlformats.org/drawingml/2006/main">
            <a:pathLst>
              <a:path w="740662" h="90593">
                <a:moveTo>
                  <a:pt x="56063" y="89145"/>
                </a:moveTo>
                <a:lnTo>
                  <a:pt x="38788" y="89145"/>
                </a:lnTo>
                <a:lnTo>
                  <a:pt x="38788" y="55374"/>
                </a:lnTo>
                <a:cubicBezTo>
                  <a:pt x="38788" y="46261"/>
                  <a:pt x="35462" y="41705"/>
                  <a:pt x="28809" y="41705"/>
                </a:cubicBezTo>
                <a:cubicBezTo>
                  <a:pt x="25483" y="41705"/>
                  <a:pt x="22738" y="42973"/>
                  <a:pt x="20574" y="45511"/>
                </a:cubicBezTo>
                <a:cubicBezTo>
                  <a:pt x="18411" y="48048"/>
                  <a:pt x="17329" y="51336"/>
                  <a:pt x="17329" y="55374"/>
                </a:cubicBezTo>
                <a:lnTo>
                  <a:pt x="17329" y="89145"/>
                </a:lnTo>
                <a:lnTo>
                  <a:pt x="0" y="89145"/>
                </a:lnTo>
                <a:lnTo>
                  <a:pt x="0" y="1394"/>
                </a:lnTo>
                <a:lnTo>
                  <a:pt x="17329" y="1394"/>
                </a:lnTo>
                <a:lnTo>
                  <a:pt x="17329" y="38756"/>
                </a:lnTo>
                <a:lnTo>
                  <a:pt x="17543" y="38756"/>
                </a:lnTo>
                <a:cubicBezTo>
                  <a:pt x="22085" y="31859"/>
                  <a:pt x="28201" y="28411"/>
                  <a:pt x="35891" y="28411"/>
                </a:cubicBezTo>
                <a:cubicBezTo>
                  <a:pt x="49339" y="28411"/>
                  <a:pt x="56063" y="36523"/>
                  <a:pt x="56063" y="52747"/>
                </a:cubicBezTo>
                <a:lnTo>
                  <a:pt x="56063" y="89145"/>
                </a:lnTo>
                <a:close/>
                <a:moveTo>
                  <a:pt x="72426" y="33450"/>
                </a:moveTo>
                <a:cubicBezTo>
                  <a:pt x="75108" y="31949"/>
                  <a:pt x="78694" y="30734"/>
                  <a:pt x="83183" y="29804"/>
                </a:cubicBezTo>
                <a:cubicBezTo>
                  <a:pt x="87671" y="28875"/>
                  <a:pt x="91507" y="28411"/>
                  <a:pt x="94690" y="28411"/>
                </a:cubicBezTo>
                <a:cubicBezTo>
                  <a:pt x="111286" y="28411"/>
                  <a:pt x="119583" y="36719"/>
                  <a:pt x="119583" y="53337"/>
                </a:cubicBezTo>
                <a:lnTo>
                  <a:pt x="119583" y="89145"/>
                </a:lnTo>
                <a:lnTo>
                  <a:pt x="103113" y="89145"/>
                </a:lnTo>
                <a:lnTo>
                  <a:pt x="103113" y="80515"/>
                </a:lnTo>
                <a:lnTo>
                  <a:pt x="102899" y="80515"/>
                </a:lnTo>
                <a:cubicBezTo>
                  <a:pt x="98857" y="87233"/>
                  <a:pt x="92938" y="90593"/>
                  <a:pt x="85141" y="90593"/>
                </a:cubicBezTo>
                <a:cubicBezTo>
                  <a:pt x="79525" y="90593"/>
                  <a:pt x="75028" y="88993"/>
                  <a:pt x="71648" y="85795"/>
                </a:cubicBezTo>
                <a:cubicBezTo>
                  <a:pt x="68268" y="82597"/>
                  <a:pt x="66578" y="78246"/>
                  <a:pt x="66578" y="72742"/>
                </a:cubicBezTo>
                <a:cubicBezTo>
                  <a:pt x="66578" y="61378"/>
                  <a:pt x="73356" y="54767"/>
                  <a:pt x="86911" y="52908"/>
                </a:cubicBezTo>
                <a:lnTo>
                  <a:pt x="103220" y="50710"/>
                </a:lnTo>
                <a:cubicBezTo>
                  <a:pt x="103220" y="43813"/>
                  <a:pt x="99626" y="40365"/>
                  <a:pt x="92437" y="40365"/>
                </a:cubicBezTo>
                <a:cubicBezTo>
                  <a:pt x="85355" y="40365"/>
                  <a:pt x="78685" y="42509"/>
                  <a:pt x="72426" y="46797"/>
                </a:cubicBezTo>
                <a:lnTo>
                  <a:pt x="72426" y="33450"/>
                </a:lnTo>
                <a:moveTo>
                  <a:pt x="92008" y="62289"/>
                </a:moveTo>
                <a:cubicBezTo>
                  <a:pt x="85749" y="63111"/>
                  <a:pt x="82619" y="65934"/>
                  <a:pt x="82619" y="70759"/>
                </a:cubicBezTo>
                <a:cubicBezTo>
                  <a:pt x="82619" y="72974"/>
                  <a:pt x="83379" y="74761"/>
                  <a:pt x="84899" y="76119"/>
                </a:cubicBezTo>
                <a:cubicBezTo>
                  <a:pt x="86419" y="77477"/>
                  <a:pt x="88467" y="78156"/>
                  <a:pt x="91042" y="78156"/>
                </a:cubicBezTo>
                <a:cubicBezTo>
                  <a:pt x="94583" y="78156"/>
                  <a:pt x="97498" y="76905"/>
                  <a:pt x="99787" y="74404"/>
                </a:cubicBezTo>
                <a:cubicBezTo>
                  <a:pt x="102076" y="71902"/>
                  <a:pt x="103220" y="68793"/>
                  <a:pt x="103220" y="65077"/>
                </a:cubicBezTo>
                <a:lnTo>
                  <a:pt x="103220" y="60842"/>
                </a:lnTo>
                <a:lnTo>
                  <a:pt x="92008" y="62289"/>
                </a:lnTo>
                <a:close/>
                <a:moveTo>
                  <a:pt x="172307" y="45564"/>
                </a:moveTo>
                <a:cubicBezTo>
                  <a:pt x="170196" y="44349"/>
                  <a:pt x="167639" y="43742"/>
                  <a:pt x="164635" y="43742"/>
                </a:cubicBezTo>
                <a:cubicBezTo>
                  <a:pt x="160701" y="43742"/>
                  <a:pt x="157580" y="45243"/>
                  <a:pt x="155273" y="48245"/>
                </a:cubicBezTo>
                <a:cubicBezTo>
                  <a:pt x="152966" y="51246"/>
                  <a:pt x="151813" y="55374"/>
                  <a:pt x="151813" y="60627"/>
                </a:cubicBezTo>
                <a:lnTo>
                  <a:pt x="151813" y="89145"/>
                </a:lnTo>
                <a:lnTo>
                  <a:pt x="134484" y="89145"/>
                </a:lnTo>
                <a:lnTo>
                  <a:pt x="134484" y="29858"/>
                </a:lnTo>
                <a:lnTo>
                  <a:pt x="151813" y="29858"/>
                </a:lnTo>
                <a:lnTo>
                  <a:pt x="151813" y="41008"/>
                </a:lnTo>
                <a:lnTo>
                  <a:pt x="152027" y="41008"/>
                </a:lnTo>
                <a:cubicBezTo>
                  <a:pt x="154889" y="32896"/>
                  <a:pt x="160093" y="28840"/>
                  <a:pt x="167639" y="28840"/>
                </a:cubicBezTo>
                <a:cubicBezTo>
                  <a:pt x="169678" y="28840"/>
                  <a:pt x="171234" y="29072"/>
                  <a:pt x="172307" y="29536"/>
                </a:cubicBezTo>
                <a:lnTo>
                  <a:pt x="172307" y="45564"/>
                </a:lnTo>
                <a:close/>
                <a:moveTo>
                  <a:pt x="237664" y="89145"/>
                </a:moveTo>
                <a:lnTo>
                  <a:pt x="220389" y="89145"/>
                </a:lnTo>
                <a:lnTo>
                  <a:pt x="220389" y="80783"/>
                </a:lnTo>
                <a:lnTo>
                  <a:pt x="220121" y="80783"/>
                </a:lnTo>
                <a:cubicBezTo>
                  <a:pt x="215936" y="87323"/>
                  <a:pt x="209749" y="90593"/>
                  <a:pt x="201558" y="90593"/>
                </a:cubicBezTo>
                <a:cubicBezTo>
                  <a:pt x="194012" y="90593"/>
                  <a:pt x="188012" y="87930"/>
                  <a:pt x="183559" y="82605"/>
                </a:cubicBezTo>
                <a:cubicBezTo>
                  <a:pt x="179106" y="77281"/>
                  <a:pt x="176880" y="70026"/>
                  <a:pt x="176880" y="60842"/>
                </a:cubicBezTo>
                <a:cubicBezTo>
                  <a:pt x="176880" y="51121"/>
                  <a:pt x="179375" y="43286"/>
                  <a:pt x="184364" y="37336"/>
                </a:cubicBezTo>
                <a:cubicBezTo>
                  <a:pt x="189353" y="31386"/>
                  <a:pt x="195872" y="28411"/>
                  <a:pt x="203919" y="28411"/>
                </a:cubicBezTo>
                <a:cubicBezTo>
                  <a:pt x="211644" y="28411"/>
                  <a:pt x="217045" y="31198"/>
                  <a:pt x="220121" y="36773"/>
                </a:cubicBezTo>
                <a:lnTo>
                  <a:pt x="220389" y="36773"/>
                </a:lnTo>
                <a:lnTo>
                  <a:pt x="220389" y="1394"/>
                </a:lnTo>
                <a:lnTo>
                  <a:pt x="237664" y="1394"/>
                </a:lnTo>
                <a:lnTo>
                  <a:pt x="237664" y="89145"/>
                </a:lnTo>
                <a:moveTo>
                  <a:pt x="220657" y="55588"/>
                </a:moveTo>
                <a:cubicBezTo>
                  <a:pt x="220657" y="51586"/>
                  <a:pt x="219450" y="48271"/>
                  <a:pt x="217036" y="45645"/>
                </a:cubicBezTo>
                <a:cubicBezTo>
                  <a:pt x="214622" y="43018"/>
                  <a:pt x="211609" y="41705"/>
                  <a:pt x="207996" y="41705"/>
                </a:cubicBezTo>
                <a:cubicBezTo>
                  <a:pt x="203776" y="41705"/>
                  <a:pt x="200459" y="43375"/>
                  <a:pt x="198044" y="46717"/>
                </a:cubicBezTo>
                <a:cubicBezTo>
                  <a:pt x="195630" y="50058"/>
                  <a:pt x="194423" y="54588"/>
                  <a:pt x="194423" y="60306"/>
                </a:cubicBezTo>
                <a:cubicBezTo>
                  <a:pt x="194423" y="65738"/>
                  <a:pt x="195586" y="69928"/>
                  <a:pt x="197910" y="72876"/>
                </a:cubicBezTo>
                <a:cubicBezTo>
                  <a:pt x="200235" y="75824"/>
                  <a:pt x="203436" y="77299"/>
                  <a:pt x="207514" y="77299"/>
                </a:cubicBezTo>
                <a:cubicBezTo>
                  <a:pt x="211340" y="77299"/>
                  <a:pt x="214488" y="75744"/>
                  <a:pt x="216956" y="72635"/>
                </a:cubicBezTo>
                <a:cubicBezTo>
                  <a:pt x="219424" y="69526"/>
                  <a:pt x="220657" y="65488"/>
                  <a:pt x="220657" y="60520"/>
                </a:cubicBezTo>
                <a:lnTo>
                  <a:pt x="220657" y="55588"/>
                </a:lnTo>
                <a:close/>
                <a:moveTo>
                  <a:pt x="323890" y="14741"/>
                </a:moveTo>
                <a:cubicBezTo>
                  <a:pt x="321529" y="13812"/>
                  <a:pt x="319294" y="13348"/>
                  <a:pt x="317183" y="13348"/>
                </a:cubicBezTo>
                <a:cubicBezTo>
                  <a:pt x="311246" y="13348"/>
                  <a:pt x="308278" y="16635"/>
                  <a:pt x="308278" y="23211"/>
                </a:cubicBezTo>
                <a:lnTo>
                  <a:pt x="308278" y="29858"/>
                </a:lnTo>
                <a:lnTo>
                  <a:pt x="321797" y="29858"/>
                </a:lnTo>
                <a:lnTo>
                  <a:pt x="321797" y="42777"/>
                </a:lnTo>
                <a:lnTo>
                  <a:pt x="308278" y="42777"/>
                </a:lnTo>
                <a:lnTo>
                  <a:pt x="308278" y="89145"/>
                </a:lnTo>
                <a:lnTo>
                  <a:pt x="290949" y="89145"/>
                </a:lnTo>
                <a:lnTo>
                  <a:pt x="290949" y="42777"/>
                </a:lnTo>
                <a:lnTo>
                  <a:pt x="281024" y="42777"/>
                </a:lnTo>
                <a:lnTo>
                  <a:pt x="281024" y="29858"/>
                </a:lnTo>
                <a:lnTo>
                  <a:pt x="290949" y="29858"/>
                </a:lnTo>
                <a:lnTo>
                  <a:pt x="290949" y="22246"/>
                </a:lnTo>
                <a:cubicBezTo>
                  <a:pt x="290949" y="15492"/>
                  <a:pt x="293149" y="10096"/>
                  <a:pt x="297548" y="6057"/>
                </a:cubicBezTo>
                <a:cubicBezTo>
                  <a:pt x="301947" y="2019"/>
                  <a:pt x="307723" y="0"/>
                  <a:pt x="314877" y="0"/>
                </a:cubicBezTo>
                <a:cubicBezTo>
                  <a:pt x="318525" y="0"/>
                  <a:pt x="321529" y="375"/>
                  <a:pt x="323890" y="1126"/>
                </a:cubicBezTo>
                <a:lnTo>
                  <a:pt x="323890" y="14741"/>
                </a:lnTo>
                <a:close/>
                <a:moveTo>
                  <a:pt x="329171" y="10721"/>
                </a:moveTo>
                <a:cubicBezTo>
                  <a:pt x="329171" y="8076"/>
                  <a:pt x="330110" y="5923"/>
                  <a:pt x="331988" y="4262"/>
                </a:cubicBezTo>
                <a:cubicBezTo>
                  <a:pt x="333866" y="2600"/>
                  <a:pt x="336271" y="1769"/>
                  <a:pt x="339204" y="1769"/>
                </a:cubicBezTo>
                <a:cubicBezTo>
                  <a:pt x="342208" y="1769"/>
                  <a:pt x="344640" y="2618"/>
                  <a:pt x="346500" y="4315"/>
                </a:cubicBezTo>
                <a:cubicBezTo>
                  <a:pt x="348360" y="6013"/>
                  <a:pt x="349290" y="8148"/>
                  <a:pt x="349290" y="10721"/>
                </a:cubicBezTo>
                <a:cubicBezTo>
                  <a:pt x="349290" y="13330"/>
                  <a:pt x="348342" y="15501"/>
                  <a:pt x="346446" y="17234"/>
                </a:cubicBezTo>
                <a:cubicBezTo>
                  <a:pt x="344551" y="18967"/>
                  <a:pt x="342136" y="19834"/>
                  <a:pt x="339204" y="19834"/>
                </a:cubicBezTo>
                <a:cubicBezTo>
                  <a:pt x="336307" y="19834"/>
                  <a:pt x="333910" y="18958"/>
                  <a:pt x="332015" y="17207"/>
                </a:cubicBezTo>
                <a:cubicBezTo>
                  <a:pt x="330119" y="15456"/>
                  <a:pt x="329171" y="13294"/>
                  <a:pt x="329171" y="10721"/>
                </a:cubicBezTo>
                <a:moveTo>
                  <a:pt x="330459" y="89145"/>
                </a:moveTo>
                <a:lnTo>
                  <a:pt x="330459" y="29858"/>
                </a:lnTo>
                <a:lnTo>
                  <a:pt x="347734" y="29858"/>
                </a:lnTo>
                <a:lnTo>
                  <a:pt x="347734" y="89145"/>
                </a:lnTo>
                <a:lnTo>
                  <a:pt x="330459" y="89145"/>
                </a:lnTo>
                <a:close/>
                <a:moveTo>
                  <a:pt x="419634" y="89145"/>
                </a:moveTo>
                <a:lnTo>
                  <a:pt x="402413" y="89145"/>
                </a:lnTo>
                <a:lnTo>
                  <a:pt x="402413" y="56071"/>
                </a:lnTo>
                <a:cubicBezTo>
                  <a:pt x="402413" y="46493"/>
                  <a:pt x="398962" y="41705"/>
                  <a:pt x="392059" y="41705"/>
                </a:cubicBezTo>
                <a:cubicBezTo>
                  <a:pt x="388768" y="41705"/>
                  <a:pt x="386032" y="42982"/>
                  <a:pt x="383851" y="45538"/>
                </a:cubicBezTo>
                <a:cubicBezTo>
                  <a:pt x="381669" y="48093"/>
                  <a:pt x="380578" y="51354"/>
                  <a:pt x="380578" y="55320"/>
                </a:cubicBezTo>
                <a:lnTo>
                  <a:pt x="380578" y="89145"/>
                </a:lnTo>
                <a:lnTo>
                  <a:pt x="363249" y="89145"/>
                </a:lnTo>
                <a:lnTo>
                  <a:pt x="363249" y="29858"/>
                </a:lnTo>
                <a:lnTo>
                  <a:pt x="380578" y="29858"/>
                </a:lnTo>
                <a:lnTo>
                  <a:pt x="380578" y="39293"/>
                </a:lnTo>
                <a:lnTo>
                  <a:pt x="380793" y="39293"/>
                </a:lnTo>
                <a:cubicBezTo>
                  <a:pt x="385120" y="32038"/>
                  <a:pt x="391487" y="28411"/>
                  <a:pt x="399892" y="28411"/>
                </a:cubicBezTo>
                <a:cubicBezTo>
                  <a:pt x="413053" y="28411"/>
                  <a:pt x="419634" y="36559"/>
                  <a:pt x="419634" y="52855"/>
                </a:cubicBezTo>
                <a:lnTo>
                  <a:pt x="419634" y="89145"/>
                </a:lnTo>
                <a:close/>
                <a:moveTo>
                  <a:pt x="435896" y="33450"/>
                </a:moveTo>
                <a:cubicBezTo>
                  <a:pt x="438578" y="31949"/>
                  <a:pt x="442164" y="30734"/>
                  <a:pt x="446652" y="29804"/>
                </a:cubicBezTo>
                <a:cubicBezTo>
                  <a:pt x="451141" y="28875"/>
                  <a:pt x="454977" y="28411"/>
                  <a:pt x="458160" y="28411"/>
                </a:cubicBezTo>
                <a:cubicBezTo>
                  <a:pt x="474755" y="28411"/>
                  <a:pt x="483053" y="36719"/>
                  <a:pt x="483053" y="53337"/>
                </a:cubicBezTo>
                <a:lnTo>
                  <a:pt x="483053" y="89145"/>
                </a:lnTo>
                <a:lnTo>
                  <a:pt x="466583" y="89145"/>
                </a:lnTo>
                <a:lnTo>
                  <a:pt x="466583" y="80515"/>
                </a:lnTo>
                <a:lnTo>
                  <a:pt x="466368" y="80515"/>
                </a:lnTo>
                <a:cubicBezTo>
                  <a:pt x="462327" y="87233"/>
                  <a:pt x="456407" y="90593"/>
                  <a:pt x="448610" y="90593"/>
                </a:cubicBezTo>
                <a:cubicBezTo>
                  <a:pt x="442995" y="90593"/>
                  <a:pt x="438498" y="88993"/>
                  <a:pt x="435118" y="85795"/>
                </a:cubicBezTo>
                <a:cubicBezTo>
                  <a:pt x="431738" y="82597"/>
                  <a:pt x="430048" y="78246"/>
                  <a:pt x="430048" y="72742"/>
                </a:cubicBezTo>
                <a:cubicBezTo>
                  <a:pt x="430048" y="61378"/>
                  <a:pt x="436826" y="54767"/>
                  <a:pt x="450381" y="52908"/>
                </a:cubicBezTo>
                <a:lnTo>
                  <a:pt x="466690" y="50710"/>
                </a:lnTo>
                <a:cubicBezTo>
                  <a:pt x="466690" y="43813"/>
                  <a:pt x="463096" y="40365"/>
                  <a:pt x="455907" y="40365"/>
                </a:cubicBezTo>
                <a:cubicBezTo>
                  <a:pt x="448825" y="40365"/>
                  <a:pt x="442155" y="42509"/>
                  <a:pt x="435896" y="46797"/>
                </a:cubicBezTo>
                <a:lnTo>
                  <a:pt x="435896" y="33450"/>
                </a:lnTo>
                <a:moveTo>
                  <a:pt x="455478" y="62289"/>
                </a:moveTo>
                <a:cubicBezTo>
                  <a:pt x="449218" y="63111"/>
                  <a:pt x="446089" y="65934"/>
                  <a:pt x="446089" y="70759"/>
                </a:cubicBezTo>
                <a:cubicBezTo>
                  <a:pt x="446089" y="72974"/>
                  <a:pt x="446849" y="74761"/>
                  <a:pt x="448369" y="76119"/>
                </a:cubicBezTo>
                <a:cubicBezTo>
                  <a:pt x="449889" y="77477"/>
                  <a:pt x="451937" y="78156"/>
                  <a:pt x="454512" y="78156"/>
                </a:cubicBezTo>
                <a:cubicBezTo>
                  <a:pt x="458053" y="78156"/>
                  <a:pt x="460968" y="76905"/>
                  <a:pt x="463257" y="74404"/>
                </a:cubicBezTo>
                <a:cubicBezTo>
                  <a:pt x="465546" y="71902"/>
                  <a:pt x="466690" y="68793"/>
                  <a:pt x="466690" y="65077"/>
                </a:cubicBezTo>
                <a:lnTo>
                  <a:pt x="466690" y="60842"/>
                </a:lnTo>
                <a:lnTo>
                  <a:pt x="455478" y="62289"/>
                </a:lnTo>
                <a:close/>
                <a:moveTo>
                  <a:pt x="497685" y="89145"/>
                </a:moveTo>
                <a:lnTo>
                  <a:pt x="497685" y="1394"/>
                </a:lnTo>
                <a:lnTo>
                  <a:pt x="514960" y="1394"/>
                </a:lnTo>
                <a:lnTo>
                  <a:pt x="514960" y="89145"/>
                </a:lnTo>
                <a:lnTo>
                  <a:pt x="497685" y="89145"/>
                </a:lnTo>
                <a:close/>
                <a:moveTo>
                  <a:pt x="528920" y="10721"/>
                </a:moveTo>
                <a:cubicBezTo>
                  <a:pt x="528920" y="8076"/>
                  <a:pt x="529859" y="5923"/>
                  <a:pt x="531736" y="4262"/>
                </a:cubicBezTo>
                <a:cubicBezTo>
                  <a:pt x="533614" y="2600"/>
                  <a:pt x="536019" y="1769"/>
                  <a:pt x="538952" y="1769"/>
                </a:cubicBezTo>
                <a:cubicBezTo>
                  <a:pt x="541957" y="1769"/>
                  <a:pt x="544389" y="2618"/>
                  <a:pt x="546248" y="4315"/>
                </a:cubicBezTo>
                <a:cubicBezTo>
                  <a:pt x="548108" y="6013"/>
                  <a:pt x="549038" y="8148"/>
                  <a:pt x="549038" y="10721"/>
                </a:cubicBezTo>
                <a:cubicBezTo>
                  <a:pt x="549038" y="13330"/>
                  <a:pt x="548090" y="15501"/>
                  <a:pt x="546195" y="17234"/>
                </a:cubicBezTo>
                <a:cubicBezTo>
                  <a:pt x="544299" y="18967"/>
                  <a:pt x="541885" y="19834"/>
                  <a:pt x="538952" y="19834"/>
                </a:cubicBezTo>
                <a:cubicBezTo>
                  <a:pt x="536055" y="19834"/>
                  <a:pt x="533659" y="18958"/>
                  <a:pt x="531763" y="17207"/>
                </a:cubicBezTo>
                <a:cubicBezTo>
                  <a:pt x="529868" y="15456"/>
                  <a:pt x="528920" y="13294"/>
                  <a:pt x="528920" y="10721"/>
                </a:cubicBezTo>
                <a:moveTo>
                  <a:pt x="530207" y="89145"/>
                </a:moveTo>
                <a:lnTo>
                  <a:pt x="530207" y="29858"/>
                </a:lnTo>
                <a:lnTo>
                  <a:pt x="547482" y="29858"/>
                </a:lnTo>
                <a:lnTo>
                  <a:pt x="547482" y="89145"/>
                </a:lnTo>
                <a:lnTo>
                  <a:pt x="530207" y="89145"/>
                </a:lnTo>
                <a:close/>
                <a:moveTo>
                  <a:pt x="609350" y="89145"/>
                </a:moveTo>
                <a:lnTo>
                  <a:pt x="556614" y="89145"/>
                </a:lnTo>
                <a:lnTo>
                  <a:pt x="556614" y="82123"/>
                </a:lnTo>
                <a:lnTo>
                  <a:pt x="586979" y="42777"/>
                </a:lnTo>
                <a:lnTo>
                  <a:pt x="559618" y="42777"/>
                </a:lnTo>
                <a:lnTo>
                  <a:pt x="559618" y="29858"/>
                </a:lnTo>
                <a:lnTo>
                  <a:pt x="609189" y="29858"/>
                </a:lnTo>
                <a:lnTo>
                  <a:pt x="609189" y="38220"/>
                </a:lnTo>
                <a:lnTo>
                  <a:pt x="580165" y="76226"/>
                </a:lnTo>
                <a:lnTo>
                  <a:pt x="609350" y="76226"/>
                </a:lnTo>
                <a:lnTo>
                  <a:pt x="609350" y="89145"/>
                </a:lnTo>
                <a:close/>
                <a:moveTo>
                  <a:pt x="672156" y="64380"/>
                </a:moveTo>
                <a:lnTo>
                  <a:pt x="633100" y="64380"/>
                </a:lnTo>
                <a:cubicBezTo>
                  <a:pt x="633708" y="73564"/>
                  <a:pt x="639251" y="78156"/>
                  <a:pt x="649731" y="78156"/>
                </a:cubicBezTo>
                <a:cubicBezTo>
                  <a:pt x="656276" y="78156"/>
                  <a:pt x="662052" y="76548"/>
                  <a:pt x="667059" y="73332"/>
                </a:cubicBezTo>
                <a:lnTo>
                  <a:pt x="667059" y="86036"/>
                </a:lnTo>
                <a:cubicBezTo>
                  <a:pt x="661659" y="89074"/>
                  <a:pt x="654577" y="90593"/>
                  <a:pt x="645814" y="90593"/>
                </a:cubicBezTo>
                <a:cubicBezTo>
                  <a:pt x="636372" y="90593"/>
                  <a:pt x="629031" y="87930"/>
                  <a:pt x="623792" y="82605"/>
                </a:cubicBezTo>
                <a:cubicBezTo>
                  <a:pt x="618552" y="77281"/>
                  <a:pt x="615932" y="69865"/>
                  <a:pt x="615932" y="60359"/>
                </a:cubicBezTo>
                <a:cubicBezTo>
                  <a:pt x="615932" y="50889"/>
                  <a:pt x="618722" y="43197"/>
                  <a:pt x="624301" y="37282"/>
                </a:cubicBezTo>
                <a:cubicBezTo>
                  <a:pt x="629881" y="31368"/>
                  <a:pt x="636891" y="28411"/>
                  <a:pt x="645332" y="28411"/>
                </a:cubicBezTo>
                <a:cubicBezTo>
                  <a:pt x="653737" y="28411"/>
                  <a:pt x="660309" y="30957"/>
                  <a:pt x="665048" y="36049"/>
                </a:cubicBezTo>
                <a:cubicBezTo>
                  <a:pt x="669787" y="41142"/>
                  <a:pt x="672156" y="48137"/>
                  <a:pt x="672156" y="57036"/>
                </a:cubicBezTo>
                <a:lnTo>
                  <a:pt x="672156" y="64380"/>
                </a:lnTo>
                <a:moveTo>
                  <a:pt x="656008" y="53552"/>
                </a:moveTo>
                <a:cubicBezTo>
                  <a:pt x="656008" y="44689"/>
                  <a:pt x="652413" y="40257"/>
                  <a:pt x="645224" y="40257"/>
                </a:cubicBezTo>
                <a:cubicBezTo>
                  <a:pt x="642256" y="40257"/>
                  <a:pt x="639627" y="41472"/>
                  <a:pt x="637338" y="43903"/>
                </a:cubicBezTo>
                <a:cubicBezTo>
                  <a:pt x="635049" y="46333"/>
                  <a:pt x="633618" y="49549"/>
                  <a:pt x="633046" y="53552"/>
                </a:cubicBezTo>
                <a:lnTo>
                  <a:pt x="656008" y="53552"/>
                </a:lnTo>
                <a:close/>
                <a:moveTo>
                  <a:pt x="740662" y="89145"/>
                </a:moveTo>
                <a:lnTo>
                  <a:pt x="723387" y="89145"/>
                </a:lnTo>
                <a:lnTo>
                  <a:pt x="723387" y="80783"/>
                </a:lnTo>
                <a:lnTo>
                  <a:pt x="723119" y="80783"/>
                </a:lnTo>
                <a:cubicBezTo>
                  <a:pt x="718934" y="87323"/>
                  <a:pt x="712747" y="90593"/>
                  <a:pt x="704556" y="90593"/>
                </a:cubicBezTo>
                <a:cubicBezTo>
                  <a:pt x="697010" y="90593"/>
                  <a:pt x="691010" y="87930"/>
                  <a:pt x="686557" y="82605"/>
                </a:cubicBezTo>
                <a:cubicBezTo>
                  <a:pt x="682104" y="77281"/>
                  <a:pt x="679878" y="70026"/>
                  <a:pt x="679878" y="60842"/>
                </a:cubicBezTo>
                <a:cubicBezTo>
                  <a:pt x="679878" y="51121"/>
                  <a:pt x="682373" y="43286"/>
                  <a:pt x="687362" y="37336"/>
                </a:cubicBezTo>
                <a:cubicBezTo>
                  <a:pt x="692351" y="31386"/>
                  <a:pt x="698870" y="28411"/>
                  <a:pt x="706917" y="28411"/>
                </a:cubicBezTo>
                <a:cubicBezTo>
                  <a:pt x="714642" y="28411"/>
                  <a:pt x="720043" y="31198"/>
                  <a:pt x="723119" y="36773"/>
                </a:cubicBezTo>
                <a:lnTo>
                  <a:pt x="723387" y="36773"/>
                </a:lnTo>
                <a:lnTo>
                  <a:pt x="723387" y="1394"/>
                </a:lnTo>
                <a:lnTo>
                  <a:pt x="740662" y="1394"/>
                </a:lnTo>
                <a:lnTo>
                  <a:pt x="740662" y="89145"/>
                </a:lnTo>
                <a:moveTo>
                  <a:pt x="723655" y="55588"/>
                </a:moveTo>
                <a:cubicBezTo>
                  <a:pt x="723655" y="51586"/>
                  <a:pt x="722448" y="48271"/>
                  <a:pt x="720034" y="45645"/>
                </a:cubicBezTo>
                <a:cubicBezTo>
                  <a:pt x="717620" y="43018"/>
                  <a:pt x="714607" y="41705"/>
                  <a:pt x="710994" y="41705"/>
                </a:cubicBezTo>
                <a:cubicBezTo>
                  <a:pt x="706774" y="41705"/>
                  <a:pt x="703457" y="43375"/>
                  <a:pt x="701042" y="46717"/>
                </a:cubicBezTo>
                <a:cubicBezTo>
                  <a:pt x="698628" y="50058"/>
                  <a:pt x="697421" y="54588"/>
                  <a:pt x="697421" y="60306"/>
                </a:cubicBezTo>
                <a:cubicBezTo>
                  <a:pt x="697421" y="65738"/>
                  <a:pt x="698584" y="69928"/>
                  <a:pt x="700908" y="72876"/>
                </a:cubicBezTo>
                <a:cubicBezTo>
                  <a:pt x="703233" y="75824"/>
                  <a:pt x="706434" y="77299"/>
                  <a:pt x="710512" y="77299"/>
                </a:cubicBezTo>
                <a:cubicBezTo>
                  <a:pt x="714338" y="77299"/>
                  <a:pt x="717486" y="75744"/>
                  <a:pt x="719954" y="72635"/>
                </a:cubicBezTo>
                <a:cubicBezTo>
                  <a:pt x="722422" y="69526"/>
                  <a:pt x="723655" y="65488"/>
                  <a:pt x="723655" y="60520"/>
                </a:cubicBezTo>
                <a:lnTo>
                  <a:pt x="723655" y="55588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txns">
            <a:extLst xmlns:a="http://schemas.openxmlformats.org/drawingml/2006/main">
              <a:ext uri="{FF2B5EF4-FFF2-40B4-BE49-F238E27FC236}">
                <a16:creationId xmlns:a16="http://schemas.microsoft.com/office/drawing/2014/main" id="{2A03A8A2-3FE6-42B7-832D-257F820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036" y="3113129"/>
            <a:ext cx="231505" cy="78692"/>
          </a:xfrm>
          <a:custGeom xmlns:a="http://schemas.openxmlformats.org/drawingml/2006/main">
            <a:pathLst>
              <a:path w="231505" h="78692">
                <a:moveTo>
                  <a:pt x="40505" y="76548"/>
                </a:moveTo>
                <a:cubicBezTo>
                  <a:pt x="37894" y="77978"/>
                  <a:pt x="33942" y="78692"/>
                  <a:pt x="28648" y="78692"/>
                </a:cubicBezTo>
                <a:cubicBezTo>
                  <a:pt x="16059" y="78692"/>
                  <a:pt x="9764" y="72081"/>
                  <a:pt x="9764" y="58858"/>
                </a:cubicBezTo>
                <a:lnTo>
                  <a:pt x="9764" y="30877"/>
                </a:lnTo>
                <a:lnTo>
                  <a:pt x="0" y="30877"/>
                </a:lnTo>
                <a:lnTo>
                  <a:pt x="0" y="17958"/>
                </a:lnTo>
                <a:lnTo>
                  <a:pt x="9764" y="17958"/>
                </a:lnTo>
                <a:lnTo>
                  <a:pt x="9764" y="4932"/>
                </a:lnTo>
                <a:lnTo>
                  <a:pt x="26985" y="0"/>
                </a:lnTo>
                <a:lnTo>
                  <a:pt x="26985" y="17958"/>
                </a:lnTo>
                <a:lnTo>
                  <a:pt x="40505" y="17958"/>
                </a:lnTo>
                <a:lnTo>
                  <a:pt x="40505" y="30877"/>
                </a:lnTo>
                <a:lnTo>
                  <a:pt x="26985" y="30877"/>
                </a:lnTo>
                <a:lnTo>
                  <a:pt x="26985" y="55857"/>
                </a:lnTo>
                <a:cubicBezTo>
                  <a:pt x="26985" y="62182"/>
                  <a:pt x="29489" y="65345"/>
                  <a:pt x="34496" y="65345"/>
                </a:cubicBezTo>
                <a:cubicBezTo>
                  <a:pt x="36428" y="65345"/>
                  <a:pt x="38430" y="64773"/>
                  <a:pt x="40505" y="63629"/>
                </a:cubicBezTo>
                <a:lnTo>
                  <a:pt x="40505" y="76548"/>
                </a:lnTo>
                <a:close/>
                <a:moveTo>
                  <a:pt x="108478" y="17958"/>
                </a:moveTo>
                <a:lnTo>
                  <a:pt x="88842" y="46851"/>
                </a:lnTo>
                <a:lnTo>
                  <a:pt x="108317" y="77245"/>
                </a:lnTo>
                <a:lnTo>
                  <a:pt x="88306" y="77245"/>
                </a:lnTo>
                <a:lnTo>
                  <a:pt x="79454" y="60895"/>
                </a:lnTo>
                <a:cubicBezTo>
                  <a:pt x="78238" y="58644"/>
                  <a:pt x="77397" y="56875"/>
                  <a:pt x="76932" y="55589"/>
                </a:cubicBezTo>
                <a:lnTo>
                  <a:pt x="76718" y="55589"/>
                </a:lnTo>
                <a:cubicBezTo>
                  <a:pt x="76074" y="57304"/>
                  <a:pt x="75269" y="59019"/>
                  <a:pt x="74304" y="60735"/>
                </a:cubicBezTo>
                <a:lnTo>
                  <a:pt x="65291" y="77245"/>
                </a:lnTo>
                <a:lnTo>
                  <a:pt x="45387" y="77245"/>
                </a:lnTo>
                <a:lnTo>
                  <a:pt x="65452" y="47762"/>
                </a:lnTo>
                <a:lnTo>
                  <a:pt x="46567" y="17958"/>
                </a:lnTo>
                <a:lnTo>
                  <a:pt x="66632" y="17958"/>
                </a:lnTo>
                <a:lnTo>
                  <a:pt x="75430" y="35004"/>
                </a:lnTo>
                <a:cubicBezTo>
                  <a:pt x="76289" y="36648"/>
                  <a:pt x="77093" y="38471"/>
                  <a:pt x="77844" y="40472"/>
                </a:cubicBezTo>
                <a:lnTo>
                  <a:pt x="78059" y="40472"/>
                </a:lnTo>
                <a:cubicBezTo>
                  <a:pt x="78417" y="39257"/>
                  <a:pt x="79239" y="37416"/>
                  <a:pt x="80527" y="34951"/>
                </a:cubicBezTo>
                <a:lnTo>
                  <a:pt x="89594" y="17958"/>
                </a:lnTo>
                <a:lnTo>
                  <a:pt x="108478" y="17958"/>
                </a:lnTo>
                <a:close/>
                <a:moveTo>
                  <a:pt x="173397" y="77245"/>
                </a:moveTo>
                <a:lnTo>
                  <a:pt x="156176" y="77245"/>
                </a:lnTo>
                <a:lnTo>
                  <a:pt x="156176" y="44171"/>
                </a:lnTo>
                <a:cubicBezTo>
                  <a:pt x="156176" y="34593"/>
                  <a:pt x="152725" y="29804"/>
                  <a:pt x="145822" y="29804"/>
                </a:cubicBezTo>
                <a:cubicBezTo>
                  <a:pt x="142531" y="29804"/>
                  <a:pt x="139795" y="31082"/>
                  <a:pt x="137613" y="33637"/>
                </a:cubicBezTo>
                <a:cubicBezTo>
                  <a:pt x="135432" y="36192"/>
                  <a:pt x="134341" y="39453"/>
                  <a:pt x="134341" y="43420"/>
                </a:cubicBezTo>
                <a:lnTo>
                  <a:pt x="134341" y="77245"/>
                </a:lnTo>
                <a:lnTo>
                  <a:pt x="117012" y="77245"/>
                </a:lnTo>
                <a:lnTo>
                  <a:pt x="117012" y="17958"/>
                </a:lnTo>
                <a:lnTo>
                  <a:pt x="134341" y="17958"/>
                </a:lnTo>
                <a:lnTo>
                  <a:pt x="134341" y="27392"/>
                </a:lnTo>
                <a:lnTo>
                  <a:pt x="134555" y="27392"/>
                </a:lnTo>
                <a:cubicBezTo>
                  <a:pt x="138883" y="20138"/>
                  <a:pt x="145249" y="16510"/>
                  <a:pt x="153654" y="16510"/>
                </a:cubicBezTo>
                <a:cubicBezTo>
                  <a:pt x="166816" y="16510"/>
                  <a:pt x="173397" y="24658"/>
                  <a:pt x="173397" y="40954"/>
                </a:cubicBezTo>
                <a:lnTo>
                  <a:pt x="173397" y="77245"/>
                </a:lnTo>
                <a:close/>
                <a:moveTo>
                  <a:pt x="186654" y="61324"/>
                </a:moveTo>
                <a:cubicBezTo>
                  <a:pt x="192591" y="64934"/>
                  <a:pt x="198403" y="66738"/>
                  <a:pt x="204090" y="66738"/>
                </a:cubicBezTo>
                <a:cubicBezTo>
                  <a:pt x="211243" y="66738"/>
                  <a:pt x="214820" y="64826"/>
                  <a:pt x="214820" y="61003"/>
                </a:cubicBezTo>
                <a:cubicBezTo>
                  <a:pt x="214820" y="58287"/>
                  <a:pt x="211869" y="56017"/>
                  <a:pt x="205968" y="54195"/>
                </a:cubicBezTo>
                <a:cubicBezTo>
                  <a:pt x="198600" y="51908"/>
                  <a:pt x="193539" y="49361"/>
                  <a:pt x="190785" y="46556"/>
                </a:cubicBezTo>
                <a:cubicBezTo>
                  <a:pt x="188031" y="43751"/>
                  <a:pt x="186654" y="39954"/>
                  <a:pt x="186654" y="35165"/>
                </a:cubicBezTo>
                <a:cubicBezTo>
                  <a:pt x="186654" y="29340"/>
                  <a:pt x="189015" y="24774"/>
                  <a:pt x="193736" y="21469"/>
                </a:cubicBezTo>
                <a:cubicBezTo>
                  <a:pt x="198457" y="18163"/>
                  <a:pt x="204644" y="16510"/>
                  <a:pt x="212298" y="16510"/>
                </a:cubicBezTo>
                <a:cubicBezTo>
                  <a:pt x="217735" y="16510"/>
                  <a:pt x="222974" y="17314"/>
                  <a:pt x="228017" y="18923"/>
                </a:cubicBezTo>
                <a:lnTo>
                  <a:pt x="228017" y="32538"/>
                </a:lnTo>
                <a:cubicBezTo>
                  <a:pt x="223404" y="29822"/>
                  <a:pt x="218325" y="28464"/>
                  <a:pt x="212781" y="28464"/>
                </a:cubicBezTo>
                <a:cubicBezTo>
                  <a:pt x="210027" y="28464"/>
                  <a:pt x="207810" y="28956"/>
                  <a:pt x="206129" y="29938"/>
                </a:cubicBezTo>
                <a:cubicBezTo>
                  <a:pt x="204448" y="30921"/>
                  <a:pt x="203607" y="32217"/>
                  <a:pt x="203607" y="33825"/>
                </a:cubicBezTo>
                <a:cubicBezTo>
                  <a:pt x="203607" y="36541"/>
                  <a:pt x="206111" y="38739"/>
                  <a:pt x="211118" y="40418"/>
                </a:cubicBezTo>
                <a:cubicBezTo>
                  <a:pt x="216483" y="42205"/>
                  <a:pt x="220516" y="43831"/>
                  <a:pt x="223216" y="45296"/>
                </a:cubicBezTo>
                <a:cubicBezTo>
                  <a:pt x="225916" y="46762"/>
                  <a:pt x="227973" y="48691"/>
                  <a:pt x="229386" y="51086"/>
                </a:cubicBezTo>
                <a:cubicBezTo>
                  <a:pt x="230798" y="53480"/>
                  <a:pt x="231505" y="56250"/>
                  <a:pt x="231505" y="59394"/>
                </a:cubicBezTo>
                <a:cubicBezTo>
                  <a:pt x="231505" y="65505"/>
                  <a:pt x="229055" y="70250"/>
                  <a:pt x="224155" y="73627"/>
                </a:cubicBezTo>
                <a:cubicBezTo>
                  <a:pt x="219255" y="77004"/>
                  <a:pt x="212710" y="78692"/>
                  <a:pt x="204519" y="78692"/>
                </a:cubicBezTo>
                <a:cubicBezTo>
                  <a:pt x="198081" y="78692"/>
                  <a:pt x="192126" y="77674"/>
                  <a:pt x="186654" y="75637"/>
                </a:cubicBezTo>
                <a:lnTo>
                  <a:pt x="186654" y="61324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7C309-5685-49C2-A843-A7452BCB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010" y="3576576"/>
            <a:ext cx="10" cy="528436"/>
          </a:xfrm>
          <a:custGeom xmlns:a="http://schemas.openxmlformats.org/drawingml/2006/main">
            <a:pathLst>
              <a:path w="1" h="528436" fill="none">
                <a:moveTo>
                  <a:pt x="0" y="528436"/>
                </a:moveTo>
                <a:lnTo>
                  <a:pt x="0" y="26813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1C4DB-9A8B-44B7-8B47-0A39601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770" y="3592259"/>
            <a:ext cx="78481" cy="101942"/>
          </a:xfrm>
          <a:custGeom xmlns:a="http://schemas.openxmlformats.org/drawingml/2006/main">
            <a:pathLst>
              <a:path w="78481" h="101942">
                <a:moveTo>
                  <a:pt x="0" y="101942"/>
                </a:moveTo>
                <a:lnTo>
                  <a:pt x="39240" y="0"/>
                </a:lnTo>
                <a:lnTo>
                  <a:pt x="78481" y="101942"/>
                </a:lnTo>
                <a:lnTo>
                  <a:pt x="0" y="1019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69289-1CCE-442F-A4D1-486CBB59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770" y="3592259"/>
            <a:ext cx="78481" cy="101942"/>
          </a:xfrm>
          <a:custGeom xmlns:a="http://schemas.openxmlformats.org/drawingml/2006/main">
            <a:pathLst>
              <a:path w="78481" h="101942" fill="none">
                <a:moveTo>
                  <a:pt x="0" y="101942"/>
                </a:moveTo>
                <a:lnTo>
                  <a:pt x="39240" y="0"/>
                </a:lnTo>
                <a:lnTo>
                  <a:pt x="78481" y="101942"/>
                </a:lnTo>
                <a:lnTo>
                  <a:pt x="0" y="101942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190" name="Text Decompressthe">
            <a:extLst xmlns:a="http://schemas.openxmlformats.org/drawingml/2006/main">
              <a:ext uri="{FF2B5EF4-FFF2-40B4-BE49-F238E27FC236}">
                <a16:creationId xmlns:a16="http://schemas.microsoft.com/office/drawing/2014/main" id="{398E91BB-1F40-4F4B-8BFF-474A8F39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82" y="3726034"/>
            <a:ext cx="879656" cy="115037"/>
          </a:xfrm>
          <a:custGeom xmlns:a="http://schemas.openxmlformats.org/drawingml/2006/main">
            <a:pathLst>
              <a:path w="879656" h="115037">
                <a:moveTo>
                  <a:pt x="0" y="87752"/>
                </a:moveTo>
                <a:lnTo>
                  <a:pt x="0" y="4717"/>
                </a:lnTo>
                <a:lnTo>
                  <a:pt x="28702" y="4717"/>
                </a:lnTo>
                <a:cubicBezTo>
                  <a:pt x="58209" y="4717"/>
                  <a:pt x="72962" y="18208"/>
                  <a:pt x="72962" y="45189"/>
                </a:cubicBezTo>
                <a:cubicBezTo>
                  <a:pt x="72962" y="58019"/>
                  <a:pt x="68831" y="68320"/>
                  <a:pt x="60570" y="76092"/>
                </a:cubicBezTo>
                <a:cubicBezTo>
                  <a:pt x="52308" y="83865"/>
                  <a:pt x="41649" y="87752"/>
                  <a:pt x="28595" y="87752"/>
                </a:cubicBezTo>
                <a:lnTo>
                  <a:pt x="0" y="87752"/>
                </a:lnTo>
                <a:moveTo>
                  <a:pt x="17704" y="19191"/>
                </a:moveTo>
                <a:lnTo>
                  <a:pt x="17704" y="73278"/>
                </a:lnTo>
                <a:lnTo>
                  <a:pt x="27361" y="73278"/>
                </a:lnTo>
                <a:cubicBezTo>
                  <a:pt x="35766" y="73278"/>
                  <a:pt x="42365" y="70777"/>
                  <a:pt x="47157" y="65773"/>
                </a:cubicBezTo>
                <a:cubicBezTo>
                  <a:pt x="51950" y="60770"/>
                  <a:pt x="54346" y="53998"/>
                  <a:pt x="54346" y="45457"/>
                </a:cubicBezTo>
                <a:cubicBezTo>
                  <a:pt x="54346" y="37202"/>
                  <a:pt x="51843" y="30760"/>
                  <a:pt x="46835" y="26132"/>
                </a:cubicBezTo>
                <a:cubicBezTo>
                  <a:pt x="41828" y="21505"/>
                  <a:pt x="35319" y="19191"/>
                  <a:pt x="27307" y="19191"/>
                </a:cubicBezTo>
                <a:lnTo>
                  <a:pt x="17704" y="19191"/>
                </a:lnTo>
                <a:close/>
                <a:moveTo>
                  <a:pt x="137986" y="62986"/>
                </a:moveTo>
                <a:lnTo>
                  <a:pt x="98929" y="62986"/>
                </a:lnTo>
                <a:cubicBezTo>
                  <a:pt x="99537" y="72170"/>
                  <a:pt x="105081" y="76763"/>
                  <a:pt x="115560" y="76763"/>
                </a:cubicBezTo>
                <a:cubicBezTo>
                  <a:pt x="122106" y="76763"/>
                  <a:pt x="127882" y="75154"/>
                  <a:pt x="132889" y="71938"/>
                </a:cubicBezTo>
                <a:lnTo>
                  <a:pt x="132889" y="84642"/>
                </a:lnTo>
                <a:cubicBezTo>
                  <a:pt x="127488" y="87680"/>
                  <a:pt x="120407" y="89199"/>
                  <a:pt x="111644" y="89199"/>
                </a:cubicBezTo>
                <a:cubicBezTo>
                  <a:pt x="102202" y="89199"/>
                  <a:pt x="94861" y="86537"/>
                  <a:pt x="89621" y="81212"/>
                </a:cubicBezTo>
                <a:cubicBezTo>
                  <a:pt x="84381" y="75887"/>
                  <a:pt x="81762" y="68472"/>
                  <a:pt x="81762" y="58966"/>
                </a:cubicBezTo>
                <a:cubicBezTo>
                  <a:pt x="81762" y="49495"/>
                  <a:pt x="84551" y="41803"/>
                  <a:pt x="90131" y="35889"/>
                </a:cubicBezTo>
                <a:cubicBezTo>
                  <a:pt x="95710" y="29974"/>
                  <a:pt x="102720" y="27017"/>
                  <a:pt x="111161" y="27017"/>
                </a:cubicBezTo>
                <a:cubicBezTo>
                  <a:pt x="119566" y="27017"/>
                  <a:pt x="126138" y="29563"/>
                  <a:pt x="130877" y="34656"/>
                </a:cubicBezTo>
                <a:cubicBezTo>
                  <a:pt x="135616" y="39748"/>
                  <a:pt x="137986" y="46744"/>
                  <a:pt x="137986" y="55642"/>
                </a:cubicBezTo>
                <a:lnTo>
                  <a:pt x="137986" y="62986"/>
                </a:lnTo>
                <a:moveTo>
                  <a:pt x="121837" y="52158"/>
                </a:moveTo>
                <a:cubicBezTo>
                  <a:pt x="121837" y="43295"/>
                  <a:pt x="118243" y="38864"/>
                  <a:pt x="111054" y="38864"/>
                </a:cubicBezTo>
                <a:cubicBezTo>
                  <a:pt x="108085" y="38864"/>
                  <a:pt x="105456" y="40079"/>
                  <a:pt x="103167" y="42509"/>
                </a:cubicBezTo>
                <a:cubicBezTo>
                  <a:pt x="100878" y="44939"/>
                  <a:pt x="99448" y="48155"/>
                  <a:pt x="98876" y="52158"/>
                </a:cubicBezTo>
                <a:lnTo>
                  <a:pt x="121837" y="52158"/>
                </a:lnTo>
                <a:close/>
                <a:moveTo>
                  <a:pt x="193724" y="85554"/>
                </a:moveTo>
                <a:cubicBezTo>
                  <a:pt x="189575" y="87984"/>
                  <a:pt x="183673" y="89199"/>
                  <a:pt x="176019" y="89199"/>
                </a:cubicBezTo>
                <a:cubicBezTo>
                  <a:pt x="166971" y="89199"/>
                  <a:pt x="159657" y="86447"/>
                  <a:pt x="154077" y="80944"/>
                </a:cubicBezTo>
                <a:cubicBezTo>
                  <a:pt x="148498" y="75440"/>
                  <a:pt x="145708" y="68311"/>
                  <a:pt x="145708" y="59555"/>
                </a:cubicBezTo>
                <a:cubicBezTo>
                  <a:pt x="145708" y="49478"/>
                  <a:pt x="148712" y="41535"/>
                  <a:pt x="154721" y="35728"/>
                </a:cubicBezTo>
                <a:cubicBezTo>
                  <a:pt x="160730" y="29921"/>
                  <a:pt x="168741" y="27017"/>
                  <a:pt x="178756" y="27017"/>
                </a:cubicBezTo>
                <a:cubicBezTo>
                  <a:pt x="185515" y="27017"/>
                  <a:pt x="190523" y="27946"/>
                  <a:pt x="193777" y="29804"/>
                </a:cubicBezTo>
                <a:lnTo>
                  <a:pt x="193777" y="44653"/>
                </a:lnTo>
                <a:cubicBezTo>
                  <a:pt x="189807" y="41758"/>
                  <a:pt x="185480" y="40311"/>
                  <a:pt x="180794" y="40311"/>
                </a:cubicBezTo>
                <a:cubicBezTo>
                  <a:pt x="175501" y="40311"/>
                  <a:pt x="171254" y="41919"/>
                  <a:pt x="168053" y="45136"/>
                </a:cubicBezTo>
                <a:cubicBezTo>
                  <a:pt x="164852" y="48352"/>
                  <a:pt x="163251" y="52765"/>
                  <a:pt x="163251" y="58376"/>
                </a:cubicBezTo>
                <a:cubicBezTo>
                  <a:pt x="163251" y="63808"/>
                  <a:pt x="164771" y="68087"/>
                  <a:pt x="167811" y="71214"/>
                </a:cubicBezTo>
                <a:cubicBezTo>
                  <a:pt x="170851" y="74341"/>
                  <a:pt x="174982" y="75905"/>
                  <a:pt x="180204" y="75905"/>
                </a:cubicBezTo>
                <a:cubicBezTo>
                  <a:pt x="184818" y="75905"/>
                  <a:pt x="189324" y="74440"/>
                  <a:pt x="193724" y="71509"/>
                </a:cubicBezTo>
                <a:lnTo>
                  <a:pt x="193724" y="85554"/>
                </a:lnTo>
                <a:close/>
                <a:moveTo>
                  <a:pt x="202512" y="58376"/>
                </a:moveTo>
                <a:cubicBezTo>
                  <a:pt x="202512" y="48620"/>
                  <a:pt x="205436" y="40954"/>
                  <a:pt x="211284" y="35379"/>
                </a:cubicBezTo>
                <a:cubicBezTo>
                  <a:pt x="217131" y="29804"/>
                  <a:pt x="224991" y="27017"/>
                  <a:pt x="234862" y="27017"/>
                </a:cubicBezTo>
                <a:cubicBezTo>
                  <a:pt x="244412" y="27017"/>
                  <a:pt x="251994" y="29760"/>
                  <a:pt x="257609" y="35245"/>
                </a:cubicBezTo>
                <a:cubicBezTo>
                  <a:pt x="263225" y="40731"/>
                  <a:pt x="266032" y="48102"/>
                  <a:pt x="266032" y="57357"/>
                </a:cubicBezTo>
                <a:cubicBezTo>
                  <a:pt x="266032" y="67078"/>
                  <a:pt x="263153" y="74815"/>
                  <a:pt x="257395" y="80568"/>
                </a:cubicBezTo>
                <a:cubicBezTo>
                  <a:pt x="251637" y="86322"/>
                  <a:pt x="243840" y="89199"/>
                  <a:pt x="234004" y="89199"/>
                </a:cubicBezTo>
                <a:cubicBezTo>
                  <a:pt x="224347" y="89199"/>
                  <a:pt x="216684" y="86438"/>
                  <a:pt x="211015" y="80917"/>
                </a:cubicBezTo>
                <a:cubicBezTo>
                  <a:pt x="205347" y="75396"/>
                  <a:pt x="202512" y="67882"/>
                  <a:pt x="202512" y="58376"/>
                </a:cubicBezTo>
                <a:moveTo>
                  <a:pt x="220055" y="58162"/>
                </a:moveTo>
                <a:cubicBezTo>
                  <a:pt x="220055" y="69990"/>
                  <a:pt x="224884" y="75905"/>
                  <a:pt x="234540" y="75905"/>
                </a:cubicBezTo>
                <a:cubicBezTo>
                  <a:pt x="243804" y="75905"/>
                  <a:pt x="248436" y="69830"/>
                  <a:pt x="248436" y="57679"/>
                </a:cubicBezTo>
                <a:cubicBezTo>
                  <a:pt x="248436" y="46100"/>
                  <a:pt x="243768" y="40311"/>
                  <a:pt x="234433" y="40311"/>
                </a:cubicBezTo>
                <a:cubicBezTo>
                  <a:pt x="229891" y="40311"/>
                  <a:pt x="226359" y="41866"/>
                  <a:pt x="223838" y="44975"/>
                </a:cubicBezTo>
                <a:cubicBezTo>
                  <a:pt x="221316" y="48084"/>
                  <a:pt x="220055" y="52479"/>
                  <a:pt x="220055" y="58162"/>
                </a:cubicBezTo>
                <a:close/>
                <a:moveTo>
                  <a:pt x="371320" y="87752"/>
                </a:moveTo>
                <a:lnTo>
                  <a:pt x="354045" y="87752"/>
                </a:lnTo>
                <a:lnTo>
                  <a:pt x="354045" y="53927"/>
                </a:lnTo>
                <a:cubicBezTo>
                  <a:pt x="354045" y="44850"/>
                  <a:pt x="350737" y="40311"/>
                  <a:pt x="344120" y="40311"/>
                </a:cubicBezTo>
                <a:cubicBezTo>
                  <a:pt x="341044" y="40311"/>
                  <a:pt x="338487" y="41687"/>
                  <a:pt x="336448" y="44439"/>
                </a:cubicBezTo>
                <a:cubicBezTo>
                  <a:pt x="334409" y="47190"/>
                  <a:pt x="333390" y="50550"/>
                  <a:pt x="333390" y="54516"/>
                </a:cubicBezTo>
                <a:lnTo>
                  <a:pt x="333390" y="87752"/>
                </a:lnTo>
                <a:lnTo>
                  <a:pt x="316115" y="87752"/>
                </a:lnTo>
                <a:lnTo>
                  <a:pt x="316115" y="53498"/>
                </a:lnTo>
                <a:cubicBezTo>
                  <a:pt x="316115" y="44707"/>
                  <a:pt x="312843" y="40311"/>
                  <a:pt x="306297" y="40311"/>
                </a:cubicBezTo>
                <a:cubicBezTo>
                  <a:pt x="303043" y="40311"/>
                  <a:pt x="300441" y="41624"/>
                  <a:pt x="298492" y="44251"/>
                </a:cubicBezTo>
                <a:cubicBezTo>
                  <a:pt x="296542" y="46878"/>
                  <a:pt x="295568" y="50353"/>
                  <a:pt x="295568" y="54677"/>
                </a:cubicBezTo>
                <a:lnTo>
                  <a:pt x="295568" y="87752"/>
                </a:lnTo>
                <a:lnTo>
                  <a:pt x="278239" y="87752"/>
                </a:lnTo>
                <a:lnTo>
                  <a:pt x="278239" y="28464"/>
                </a:lnTo>
                <a:lnTo>
                  <a:pt x="295568" y="28464"/>
                </a:lnTo>
                <a:lnTo>
                  <a:pt x="295568" y="37738"/>
                </a:lnTo>
                <a:lnTo>
                  <a:pt x="295782" y="37738"/>
                </a:lnTo>
                <a:cubicBezTo>
                  <a:pt x="297857" y="34343"/>
                  <a:pt x="300611" y="31707"/>
                  <a:pt x="304044" y="29831"/>
                </a:cubicBezTo>
                <a:cubicBezTo>
                  <a:pt x="307478" y="27955"/>
                  <a:pt x="311090" y="27017"/>
                  <a:pt x="314881" y="27017"/>
                </a:cubicBezTo>
                <a:cubicBezTo>
                  <a:pt x="323215" y="27017"/>
                  <a:pt x="328919" y="30751"/>
                  <a:pt x="331995" y="38220"/>
                </a:cubicBezTo>
                <a:cubicBezTo>
                  <a:pt x="336573" y="30751"/>
                  <a:pt x="343226" y="27017"/>
                  <a:pt x="351953" y="27017"/>
                </a:cubicBezTo>
                <a:cubicBezTo>
                  <a:pt x="364864" y="27017"/>
                  <a:pt x="371320" y="34986"/>
                  <a:pt x="371320" y="50925"/>
                </a:cubicBezTo>
                <a:lnTo>
                  <a:pt x="371320" y="87752"/>
                </a:lnTo>
                <a:close/>
                <a:moveTo>
                  <a:pt x="403463" y="80622"/>
                </a:moveTo>
                <a:lnTo>
                  <a:pt x="403463" y="115037"/>
                </a:lnTo>
                <a:lnTo>
                  <a:pt x="386134" y="115037"/>
                </a:lnTo>
                <a:lnTo>
                  <a:pt x="386134" y="28464"/>
                </a:lnTo>
                <a:lnTo>
                  <a:pt x="403463" y="28464"/>
                </a:lnTo>
                <a:lnTo>
                  <a:pt x="403463" y="37524"/>
                </a:lnTo>
                <a:lnTo>
                  <a:pt x="403677" y="37524"/>
                </a:lnTo>
                <a:cubicBezTo>
                  <a:pt x="408220" y="30519"/>
                  <a:pt x="414640" y="27017"/>
                  <a:pt x="422937" y="27017"/>
                </a:cubicBezTo>
                <a:cubicBezTo>
                  <a:pt x="430484" y="27017"/>
                  <a:pt x="436385" y="29653"/>
                  <a:pt x="440642" y="34924"/>
                </a:cubicBezTo>
                <a:cubicBezTo>
                  <a:pt x="444898" y="40195"/>
                  <a:pt x="447026" y="47369"/>
                  <a:pt x="447026" y="56446"/>
                </a:cubicBezTo>
                <a:cubicBezTo>
                  <a:pt x="447026" y="66345"/>
                  <a:pt x="444558" y="74279"/>
                  <a:pt x="439622" y="80247"/>
                </a:cubicBezTo>
                <a:cubicBezTo>
                  <a:pt x="434687" y="86215"/>
                  <a:pt x="428213" y="89199"/>
                  <a:pt x="420201" y="89199"/>
                </a:cubicBezTo>
                <a:cubicBezTo>
                  <a:pt x="412941" y="89199"/>
                  <a:pt x="407433" y="86340"/>
                  <a:pt x="403677" y="80622"/>
                </a:cubicBezTo>
                <a:lnTo>
                  <a:pt x="403463" y="80622"/>
                </a:lnTo>
                <a:moveTo>
                  <a:pt x="403195" y="61539"/>
                </a:moveTo>
                <a:cubicBezTo>
                  <a:pt x="403195" y="65756"/>
                  <a:pt x="404339" y="69204"/>
                  <a:pt x="406628" y="71884"/>
                </a:cubicBezTo>
                <a:cubicBezTo>
                  <a:pt x="408917" y="74565"/>
                  <a:pt x="411886" y="75905"/>
                  <a:pt x="415534" y="75905"/>
                </a:cubicBezTo>
                <a:cubicBezTo>
                  <a:pt x="419862" y="75905"/>
                  <a:pt x="423232" y="74225"/>
                  <a:pt x="425647" y="70866"/>
                </a:cubicBezTo>
                <a:cubicBezTo>
                  <a:pt x="428061" y="67507"/>
                  <a:pt x="429268" y="62754"/>
                  <a:pt x="429268" y="56607"/>
                </a:cubicBezTo>
                <a:cubicBezTo>
                  <a:pt x="429268" y="45743"/>
                  <a:pt x="425030" y="40311"/>
                  <a:pt x="416553" y="40311"/>
                </a:cubicBezTo>
                <a:cubicBezTo>
                  <a:pt x="412619" y="40311"/>
                  <a:pt x="409409" y="41812"/>
                  <a:pt x="406923" y="44814"/>
                </a:cubicBezTo>
                <a:cubicBezTo>
                  <a:pt x="404437" y="47816"/>
                  <a:pt x="403195" y="51675"/>
                  <a:pt x="403195" y="56393"/>
                </a:cubicBezTo>
                <a:lnTo>
                  <a:pt x="403195" y="61539"/>
                </a:lnTo>
                <a:close/>
                <a:moveTo>
                  <a:pt x="497132" y="44171"/>
                </a:moveTo>
                <a:cubicBezTo>
                  <a:pt x="495022" y="42956"/>
                  <a:pt x="492465" y="42348"/>
                  <a:pt x="489460" y="42348"/>
                </a:cubicBezTo>
                <a:cubicBezTo>
                  <a:pt x="485526" y="42348"/>
                  <a:pt x="482406" y="43849"/>
                  <a:pt x="480099" y="46851"/>
                </a:cubicBezTo>
                <a:cubicBezTo>
                  <a:pt x="477792" y="49853"/>
                  <a:pt x="476638" y="53980"/>
                  <a:pt x="476638" y="59234"/>
                </a:cubicBezTo>
                <a:lnTo>
                  <a:pt x="476638" y="87752"/>
                </a:lnTo>
                <a:lnTo>
                  <a:pt x="459310" y="87752"/>
                </a:lnTo>
                <a:lnTo>
                  <a:pt x="459310" y="28464"/>
                </a:lnTo>
                <a:lnTo>
                  <a:pt x="476638" y="28464"/>
                </a:lnTo>
                <a:lnTo>
                  <a:pt x="476638" y="39614"/>
                </a:lnTo>
                <a:lnTo>
                  <a:pt x="476853" y="39614"/>
                </a:lnTo>
                <a:cubicBezTo>
                  <a:pt x="479714" y="31502"/>
                  <a:pt x="484918" y="27446"/>
                  <a:pt x="492465" y="27446"/>
                </a:cubicBezTo>
                <a:cubicBezTo>
                  <a:pt x="494503" y="27446"/>
                  <a:pt x="496059" y="27678"/>
                  <a:pt x="497132" y="28143"/>
                </a:cubicBezTo>
                <a:lnTo>
                  <a:pt x="497132" y="44171"/>
                </a:lnTo>
                <a:close/>
                <a:moveTo>
                  <a:pt x="557948" y="62986"/>
                </a:moveTo>
                <a:lnTo>
                  <a:pt x="518891" y="62986"/>
                </a:lnTo>
                <a:cubicBezTo>
                  <a:pt x="519499" y="72170"/>
                  <a:pt x="525043" y="76763"/>
                  <a:pt x="535523" y="76763"/>
                </a:cubicBezTo>
                <a:cubicBezTo>
                  <a:pt x="542068" y="76763"/>
                  <a:pt x="547844" y="75154"/>
                  <a:pt x="552851" y="71938"/>
                </a:cubicBezTo>
                <a:lnTo>
                  <a:pt x="552851" y="84642"/>
                </a:lnTo>
                <a:cubicBezTo>
                  <a:pt x="547450" y="87680"/>
                  <a:pt x="540369" y="89199"/>
                  <a:pt x="531606" y="89199"/>
                </a:cubicBezTo>
                <a:cubicBezTo>
                  <a:pt x="522164" y="89199"/>
                  <a:pt x="514823" y="86537"/>
                  <a:pt x="509583" y="81212"/>
                </a:cubicBezTo>
                <a:cubicBezTo>
                  <a:pt x="504344" y="75887"/>
                  <a:pt x="501724" y="68472"/>
                  <a:pt x="501724" y="58966"/>
                </a:cubicBezTo>
                <a:cubicBezTo>
                  <a:pt x="501724" y="49495"/>
                  <a:pt x="504514" y="41803"/>
                  <a:pt x="510093" y="35889"/>
                </a:cubicBezTo>
                <a:cubicBezTo>
                  <a:pt x="515672" y="29974"/>
                  <a:pt x="522683" y="27017"/>
                  <a:pt x="531123" y="27017"/>
                </a:cubicBezTo>
                <a:cubicBezTo>
                  <a:pt x="539528" y="27017"/>
                  <a:pt x="546100" y="29563"/>
                  <a:pt x="550839" y="34656"/>
                </a:cubicBezTo>
                <a:cubicBezTo>
                  <a:pt x="555578" y="39748"/>
                  <a:pt x="557948" y="46744"/>
                  <a:pt x="557948" y="55642"/>
                </a:cubicBezTo>
                <a:lnTo>
                  <a:pt x="557948" y="62986"/>
                </a:lnTo>
                <a:moveTo>
                  <a:pt x="541799" y="52158"/>
                </a:moveTo>
                <a:cubicBezTo>
                  <a:pt x="541799" y="43295"/>
                  <a:pt x="538205" y="38864"/>
                  <a:pt x="531016" y="38864"/>
                </a:cubicBezTo>
                <a:cubicBezTo>
                  <a:pt x="528047" y="38864"/>
                  <a:pt x="525419" y="40079"/>
                  <a:pt x="523130" y="42509"/>
                </a:cubicBezTo>
                <a:cubicBezTo>
                  <a:pt x="520841" y="44939"/>
                  <a:pt x="519410" y="48155"/>
                  <a:pt x="518838" y="52158"/>
                </a:cubicBezTo>
                <a:lnTo>
                  <a:pt x="541799" y="52158"/>
                </a:lnTo>
                <a:close/>
                <a:moveTo>
                  <a:pt x="567655" y="71831"/>
                </a:moveTo>
                <a:cubicBezTo>
                  <a:pt x="573592" y="75440"/>
                  <a:pt x="579404" y="77245"/>
                  <a:pt x="585091" y="77245"/>
                </a:cubicBezTo>
                <a:cubicBezTo>
                  <a:pt x="592244" y="77245"/>
                  <a:pt x="595820" y="75333"/>
                  <a:pt x="595820" y="71509"/>
                </a:cubicBezTo>
                <a:cubicBezTo>
                  <a:pt x="595820" y="68793"/>
                  <a:pt x="592870" y="66524"/>
                  <a:pt x="586968" y="64701"/>
                </a:cubicBezTo>
                <a:cubicBezTo>
                  <a:pt x="579601" y="62414"/>
                  <a:pt x="574540" y="59868"/>
                  <a:pt x="571786" y="57063"/>
                </a:cubicBezTo>
                <a:cubicBezTo>
                  <a:pt x="569032" y="54257"/>
                  <a:pt x="567655" y="50460"/>
                  <a:pt x="567655" y="45672"/>
                </a:cubicBezTo>
                <a:cubicBezTo>
                  <a:pt x="567655" y="39846"/>
                  <a:pt x="570015" y="35281"/>
                  <a:pt x="574736" y="31975"/>
                </a:cubicBezTo>
                <a:cubicBezTo>
                  <a:pt x="579458" y="28670"/>
                  <a:pt x="585645" y="27017"/>
                  <a:pt x="593299" y="27017"/>
                </a:cubicBezTo>
                <a:cubicBezTo>
                  <a:pt x="598735" y="27017"/>
                  <a:pt x="603975" y="27821"/>
                  <a:pt x="609018" y="29429"/>
                </a:cubicBezTo>
                <a:lnTo>
                  <a:pt x="609018" y="43045"/>
                </a:lnTo>
                <a:cubicBezTo>
                  <a:pt x="604404" y="40329"/>
                  <a:pt x="599325" y="38971"/>
                  <a:pt x="593782" y="38971"/>
                </a:cubicBezTo>
                <a:cubicBezTo>
                  <a:pt x="591028" y="38971"/>
                  <a:pt x="588810" y="39462"/>
                  <a:pt x="587129" y="40445"/>
                </a:cubicBezTo>
                <a:cubicBezTo>
                  <a:pt x="585448" y="41428"/>
                  <a:pt x="584608" y="42723"/>
                  <a:pt x="584608" y="44331"/>
                </a:cubicBezTo>
                <a:cubicBezTo>
                  <a:pt x="584608" y="47047"/>
                  <a:pt x="587111" y="49245"/>
                  <a:pt x="592119" y="50925"/>
                </a:cubicBezTo>
                <a:cubicBezTo>
                  <a:pt x="597484" y="52712"/>
                  <a:pt x="601516" y="54338"/>
                  <a:pt x="604216" y="55803"/>
                </a:cubicBezTo>
                <a:cubicBezTo>
                  <a:pt x="606917" y="57268"/>
                  <a:pt x="608973" y="59198"/>
                  <a:pt x="610386" y="61592"/>
                </a:cubicBezTo>
                <a:cubicBezTo>
                  <a:pt x="611799" y="63987"/>
                  <a:pt x="612505" y="66756"/>
                  <a:pt x="612505" y="69901"/>
                </a:cubicBezTo>
                <a:cubicBezTo>
                  <a:pt x="612505" y="76012"/>
                  <a:pt x="610055" y="80756"/>
                  <a:pt x="605155" y="84133"/>
                </a:cubicBezTo>
                <a:cubicBezTo>
                  <a:pt x="600255" y="87510"/>
                  <a:pt x="593710" y="89199"/>
                  <a:pt x="585520" y="89199"/>
                </a:cubicBezTo>
                <a:cubicBezTo>
                  <a:pt x="579082" y="89199"/>
                  <a:pt x="573127" y="88180"/>
                  <a:pt x="567655" y="86143"/>
                </a:cubicBezTo>
                <a:lnTo>
                  <a:pt x="567655" y="71831"/>
                </a:lnTo>
                <a:close/>
                <a:moveTo>
                  <a:pt x="621932" y="71831"/>
                </a:moveTo>
                <a:cubicBezTo>
                  <a:pt x="627869" y="75440"/>
                  <a:pt x="633681" y="77245"/>
                  <a:pt x="639368" y="77245"/>
                </a:cubicBezTo>
                <a:cubicBezTo>
                  <a:pt x="646521" y="77245"/>
                  <a:pt x="650098" y="75333"/>
                  <a:pt x="650098" y="71509"/>
                </a:cubicBezTo>
                <a:cubicBezTo>
                  <a:pt x="650098" y="68793"/>
                  <a:pt x="647147" y="66524"/>
                  <a:pt x="641246" y="64701"/>
                </a:cubicBezTo>
                <a:cubicBezTo>
                  <a:pt x="633878" y="62414"/>
                  <a:pt x="628817" y="59868"/>
                  <a:pt x="626063" y="57063"/>
                </a:cubicBezTo>
                <a:cubicBezTo>
                  <a:pt x="623309" y="54257"/>
                  <a:pt x="621932" y="50460"/>
                  <a:pt x="621932" y="45672"/>
                </a:cubicBezTo>
                <a:cubicBezTo>
                  <a:pt x="621932" y="39846"/>
                  <a:pt x="624293" y="35281"/>
                  <a:pt x="629014" y="31975"/>
                </a:cubicBezTo>
                <a:cubicBezTo>
                  <a:pt x="633735" y="28670"/>
                  <a:pt x="639922" y="27017"/>
                  <a:pt x="647576" y="27017"/>
                </a:cubicBezTo>
                <a:cubicBezTo>
                  <a:pt x="653013" y="27017"/>
                  <a:pt x="658252" y="27821"/>
                  <a:pt x="663295" y="29429"/>
                </a:cubicBezTo>
                <a:lnTo>
                  <a:pt x="663295" y="43045"/>
                </a:lnTo>
                <a:cubicBezTo>
                  <a:pt x="658682" y="40329"/>
                  <a:pt x="653603" y="38971"/>
                  <a:pt x="648059" y="38971"/>
                </a:cubicBezTo>
                <a:cubicBezTo>
                  <a:pt x="645305" y="38971"/>
                  <a:pt x="643088" y="39462"/>
                  <a:pt x="641407" y="40445"/>
                </a:cubicBezTo>
                <a:cubicBezTo>
                  <a:pt x="639726" y="41428"/>
                  <a:pt x="638885" y="42723"/>
                  <a:pt x="638885" y="44331"/>
                </a:cubicBezTo>
                <a:cubicBezTo>
                  <a:pt x="638885" y="47047"/>
                  <a:pt x="641389" y="49245"/>
                  <a:pt x="646396" y="50925"/>
                </a:cubicBezTo>
                <a:cubicBezTo>
                  <a:pt x="651761" y="52712"/>
                  <a:pt x="655794" y="54338"/>
                  <a:pt x="658494" y="55803"/>
                </a:cubicBezTo>
                <a:cubicBezTo>
                  <a:pt x="661194" y="57268"/>
                  <a:pt x="663251" y="59198"/>
                  <a:pt x="664663" y="61592"/>
                </a:cubicBezTo>
                <a:cubicBezTo>
                  <a:pt x="666076" y="63987"/>
                  <a:pt x="666783" y="66756"/>
                  <a:pt x="666783" y="69901"/>
                </a:cubicBezTo>
                <a:cubicBezTo>
                  <a:pt x="666783" y="76012"/>
                  <a:pt x="664333" y="80756"/>
                  <a:pt x="659433" y="84133"/>
                </a:cubicBezTo>
                <a:cubicBezTo>
                  <a:pt x="654533" y="87510"/>
                  <a:pt x="647988" y="89199"/>
                  <a:pt x="639797" y="89199"/>
                </a:cubicBezTo>
                <a:cubicBezTo>
                  <a:pt x="633359" y="89199"/>
                  <a:pt x="627404" y="88180"/>
                  <a:pt x="621932" y="86143"/>
                </a:cubicBezTo>
                <a:lnTo>
                  <a:pt x="621932" y="71831"/>
                </a:lnTo>
                <a:close/>
                <a:moveTo>
                  <a:pt x="745433" y="87055"/>
                </a:moveTo>
                <a:cubicBezTo>
                  <a:pt x="742822" y="88484"/>
                  <a:pt x="738870" y="89199"/>
                  <a:pt x="733576" y="89199"/>
                </a:cubicBezTo>
                <a:cubicBezTo>
                  <a:pt x="720987" y="89199"/>
                  <a:pt x="714692" y="82588"/>
                  <a:pt x="714692" y="69365"/>
                </a:cubicBezTo>
                <a:lnTo>
                  <a:pt x="714692" y="41383"/>
                </a:lnTo>
                <a:lnTo>
                  <a:pt x="704928" y="41383"/>
                </a:lnTo>
                <a:lnTo>
                  <a:pt x="704928" y="28464"/>
                </a:lnTo>
                <a:lnTo>
                  <a:pt x="714692" y="28464"/>
                </a:lnTo>
                <a:lnTo>
                  <a:pt x="714692" y="15438"/>
                </a:lnTo>
                <a:lnTo>
                  <a:pt x="731913" y="10507"/>
                </a:lnTo>
                <a:lnTo>
                  <a:pt x="731913" y="28464"/>
                </a:lnTo>
                <a:lnTo>
                  <a:pt x="745433" y="28464"/>
                </a:lnTo>
                <a:lnTo>
                  <a:pt x="745433" y="41383"/>
                </a:lnTo>
                <a:lnTo>
                  <a:pt x="731913" y="41383"/>
                </a:lnTo>
                <a:lnTo>
                  <a:pt x="731913" y="66363"/>
                </a:lnTo>
                <a:cubicBezTo>
                  <a:pt x="731913" y="72689"/>
                  <a:pt x="734417" y="75851"/>
                  <a:pt x="739424" y="75851"/>
                </a:cubicBezTo>
                <a:cubicBezTo>
                  <a:pt x="741355" y="75851"/>
                  <a:pt x="743358" y="75279"/>
                  <a:pt x="745433" y="74136"/>
                </a:cubicBezTo>
                <a:lnTo>
                  <a:pt x="745433" y="87055"/>
                </a:lnTo>
                <a:close/>
                <a:moveTo>
                  <a:pt x="812058" y="87752"/>
                </a:moveTo>
                <a:lnTo>
                  <a:pt x="794783" y="87752"/>
                </a:lnTo>
                <a:lnTo>
                  <a:pt x="794783" y="53980"/>
                </a:lnTo>
                <a:cubicBezTo>
                  <a:pt x="794783" y="44867"/>
                  <a:pt x="791456" y="40311"/>
                  <a:pt x="784804" y="40311"/>
                </a:cubicBezTo>
                <a:cubicBezTo>
                  <a:pt x="781478" y="40311"/>
                  <a:pt x="778733" y="41580"/>
                  <a:pt x="776569" y="44117"/>
                </a:cubicBezTo>
                <a:cubicBezTo>
                  <a:pt x="774405" y="46654"/>
                  <a:pt x="773323" y="49942"/>
                  <a:pt x="773323" y="53980"/>
                </a:cubicBezTo>
                <a:lnTo>
                  <a:pt x="773323" y="87752"/>
                </a:lnTo>
                <a:lnTo>
                  <a:pt x="755995" y="87752"/>
                </a:lnTo>
                <a:lnTo>
                  <a:pt x="755995" y="0"/>
                </a:lnTo>
                <a:lnTo>
                  <a:pt x="773323" y="0"/>
                </a:lnTo>
                <a:lnTo>
                  <a:pt x="773323" y="37363"/>
                </a:lnTo>
                <a:lnTo>
                  <a:pt x="773538" y="37363"/>
                </a:lnTo>
                <a:cubicBezTo>
                  <a:pt x="778080" y="30466"/>
                  <a:pt x="784196" y="27017"/>
                  <a:pt x="791886" y="27017"/>
                </a:cubicBezTo>
                <a:cubicBezTo>
                  <a:pt x="805334" y="27017"/>
                  <a:pt x="812058" y="35129"/>
                  <a:pt x="812058" y="51354"/>
                </a:cubicBezTo>
                <a:lnTo>
                  <a:pt x="812058" y="87752"/>
                </a:lnTo>
                <a:close/>
                <a:moveTo>
                  <a:pt x="879656" y="62986"/>
                </a:moveTo>
                <a:lnTo>
                  <a:pt x="840599" y="62986"/>
                </a:lnTo>
                <a:cubicBezTo>
                  <a:pt x="841207" y="72170"/>
                  <a:pt x="846751" y="76763"/>
                  <a:pt x="857230" y="76763"/>
                </a:cubicBezTo>
                <a:cubicBezTo>
                  <a:pt x="863776" y="76763"/>
                  <a:pt x="869552" y="75154"/>
                  <a:pt x="874559" y="71938"/>
                </a:cubicBezTo>
                <a:lnTo>
                  <a:pt x="874559" y="84642"/>
                </a:lnTo>
                <a:cubicBezTo>
                  <a:pt x="869158" y="87680"/>
                  <a:pt x="862077" y="89199"/>
                  <a:pt x="853314" y="89199"/>
                </a:cubicBezTo>
                <a:cubicBezTo>
                  <a:pt x="843872" y="89199"/>
                  <a:pt x="836531" y="86537"/>
                  <a:pt x="831291" y="81212"/>
                </a:cubicBezTo>
                <a:cubicBezTo>
                  <a:pt x="826052" y="75887"/>
                  <a:pt x="823432" y="68472"/>
                  <a:pt x="823432" y="58966"/>
                </a:cubicBezTo>
                <a:cubicBezTo>
                  <a:pt x="823432" y="49495"/>
                  <a:pt x="826221" y="41803"/>
                  <a:pt x="831801" y="35889"/>
                </a:cubicBezTo>
                <a:cubicBezTo>
                  <a:pt x="837380" y="29974"/>
                  <a:pt x="844391" y="27017"/>
                  <a:pt x="852831" y="27017"/>
                </a:cubicBezTo>
                <a:cubicBezTo>
                  <a:pt x="861236" y="27017"/>
                  <a:pt x="867808" y="29563"/>
                  <a:pt x="872547" y="34656"/>
                </a:cubicBezTo>
                <a:cubicBezTo>
                  <a:pt x="877286" y="39748"/>
                  <a:pt x="879656" y="46744"/>
                  <a:pt x="879656" y="55642"/>
                </a:cubicBezTo>
                <a:lnTo>
                  <a:pt x="879656" y="62986"/>
                </a:lnTo>
                <a:moveTo>
                  <a:pt x="863507" y="52158"/>
                </a:moveTo>
                <a:cubicBezTo>
                  <a:pt x="863507" y="43295"/>
                  <a:pt x="859913" y="38864"/>
                  <a:pt x="852724" y="38864"/>
                </a:cubicBezTo>
                <a:cubicBezTo>
                  <a:pt x="849755" y="38864"/>
                  <a:pt x="847127" y="40079"/>
                  <a:pt x="844838" y="42509"/>
                </a:cubicBezTo>
                <a:cubicBezTo>
                  <a:pt x="842549" y="44939"/>
                  <a:pt x="841118" y="48155"/>
                  <a:pt x="840546" y="52158"/>
                </a:cubicBezTo>
                <a:lnTo>
                  <a:pt x="863507" y="52158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batch">
            <a:extLst xmlns:a="http://schemas.openxmlformats.org/drawingml/2006/main">
              <a:ext uri="{FF2B5EF4-FFF2-40B4-BE49-F238E27FC236}">
                <a16:creationId xmlns:a16="http://schemas.microsoft.com/office/drawing/2014/main" id="{0C19C2C6-7ED0-416A-9A94-71F1CC9F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030" y="3863263"/>
            <a:ext cx="293181" cy="89199"/>
          </a:xfrm>
          <a:custGeom xmlns:a="http://schemas.openxmlformats.org/drawingml/2006/main">
            <a:pathLst>
              <a:path w="293181" h="89199">
                <a:moveTo>
                  <a:pt x="17329" y="80622"/>
                </a:moveTo>
                <a:lnTo>
                  <a:pt x="17329" y="87752"/>
                </a:lnTo>
                <a:lnTo>
                  <a:pt x="0" y="87752"/>
                </a:lnTo>
                <a:lnTo>
                  <a:pt x="0" y="0"/>
                </a:lnTo>
                <a:lnTo>
                  <a:pt x="17329" y="0"/>
                </a:lnTo>
                <a:lnTo>
                  <a:pt x="17329" y="37524"/>
                </a:lnTo>
                <a:lnTo>
                  <a:pt x="17543" y="37524"/>
                </a:lnTo>
                <a:cubicBezTo>
                  <a:pt x="22085" y="30519"/>
                  <a:pt x="28559" y="27017"/>
                  <a:pt x="36964" y="27017"/>
                </a:cubicBezTo>
                <a:cubicBezTo>
                  <a:pt x="44439" y="27017"/>
                  <a:pt x="50296" y="29626"/>
                  <a:pt x="54534" y="34843"/>
                </a:cubicBezTo>
                <a:cubicBezTo>
                  <a:pt x="58772" y="40061"/>
                  <a:pt x="60891" y="47262"/>
                  <a:pt x="60891" y="56446"/>
                </a:cubicBezTo>
                <a:cubicBezTo>
                  <a:pt x="60891" y="66274"/>
                  <a:pt x="58459" y="74189"/>
                  <a:pt x="53595" y="80193"/>
                </a:cubicBezTo>
                <a:cubicBezTo>
                  <a:pt x="48731" y="86197"/>
                  <a:pt x="42275" y="89199"/>
                  <a:pt x="34228" y="89199"/>
                </a:cubicBezTo>
                <a:cubicBezTo>
                  <a:pt x="26860" y="89199"/>
                  <a:pt x="21299" y="86340"/>
                  <a:pt x="17543" y="80622"/>
                </a:cubicBezTo>
                <a:lnTo>
                  <a:pt x="17329" y="80622"/>
                </a:lnTo>
                <a:moveTo>
                  <a:pt x="17060" y="62128"/>
                </a:moveTo>
                <a:cubicBezTo>
                  <a:pt x="17060" y="66024"/>
                  <a:pt x="18223" y="69294"/>
                  <a:pt x="20548" y="71938"/>
                </a:cubicBezTo>
                <a:cubicBezTo>
                  <a:pt x="22872" y="74583"/>
                  <a:pt x="25823" y="75905"/>
                  <a:pt x="29400" y="75905"/>
                </a:cubicBezTo>
                <a:cubicBezTo>
                  <a:pt x="33727" y="75905"/>
                  <a:pt x="37098" y="74225"/>
                  <a:pt x="39512" y="70866"/>
                </a:cubicBezTo>
                <a:cubicBezTo>
                  <a:pt x="41927" y="67507"/>
                  <a:pt x="43134" y="62754"/>
                  <a:pt x="43134" y="56607"/>
                </a:cubicBezTo>
                <a:cubicBezTo>
                  <a:pt x="43134" y="51497"/>
                  <a:pt x="42034" y="47503"/>
                  <a:pt x="39834" y="44626"/>
                </a:cubicBezTo>
                <a:cubicBezTo>
                  <a:pt x="37635" y="41749"/>
                  <a:pt x="34496" y="40311"/>
                  <a:pt x="30419" y="40311"/>
                </a:cubicBezTo>
                <a:cubicBezTo>
                  <a:pt x="26556" y="40311"/>
                  <a:pt x="23364" y="41758"/>
                  <a:pt x="20843" y="44653"/>
                </a:cubicBezTo>
                <a:cubicBezTo>
                  <a:pt x="18321" y="47548"/>
                  <a:pt x="17060" y="51264"/>
                  <a:pt x="17060" y="55803"/>
                </a:cubicBezTo>
                <a:lnTo>
                  <a:pt x="17060" y="62128"/>
                </a:lnTo>
                <a:close/>
                <a:moveTo>
                  <a:pt x="73338" y="32056"/>
                </a:moveTo>
                <a:cubicBezTo>
                  <a:pt x="76021" y="30555"/>
                  <a:pt x="79606" y="29340"/>
                  <a:pt x="84095" y="28411"/>
                </a:cubicBezTo>
                <a:cubicBezTo>
                  <a:pt x="88584" y="27482"/>
                  <a:pt x="92419" y="27017"/>
                  <a:pt x="95603" y="27017"/>
                </a:cubicBezTo>
                <a:cubicBezTo>
                  <a:pt x="112198" y="27017"/>
                  <a:pt x="120496" y="35326"/>
                  <a:pt x="120496" y="51943"/>
                </a:cubicBezTo>
                <a:lnTo>
                  <a:pt x="120496" y="87752"/>
                </a:lnTo>
                <a:lnTo>
                  <a:pt x="104026" y="87752"/>
                </a:lnTo>
                <a:lnTo>
                  <a:pt x="104026" y="79121"/>
                </a:lnTo>
                <a:lnTo>
                  <a:pt x="103811" y="79121"/>
                </a:lnTo>
                <a:cubicBezTo>
                  <a:pt x="99769" y="85840"/>
                  <a:pt x="93850" y="89199"/>
                  <a:pt x="86053" y="89199"/>
                </a:cubicBezTo>
                <a:cubicBezTo>
                  <a:pt x="80438" y="89199"/>
                  <a:pt x="75940" y="87600"/>
                  <a:pt x="72560" y="84401"/>
                </a:cubicBezTo>
                <a:cubicBezTo>
                  <a:pt x="69181" y="81203"/>
                  <a:pt x="67491" y="76852"/>
                  <a:pt x="67491" y="71348"/>
                </a:cubicBezTo>
                <a:cubicBezTo>
                  <a:pt x="67491" y="59984"/>
                  <a:pt x="74268" y="53373"/>
                  <a:pt x="87824" y="51515"/>
                </a:cubicBezTo>
                <a:lnTo>
                  <a:pt x="104133" y="49317"/>
                </a:lnTo>
                <a:cubicBezTo>
                  <a:pt x="104133" y="42420"/>
                  <a:pt x="100538" y="38971"/>
                  <a:pt x="93349" y="38971"/>
                </a:cubicBezTo>
                <a:cubicBezTo>
                  <a:pt x="86268" y="38971"/>
                  <a:pt x="79597" y="41115"/>
                  <a:pt x="73338" y="45404"/>
                </a:cubicBezTo>
                <a:lnTo>
                  <a:pt x="73338" y="32056"/>
                </a:lnTo>
                <a:moveTo>
                  <a:pt x="92920" y="60895"/>
                </a:moveTo>
                <a:cubicBezTo>
                  <a:pt x="86661" y="61717"/>
                  <a:pt x="83532" y="64541"/>
                  <a:pt x="83532" y="69365"/>
                </a:cubicBezTo>
                <a:cubicBezTo>
                  <a:pt x="83532" y="71581"/>
                  <a:pt x="84292" y="73368"/>
                  <a:pt x="85812" y="74726"/>
                </a:cubicBezTo>
                <a:cubicBezTo>
                  <a:pt x="87332" y="76084"/>
                  <a:pt x="89379" y="76763"/>
                  <a:pt x="91955" y="76763"/>
                </a:cubicBezTo>
                <a:cubicBezTo>
                  <a:pt x="95495" y="76763"/>
                  <a:pt x="98410" y="75512"/>
                  <a:pt x="100699" y="73010"/>
                </a:cubicBezTo>
                <a:cubicBezTo>
                  <a:pt x="102988" y="70509"/>
                  <a:pt x="104133" y="67399"/>
                  <a:pt x="104133" y="63683"/>
                </a:cubicBezTo>
                <a:lnTo>
                  <a:pt x="104133" y="59448"/>
                </a:lnTo>
                <a:lnTo>
                  <a:pt x="92920" y="60895"/>
                </a:lnTo>
                <a:close/>
                <a:moveTo>
                  <a:pt x="170322" y="87055"/>
                </a:moveTo>
                <a:cubicBezTo>
                  <a:pt x="167711" y="88484"/>
                  <a:pt x="163759" y="89199"/>
                  <a:pt x="158465" y="89199"/>
                </a:cubicBezTo>
                <a:cubicBezTo>
                  <a:pt x="145876" y="89199"/>
                  <a:pt x="139581" y="82588"/>
                  <a:pt x="139581" y="69365"/>
                </a:cubicBezTo>
                <a:lnTo>
                  <a:pt x="139581" y="41383"/>
                </a:lnTo>
                <a:lnTo>
                  <a:pt x="129817" y="41383"/>
                </a:lnTo>
                <a:lnTo>
                  <a:pt x="129817" y="28464"/>
                </a:lnTo>
                <a:lnTo>
                  <a:pt x="139581" y="28464"/>
                </a:lnTo>
                <a:lnTo>
                  <a:pt x="139581" y="15438"/>
                </a:lnTo>
                <a:lnTo>
                  <a:pt x="156802" y="10507"/>
                </a:lnTo>
                <a:lnTo>
                  <a:pt x="156802" y="28464"/>
                </a:lnTo>
                <a:lnTo>
                  <a:pt x="170322" y="28464"/>
                </a:lnTo>
                <a:lnTo>
                  <a:pt x="170322" y="41383"/>
                </a:lnTo>
                <a:lnTo>
                  <a:pt x="156802" y="41383"/>
                </a:lnTo>
                <a:lnTo>
                  <a:pt x="156802" y="66363"/>
                </a:lnTo>
                <a:cubicBezTo>
                  <a:pt x="156802" y="72689"/>
                  <a:pt x="159306" y="75851"/>
                  <a:pt x="164313" y="75851"/>
                </a:cubicBezTo>
                <a:cubicBezTo>
                  <a:pt x="166244" y="75851"/>
                  <a:pt x="168247" y="75279"/>
                  <a:pt x="170322" y="74136"/>
                </a:cubicBezTo>
                <a:lnTo>
                  <a:pt x="170322" y="87055"/>
                </a:lnTo>
                <a:close/>
                <a:moveTo>
                  <a:pt x="224789" y="85554"/>
                </a:moveTo>
                <a:cubicBezTo>
                  <a:pt x="220640" y="87984"/>
                  <a:pt x="214739" y="89199"/>
                  <a:pt x="207085" y="89199"/>
                </a:cubicBezTo>
                <a:cubicBezTo>
                  <a:pt x="198036" y="89199"/>
                  <a:pt x="190722" y="86447"/>
                  <a:pt x="185142" y="80944"/>
                </a:cubicBezTo>
                <a:cubicBezTo>
                  <a:pt x="179563" y="75440"/>
                  <a:pt x="176773" y="68311"/>
                  <a:pt x="176773" y="59555"/>
                </a:cubicBezTo>
                <a:cubicBezTo>
                  <a:pt x="176773" y="49478"/>
                  <a:pt x="179777" y="41535"/>
                  <a:pt x="185786" y="35728"/>
                </a:cubicBezTo>
                <a:cubicBezTo>
                  <a:pt x="191795" y="29921"/>
                  <a:pt x="199806" y="27017"/>
                  <a:pt x="209821" y="27017"/>
                </a:cubicBezTo>
                <a:cubicBezTo>
                  <a:pt x="216581" y="27017"/>
                  <a:pt x="221588" y="27946"/>
                  <a:pt x="224843" y="29804"/>
                </a:cubicBezTo>
                <a:lnTo>
                  <a:pt x="224843" y="44653"/>
                </a:lnTo>
                <a:cubicBezTo>
                  <a:pt x="220873" y="41758"/>
                  <a:pt x="216545" y="40311"/>
                  <a:pt x="211859" y="40311"/>
                </a:cubicBezTo>
                <a:cubicBezTo>
                  <a:pt x="206566" y="40311"/>
                  <a:pt x="202319" y="41919"/>
                  <a:pt x="199118" y="45136"/>
                </a:cubicBezTo>
                <a:cubicBezTo>
                  <a:pt x="195917" y="48352"/>
                  <a:pt x="194316" y="52765"/>
                  <a:pt x="194316" y="58376"/>
                </a:cubicBezTo>
                <a:cubicBezTo>
                  <a:pt x="194316" y="63808"/>
                  <a:pt x="195836" y="68087"/>
                  <a:pt x="198876" y="71214"/>
                </a:cubicBezTo>
                <a:cubicBezTo>
                  <a:pt x="201917" y="74341"/>
                  <a:pt x="206048" y="75905"/>
                  <a:pt x="211269" y="75905"/>
                </a:cubicBezTo>
                <a:cubicBezTo>
                  <a:pt x="215883" y="75905"/>
                  <a:pt x="220390" y="74440"/>
                  <a:pt x="224789" y="71509"/>
                </a:cubicBezTo>
                <a:lnTo>
                  <a:pt x="224789" y="85554"/>
                </a:lnTo>
                <a:close/>
                <a:moveTo>
                  <a:pt x="293181" y="87752"/>
                </a:moveTo>
                <a:lnTo>
                  <a:pt x="275906" y="87752"/>
                </a:lnTo>
                <a:lnTo>
                  <a:pt x="275906" y="53980"/>
                </a:lnTo>
                <a:cubicBezTo>
                  <a:pt x="275906" y="44867"/>
                  <a:pt x="272580" y="40311"/>
                  <a:pt x="265928" y="40311"/>
                </a:cubicBezTo>
                <a:cubicBezTo>
                  <a:pt x="262601" y="40311"/>
                  <a:pt x="259856" y="41580"/>
                  <a:pt x="257693" y="44117"/>
                </a:cubicBezTo>
                <a:cubicBezTo>
                  <a:pt x="255529" y="46654"/>
                  <a:pt x="254447" y="49942"/>
                  <a:pt x="254447" y="53980"/>
                </a:cubicBezTo>
                <a:lnTo>
                  <a:pt x="254447" y="87752"/>
                </a:lnTo>
                <a:lnTo>
                  <a:pt x="237118" y="87752"/>
                </a:lnTo>
                <a:lnTo>
                  <a:pt x="237118" y="0"/>
                </a:lnTo>
                <a:lnTo>
                  <a:pt x="254447" y="0"/>
                </a:lnTo>
                <a:lnTo>
                  <a:pt x="254447" y="37363"/>
                </a:lnTo>
                <a:lnTo>
                  <a:pt x="254661" y="37363"/>
                </a:lnTo>
                <a:cubicBezTo>
                  <a:pt x="259204" y="30466"/>
                  <a:pt x="265320" y="27017"/>
                  <a:pt x="273009" y="27017"/>
                </a:cubicBezTo>
                <a:cubicBezTo>
                  <a:pt x="286457" y="27017"/>
                  <a:pt x="293181" y="35129"/>
                  <a:pt x="293181" y="51354"/>
                </a:cubicBezTo>
                <a:lnTo>
                  <a:pt x="293181" y="87752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into">
            <a:extLst xmlns:a="http://schemas.openxmlformats.org/drawingml/2006/main">
              <a:ext uri="{FF2B5EF4-FFF2-40B4-BE49-F238E27FC236}">
                <a16:creationId xmlns:a16="http://schemas.microsoft.com/office/drawing/2014/main" id="{25D5D5D3-9A68-4817-AB91-BD3E9FC5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253" y="3863638"/>
            <a:ext cx="210234" cy="88824"/>
          </a:xfrm>
          <a:custGeom xmlns:a="http://schemas.openxmlformats.org/drawingml/2006/main">
            <a:pathLst>
              <a:path w="210234" h="88824">
                <a:moveTo>
                  <a:pt x="0" y="8952"/>
                </a:moveTo>
                <a:cubicBezTo>
                  <a:pt x="0" y="6308"/>
                  <a:pt x="939" y="4154"/>
                  <a:pt x="2817" y="2493"/>
                </a:cubicBezTo>
                <a:cubicBezTo>
                  <a:pt x="4694" y="831"/>
                  <a:pt x="7100" y="0"/>
                  <a:pt x="10032" y="0"/>
                </a:cubicBezTo>
                <a:cubicBezTo>
                  <a:pt x="13037" y="0"/>
                  <a:pt x="15469" y="849"/>
                  <a:pt x="17329" y="2546"/>
                </a:cubicBezTo>
                <a:cubicBezTo>
                  <a:pt x="19188" y="4244"/>
                  <a:pt x="20118" y="6379"/>
                  <a:pt x="20118" y="8952"/>
                </a:cubicBezTo>
                <a:cubicBezTo>
                  <a:pt x="20118" y="11561"/>
                  <a:pt x="19171" y="13732"/>
                  <a:pt x="17275" y="15465"/>
                </a:cubicBezTo>
                <a:cubicBezTo>
                  <a:pt x="15379" y="17198"/>
                  <a:pt x="12965" y="18065"/>
                  <a:pt x="10032" y="18065"/>
                </a:cubicBezTo>
                <a:cubicBezTo>
                  <a:pt x="7135" y="18065"/>
                  <a:pt x="4739" y="17189"/>
                  <a:pt x="2843" y="15438"/>
                </a:cubicBezTo>
                <a:cubicBezTo>
                  <a:pt x="948" y="13687"/>
                  <a:pt x="0" y="11525"/>
                  <a:pt x="0" y="8952"/>
                </a:cubicBezTo>
                <a:moveTo>
                  <a:pt x="1288" y="87376"/>
                </a:moveTo>
                <a:lnTo>
                  <a:pt x="1288" y="28089"/>
                </a:lnTo>
                <a:lnTo>
                  <a:pt x="18563" y="28089"/>
                </a:lnTo>
                <a:lnTo>
                  <a:pt x="18563" y="87376"/>
                </a:lnTo>
                <a:lnTo>
                  <a:pt x="1288" y="87376"/>
                </a:lnTo>
                <a:close/>
                <a:moveTo>
                  <a:pt x="90463" y="87376"/>
                </a:moveTo>
                <a:lnTo>
                  <a:pt x="73242" y="87376"/>
                </a:lnTo>
                <a:lnTo>
                  <a:pt x="73242" y="54302"/>
                </a:lnTo>
                <a:cubicBezTo>
                  <a:pt x="73242" y="44725"/>
                  <a:pt x="69790" y="39936"/>
                  <a:pt x="62888" y="39936"/>
                </a:cubicBezTo>
                <a:cubicBezTo>
                  <a:pt x="59597" y="39936"/>
                  <a:pt x="56861" y="41213"/>
                  <a:pt x="54679" y="43769"/>
                </a:cubicBezTo>
                <a:cubicBezTo>
                  <a:pt x="52498" y="46324"/>
                  <a:pt x="51407" y="49585"/>
                  <a:pt x="51407" y="53552"/>
                </a:cubicBezTo>
                <a:lnTo>
                  <a:pt x="51407" y="87376"/>
                </a:lnTo>
                <a:lnTo>
                  <a:pt x="34078" y="87376"/>
                </a:lnTo>
                <a:lnTo>
                  <a:pt x="34078" y="28089"/>
                </a:lnTo>
                <a:lnTo>
                  <a:pt x="51407" y="28089"/>
                </a:lnTo>
                <a:lnTo>
                  <a:pt x="51407" y="37524"/>
                </a:lnTo>
                <a:lnTo>
                  <a:pt x="51621" y="37524"/>
                </a:lnTo>
                <a:cubicBezTo>
                  <a:pt x="55949" y="30269"/>
                  <a:pt x="62315" y="26642"/>
                  <a:pt x="70720" y="26642"/>
                </a:cubicBezTo>
                <a:cubicBezTo>
                  <a:pt x="83882" y="26642"/>
                  <a:pt x="90463" y="34790"/>
                  <a:pt x="90463" y="51086"/>
                </a:cubicBezTo>
                <a:lnTo>
                  <a:pt x="90463" y="87376"/>
                </a:lnTo>
                <a:close/>
                <a:moveTo>
                  <a:pt x="140201" y="86679"/>
                </a:moveTo>
                <a:cubicBezTo>
                  <a:pt x="137590" y="88109"/>
                  <a:pt x="133638" y="88824"/>
                  <a:pt x="128345" y="88824"/>
                </a:cubicBezTo>
                <a:cubicBezTo>
                  <a:pt x="115755" y="88824"/>
                  <a:pt x="109461" y="82212"/>
                  <a:pt x="109461" y="68990"/>
                </a:cubicBezTo>
                <a:lnTo>
                  <a:pt x="109461" y="41008"/>
                </a:lnTo>
                <a:lnTo>
                  <a:pt x="99696" y="41008"/>
                </a:lnTo>
                <a:lnTo>
                  <a:pt x="99696" y="28089"/>
                </a:lnTo>
                <a:lnTo>
                  <a:pt x="109461" y="28089"/>
                </a:lnTo>
                <a:lnTo>
                  <a:pt x="109461" y="15063"/>
                </a:lnTo>
                <a:lnTo>
                  <a:pt x="126682" y="10131"/>
                </a:lnTo>
                <a:lnTo>
                  <a:pt x="126682" y="28089"/>
                </a:lnTo>
                <a:lnTo>
                  <a:pt x="140201" y="28089"/>
                </a:lnTo>
                <a:lnTo>
                  <a:pt x="140201" y="41008"/>
                </a:lnTo>
                <a:lnTo>
                  <a:pt x="126682" y="41008"/>
                </a:lnTo>
                <a:lnTo>
                  <a:pt x="126682" y="65988"/>
                </a:lnTo>
                <a:cubicBezTo>
                  <a:pt x="126682" y="72313"/>
                  <a:pt x="129185" y="75476"/>
                  <a:pt x="134193" y="75476"/>
                </a:cubicBezTo>
                <a:cubicBezTo>
                  <a:pt x="136124" y="75476"/>
                  <a:pt x="138127" y="74904"/>
                  <a:pt x="140201" y="73761"/>
                </a:cubicBezTo>
                <a:lnTo>
                  <a:pt x="140201" y="86679"/>
                </a:lnTo>
                <a:close/>
                <a:moveTo>
                  <a:pt x="146714" y="58001"/>
                </a:moveTo>
                <a:cubicBezTo>
                  <a:pt x="146714" y="48245"/>
                  <a:pt x="149637" y="40579"/>
                  <a:pt x="155485" y="35004"/>
                </a:cubicBezTo>
                <a:cubicBezTo>
                  <a:pt x="161333" y="29429"/>
                  <a:pt x="169192" y="26642"/>
                  <a:pt x="179064" y="26642"/>
                </a:cubicBezTo>
                <a:cubicBezTo>
                  <a:pt x="188613" y="26642"/>
                  <a:pt x="196196" y="29385"/>
                  <a:pt x="201811" y="34870"/>
                </a:cubicBezTo>
                <a:cubicBezTo>
                  <a:pt x="207426" y="40356"/>
                  <a:pt x="210234" y="47726"/>
                  <a:pt x="210234" y="56982"/>
                </a:cubicBezTo>
                <a:cubicBezTo>
                  <a:pt x="210234" y="66703"/>
                  <a:pt x="207355" y="74440"/>
                  <a:pt x="201596" y="80193"/>
                </a:cubicBezTo>
                <a:cubicBezTo>
                  <a:pt x="195838" y="85947"/>
                  <a:pt x="188041" y="88824"/>
                  <a:pt x="178205" y="88824"/>
                </a:cubicBezTo>
                <a:cubicBezTo>
                  <a:pt x="168549" y="88824"/>
                  <a:pt x="160886" y="86063"/>
                  <a:pt x="155217" y="80542"/>
                </a:cubicBezTo>
                <a:cubicBezTo>
                  <a:pt x="149548" y="75020"/>
                  <a:pt x="146714" y="67507"/>
                  <a:pt x="146714" y="58001"/>
                </a:cubicBezTo>
                <a:moveTo>
                  <a:pt x="164257" y="57786"/>
                </a:moveTo>
                <a:cubicBezTo>
                  <a:pt x="164257" y="69615"/>
                  <a:pt x="169085" y="75530"/>
                  <a:pt x="178742" y="75530"/>
                </a:cubicBezTo>
                <a:cubicBezTo>
                  <a:pt x="188005" y="75530"/>
                  <a:pt x="192637" y="69454"/>
                  <a:pt x="192637" y="57304"/>
                </a:cubicBezTo>
                <a:cubicBezTo>
                  <a:pt x="192637" y="45725"/>
                  <a:pt x="187970" y="39936"/>
                  <a:pt x="178635" y="39936"/>
                </a:cubicBezTo>
                <a:cubicBezTo>
                  <a:pt x="174092" y="39936"/>
                  <a:pt x="170560" y="41490"/>
                  <a:pt x="168039" y="44599"/>
                </a:cubicBezTo>
                <a:cubicBezTo>
                  <a:pt x="165518" y="47709"/>
                  <a:pt x="164257" y="52104"/>
                  <a:pt x="164257" y="57786"/>
                </a:cubicBez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txns">
            <a:extLst xmlns:a="http://schemas.openxmlformats.org/drawingml/2006/main">
              <a:ext uri="{FF2B5EF4-FFF2-40B4-BE49-F238E27FC236}">
                <a16:creationId xmlns:a16="http://schemas.microsoft.com/office/drawing/2014/main" id="{F0AF711B-4120-467E-BED8-F6BC9F54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942" y="3873769"/>
            <a:ext cx="231505" cy="78692"/>
          </a:xfrm>
          <a:custGeom xmlns:a="http://schemas.openxmlformats.org/drawingml/2006/main">
            <a:pathLst>
              <a:path w="231505" h="78692">
                <a:moveTo>
                  <a:pt x="40505" y="76548"/>
                </a:moveTo>
                <a:cubicBezTo>
                  <a:pt x="37894" y="77978"/>
                  <a:pt x="33942" y="78692"/>
                  <a:pt x="28648" y="78692"/>
                </a:cubicBezTo>
                <a:cubicBezTo>
                  <a:pt x="16059" y="78692"/>
                  <a:pt x="9764" y="72081"/>
                  <a:pt x="9764" y="58858"/>
                </a:cubicBezTo>
                <a:lnTo>
                  <a:pt x="9764" y="30877"/>
                </a:lnTo>
                <a:lnTo>
                  <a:pt x="0" y="30877"/>
                </a:lnTo>
                <a:lnTo>
                  <a:pt x="0" y="17958"/>
                </a:lnTo>
                <a:lnTo>
                  <a:pt x="9764" y="17958"/>
                </a:lnTo>
                <a:lnTo>
                  <a:pt x="9764" y="4932"/>
                </a:lnTo>
                <a:lnTo>
                  <a:pt x="26985" y="0"/>
                </a:lnTo>
                <a:lnTo>
                  <a:pt x="26985" y="17958"/>
                </a:lnTo>
                <a:lnTo>
                  <a:pt x="40505" y="17958"/>
                </a:lnTo>
                <a:lnTo>
                  <a:pt x="40505" y="30877"/>
                </a:lnTo>
                <a:lnTo>
                  <a:pt x="26985" y="30877"/>
                </a:lnTo>
                <a:lnTo>
                  <a:pt x="26985" y="55857"/>
                </a:lnTo>
                <a:cubicBezTo>
                  <a:pt x="26985" y="62182"/>
                  <a:pt x="29489" y="65345"/>
                  <a:pt x="34496" y="65345"/>
                </a:cubicBezTo>
                <a:cubicBezTo>
                  <a:pt x="36428" y="65345"/>
                  <a:pt x="38430" y="64773"/>
                  <a:pt x="40505" y="63629"/>
                </a:cubicBezTo>
                <a:lnTo>
                  <a:pt x="40505" y="76548"/>
                </a:lnTo>
                <a:close/>
                <a:moveTo>
                  <a:pt x="108478" y="17958"/>
                </a:moveTo>
                <a:lnTo>
                  <a:pt x="88842" y="46851"/>
                </a:lnTo>
                <a:lnTo>
                  <a:pt x="108317" y="77245"/>
                </a:lnTo>
                <a:lnTo>
                  <a:pt x="88306" y="77245"/>
                </a:lnTo>
                <a:lnTo>
                  <a:pt x="79454" y="60895"/>
                </a:lnTo>
                <a:cubicBezTo>
                  <a:pt x="78238" y="58644"/>
                  <a:pt x="77397" y="56875"/>
                  <a:pt x="76932" y="55589"/>
                </a:cubicBezTo>
                <a:lnTo>
                  <a:pt x="76718" y="55589"/>
                </a:lnTo>
                <a:cubicBezTo>
                  <a:pt x="76074" y="57304"/>
                  <a:pt x="75269" y="59019"/>
                  <a:pt x="74304" y="60735"/>
                </a:cubicBezTo>
                <a:lnTo>
                  <a:pt x="65291" y="77245"/>
                </a:lnTo>
                <a:lnTo>
                  <a:pt x="45387" y="77245"/>
                </a:lnTo>
                <a:lnTo>
                  <a:pt x="65452" y="47762"/>
                </a:lnTo>
                <a:lnTo>
                  <a:pt x="46567" y="17958"/>
                </a:lnTo>
                <a:lnTo>
                  <a:pt x="66632" y="17958"/>
                </a:lnTo>
                <a:lnTo>
                  <a:pt x="75430" y="35004"/>
                </a:lnTo>
                <a:cubicBezTo>
                  <a:pt x="76289" y="36648"/>
                  <a:pt x="77093" y="38471"/>
                  <a:pt x="77844" y="40472"/>
                </a:cubicBezTo>
                <a:lnTo>
                  <a:pt x="78059" y="40472"/>
                </a:lnTo>
                <a:cubicBezTo>
                  <a:pt x="78417" y="39257"/>
                  <a:pt x="79239" y="37416"/>
                  <a:pt x="80527" y="34951"/>
                </a:cubicBezTo>
                <a:lnTo>
                  <a:pt x="89594" y="17958"/>
                </a:lnTo>
                <a:lnTo>
                  <a:pt x="108478" y="17958"/>
                </a:lnTo>
                <a:close/>
                <a:moveTo>
                  <a:pt x="173398" y="77245"/>
                </a:moveTo>
                <a:lnTo>
                  <a:pt x="156176" y="77245"/>
                </a:lnTo>
                <a:lnTo>
                  <a:pt x="156176" y="44171"/>
                </a:lnTo>
                <a:cubicBezTo>
                  <a:pt x="156176" y="34593"/>
                  <a:pt x="152725" y="29804"/>
                  <a:pt x="145822" y="29804"/>
                </a:cubicBezTo>
                <a:cubicBezTo>
                  <a:pt x="142532" y="29804"/>
                  <a:pt x="139795" y="31082"/>
                  <a:pt x="137614" y="33637"/>
                </a:cubicBezTo>
                <a:cubicBezTo>
                  <a:pt x="135432" y="36192"/>
                  <a:pt x="134341" y="39453"/>
                  <a:pt x="134341" y="43420"/>
                </a:cubicBezTo>
                <a:lnTo>
                  <a:pt x="134341" y="77245"/>
                </a:lnTo>
                <a:lnTo>
                  <a:pt x="117013" y="77245"/>
                </a:lnTo>
                <a:lnTo>
                  <a:pt x="117013" y="17958"/>
                </a:lnTo>
                <a:lnTo>
                  <a:pt x="134341" y="17958"/>
                </a:lnTo>
                <a:lnTo>
                  <a:pt x="134341" y="27392"/>
                </a:lnTo>
                <a:lnTo>
                  <a:pt x="134556" y="27392"/>
                </a:lnTo>
                <a:cubicBezTo>
                  <a:pt x="138883" y="20138"/>
                  <a:pt x="145250" y="16510"/>
                  <a:pt x="153655" y="16510"/>
                </a:cubicBezTo>
                <a:cubicBezTo>
                  <a:pt x="166817" y="16510"/>
                  <a:pt x="173398" y="24658"/>
                  <a:pt x="173398" y="40954"/>
                </a:cubicBezTo>
                <a:lnTo>
                  <a:pt x="173398" y="77245"/>
                </a:lnTo>
                <a:close/>
                <a:moveTo>
                  <a:pt x="186654" y="61324"/>
                </a:moveTo>
                <a:cubicBezTo>
                  <a:pt x="192591" y="64934"/>
                  <a:pt x="198403" y="66738"/>
                  <a:pt x="204090" y="66738"/>
                </a:cubicBezTo>
                <a:cubicBezTo>
                  <a:pt x="211243" y="66738"/>
                  <a:pt x="214820" y="64826"/>
                  <a:pt x="214820" y="61003"/>
                </a:cubicBezTo>
                <a:cubicBezTo>
                  <a:pt x="214820" y="58287"/>
                  <a:pt x="211869" y="56017"/>
                  <a:pt x="205968" y="54195"/>
                </a:cubicBezTo>
                <a:cubicBezTo>
                  <a:pt x="198600" y="51908"/>
                  <a:pt x="193539" y="49361"/>
                  <a:pt x="190785" y="46556"/>
                </a:cubicBezTo>
                <a:cubicBezTo>
                  <a:pt x="188031" y="43751"/>
                  <a:pt x="186654" y="39954"/>
                  <a:pt x="186654" y="35165"/>
                </a:cubicBezTo>
                <a:cubicBezTo>
                  <a:pt x="186654" y="29340"/>
                  <a:pt x="189015" y="24774"/>
                  <a:pt x="193736" y="21469"/>
                </a:cubicBezTo>
                <a:cubicBezTo>
                  <a:pt x="198457" y="18163"/>
                  <a:pt x="204644" y="16510"/>
                  <a:pt x="212298" y="16510"/>
                </a:cubicBezTo>
                <a:cubicBezTo>
                  <a:pt x="217735" y="16510"/>
                  <a:pt x="222974" y="17314"/>
                  <a:pt x="228017" y="18923"/>
                </a:cubicBezTo>
                <a:lnTo>
                  <a:pt x="228017" y="32538"/>
                </a:lnTo>
                <a:cubicBezTo>
                  <a:pt x="223404" y="29822"/>
                  <a:pt x="218325" y="28464"/>
                  <a:pt x="212781" y="28464"/>
                </a:cubicBezTo>
                <a:cubicBezTo>
                  <a:pt x="210027" y="28464"/>
                  <a:pt x="207810" y="28956"/>
                  <a:pt x="206129" y="29938"/>
                </a:cubicBezTo>
                <a:cubicBezTo>
                  <a:pt x="204448" y="30921"/>
                  <a:pt x="203607" y="32217"/>
                  <a:pt x="203607" y="33825"/>
                </a:cubicBezTo>
                <a:cubicBezTo>
                  <a:pt x="203607" y="36541"/>
                  <a:pt x="206111" y="38739"/>
                  <a:pt x="211118" y="40418"/>
                </a:cubicBezTo>
                <a:cubicBezTo>
                  <a:pt x="216483" y="42205"/>
                  <a:pt x="220516" y="43831"/>
                  <a:pt x="223216" y="45296"/>
                </a:cubicBezTo>
                <a:cubicBezTo>
                  <a:pt x="225916" y="46762"/>
                  <a:pt x="227973" y="48691"/>
                  <a:pt x="229386" y="51086"/>
                </a:cubicBezTo>
                <a:cubicBezTo>
                  <a:pt x="230798" y="53480"/>
                  <a:pt x="231505" y="56250"/>
                  <a:pt x="231505" y="59394"/>
                </a:cubicBezTo>
                <a:cubicBezTo>
                  <a:pt x="231505" y="65505"/>
                  <a:pt x="229055" y="70250"/>
                  <a:pt x="224155" y="73627"/>
                </a:cubicBezTo>
                <a:cubicBezTo>
                  <a:pt x="219255" y="77004"/>
                  <a:pt x="212710" y="78692"/>
                  <a:pt x="204519" y="78692"/>
                </a:cubicBezTo>
                <a:cubicBezTo>
                  <a:pt x="198081" y="78692"/>
                  <a:pt x="192126" y="77674"/>
                  <a:pt x="186654" y="75637"/>
                </a:cubicBezTo>
                <a:lnTo>
                  <a:pt x="186654" y="61324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Syncthehard">
            <a:extLst xmlns:a="http://schemas.openxmlformats.org/drawingml/2006/main">
              <a:ext uri="{FF2B5EF4-FFF2-40B4-BE49-F238E27FC236}">
                <a16:creationId xmlns:a16="http://schemas.microsoft.com/office/drawing/2014/main" id="{55BAAFF8-3403-417D-822E-795B8844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212" y="756108"/>
            <a:ext cx="792949" cy="123828"/>
          </a:xfrm>
          <a:custGeom xmlns:a="http://schemas.openxmlformats.org/drawingml/2006/main">
            <a:pathLst>
              <a:path w="792949" h="123828">
                <a:moveTo>
                  <a:pt x="345" y="71620"/>
                </a:moveTo>
                <a:cubicBezTo>
                  <a:pt x="7511" y="77555"/>
                  <a:pt x="15654" y="80523"/>
                  <a:pt x="24774" y="80523"/>
                </a:cubicBezTo>
                <a:cubicBezTo>
                  <a:pt x="29948" y="80523"/>
                  <a:pt x="33837" y="79632"/>
                  <a:pt x="36443" y="77852"/>
                </a:cubicBezTo>
                <a:cubicBezTo>
                  <a:pt x="39049" y="76071"/>
                  <a:pt x="40352" y="73784"/>
                  <a:pt x="40352" y="70988"/>
                </a:cubicBezTo>
                <a:cubicBezTo>
                  <a:pt x="40352" y="68576"/>
                  <a:pt x="39317" y="66298"/>
                  <a:pt x="37248" y="64154"/>
                </a:cubicBezTo>
                <a:cubicBezTo>
                  <a:pt x="35178" y="62010"/>
                  <a:pt x="29718" y="59100"/>
                  <a:pt x="20866" y="55424"/>
                </a:cubicBezTo>
                <a:cubicBezTo>
                  <a:pt x="6955" y="49527"/>
                  <a:pt x="0" y="40950"/>
                  <a:pt x="0" y="29693"/>
                </a:cubicBezTo>
                <a:cubicBezTo>
                  <a:pt x="0" y="21423"/>
                  <a:pt x="3152" y="15000"/>
                  <a:pt x="9456" y="10424"/>
                </a:cubicBezTo>
                <a:cubicBezTo>
                  <a:pt x="15759" y="5849"/>
                  <a:pt x="24104" y="3561"/>
                  <a:pt x="34489" y="3561"/>
                </a:cubicBezTo>
                <a:cubicBezTo>
                  <a:pt x="43187" y="3561"/>
                  <a:pt x="50487" y="4690"/>
                  <a:pt x="56389" y="6950"/>
                </a:cubicBezTo>
                <a:lnTo>
                  <a:pt x="56389" y="24754"/>
                </a:lnTo>
                <a:cubicBezTo>
                  <a:pt x="50411" y="20695"/>
                  <a:pt x="43417" y="18666"/>
                  <a:pt x="35408" y="18666"/>
                </a:cubicBezTo>
                <a:cubicBezTo>
                  <a:pt x="30733" y="18666"/>
                  <a:pt x="26997" y="19518"/>
                  <a:pt x="24199" y="21222"/>
                </a:cubicBezTo>
                <a:cubicBezTo>
                  <a:pt x="21402" y="22926"/>
                  <a:pt x="20003" y="25214"/>
                  <a:pt x="20003" y="28085"/>
                </a:cubicBezTo>
                <a:cubicBezTo>
                  <a:pt x="20003" y="30383"/>
                  <a:pt x="20961" y="32498"/>
                  <a:pt x="22877" y="34432"/>
                </a:cubicBezTo>
                <a:cubicBezTo>
                  <a:pt x="24793" y="36365"/>
                  <a:pt x="29526" y="38979"/>
                  <a:pt x="37075" y="42271"/>
                </a:cubicBezTo>
                <a:cubicBezTo>
                  <a:pt x="45927" y="46062"/>
                  <a:pt x="52011" y="50063"/>
                  <a:pt x="55325" y="54275"/>
                </a:cubicBezTo>
                <a:cubicBezTo>
                  <a:pt x="58640" y="58487"/>
                  <a:pt x="60297" y="63503"/>
                  <a:pt x="60297" y="69323"/>
                </a:cubicBezTo>
                <a:cubicBezTo>
                  <a:pt x="60297" y="77861"/>
                  <a:pt x="57270" y="84371"/>
                  <a:pt x="51216" y="88850"/>
                </a:cubicBezTo>
                <a:cubicBezTo>
                  <a:pt x="45161" y="93330"/>
                  <a:pt x="36558" y="95570"/>
                  <a:pt x="25407" y="95570"/>
                </a:cubicBezTo>
                <a:cubicBezTo>
                  <a:pt x="15213" y="95570"/>
                  <a:pt x="6859" y="93924"/>
                  <a:pt x="345" y="90631"/>
                </a:cubicBezTo>
                <a:lnTo>
                  <a:pt x="345" y="71620"/>
                </a:lnTo>
                <a:close/>
                <a:moveTo>
                  <a:pt x="129677" y="30497"/>
                </a:moveTo>
                <a:lnTo>
                  <a:pt x="103466" y="99706"/>
                </a:lnTo>
                <a:cubicBezTo>
                  <a:pt x="97373" y="115787"/>
                  <a:pt x="88252" y="123828"/>
                  <a:pt x="76105" y="123828"/>
                </a:cubicBezTo>
                <a:cubicBezTo>
                  <a:pt x="71315" y="123828"/>
                  <a:pt x="67598" y="123330"/>
                  <a:pt x="64953" y="122335"/>
                </a:cubicBezTo>
                <a:lnTo>
                  <a:pt x="64953" y="107459"/>
                </a:lnTo>
                <a:cubicBezTo>
                  <a:pt x="67444" y="108876"/>
                  <a:pt x="70184" y="109584"/>
                  <a:pt x="73173" y="109584"/>
                </a:cubicBezTo>
                <a:cubicBezTo>
                  <a:pt x="78232" y="109584"/>
                  <a:pt x="81795" y="107134"/>
                  <a:pt x="83865" y="102233"/>
                </a:cubicBezTo>
                <a:lnTo>
                  <a:pt x="87371" y="93905"/>
                </a:lnTo>
                <a:lnTo>
                  <a:pt x="61677" y="30497"/>
                </a:lnTo>
                <a:lnTo>
                  <a:pt x="82255" y="30497"/>
                </a:lnTo>
                <a:lnTo>
                  <a:pt x="94671" y="70299"/>
                </a:lnTo>
                <a:cubicBezTo>
                  <a:pt x="95437" y="72712"/>
                  <a:pt x="95993" y="75411"/>
                  <a:pt x="96338" y="78397"/>
                </a:cubicBezTo>
                <a:lnTo>
                  <a:pt x="96683" y="78397"/>
                </a:lnTo>
                <a:cubicBezTo>
                  <a:pt x="96951" y="76368"/>
                  <a:pt x="97583" y="73707"/>
                  <a:pt x="98580" y="70414"/>
                </a:cubicBezTo>
                <a:lnTo>
                  <a:pt x="111283" y="30497"/>
                </a:lnTo>
                <a:lnTo>
                  <a:pt x="129677" y="30497"/>
                </a:lnTo>
                <a:close/>
                <a:moveTo>
                  <a:pt x="198226" y="94020"/>
                </a:moveTo>
                <a:lnTo>
                  <a:pt x="179774" y="94020"/>
                </a:lnTo>
                <a:lnTo>
                  <a:pt x="179774" y="58583"/>
                </a:lnTo>
                <a:cubicBezTo>
                  <a:pt x="179774" y="48321"/>
                  <a:pt x="176076" y="43190"/>
                  <a:pt x="168681" y="43190"/>
                </a:cubicBezTo>
                <a:cubicBezTo>
                  <a:pt x="165155" y="43190"/>
                  <a:pt x="162223" y="44559"/>
                  <a:pt x="159886" y="47297"/>
                </a:cubicBezTo>
                <a:cubicBezTo>
                  <a:pt x="157548" y="50035"/>
                  <a:pt x="156380" y="53529"/>
                  <a:pt x="156380" y="57779"/>
                </a:cubicBezTo>
                <a:lnTo>
                  <a:pt x="156380" y="94020"/>
                </a:lnTo>
                <a:lnTo>
                  <a:pt x="137813" y="94020"/>
                </a:lnTo>
                <a:lnTo>
                  <a:pt x="137813" y="30497"/>
                </a:lnTo>
                <a:lnTo>
                  <a:pt x="156380" y="30497"/>
                </a:lnTo>
                <a:lnTo>
                  <a:pt x="156380" y="40606"/>
                </a:lnTo>
                <a:lnTo>
                  <a:pt x="156610" y="40606"/>
                </a:lnTo>
                <a:cubicBezTo>
                  <a:pt x="161246" y="32833"/>
                  <a:pt x="168067" y="28947"/>
                  <a:pt x="177073" y="28947"/>
                </a:cubicBezTo>
                <a:cubicBezTo>
                  <a:pt x="191175" y="28947"/>
                  <a:pt x="198226" y="37677"/>
                  <a:pt x="198226" y="55137"/>
                </a:cubicBezTo>
                <a:lnTo>
                  <a:pt x="198226" y="94020"/>
                </a:lnTo>
                <a:close/>
                <a:moveTo>
                  <a:pt x="261749" y="91665"/>
                </a:moveTo>
                <a:cubicBezTo>
                  <a:pt x="257304" y="94268"/>
                  <a:pt x="250981" y="95570"/>
                  <a:pt x="242780" y="95570"/>
                </a:cubicBezTo>
                <a:cubicBezTo>
                  <a:pt x="233085" y="95570"/>
                  <a:pt x="225248" y="92622"/>
                  <a:pt x="219270" y="86725"/>
                </a:cubicBezTo>
                <a:cubicBezTo>
                  <a:pt x="213292" y="80829"/>
                  <a:pt x="210303" y="73190"/>
                  <a:pt x="210303" y="63809"/>
                </a:cubicBezTo>
                <a:cubicBezTo>
                  <a:pt x="210303" y="53012"/>
                  <a:pt x="213522" y="44502"/>
                  <a:pt x="219960" y="38280"/>
                </a:cubicBezTo>
                <a:cubicBezTo>
                  <a:pt x="226398" y="32058"/>
                  <a:pt x="234982" y="28947"/>
                  <a:pt x="245712" y="28947"/>
                </a:cubicBezTo>
                <a:cubicBezTo>
                  <a:pt x="252954" y="28947"/>
                  <a:pt x="258319" y="29942"/>
                  <a:pt x="261806" y="31933"/>
                </a:cubicBezTo>
                <a:lnTo>
                  <a:pt x="261806" y="47843"/>
                </a:lnTo>
                <a:cubicBezTo>
                  <a:pt x="257553" y="44741"/>
                  <a:pt x="252916" y="43190"/>
                  <a:pt x="247896" y="43190"/>
                </a:cubicBezTo>
                <a:cubicBezTo>
                  <a:pt x="242224" y="43190"/>
                  <a:pt x="237674" y="44913"/>
                  <a:pt x="234244" y="48359"/>
                </a:cubicBezTo>
                <a:cubicBezTo>
                  <a:pt x="230814" y="51806"/>
                  <a:pt x="229100" y="56534"/>
                  <a:pt x="229100" y="62546"/>
                </a:cubicBezTo>
                <a:cubicBezTo>
                  <a:pt x="229100" y="68366"/>
                  <a:pt x="230728" y="72951"/>
                  <a:pt x="233985" y="76301"/>
                </a:cubicBezTo>
                <a:cubicBezTo>
                  <a:pt x="237243" y="79651"/>
                  <a:pt x="241669" y="81327"/>
                  <a:pt x="247264" y="81327"/>
                </a:cubicBezTo>
                <a:cubicBezTo>
                  <a:pt x="252207" y="81327"/>
                  <a:pt x="257035" y="79757"/>
                  <a:pt x="261749" y="76617"/>
                </a:cubicBezTo>
                <a:lnTo>
                  <a:pt x="261749" y="91665"/>
                </a:lnTo>
                <a:close/>
                <a:moveTo>
                  <a:pt x="347459" y="93273"/>
                </a:moveTo>
                <a:cubicBezTo>
                  <a:pt x="344662" y="94804"/>
                  <a:pt x="340427" y="95570"/>
                  <a:pt x="334756" y="95570"/>
                </a:cubicBezTo>
                <a:cubicBezTo>
                  <a:pt x="321267" y="95570"/>
                  <a:pt x="314523" y="88487"/>
                  <a:pt x="314523" y="74320"/>
                </a:cubicBezTo>
                <a:lnTo>
                  <a:pt x="314523" y="44339"/>
                </a:lnTo>
                <a:lnTo>
                  <a:pt x="304061" y="44339"/>
                </a:lnTo>
                <a:lnTo>
                  <a:pt x="304061" y="30497"/>
                </a:lnTo>
                <a:lnTo>
                  <a:pt x="314523" y="30497"/>
                </a:lnTo>
                <a:lnTo>
                  <a:pt x="314523" y="16541"/>
                </a:lnTo>
                <a:lnTo>
                  <a:pt x="332974" y="11257"/>
                </a:lnTo>
                <a:lnTo>
                  <a:pt x="332974" y="30497"/>
                </a:lnTo>
                <a:lnTo>
                  <a:pt x="347459" y="30497"/>
                </a:lnTo>
                <a:lnTo>
                  <a:pt x="347459" y="44339"/>
                </a:lnTo>
                <a:lnTo>
                  <a:pt x="332974" y="44339"/>
                </a:lnTo>
                <a:lnTo>
                  <a:pt x="332974" y="71103"/>
                </a:lnTo>
                <a:cubicBezTo>
                  <a:pt x="332974" y="77881"/>
                  <a:pt x="335656" y="81269"/>
                  <a:pt x="341021" y="81269"/>
                </a:cubicBezTo>
                <a:cubicBezTo>
                  <a:pt x="343091" y="81269"/>
                  <a:pt x="345237" y="80657"/>
                  <a:pt x="347459" y="79431"/>
                </a:cubicBezTo>
                <a:lnTo>
                  <a:pt x="347459" y="93273"/>
                </a:lnTo>
                <a:close/>
                <a:moveTo>
                  <a:pt x="418843" y="94020"/>
                </a:moveTo>
                <a:lnTo>
                  <a:pt x="400334" y="94020"/>
                </a:lnTo>
                <a:lnTo>
                  <a:pt x="400334" y="57836"/>
                </a:lnTo>
                <a:cubicBezTo>
                  <a:pt x="400334" y="48072"/>
                  <a:pt x="396771" y="43190"/>
                  <a:pt x="389643" y="43190"/>
                </a:cubicBezTo>
                <a:cubicBezTo>
                  <a:pt x="386079" y="43190"/>
                  <a:pt x="383138" y="44550"/>
                  <a:pt x="380820" y="47268"/>
                </a:cubicBezTo>
                <a:cubicBezTo>
                  <a:pt x="378501" y="49987"/>
                  <a:pt x="377342" y="53509"/>
                  <a:pt x="377342" y="57836"/>
                </a:cubicBezTo>
                <a:lnTo>
                  <a:pt x="377342" y="94020"/>
                </a:lnTo>
                <a:lnTo>
                  <a:pt x="358776" y="94020"/>
                </a:lnTo>
                <a:lnTo>
                  <a:pt x="358776" y="0"/>
                </a:lnTo>
                <a:lnTo>
                  <a:pt x="377342" y="0"/>
                </a:lnTo>
                <a:lnTo>
                  <a:pt x="377342" y="40032"/>
                </a:lnTo>
                <a:lnTo>
                  <a:pt x="377572" y="40032"/>
                </a:lnTo>
                <a:cubicBezTo>
                  <a:pt x="382439" y="32642"/>
                  <a:pt x="388992" y="28947"/>
                  <a:pt x="397230" y="28947"/>
                </a:cubicBezTo>
                <a:cubicBezTo>
                  <a:pt x="411639" y="28947"/>
                  <a:pt x="418843" y="37638"/>
                  <a:pt x="418843" y="55022"/>
                </a:cubicBezTo>
                <a:lnTo>
                  <a:pt x="418843" y="94020"/>
                </a:lnTo>
                <a:close/>
                <a:moveTo>
                  <a:pt x="491270" y="67485"/>
                </a:moveTo>
                <a:lnTo>
                  <a:pt x="449424" y="67485"/>
                </a:lnTo>
                <a:cubicBezTo>
                  <a:pt x="450075" y="77325"/>
                  <a:pt x="456015" y="82246"/>
                  <a:pt x="467243" y="82246"/>
                </a:cubicBezTo>
                <a:cubicBezTo>
                  <a:pt x="474256" y="82246"/>
                  <a:pt x="480445" y="80523"/>
                  <a:pt x="485809" y="77076"/>
                </a:cubicBezTo>
                <a:lnTo>
                  <a:pt x="485809" y="90688"/>
                </a:lnTo>
                <a:cubicBezTo>
                  <a:pt x="480023" y="93943"/>
                  <a:pt x="472435" y="95570"/>
                  <a:pt x="463047" y="95570"/>
                </a:cubicBezTo>
                <a:cubicBezTo>
                  <a:pt x="452930" y="95570"/>
                  <a:pt x="445065" y="92718"/>
                  <a:pt x="439451" y="87013"/>
                </a:cubicBezTo>
                <a:cubicBezTo>
                  <a:pt x="433837" y="81307"/>
                  <a:pt x="431030" y="73362"/>
                  <a:pt x="431030" y="63177"/>
                </a:cubicBezTo>
                <a:cubicBezTo>
                  <a:pt x="431030" y="53031"/>
                  <a:pt x="434019" y="44789"/>
                  <a:pt x="439997" y="38452"/>
                </a:cubicBezTo>
                <a:cubicBezTo>
                  <a:pt x="445975" y="32115"/>
                  <a:pt x="453486" y="28947"/>
                  <a:pt x="462530" y="28947"/>
                </a:cubicBezTo>
                <a:cubicBezTo>
                  <a:pt x="471535" y="28947"/>
                  <a:pt x="478576" y="31675"/>
                  <a:pt x="483654" y="37131"/>
                </a:cubicBezTo>
                <a:cubicBezTo>
                  <a:pt x="488731" y="42587"/>
                  <a:pt x="491270" y="50082"/>
                  <a:pt x="491270" y="59617"/>
                </a:cubicBezTo>
                <a:lnTo>
                  <a:pt x="491270" y="67485"/>
                </a:lnTo>
                <a:moveTo>
                  <a:pt x="473968" y="55883"/>
                </a:moveTo>
                <a:cubicBezTo>
                  <a:pt x="473968" y="46388"/>
                  <a:pt x="470117" y="41640"/>
                  <a:pt x="462415" y="41640"/>
                </a:cubicBezTo>
                <a:cubicBezTo>
                  <a:pt x="459234" y="41640"/>
                  <a:pt x="456417" y="42942"/>
                  <a:pt x="453965" y="45545"/>
                </a:cubicBezTo>
                <a:cubicBezTo>
                  <a:pt x="451512" y="48149"/>
                  <a:pt x="449980" y="51595"/>
                  <a:pt x="449366" y="55883"/>
                </a:cubicBezTo>
                <a:lnTo>
                  <a:pt x="473968" y="55883"/>
                </a:lnTo>
                <a:close/>
                <a:moveTo>
                  <a:pt x="598485" y="94020"/>
                </a:moveTo>
                <a:lnTo>
                  <a:pt x="579976" y="94020"/>
                </a:lnTo>
                <a:lnTo>
                  <a:pt x="579976" y="57836"/>
                </a:lnTo>
                <a:cubicBezTo>
                  <a:pt x="579976" y="48072"/>
                  <a:pt x="576413" y="43190"/>
                  <a:pt x="569285" y="43190"/>
                </a:cubicBezTo>
                <a:cubicBezTo>
                  <a:pt x="565721" y="43190"/>
                  <a:pt x="562780" y="44550"/>
                  <a:pt x="560462" y="47268"/>
                </a:cubicBezTo>
                <a:cubicBezTo>
                  <a:pt x="558143" y="49987"/>
                  <a:pt x="556984" y="53509"/>
                  <a:pt x="556984" y="57836"/>
                </a:cubicBezTo>
                <a:lnTo>
                  <a:pt x="556984" y="94020"/>
                </a:lnTo>
                <a:lnTo>
                  <a:pt x="538418" y="94020"/>
                </a:lnTo>
                <a:lnTo>
                  <a:pt x="538418" y="0"/>
                </a:lnTo>
                <a:lnTo>
                  <a:pt x="556984" y="0"/>
                </a:lnTo>
                <a:lnTo>
                  <a:pt x="556984" y="40032"/>
                </a:lnTo>
                <a:lnTo>
                  <a:pt x="557214" y="40032"/>
                </a:lnTo>
                <a:cubicBezTo>
                  <a:pt x="562081" y="32642"/>
                  <a:pt x="568633" y="28947"/>
                  <a:pt x="576872" y="28947"/>
                </a:cubicBezTo>
                <a:cubicBezTo>
                  <a:pt x="591281" y="28947"/>
                  <a:pt x="598485" y="37638"/>
                  <a:pt x="598485" y="55022"/>
                </a:cubicBezTo>
                <a:lnTo>
                  <a:pt x="598485" y="94020"/>
                </a:lnTo>
                <a:close/>
                <a:moveTo>
                  <a:pt x="616018" y="34346"/>
                </a:moveTo>
                <a:cubicBezTo>
                  <a:pt x="618892" y="32737"/>
                  <a:pt x="622733" y="31436"/>
                  <a:pt x="627543" y="30440"/>
                </a:cubicBezTo>
                <a:cubicBezTo>
                  <a:pt x="632352" y="29445"/>
                  <a:pt x="636462" y="28947"/>
                  <a:pt x="639872" y="28947"/>
                </a:cubicBezTo>
                <a:cubicBezTo>
                  <a:pt x="657653" y="28947"/>
                  <a:pt x="666543" y="37849"/>
                  <a:pt x="666543" y="55654"/>
                </a:cubicBezTo>
                <a:lnTo>
                  <a:pt x="666543" y="94020"/>
                </a:lnTo>
                <a:lnTo>
                  <a:pt x="648897" y="94020"/>
                </a:lnTo>
                <a:lnTo>
                  <a:pt x="648897" y="84773"/>
                </a:lnTo>
                <a:lnTo>
                  <a:pt x="648667" y="84773"/>
                </a:lnTo>
                <a:cubicBezTo>
                  <a:pt x="644337" y="91971"/>
                  <a:pt x="637995" y="95570"/>
                  <a:pt x="629641" y="95570"/>
                </a:cubicBezTo>
                <a:cubicBezTo>
                  <a:pt x="623624" y="95570"/>
                  <a:pt x="618805" y="93857"/>
                  <a:pt x="615184" y="90430"/>
                </a:cubicBezTo>
                <a:cubicBezTo>
                  <a:pt x="611563" y="87003"/>
                  <a:pt x="609752" y="82341"/>
                  <a:pt x="609752" y="76445"/>
                </a:cubicBezTo>
                <a:cubicBezTo>
                  <a:pt x="609752" y="64269"/>
                  <a:pt x="617014" y="57185"/>
                  <a:pt x="631538" y="55194"/>
                </a:cubicBezTo>
                <a:lnTo>
                  <a:pt x="649012" y="52839"/>
                </a:lnTo>
                <a:cubicBezTo>
                  <a:pt x="649012" y="45449"/>
                  <a:pt x="645161" y="41755"/>
                  <a:pt x="637458" y="41755"/>
                </a:cubicBezTo>
                <a:cubicBezTo>
                  <a:pt x="629871" y="41755"/>
                  <a:pt x="622724" y="44052"/>
                  <a:pt x="616018" y="48647"/>
                </a:cubicBezTo>
                <a:lnTo>
                  <a:pt x="616018" y="34346"/>
                </a:lnTo>
                <a:moveTo>
                  <a:pt x="636998" y="65245"/>
                </a:moveTo>
                <a:cubicBezTo>
                  <a:pt x="630292" y="66126"/>
                  <a:pt x="626939" y="69151"/>
                  <a:pt x="626939" y="74320"/>
                </a:cubicBezTo>
                <a:cubicBezTo>
                  <a:pt x="626939" y="76694"/>
                  <a:pt x="627753" y="78608"/>
                  <a:pt x="629382" y="80063"/>
                </a:cubicBezTo>
                <a:cubicBezTo>
                  <a:pt x="631011" y="81518"/>
                  <a:pt x="633204" y="82246"/>
                  <a:pt x="635964" y="82246"/>
                </a:cubicBezTo>
                <a:cubicBezTo>
                  <a:pt x="639757" y="82246"/>
                  <a:pt x="642880" y="80905"/>
                  <a:pt x="645333" y="78225"/>
                </a:cubicBezTo>
                <a:cubicBezTo>
                  <a:pt x="647785" y="75545"/>
                  <a:pt x="649012" y="72214"/>
                  <a:pt x="649012" y="68232"/>
                </a:cubicBezTo>
                <a:lnTo>
                  <a:pt x="649012" y="63694"/>
                </a:lnTo>
                <a:lnTo>
                  <a:pt x="636998" y="65245"/>
                </a:lnTo>
                <a:close/>
                <a:moveTo>
                  <a:pt x="723032" y="47326"/>
                </a:moveTo>
                <a:cubicBezTo>
                  <a:pt x="720771" y="46024"/>
                  <a:pt x="718031" y="45373"/>
                  <a:pt x="714812" y="45373"/>
                </a:cubicBezTo>
                <a:cubicBezTo>
                  <a:pt x="710597" y="45373"/>
                  <a:pt x="707254" y="46981"/>
                  <a:pt x="704782" y="50197"/>
                </a:cubicBezTo>
                <a:cubicBezTo>
                  <a:pt x="702310" y="53414"/>
                  <a:pt x="701075" y="57836"/>
                  <a:pt x="701075" y="63465"/>
                </a:cubicBezTo>
                <a:lnTo>
                  <a:pt x="701075" y="94020"/>
                </a:lnTo>
                <a:lnTo>
                  <a:pt x="682508" y="94020"/>
                </a:lnTo>
                <a:lnTo>
                  <a:pt x="682508" y="30497"/>
                </a:lnTo>
                <a:lnTo>
                  <a:pt x="701075" y="30497"/>
                </a:lnTo>
                <a:lnTo>
                  <a:pt x="701075" y="42444"/>
                </a:lnTo>
                <a:lnTo>
                  <a:pt x="701304" y="42444"/>
                </a:lnTo>
                <a:cubicBezTo>
                  <a:pt x="704370" y="33752"/>
                  <a:pt x="709946" y="29406"/>
                  <a:pt x="718031" y="29406"/>
                </a:cubicBezTo>
                <a:cubicBezTo>
                  <a:pt x="720216" y="29406"/>
                  <a:pt x="721883" y="29655"/>
                  <a:pt x="723032" y="30153"/>
                </a:cubicBezTo>
                <a:lnTo>
                  <a:pt x="723032" y="47326"/>
                </a:lnTo>
                <a:close/>
                <a:moveTo>
                  <a:pt x="792949" y="94020"/>
                </a:moveTo>
                <a:lnTo>
                  <a:pt x="774440" y="94020"/>
                </a:lnTo>
                <a:lnTo>
                  <a:pt x="774440" y="85060"/>
                </a:lnTo>
                <a:lnTo>
                  <a:pt x="774153" y="85060"/>
                </a:lnTo>
                <a:cubicBezTo>
                  <a:pt x="769670" y="92067"/>
                  <a:pt x="763040" y="95570"/>
                  <a:pt x="754265" y="95570"/>
                </a:cubicBezTo>
                <a:cubicBezTo>
                  <a:pt x="746179" y="95570"/>
                  <a:pt x="739751" y="92718"/>
                  <a:pt x="734980" y="87013"/>
                </a:cubicBezTo>
                <a:cubicBezTo>
                  <a:pt x="730209" y="81307"/>
                  <a:pt x="727823" y="73535"/>
                  <a:pt x="727823" y="63694"/>
                </a:cubicBezTo>
                <a:cubicBezTo>
                  <a:pt x="727823" y="53280"/>
                  <a:pt x="730496" y="44885"/>
                  <a:pt x="735842" y="38510"/>
                </a:cubicBezTo>
                <a:cubicBezTo>
                  <a:pt x="741188" y="32134"/>
                  <a:pt x="748172" y="28947"/>
                  <a:pt x="756794" y="28947"/>
                </a:cubicBezTo>
                <a:cubicBezTo>
                  <a:pt x="765071" y="28947"/>
                  <a:pt x="770858" y="31933"/>
                  <a:pt x="774153" y="37906"/>
                </a:cubicBezTo>
                <a:lnTo>
                  <a:pt x="774440" y="37906"/>
                </a:lnTo>
                <a:lnTo>
                  <a:pt x="774440" y="0"/>
                </a:lnTo>
                <a:lnTo>
                  <a:pt x="792949" y="0"/>
                </a:lnTo>
                <a:lnTo>
                  <a:pt x="792949" y="94020"/>
                </a:lnTo>
                <a:moveTo>
                  <a:pt x="774728" y="58066"/>
                </a:moveTo>
                <a:cubicBezTo>
                  <a:pt x="774728" y="53777"/>
                  <a:pt x="773435" y="50226"/>
                  <a:pt x="770848" y="47412"/>
                </a:cubicBezTo>
                <a:cubicBezTo>
                  <a:pt x="768261" y="44598"/>
                  <a:pt x="765033" y="43190"/>
                  <a:pt x="761162" y="43190"/>
                </a:cubicBezTo>
                <a:cubicBezTo>
                  <a:pt x="756641" y="43190"/>
                  <a:pt x="753086" y="44980"/>
                  <a:pt x="750500" y="48560"/>
                </a:cubicBezTo>
                <a:cubicBezTo>
                  <a:pt x="747913" y="52141"/>
                  <a:pt x="746620" y="56994"/>
                  <a:pt x="746620" y="63120"/>
                </a:cubicBezTo>
                <a:cubicBezTo>
                  <a:pt x="746620" y="68940"/>
                  <a:pt x="747865" y="73429"/>
                  <a:pt x="750356" y="76588"/>
                </a:cubicBezTo>
                <a:cubicBezTo>
                  <a:pt x="752847" y="79747"/>
                  <a:pt x="756277" y="81327"/>
                  <a:pt x="760645" y="81327"/>
                </a:cubicBezTo>
                <a:cubicBezTo>
                  <a:pt x="764745" y="81327"/>
                  <a:pt x="768118" y="79661"/>
                  <a:pt x="770762" y="76330"/>
                </a:cubicBezTo>
                <a:cubicBezTo>
                  <a:pt x="773406" y="72999"/>
                  <a:pt x="774728" y="68672"/>
                  <a:pt x="774728" y="63350"/>
                </a:cubicBezTo>
                <a:lnTo>
                  <a:pt x="774728" y="5806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finalized">
            <a:extLst xmlns:a="http://schemas.openxmlformats.org/drawingml/2006/main">
              <a:ext uri="{FF2B5EF4-FFF2-40B4-BE49-F238E27FC236}">
                <a16:creationId xmlns:a16="http://schemas.microsoft.com/office/drawing/2014/main" id="{91E920A3-7506-45FE-8FE7-BD32926F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580" y="901646"/>
            <a:ext cx="492469" cy="97064"/>
          </a:xfrm>
          <a:custGeom xmlns:a="http://schemas.openxmlformats.org/drawingml/2006/main">
            <a:pathLst>
              <a:path w="492469" h="97064">
                <a:moveTo>
                  <a:pt x="45927" y="15794"/>
                </a:moveTo>
                <a:cubicBezTo>
                  <a:pt x="43398" y="14799"/>
                  <a:pt x="41003" y="14301"/>
                  <a:pt x="38742" y="14301"/>
                </a:cubicBezTo>
                <a:cubicBezTo>
                  <a:pt x="32381" y="14301"/>
                  <a:pt x="29200" y="17824"/>
                  <a:pt x="29200" y="24869"/>
                </a:cubicBezTo>
                <a:lnTo>
                  <a:pt x="29200" y="31991"/>
                </a:lnTo>
                <a:lnTo>
                  <a:pt x="43686" y="31991"/>
                </a:lnTo>
                <a:lnTo>
                  <a:pt x="43686" y="45832"/>
                </a:lnTo>
                <a:lnTo>
                  <a:pt x="29200" y="45832"/>
                </a:lnTo>
                <a:lnTo>
                  <a:pt x="29200" y="95513"/>
                </a:lnTo>
                <a:lnTo>
                  <a:pt x="10634" y="95513"/>
                </a:lnTo>
                <a:lnTo>
                  <a:pt x="10634" y="45832"/>
                </a:lnTo>
                <a:lnTo>
                  <a:pt x="0" y="45832"/>
                </a:lnTo>
                <a:lnTo>
                  <a:pt x="0" y="31991"/>
                </a:lnTo>
                <a:lnTo>
                  <a:pt x="10634" y="31991"/>
                </a:lnTo>
                <a:lnTo>
                  <a:pt x="10634" y="23835"/>
                </a:lnTo>
                <a:cubicBezTo>
                  <a:pt x="10634" y="16598"/>
                  <a:pt x="12991" y="10817"/>
                  <a:pt x="17704" y="6490"/>
                </a:cubicBezTo>
                <a:cubicBezTo>
                  <a:pt x="22418" y="2163"/>
                  <a:pt x="28606" y="0"/>
                  <a:pt x="36270" y="0"/>
                </a:cubicBezTo>
                <a:cubicBezTo>
                  <a:pt x="40179" y="0"/>
                  <a:pt x="43398" y="402"/>
                  <a:pt x="45927" y="1206"/>
                </a:cubicBezTo>
                <a:lnTo>
                  <a:pt x="45927" y="15794"/>
                </a:lnTo>
                <a:close/>
                <a:moveTo>
                  <a:pt x="51586" y="11487"/>
                </a:moveTo>
                <a:cubicBezTo>
                  <a:pt x="51586" y="8653"/>
                  <a:pt x="52592" y="6346"/>
                  <a:pt x="54604" y="4566"/>
                </a:cubicBezTo>
                <a:cubicBezTo>
                  <a:pt x="56615" y="2786"/>
                  <a:pt x="59192" y="1895"/>
                  <a:pt x="62335" y="1895"/>
                </a:cubicBezTo>
                <a:cubicBezTo>
                  <a:pt x="65554" y="1895"/>
                  <a:pt x="68159" y="2805"/>
                  <a:pt x="70152" y="4623"/>
                </a:cubicBezTo>
                <a:cubicBezTo>
                  <a:pt x="72145" y="6442"/>
                  <a:pt x="73141" y="8730"/>
                  <a:pt x="73141" y="11487"/>
                </a:cubicBezTo>
                <a:cubicBezTo>
                  <a:pt x="73141" y="14282"/>
                  <a:pt x="72126" y="16608"/>
                  <a:pt x="70095" y="18465"/>
                </a:cubicBezTo>
                <a:cubicBezTo>
                  <a:pt x="68064" y="20322"/>
                  <a:pt x="65477" y="21251"/>
                  <a:pt x="62335" y="21251"/>
                </a:cubicBezTo>
                <a:cubicBezTo>
                  <a:pt x="59231" y="21251"/>
                  <a:pt x="56663" y="20313"/>
                  <a:pt x="54632" y="18436"/>
                </a:cubicBezTo>
                <a:cubicBezTo>
                  <a:pt x="52601" y="16560"/>
                  <a:pt x="51586" y="14244"/>
                  <a:pt x="51586" y="11487"/>
                </a:cubicBezTo>
                <a:moveTo>
                  <a:pt x="52965" y="95513"/>
                </a:moveTo>
                <a:lnTo>
                  <a:pt x="52965" y="31991"/>
                </a:lnTo>
                <a:lnTo>
                  <a:pt x="71474" y="31991"/>
                </a:lnTo>
                <a:lnTo>
                  <a:pt x="71474" y="95513"/>
                </a:lnTo>
                <a:lnTo>
                  <a:pt x="52965" y="95513"/>
                </a:lnTo>
                <a:close/>
                <a:moveTo>
                  <a:pt x="148510" y="95513"/>
                </a:moveTo>
                <a:lnTo>
                  <a:pt x="130059" y="95513"/>
                </a:lnTo>
                <a:lnTo>
                  <a:pt x="130059" y="60076"/>
                </a:lnTo>
                <a:cubicBezTo>
                  <a:pt x="130059" y="49814"/>
                  <a:pt x="126361" y="44684"/>
                  <a:pt x="118965" y="44684"/>
                </a:cubicBezTo>
                <a:cubicBezTo>
                  <a:pt x="115440" y="44684"/>
                  <a:pt x="112508" y="46053"/>
                  <a:pt x="110171" y="48790"/>
                </a:cubicBezTo>
                <a:cubicBezTo>
                  <a:pt x="107833" y="51528"/>
                  <a:pt x="106664" y="55022"/>
                  <a:pt x="106664" y="59272"/>
                </a:cubicBezTo>
                <a:lnTo>
                  <a:pt x="106664" y="95513"/>
                </a:lnTo>
                <a:lnTo>
                  <a:pt x="88098" y="95513"/>
                </a:lnTo>
                <a:lnTo>
                  <a:pt x="88098" y="31991"/>
                </a:lnTo>
                <a:lnTo>
                  <a:pt x="106664" y="31991"/>
                </a:lnTo>
                <a:lnTo>
                  <a:pt x="106664" y="42099"/>
                </a:lnTo>
                <a:lnTo>
                  <a:pt x="106894" y="42099"/>
                </a:lnTo>
                <a:cubicBezTo>
                  <a:pt x="111531" y="34326"/>
                  <a:pt x="118352" y="30440"/>
                  <a:pt x="127357" y="30440"/>
                </a:cubicBezTo>
                <a:cubicBezTo>
                  <a:pt x="141459" y="30440"/>
                  <a:pt x="148510" y="39170"/>
                  <a:pt x="148510" y="56630"/>
                </a:cubicBezTo>
                <a:lnTo>
                  <a:pt x="148510" y="95513"/>
                </a:lnTo>
                <a:close/>
                <a:moveTo>
                  <a:pt x="165933" y="35839"/>
                </a:moveTo>
                <a:cubicBezTo>
                  <a:pt x="168808" y="34231"/>
                  <a:pt x="172649" y="32929"/>
                  <a:pt x="177458" y="31933"/>
                </a:cubicBezTo>
                <a:cubicBezTo>
                  <a:pt x="182268" y="30938"/>
                  <a:pt x="186378" y="30440"/>
                  <a:pt x="189788" y="30440"/>
                </a:cubicBezTo>
                <a:cubicBezTo>
                  <a:pt x="207569" y="30440"/>
                  <a:pt x="216459" y="39342"/>
                  <a:pt x="216459" y="57147"/>
                </a:cubicBezTo>
                <a:lnTo>
                  <a:pt x="216459" y="95513"/>
                </a:lnTo>
                <a:lnTo>
                  <a:pt x="198813" y="95513"/>
                </a:lnTo>
                <a:lnTo>
                  <a:pt x="198813" y="86266"/>
                </a:lnTo>
                <a:lnTo>
                  <a:pt x="198583" y="86266"/>
                </a:lnTo>
                <a:cubicBezTo>
                  <a:pt x="194252" y="93464"/>
                  <a:pt x="187910" y="97064"/>
                  <a:pt x="179556" y="97064"/>
                </a:cubicBezTo>
                <a:cubicBezTo>
                  <a:pt x="173540" y="97064"/>
                  <a:pt x="168721" y="95350"/>
                  <a:pt x="165100" y="91923"/>
                </a:cubicBezTo>
                <a:cubicBezTo>
                  <a:pt x="161479" y="88496"/>
                  <a:pt x="159668" y="83835"/>
                  <a:pt x="159668" y="77938"/>
                </a:cubicBezTo>
                <a:cubicBezTo>
                  <a:pt x="159668" y="65762"/>
                  <a:pt x="166930" y="58678"/>
                  <a:pt x="181453" y="56687"/>
                </a:cubicBezTo>
                <a:lnTo>
                  <a:pt x="198928" y="54333"/>
                </a:lnTo>
                <a:cubicBezTo>
                  <a:pt x="198928" y="46943"/>
                  <a:pt x="195076" y="43248"/>
                  <a:pt x="187374" y="43248"/>
                </a:cubicBezTo>
                <a:cubicBezTo>
                  <a:pt x="179786" y="43248"/>
                  <a:pt x="172640" y="45545"/>
                  <a:pt x="165933" y="50140"/>
                </a:cubicBezTo>
                <a:lnTo>
                  <a:pt x="165933" y="35839"/>
                </a:lnTo>
                <a:moveTo>
                  <a:pt x="186914" y="66738"/>
                </a:moveTo>
                <a:cubicBezTo>
                  <a:pt x="180208" y="67619"/>
                  <a:pt x="176855" y="70644"/>
                  <a:pt x="176855" y="75813"/>
                </a:cubicBezTo>
                <a:cubicBezTo>
                  <a:pt x="176855" y="78187"/>
                  <a:pt x="177669" y="80101"/>
                  <a:pt x="179298" y="81556"/>
                </a:cubicBezTo>
                <a:cubicBezTo>
                  <a:pt x="180926" y="83011"/>
                  <a:pt x="183120" y="83739"/>
                  <a:pt x="185879" y="83739"/>
                </a:cubicBezTo>
                <a:cubicBezTo>
                  <a:pt x="189673" y="83739"/>
                  <a:pt x="192796" y="82399"/>
                  <a:pt x="195249" y="79718"/>
                </a:cubicBezTo>
                <a:cubicBezTo>
                  <a:pt x="197701" y="77038"/>
                  <a:pt x="198928" y="73707"/>
                  <a:pt x="198928" y="69725"/>
                </a:cubicBezTo>
                <a:lnTo>
                  <a:pt x="198928" y="65188"/>
                </a:lnTo>
                <a:lnTo>
                  <a:pt x="186914" y="66738"/>
                </a:lnTo>
                <a:close/>
                <a:moveTo>
                  <a:pt x="232137" y="95513"/>
                </a:moveTo>
                <a:lnTo>
                  <a:pt x="232137" y="1493"/>
                </a:lnTo>
                <a:lnTo>
                  <a:pt x="250646" y="1493"/>
                </a:lnTo>
                <a:lnTo>
                  <a:pt x="250646" y="95513"/>
                </a:lnTo>
                <a:lnTo>
                  <a:pt x="232137" y="95513"/>
                </a:lnTo>
                <a:close/>
                <a:moveTo>
                  <a:pt x="265603" y="11487"/>
                </a:moveTo>
                <a:cubicBezTo>
                  <a:pt x="265603" y="8653"/>
                  <a:pt x="266608" y="6346"/>
                  <a:pt x="268620" y="4566"/>
                </a:cubicBezTo>
                <a:cubicBezTo>
                  <a:pt x="270632" y="2786"/>
                  <a:pt x="273209" y="1895"/>
                  <a:pt x="276351" y="1895"/>
                </a:cubicBezTo>
                <a:cubicBezTo>
                  <a:pt x="279570" y="1895"/>
                  <a:pt x="282176" y="2805"/>
                  <a:pt x="284169" y="4623"/>
                </a:cubicBezTo>
                <a:cubicBezTo>
                  <a:pt x="286162" y="6442"/>
                  <a:pt x="287158" y="8730"/>
                  <a:pt x="287158" y="11487"/>
                </a:cubicBezTo>
                <a:cubicBezTo>
                  <a:pt x="287158" y="14282"/>
                  <a:pt x="286142" y="16608"/>
                  <a:pt x="284111" y="18465"/>
                </a:cubicBezTo>
                <a:cubicBezTo>
                  <a:pt x="282080" y="20322"/>
                  <a:pt x="279494" y="21251"/>
                  <a:pt x="276351" y="21251"/>
                </a:cubicBezTo>
                <a:cubicBezTo>
                  <a:pt x="273248" y="21251"/>
                  <a:pt x="270680" y="20313"/>
                  <a:pt x="268649" y="18436"/>
                </a:cubicBezTo>
                <a:cubicBezTo>
                  <a:pt x="266618" y="16560"/>
                  <a:pt x="265603" y="14244"/>
                  <a:pt x="265603" y="11487"/>
                </a:cubicBezTo>
                <a:moveTo>
                  <a:pt x="266982" y="95513"/>
                </a:moveTo>
                <a:lnTo>
                  <a:pt x="266982" y="31991"/>
                </a:lnTo>
                <a:lnTo>
                  <a:pt x="285491" y="31991"/>
                </a:lnTo>
                <a:lnTo>
                  <a:pt x="285491" y="95513"/>
                </a:lnTo>
                <a:lnTo>
                  <a:pt x="266982" y="95513"/>
                </a:lnTo>
                <a:close/>
                <a:moveTo>
                  <a:pt x="351779" y="95513"/>
                </a:moveTo>
                <a:lnTo>
                  <a:pt x="295275" y="95513"/>
                </a:lnTo>
                <a:lnTo>
                  <a:pt x="295275" y="87989"/>
                </a:lnTo>
                <a:lnTo>
                  <a:pt x="327809" y="45832"/>
                </a:lnTo>
                <a:lnTo>
                  <a:pt x="298494" y="45832"/>
                </a:lnTo>
                <a:lnTo>
                  <a:pt x="298494" y="31991"/>
                </a:lnTo>
                <a:lnTo>
                  <a:pt x="351606" y="31991"/>
                </a:lnTo>
                <a:lnTo>
                  <a:pt x="351606" y="40950"/>
                </a:lnTo>
                <a:lnTo>
                  <a:pt x="320509" y="81671"/>
                </a:lnTo>
                <a:lnTo>
                  <a:pt x="351779" y="81671"/>
                </a:lnTo>
                <a:lnTo>
                  <a:pt x="351779" y="95513"/>
                </a:lnTo>
                <a:close/>
                <a:moveTo>
                  <a:pt x="419069" y="68978"/>
                </a:moveTo>
                <a:lnTo>
                  <a:pt x="377223" y="68978"/>
                </a:lnTo>
                <a:cubicBezTo>
                  <a:pt x="377875" y="78819"/>
                  <a:pt x="383814" y="83739"/>
                  <a:pt x="395042" y="83739"/>
                </a:cubicBezTo>
                <a:cubicBezTo>
                  <a:pt x="402055" y="83739"/>
                  <a:pt x="408244" y="82016"/>
                  <a:pt x="413609" y="78570"/>
                </a:cubicBezTo>
                <a:lnTo>
                  <a:pt x="413609" y="92182"/>
                </a:lnTo>
                <a:cubicBezTo>
                  <a:pt x="407822" y="95436"/>
                  <a:pt x="400235" y="97064"/>
                  <a:pt x="390846" y="97064"/>
                </a:cubicBezTo>
                <a:cubicBezTo>
                  <a:pt x="380730" y="97064"/>
                  <a:pt x="372864" y="94211"/>
                  <a:pt x="367250" y="88506"/>
                </a:cubicBezTo>
                <a:cubicBezTo>
                  <a:pt x="361636" y="82801"/>
                  <a:pt x="358829" y="74856"/>
                  <a:pt x="358829" y="64671"/>
                </a:cubicBezTo>
                <a:cubicBezTo>
                  <a:pt x="358829" y="54524"/>
                  <a:pt x="361818" y="46282"/>
                  <a:pt x="367796" y="39945"/>
                </a:cubicBezTo>
                <a:cubicBezTo>
                  <a:pt x="373774" y="33608"/>
                  <a:pt x="381285" y="30440"/>
                  <a:pt x="390329" y="30440"/>
                </a:cubicBezTo>
                <a:cubicBezTo>
                  <a:pt x="399334" y="30440"/>
                  <a:pt x="406376" y="33168"/>
                  <a:pt x="411453" y="38624"/>
                </a:cubicBezTo>
                <a:cubicBezTo>
                  <a:pt x="416531" y="44081"/>
                  <a:pt x="419069" y="51576"/>
                  <a:pt x="419069" y="61110"/>
                </a:cubicBezTo>
                <a:lnTo>
                  <a:pt x="419069" y="68978"/>
                </a:lnTo>
                <a:moveTo>
                  <a:pt x="401768" y="57377"/>
                </a:moveTo>
                <a:cubicBezTo>
                  <a:pt x="401768" y="47881"/>
                  <a:pt x="397916" y="43133"/>
                  <a:pt x="390214" y="43133"/>
                </a:cubicBezTo>
                <a:cubicBezTo>
                  <a:pt x="387033" y="43133"/>
                  <a:pt x="384217" y="44435"/>
                  <a:pt x="381764" y="47038"/>
                </a:cubicBezTo>
                <a:cubicBezTo>
                  <a:pt x="379312" y="49642"/>
                  <a:pt x="377779" y="53088"/>
                  <a:pt x="377166" y="57377"/>
                </a:cubicBezTo>
                <a:lnTo>
                  <a:pt x="401768" y="57377"/>
                </a:lnTo>
                <a:close/>
                <a:moveTo>
                  <a:pt x="492469" y="95513"/>
                </a:moveTo>
                <a:lnTo>
                  <a:pt x="473960" y="95513"/>
                </a:lnTo>
                <a:lnTo>
                  <a:pt x="473960" y="86553"/>
                </a:lnTo>
                <a:lnTo>
                  <a:pt x="473673" y="86553"/>
                </a:lnTo>
                <a:cubicBezTo>
                  <a:pt x="469189" y="93560"/>
                  <a:pt x="462560" y="97064"/>
                  <a:pt x="453785" y="97064"/>
                </a:cubicBezTo>
                <a:cubicBezTo>
                  <a:pt x="445699" y="97064"/>
                  <a:pt x="439271" y="94211"/>
                  <a:pt x="434500" y="88506"/>
                </a:cubicBezTo>
                <a:cubicBezTo>
                  <a:pt x="429729" y="82801"/>
                  <a:pt x="427343" y="75028"/>
                  <a:pt x="427343" y="65188"/>
                </a:cubicBezTo>
                <a:cubicBezTo>
                  <a:pt x="427343" y="54773"/>
                  <a:pt x="430016" y="46378"/>
                  <a:pt x="435362" y="40003"/>
                </a:cubicBezTo>
                <a:cubicBezTo>
                  <a:pt x="440708" y="33628"/>
                  <a:pt x="447692" y="30440"/>
                  <a:pt x="456314" y="30440"/>
                </a:cubicBezTo>
                <a:cubicBezTo>
                  <a:pt x="464591" y="30440"/>
                  <a:pt x="470377" y="33427"/>
                  <a:pt x="473673" y="39400"/>
                </a:cubicBezTo>
                <a:lnTo>
                  <a:pt x="473960" y="39400"/>
                </a:lnTo>
                <a:lnTo>
                  <a:pt x="473960" y="1493"/>
                </a:lnTo>
                <a:lnTo>
                  <a:pt x="492469" y="1493"/>
                </a:lnTo>
                <a:lnTo>
                  <a:pt x="492469" y="95513"/>
                </a:lnTo>
                <a:moveTo>
                  <a:pt x="474248" y="59559"/>
                </a:moveTo>
                <a:cubicBezTo>
                  <a:pt x="474248" y="55271"/>
                  <a:pt x="472954" y="51719"/>
                  <a:pt x="470368" y="48905"/>
                </a:cubicBezTo>
                <a:cubicBezTo>
                  <a:pt x="467781" y="46091"/>
                  <a:pt x="464553" y="44684"/>
                  <a:pt x="460682" y="44684"/>
                </a:cubicBezTo>
                <a:cubicBezTo>
                  <a:pt x="456160" y="44684"/>
                  <a:pt x="452606" y="46474"/>
                  <a:pt x="450020" y="50054"/>
                </a:cubicBezTo>
                <a:cubicBezTo>
                  <a:pt x="447433" y="53634"/>
                  <a:pt x="446140" y="58487"/>
                  <a:pt x="446140" y="64613"/>
                </a:cubicBezTo>
                <a:cubicBezTo>
                  <a:pt x="446140" y="70433"/>
                  <a:pt x="447385" y="74923"/>
                  <a:pt x="449876" y="78082"/>
                </a:cubicBezTo>
                <a:cubicBezTo>
                  <a:pt x="452367" y="81240"/>
                  <a:pt x="455796" y="82820"/>
                  <a:pt x="460165" y="82820"/>
                </a:cubicBezTo>
                <a:cubicBezTo>
                  <a:pt x="464265" y="82820"/>
                  <a:pt x="467638" y="81154"/>
                  <a:pt x="470282" y="77823"/>
                </a:cubicBezTo>
                <a:cubicBezTo>
                  <a:pt x="472926" y="74492"/>
                  <a:pt x="474248" y="70165"/>
                  <a:pt x="474248" y="64843"/>
                </a:cubicBezTo>
                <a:lnTo>
                  <a:pt x="474248" y="59559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txns">
            <a:extLst xmlns:a="http://schemas.openxmlformats.org/drawingml/2006/main">
              <a:ext uri="{FF2B5EF4-FFF2-40B4-BE49-F238E27FC236}">
                <a16:creationId xmlns:a16="http://schemas.microsoft.com/office/drawing/2014/main" id="{9881343F-D11D-4319-96F1-35E3204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996" y="914396"/>
            <a:ext cx="248041" cy="84313"/>
          </a:xfrm>
          <a:custGeom xmlns:a="http://schemas.openxmlformats.org/drawingml/2006/main">
            <a:pathLst>
              <a:path w="248041" h="84313">
                <a:moveTo>
                  <a:pt x="43398" y="82016"/>
                </a:moveTo>
                <a:cubicBezTo>
                  <a:pt x="40601" y="83547"/>
                  <a:pt x="36366" y="84313"/>
                  <a:pt x="30695" y="84313"/>
                </a:cubicBezTo>
                <a:cubicBezTo>
                  <a:pt x="17206" y="84313"/>
                  <a:pt x="10462" y="77230"/>
                  <a:pt x="10462" y="63063"/>
                </a:cubicBezTo>
                <a:lnTo>
                  <a:pt x="10462" y="33082"/>
                </a:lnTo>
                <a:lnTo>
                  <a:pt x="0" y="33082"/>
                </a:lnTo>
                <a:lnTo>
                  <a:pt x="0" y="19240"/>
                </a:lnTo>
                <a:lnTo>
                  <a:pt x="10462" y="19240"/>
                </a:lnTo>
                <a:lnTo>
                  <a:pt x="10462" y="5284"/>
                </a:lnTo>
                <a:lnTo>
                  <a:pt x="28913" y="0"/>
                </a:lnTo>
                <a:lnTo>
                  <a:pt x="28913" y="19240"/>
                </a:lnTo>
                <a:lnTo>
                  <a:pt x="43398" y="19240"/>
                </a:lnTo>
                <a:lnTo>
                  <a:pt x="43398" y="33082"/>
                </a:lnTo>
                <a:lnTo>
                  <a:pt x="28913" y="33082"/>
                </a:lnTo>
                <a:lnTo>
                  <a:pt x="28913" y="59846"/>
                </a:lnTo>
                <a:cubicBezTo>
                  <a:pt x="28913" y="66623"/>
                  <a:pt x="31595" y="70012"/>
                  <a:pt x="36960" y="70012"/>
                </a:cubicBezTo>
                <a:cubicBezTo>
                  <a:pt x="39030" y="70012"/>
                  <a:pt x="41176" y="69399"/>
                  <a:pt x="43398" y="68174"/>
                </a:cubicBezTo>
                <a:lnTo>
                  <a:pt x="43398" y="82016"/>
                </a:lnTo>
                <a:close/>
                <a:moveTo>
                  <a:pt x="116227" y="19240"/>
                </a:moveTo>
                <a:lnTo>
                  <a:pt x="95189" y="50197"/>
                </a:lnTo>
                <a:lnTo>
                  <a:pt x="116054" y="82762"/>
                </a:lnTo>
                <a:lnTo>
                  <a:pt x="94614" y="82762"/>
                </a:lnTo>
                <a:lnTo>
                  <a:pt x="85130" y="65245"/>
                </a:lnTo>
                <a:cubicBezTo>
                  <a:pt x="83827" y="62833"/>
                  <a:pt x="82926" y="60938"/>
                  <a:pt x="82428" y="59559"/>
                </a:cubicBezTo>
                <a:lnTo>
                  <a:pt x="82198" y="59559"/>
                </a:lnTo>
                <a:cubicBezTo>
                  <a:pt x="81508" y="61397"/>
                  <a:pt x="80646" y="63235"/>
                  <a:pt x="79611" y="65073"/>
                </a:cubicBezTo>
                <a:lnTo>
                  <a:pt x="69955" y="82762"/>
                </a:lnTo>
                <a:lnTo>
                  <a:pt x="48629" y="82762"/>
                </a:lnTo>
                <a:lnTo>
                  <a:pt x="70127" y="51174"/>
                </a:lnTo>
                <a:lnTo>
                  <a:pt x="49894" y="19240"/>
                </a:lnTo>
                <a:lnTo>
                  <a:pt x="71392" y="19240"/>
                </a:lnTo>
                <a:lnTo>
                  <a:pt x="80818" y="37504"/>
                </a:lnTo>
                <a:cubicBezTo>
                  <a:pt x="81738" y="39266"/>
                  <a:pt x="82600" y="41219"/>
                  <a:pt x="83405" y="43363"/>
                </a:cubicBezTo>
                <a:lnTo>
                  <a:pt x="83635" y="43363"/>
                </a:lnTo>
                <a:cubicBezTo>
                  <a:pt x="84018" y="42061"/>
                  <a:pt x="84900" y="40089"/>
                  <a:pt x="86279" y="37447"/>
                </a:cubicBezTo>
                <a:lnTo>
                  <a:pt x="95993" y="19240"/>
                </a:lnTo>
                <a:lnTo>
                  <a:pt x="116227" y="19240"/>
                </a:lnTo>
                <a:close/>
                <a:moveTo>
                  <a:pt x="185783" y="82762"/>
                </a:moveTo>
                <a:lnTo>
                  <a:pt x="167332" y="82762"/>
                </a:lnTo>
                <a:lnTo>
                  <a:pt x="167332" y="47326"/>
                </a:lnTo>
                <a:cubicBezTo>
                  <a:pt x="167332" y="37064"/>
                  <a:pt x="163634" y="31933"/>
                  <a:pt x="156238" y="31933"/>
                </a:cubicBezTo>
                <a:cubicBezTo>
                  <a:pt x="152713" y="31933"/>
                  <a:pt x="149781" y="33302"/>
                  <a:pt x="147444" y="36040"/>
                </a:cubicBezTo>
                <a:cubicBezTo>
                  <a:pt x="145106" y="38778"/>
                  <a:pt x="143937" y="42271"/>
                  <a:pt x="143937" y="46522"/>
                </a:cubicBezTo>
                <a:lnTo>
                  <a:pt x="143937" y="82762"/>
                </a:lnTo>
                <a:lnTo>
                  <a:pt x="125371" y="82762"/>
                </a:lnTo>
                <a:lnTo>
                  <a:pt x="125371" y="19240"/>
                </a:lnTo>
                <a:lnTo>
                  <a:pt x="143937" y="19240"/>
                </a:lnTo>
                <a:lnTo>
                  <a:pt x="143937" y="29349"/>
                </a:lnTo>
                <a:lnTo>
                  <a:pt x="144167" y="29349"/>
                </a:lnTo>
                <a:cubicBezTo>
                  <a:pt x="148804" y="21576"/>
                  <a:pt x="155625" y="17690"/>
                  <a:pt x="164630" y="17690"/>
                </a:cubicBezTo>
                <a:cubicBezTo>
                  <a:pt x="178732" y="17690"/>
                  <a:pt x="185783" y="26420"/>
                  <a:pt x="185783" y="43880"/>
                </a:cubicBezTo>
                <a:lnTo>
                  <a:pt x="185783" y="82762"/>
                </a:lnTo>
                <a:close/>
                <a:moveTo>
                  <a:pt x="199987" y="65705"/>
                </a:moveTo>
                <a:cubicBezTo>
                  <a:pt x="206348" y="69572"/>
                  <a:pt x="212575" y="71505"/>
                  <a:pt x="218668" y="71505"/>
                </a:cubicBezTo>
                <a:cubicBezTo>
                  <a:pt x="226332" y="71505"/>
                  <a:pt x="230164" y="69457"/>
                  <a:pt x="230164" y="65360"/>
                </a:cubicBezTo>
                <a:cubicBezTo>
                  <a:pt x="230164" y="62450"/>
                  <a:pt x="227003" y="60019"/>
                  <a:pt x="220680" y="58066"/>
                </a:cubicBezTo>
                <a:cubicBezTo>
                  <a:pt x="212786" y="55615"/>
                  <a:pt x="207364" y="52887"/>
                  <a:pt x="204413" y="49881"/>
                </a:cubicBezTo>
                <a:cubicBezTo>
                  <a:pt x="201462" y="46876"/>
                  <a:pt x="199987" y="42808"/>
                  <a:pt x="199987" y="37677"/>
                </a:cubicBezTo>
                <a:cubicBezTo>
                  <a:pt x="199987" y="31436"/>
                  <a:pt x="202516" y="26544"/>
                  <a:pt x="207574" y="23002"/>
                </a:cubicBezTo>
                <a:cubicBezTo>
                  <a:pt x="212633" y="19461"/>
                  <a:pt x="219262" y="17690"/>
                  <a:pt x="227463" y="17690"/>
                </a:cubicBezTo>
                <a:cubicBezTo>
                  <a:pt x="233288" y="17690"/>
                  <a:pt x="238902" y="18551"/>
                  <a:pt x="244305" y="20274"/>
                </a:cubicBezTo>
                <a:lnTo>
                  <a:pt x="244305" y="34862"/>
                </a:lnTo>
                <a:cubicBezTo>
                  <a:pt x="239361" y="31952"/>
                  <a:pt x="233920" y="30497"/>
                  <a:pt x="227980" y="30497"/>
                </a:cubicBezTo>
                <a:cubicBezTo>
                  <a:pt x="225029" y="30497"/>
                  <a:pt x="222654" y="31024"/>
                  <a:pt x="220853" y="32077"/>
                </a:cubicBezTo>
                <a:cubicBezTo>
                  <a:pt x="219051" y="33130"/>
                  <a:pt x="218151" y="34518"/>
                  <a:pt x="218151" y="36241"/>
                </a:cubicBezTo>
                <a:cubicBezTo>
                  <a:pt x="218151" y="39151"/>
                  <a:pt x="220833" y="41506"/>
                  <a:pt x="226198" y="43305"/>
                </a:cubicBezTo>
                <a:cubicBezTo>
                  <a:pt x="231946" y="45220"/>
                  <a:pt x="236267" y="46962"/>
                  <a:pt x="239160" y="48532"/>
                </a:cubicBezTo>
                <a:cubicBezTo>
                  <a:pt x="242053" y="50102"/>
                  <a:pt x="244257" y="52169"/>
                  <a:pt x="245771" y="54735"/>
                </a:cubicBezTo>
                <a:cubicBezTo>
                  <a:pt x="247284" y="57300"/>
                  <a:pt x="248041" y="60267"/>
                  <a:pt x="248041" y="63637"/>
                </a:cubicBezTo>
                <a:cubicBezTo>
                  <a:pt x="248041" y="70184"/>
                  <a:pt x="245416" y="75267"/>
                  <a:pt x="240166" y="78886"/>
                </a:cubicBezTo>
                <a:cubicBezTo>
                  <a:pt x="234916" y="82504"/>
                  <a:pt x="227904" y="84313"/>
                  <a:pt x="219128" y="84313"/>
                </a:cubicBezTo>
                <a:cubicBezTo>
                  <a:pt x="212230" y="84313"/>
                  <a:pt x="205850" y="83222"/>
                  <a:pt x="199987" y="81039"/>
                </a:cubicBezTo>
                <a:lnTo>
                  <a:pt x="199987" y="65705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fromL1">
            <a:extLst xmlns:a="http://schemas.openxmlformats.org/drawingml/2006/main">
              <a:ext uri="{FF2B5EF4-FFF2-40B4-BE49-F238E27FC236}">
                <a16:creationId xmlns:a16="http://schemas.microsoft.com/office/drawing/2014/main" id="{578D3DDA-C7AF-4DFB-865C-00267B6A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415" y="1048677"/>
            <a:ext cx="436524" cy="97064"/>
          </a:xfrm>
          <a:custGeom xmlns:a="http://schemas.openxmlformats.org/drawingml/2006/main">
            <a:pathLst>
              <a:path w="436524" h="97064">
                <a:moveTo>
                  <a:pt x="45927" y="15794"/>
                </a:moveTo>
                <a:cubicBezTo>
                  <a:pt x="43398" y="14799"/>
                  <a:pt x="41003" y="14301"/>
                  <a:pt x="38742" y="14301"/>
                </a:cubicBezTo>
                <a:cubicBezTo>
                  <a:pt x="32381" y="14301"/>
                  <a:pt x="29200" y="17824"/>
                  <a:pt x="29200" y="24869"/>
                </a:cubicBezTo>
                <a:lnTo>
                  <a:pt x="29200" y="31991"/>
                </a:lnTo>
                <a:lnTo>
                  <a:pt x="43686" y="31991"/>
                </a:lnTo>
                <a:lnTo>
                  <a:pt x="43686" y="45832"/>
                </a:lnTo>
                <a:lnTo>
                  <a:pt x="29200" y="45832"/>
                </a:lnTo>
                <a:lnTo>
                  <a:pt x="29200" y="95513"/>
                </a:lnTo>
                <a:lnTo>
                  <a:pt x="10634" y="95513"/>
                </a:lnTo>
                <a:lnTo>
                  <a:pt x="10634" y="45832"/>
                </a:lnTo>
                <a:lnTo>
                  <a:pt x="0" y="45832"/>
                </a:lnTo>
                <a:lnTo>
                  <a:pt x="0" y="31991"/>
                </a:lnTo>
                <a:lnTo>
                  <a:pt x="10634" y="31991"/>
                </a:lnTo>
                <a:lnTo>
                  <a:pt x="10634" y="23835"/>
                </a:lnTo>
                <a:cubicBezTo>
                  <a:pt x="10634" y="16598"/>
                  <a:pt x="12991" y="10817"/>
                  <a:pt x="17704" y="6490"/>
                </a:cubicBezTo>
                <a:cubicBezTo>
                  <a:pt x="22418" y="2163"/>
                  <a:pt x="28606" y="0"/>
                  <a:pt x="36270" y="0"/>
                </a:cubicBezTo>
                <a:cubicBezTo>
                  <a:pt x="40179" y="0"/>
                  <a:pt x="43398" y="402"/>
                  <a:pt x="45927" y="1206"/>
                </a:cubicBezTo>
                <a:lnTo>
                  <a:pt x="45927" y="15794"/>
                </a:lnTo>
                <a:close/>
                <a:moveTo>
                  <a:pt x="93777" y="48819"/>
                </a:moveTo>
                <a:cubicBezTo>
                  <a:pt x="91516" y="47517"/>
                  <a:pt x="88776" y="46866"/>
                  <a:pt x="85557" y="46866"/>
                </a:cubicBezTo>
                <a:cubicBezTo>
                  <a:pt x="81342" y="46866"/>
                  <a:pt x="77998" y="48474"/>
                  <a:pt x="75527" y="51691"/>
                </a:cubicBezTo>
                <a:cubicBezTo>
                  <a:pt x="73055" y="54907"/>
                  <a:pt x="71819" y="59329"/>
                  <a:pt x="71819" y="64958"/>
                </a:cubicBezTo>
                <a:lnTo>
                  <a:pt x="71819" y="95513"/>
                </a:lnTo>
                <a:lnTo>
                  <a:pt x="53253" y="95513"/>
                </a:lnTo>
                <a:lnTo>
                  <a:pt x="53253" y="31991"/>
                </a:lnTo>
                <a:lnTo>
                  <a:pt x="71819" y="31991"/>
                </a:lnTo>
                <a:lnTo>
                  <a:pt x="71819" y="43937"/>
                </a:lnTo>
                <a:lnTo>
                  <a:pt x="72049" y="43937"/>
                </a:lnTo>
                <a:cubicBezTo>
                  <a:pt x="75115" y="35245"/>
                  <a:pt x="80690" y="30900"/>
                  <a:pt x="88776" y="30900"/>
                </a:cubicBezTo>
                <a:cubicBezTo>
                  <a:pt x="90960" y="30900"/>
                  <a:pt x="92627" y="31148"/>
                  <a:pt x="93777" y="31646"/>
                </a:cubicBezTo>
                <a:lnTo>
                  <a:pt x="93777" y="48819"/>
                </a:lnTo>
                <a:close/>
                <a:moveTo>
                  <a:pt x="98810" y="64039"/>
                </a:moveTo>
                <a:cubicBezTo>
                  <a:pt x="98810" y="53586"/>
                  <a:pt x="101942" y="45373"/>
                  <a:pt x="108208" y="39400"/>
                </a:cubicBezTo>
                <a:cubicBezTo>
                  <a:pt x="114473" y="33427"/>
                  <a:pt x="122894" y="30440"/>
                  <a:pt x="133471" y="30440"/>
                </a:cubicBezTo>
                <a:cubicBezTo>
                  <a:pt x="143702" y="30440"/>
                  <a:pt x="151826" y="33379"/>
                  <a:pt x="157843" y="39256"/>
                </a:cubicBezTo>
                <a:cubicBezTo>
                  <a:pt x="163859" y="45134"/>
                  <a:pt x="166867" y="53031"/>
                  <a:pt x="166867" y="62948"/>
                </a:cubicBezTo>
                <a:cubicBezTo>
                  <a:pt x="166867" y="73362"/>
                  <a:pt x="163782" y="81652"/>
                  <a:pt x="157613" y="87817"/>
                </a:cubicBezTo>
                <a:cubicBezTo>
                  <a:pt x="151443" y="93981"/>
                  <a:pt x="143089" y="97064"/>
                  <a:pt x="132551" y="97064"/>
                </a:cubicBezTo>
                <a:cubicBezTo>
                  <a:pt x="122204" y="97064"/>
                  <a:pt x="113994" y="94106"/>
                  <a:pt x="107920" y="88190"/>
                </a:cubicBezTo>
                <a:cubicBezTo>
                  <a:pt x="101847" y="82274"/>
                  <a:pt x="98810" y="74224"/>
                  <a:pt x="98810" y="64039"/>
                </a:cubicBezTo>
                <a:moveTo>
                  <a:pt x="117606" y="63809"/>
                </a:moveTo>
                <a:cubicBezTo>
                  <a:pt x="117606" y="76483"/>
                  <a:pt x="122779" y="82820"/>
                  <a:pt x="133126" y="82820"/>
                </a:cubicBezTo>
                <a:cubicBezTo>
                  <a:pt x="143051" y="82820"/>
                  <a:pt x="148013" y="76311"/>
                  <a:pt x="148013" y="63292"/>
                </a:cubicBezTo>
                <a:cubicBezTo>
                  <a:pt x="148013" y="50887"/>
                  <a:pt x="143013" y="44684"/>
                  <a:pt x="133011" y="44684"/>
                </a:cubicBezTo>
                <a:cubicBezTo>
                  <a:pt x="128144" y="44684"/>
                  <a:pt x="124360" y="46349"/>
                  <a:pt x="121658" y="49680"/>
                </a:cubicBezTo>
                <a:cubicBezTo>
                  <a:pt x="118957" y="53012"/>
                  <a:pt x="117606" y="57721"/>
                  <a:pt x="117606" y="63809"/>
                </a:cubicBezTo>
                <a:close/>
                <a:moveTo>
                  <a:pt x="279675" y="95513"/>
                </a:moveTo>
                <a:lnTo>
                  <a:pt x="261167" y="95513"/>
                </a:lnTo>
                <a:lnTo>
                  <a:pt x="261167" y="59272"/>
                </a:lnTo>
                <a:cubicBezTo>
                  <a:pt x="261167" y="49546"/>
                  <a:pt x="257622" y="44684"/>
                  <a:pt x="250533" y="44684"/>
                </a:cubicBezTo>
                <a:cubicBezTo>
                  <a:pt x="247237" y="44684"/>
                  <a:pt x="244497" y="46158"/>
                  <a:pt x="242313" y="49106"/>
                </a:cubicBezTo>
                <a:cubicBezTo>
                  <a:pt x="240129" y="52054"/>
                  <a:pt x="239036" y="55654"/>
                  <a:pt x="239036" y="59904"/>
                </a:cubicBezTo>
                <a:lnTo>
                  <a:pt x="239036" y="95513"/>
                </a:lnTo>
                <a:lnTo>
                  <a:pt x="220528" y="95513"/>
                </a:lnTo>
                <a:lnTo>
                  <a:pt x="220528" y="58812"/>
                </a:lnTo>
                <a:cubicBezTo>
                  <a:pt x="220528" y="49393"/>
                  <a:pt x="217021" y="44684"/>
                  <a:pt x="210009" y="44684"/>
                </a:cubicBezTo>
                <a:cubicBezTo>
                  <a:pt x="206521" y="44684"/>
                  <a:pt x="203734" y="46091"/>
                  <a:pt x="201645" y="48905"/>
                </a:cubicBezTo>
                <a:cubicBezTo>
                  <a:pt x="199557" y="51719"/>
                  <a:pt x="198512" y="55443"/>
                  <a:pt x="198512" y="60076"/>
                </a:cubicBezTo>
                <a:lnTo>
                  <a:pt x="198512" y="95513"/>
                </a:lnTo>
                <a:lnTo>
                  <a:pt x="179946" y="95513"/>
                </a:lnTo>
                <a:lnTo>
                  <a:pt x="179946" y="31991"/>
                </a:lnTo>
                <a:lnTo>
                  <a:pt x="198512" y="31991"/>
                </a:lnTo>
                <a:lnTo>
                  <a:pt x="198512" y="41927"/>
                </a:lnTo>
                <a:lnTo>
                  <a:pt x="198742" y="41927"/>
                </a:lnTo>
                <a:cubicBezTo>
                  <a:pt x="200965" y="38289"/>
                  <a:pt x="203916" y="35466"/>
                  <a:pt x="207594" y="33455"/>
                </a:cubicBezTo>
                <a:cubicBezTo>
                  <a:pt x="211273" y="31445"/>
                  <a:pt x="215144" y="30440"/>
                  <a:pt x="219205" y="30440"/>
                </a:cubicBezTo>
                <a:cubicBezTo>
                  <a:pt x="228134" y="30440"/>
                  <a:pt x="234246" y="34441"/>
                  <a:pt x="237542" y="42444"/>
                </a:cubicBezTo>
                <a:cubicBezTo>
                  <a:pt x="242447" y="34441"/>
                  <a:pt x="249575" y="30440"/>
                  <a:pt x="258925" y="30440"/>
                </a:cubicBezTo>
                <a:cubicBezTo>
                  <a:pt x="272759" y="30440"/>
                  <a:pt x="279675" y="38979"/>
                  <a:pt x="279675" y="56056"/>
                </a:cubicBezTo>
                <a:lnTo>
                  <a:pt x="279675" y="95513"/>
                </a:lnTo>
                <a:close/>
                <a:moveTo>
                  <a:pt x="384718" y="95513"/>
                </a:moveTo>
                <a:lnTo>
                  <a:pt x="332468" y="95513"/>
                </a:lnTo>
                <a:lnTo>
                  <a:pt x="332468" y="6547"/>
                </a:lnTo>
                <a:lnTo>
                  <a:pt x="351437" y="6547"/>
                </a:lnTo>
                <a:lnTo>
                  <a:pt x="351437" y="80006"/>
                </a:lnTo>
                <a:lnTo>
                  <a:pt x="384718" y="80006"/>
                </a:lnTo>
                <a:lnTo>
                  <a:pt x="384718" y="95513"/>
                </a:lnTo>
                <a:close/>
                <a:moveTo>
                  <a:pt x="436524" y="4595"/>
                </a:moveTo>
                <a:lnTo>
                  <a:pt x="436524" y="95513"/>
                </a:lnTo>
                <a:lnTo>
                  <a:pt x="417842" y="95513"/>
                </a:lnTo>
                <a:lnTo>
                  <a:pt x="417842" y="25501"/>
                </a:lnTo>
                <a:cubicBezTo>
                  <a:pt x="415543" y="27492"/>
                  <a:pt x="412401" y="29282"/>
                  <a:pt x="408415" y="30871"/>
                </a:cubicBezTo>
                <a:cubicBezTo>
                  <a:pt x="404430" y="32460"/>
                  <a:pt x="400770" y="33446"/>
                  <a:pt x="397437" y="33829"/>
                </a:cubicBezTo>
                <a:lnTo>
                  <a:pt x="397437" y="17919"/>
                </a:lnTo>
                <a:cubicBezTo>
                  <a:pt x="407936" y="14856"/>
                  <a:pt x="417018" y="10415"/>
                  <a:pt x="424682" y="4595"/>
                </a:cubicBezTo>
                <a:lnTo>
                  <a:pt x="436524" y="459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StatetransitiononL2">
            <a:extLst xmlns:a="http://schemas.openxmlformats.org/drawingml/2006/main">
              <a:ext uri="{FF2B5EF4-FFF2-40B4-BE49-F238E27FC236}">
                <a16:creationId xmlns:a16="http://schemas.microsoft.com/office/drawing/2014/main" id="{2F2B65A9-AB93-433B-9578-192976DC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429" y="1280063"/>
            <a:ext cx="1256962" cy="95168"/>
          </a:xfrm>
          <a:custGeom xmlns:a="http://schemas.openxmlformats.org/drawingml/2006/main">
            <a:pathLst>
              <a:path w="1256962" h="95168">
                <a:moveTo>
                  <a:pt x="345" y="71218"/>
                </a:moveTo>
                <a:cubicBezTo>
                  <a:pt x="7511" y="77153"/>
                  <a:pt x="15654" y="80120"/>
                  <a:pt x="24774" y="80120"/>
                </a:cubicBezTo>
                <a:cubicBezTo>
                  <a:pt x="29948" y="80120"/>
                  <a:pt x="33837" y="79230"/>
                  <a:pt x="36443" y="77450"/>
                </a:cubicBezTo>
                <a:cubicBezTo>
                  <a:pt x="39049" y="75669"/>
                  <a:pt x="40352" y="73382"/>
                  <a:pt x="40352" y="70586"/>
                </a:cubicBezTo>
                <a:cubicBezTo>
                  <a:pt x="40352" y="68174"/>
                  <a:pt x="39317" y="65896"/>
                  <a:pt x="37248" y="63752"/>
                </a:cubicBezTo>
                <a:cubicBezTo>
                  <a:pt x="35178" y="61608"/>
                  <a:pt x="29718" y="58698"/>
                  <a:pt x="20866" y="55022"/>
                </a:cubicBezTo>
                <a:cubicBezTo>
                  <a:pt x="6955" y="49125"/>
                  <a:pt x="0" y="40548"/>
                  <a:pt x="0" y="29291"/>
                </a:cubicBezTo>
                <a:cubicBezTo>
                  <a:pt x="0" y="21021"/>
                  <a:pt x="3152" y="14598"/>
                  <a:pt x="9456" y="10022"/>
                </a:cubicBezTo>
                <a:cubicBezTo>
                  <a:pt x="15759" y="5447"/>
                  <a:pt x="24104" y="3159"/>
                  <a:pt x="34489" y="3159"/>
                </a:cubicBezTo>
                <a:cubicBezTo>
                  <a:pt x="43187" y="3159"/>
                  <a:pt x="50487" y="4288"/>
                  <a:pt x="56389" y="6547"/>
                </a:cubicBezTo>
                <a:lnTo>
                  <a:pt x="56389" y="24352"/>
                </a:lnTo>
                <a:cubicBezTo>
                  <a:pt x="50411" y="20293"/>
                  <a:pt x="43417" y="18264"/>
                  <a:pt x="35408" y="18264"/>
                </a:cubicBezTo>
                <a:cubicBezTo>
                  <a:pt x="30733" y="18264"/>
                  <a:pt x="26997" y="19116"/>
                  <a:pt x="24199" y="20820"/>
                </a:cubicBezTo>
                <a:cubicBezTo>
                  <a:pt x="21402" y="22524"/>
                  <a:pt x="20003" y="24812"/>
                  <a:pt x="20003" y="27683"/>
                </a:cubicBezTo>
                <a:cubicBezTo>
                  <a:pt x="20003" y="29981"/>
                  <a:pt x="20961" y="32096"/>
                  <a:pt x="22877" y="34030"/>
                </a:cubicBezTo>
                <a:cubicBezTo>
                  <a:pt x="24793" y="35963"/>
                  <a:pt x="29526" y="38577"/>
                  <a:pt x="37075" y="41869"/>
                </a:cubicBezTo>
                <a:cubicBezTo>
                  <a:pt x="45927" y="45660"/>
                  <a:pt x="52011" y="49661"/>
                  <a:pt x="55325" y="53873"/>
                </a:cubicBezTo>
                <a:cubicBezTo>
                  <a:pt x="58640" y="58085"/>
                  <a:pt x="60297" y="63101"/>
                  <a:pt x="60297" y="68921"/>
                </a:cubicBezTo>
                <a:cubicBezTo>
                  <a:pt x="60297" y="77459"/>
                  <a:pt x="57270" y="83969"/>
                  <a:pt x="51216" y="88448"/>
                </a:cubicBezTo>
                <a:cubicBezTo>
                  <a:pt x="45161" y="92928"/>
                  <a:pt x="36558" y="95168"/>
                  <a:pt x="25407" y="95168"/>
                </a:cubicBezTo>
                <a:cubicBezTo>
                  <a:pt x="15213" y="95168"/>
                  <a:pt x="6859" y="93522"/>
                  <a:pt x="345" y="90229"/>
                </a:cubicBezTo>
                <a:lnTo>
                  <a:pt x="345" y="71218"/>
                </a:lnTo>
                <a:close/>
                <a:moveTo>
                  <a:pt x="107547" y="92871"/>
                </a:moveTo>
                <a:cubicBezTo>
                  <a:pt x="104749" y="94402"/>
                  <a:pt x="100515" y="95168"/>
                  <a:pt x="94844" y="95168"/>
                </a:cubicBezTo>
                <a:cubicBezTo>
                  <a:pt x="81355" y="95168"/>
                  <a:pt x="74610" y="88085"/>
                  <a:pt x="74610" y="73918"/>
                </a:cubicBezTo>
                <a:lnTo>
                  <a:pt x="74610" y="43937"/>
                </a:lnTo>
                <a:lnTo>
                  <a:pt x="64149" y="43937"/>
                </a:lnTo>
                <a:lnTo>
                  <a:pt x="64149" y="30095"/>
                </a:lnTo>
                <a:lnTo>
                  <a:pt x="74610" y="30095"/>
                </a:lnTo>
                <a:lnTo>
                  <a:pt x="74610" y="16139"/>
                </a:lnTo>
                <a:lnTo>
                  <a:pt x="93062" y="10855"/>
                </a:lnTo>
                <a:lnTo>
                  <a:pt x="93062" y="30095"/>
                </a:lnTo>
                <a:lnTo>
                  <a:pt x="107547" y="30095"/>
                </a:lnTo>
                <a:lnTo>
                  <a:pt x="107547" y="43937"/>
                </a:lnTo>
                <a:lnTo>
                  <a:pt x="93062" y="43937"/>
                </a:lnTo>
                <a:lnTo>
                  <a:pt x="93062" y="70701"/>
                </a:lnTo>
                <a:cubicBezTo>
                  <a:pt x="93062" y="77479"/>
                  <a:pt x="95744" y="80867"/>
                  <a:pt x="101109" y="80867"/>
                </a:cubicBezTo>
                <a:cubicBezTo>
                  <a:pt x="103178" y="80867"/>
                  <a:pt x="105324" y="80255"/>
                  <a:pt x="107547" y="79029"/>
                </a:cubicBezTo>
                <a:lnTo>
                  <a:pt x="107547" y="92871"/>
                </a:lnTo>
                <a:close/>
                <a:moveTo>
                  <a:pt x="120415" y="33944"/>
                </a:moveTo>
                <a:cubicBezTo>
                  <a:pt x="123289" y="32335"/>
                  <a:pt x="127131" y="31034"/>
                  <a:pt x="131940" y="30038"/>
                </a:cubicBezTo>
                <a:cubicBezTo>
                  <a:pt x="136749" y="29042"/>
                  <a:pt x="140859" y="28545"/>
                  <a:pt x="144270" y="28545"/>
                </a:cubicBezTo>
                <a:cubicBezTo>
                  <a:pt x="162051" y="28545"/>
                  <a:pt x="170941" y="37447"/>
                  <a:pt x="170941" y="55252"/>
                </a:cubicBezTo>
                <a:lnTo>
                  <a:pt x="170941" y="93618"/>
                </a:lnTo>
                <a:lnTo>
                  <a:pt x="153294" y="93618"/>
                </a:lnTo>
                <a:lnTo>
                  <a:pt x="153294" y="84371"/>
                </a:lnTo>
                <a:lnTo>
                  <a:pt x="153064" y="84371"/>
                </a:lnTo>
                <a:cubicBezTo>
                  <a:pt x="148734" y="91569"/>
                  <a:pt x="142392" y="95168"/>
                  <a:pt x="134038" y="95168"/>
                </a:cubicBezTo>
                <a:cubicBezTo>
                  <a:pt x="128022" y="95168"/>
                  <a:pt x="123203" y="93455"/>
                  <a:pt x="119582" y="90028"/>
                </a:cubicBezTo>
                <a:cubicBezTo>
                  <a:pt x="115960" y="86601"/>
                  <a:pt x="114150" y="81939"/>
                  <a:pt x="114150" y="76043"/>
                </a:cubicBezTo>
                <a:cubicBezTo>
                  <a:pt x="114150" y="63867"/>
                  <a:pt x="121411" y="56783"/>
                  <a:pt x="135935" y="54792"/>
                </a:cubicBezTo>
                <a:lnTo>
                  <a:pt x="153409" y="52437"/>
                </a:lnTo>
                <a:cubicBezTo>
                  <a:pt x="153409" y="45047"/>
                  <a:pt x="149558" y="41353"/>
                  <a:pt x="141856" y="41353"/>
                </a:cubicBezTo>
                <a:cubicBezTo>
                  <a:pt x="134268" y="41353"/>
                  <a:pt x="127121" y="43650"/>
                  <a:pt x="120415" y="48245"/>
                </a:cubicBezTo>
                <a:lnTo>
                  <a:pt x="120415" y="33944"/>
                </a:lnTo>
                <a:moveTo>
                  <a:pt x="141396" y="64843"/>
                </a:moveTo>
                <a:cubicBezTo>
                  <a:pt x="134690" y="65724"/>
                  <a:pt x="131337" y="68749"/>
                  <a:pt x="131337" y="73918"/>
                </a:cubicBezTo>
                <a:cubicBezTo>
                  <a:pt x="131337" y="76292"/>
                  <a:pt x="132151" y="78206"/>
                  <a:pt x="133779" y="79661"/>
                </a:cubicBezTo>
                <a:cubicBezTo>
                  <a:pt x="135408" y="81116"/>
                  <a:pt x="137602" y="81844"/>
                  <a:pt x="140361" y="81844"/>
                </a:cubicBezTo>
                <a:cubicBezTo>
                  <a:pt x="144155" y="81844"/>
                  <a:pt x="147278" y="80503"/>
                  <a:pt x="149730" y="77823"/>
                </a:cubicBezTo>
                <a:cubicBezTo>
                  <a:pt x="152183" y="75143"/>
                  <a:pt x="153409" y="71812"/>
                  <a:pt x="153409" y="67830"/>
                </a:cubicBezTo>
                <a:lnTo>
                  <a:pt x="153409" y="63292"/>
                </a:lnTo>
                <a:lnTo>
                  <a:pt x="141396" y="64843"/>
                </a:lnTo>
                <a:close/>
                <a:moveTo>
                  <a:pt x="224326" y="92871"/>
                </a:moveTo>
                <a:cubicBezTo>
                  <a:pt x="221529" y="94402"/>
                  <a:pt x="217294" y="95168"/>
                  <a:pt x="211623" y="95168"/>
                </a:cubicBezTo>
                <a:cubicBezTo>
                  <a:pt x="198134" y="95168"/>
                  <a:pt x="191389" y="88085"/>
                  <a:pt x="191389" y="73918"/>
                </a:cubicBezTo>
                <a:lnTo>
                  <a:pt x="191389" y="43937"/>
                </a:lnTo>
                <a:lnTo>
                  <a:pt x="180928" y="43937"/>
                </a:lnTo>
                <a:lnTo>
                  <a:pt x="180928" y="30095"/>
                </a:lnTo>
                <a:lnTo>
                  <a:pt x="191389" y="30095"/>
                </a:lnTo>
                <a:lnTo>
                  <a:pt x="191389" y="16139"/>
                </a:lnTo>
                <a:lnTo>
                  <a:pt x="209841" y="10855"/>
                </a:lnTo>
                <a:lnTo>
                  <a:pt x="209841" y="30095"/>
                </a:lnTo>
                <a:lnTo>
                  <a:pt x="224326" y="30095"/>
                </a:lnTo>
                <a:lnTo>
                  <a:pt x="224326" y="43937"/>
                </a:lnTo>
                <a:lnTo>
                  <a:pt x="209841" y="43937"/>
                </a:lnTo>
                <a:lnTo>
                  <a:pt x="209841" y="70701"/>
                </a:lnTo>
                <a:cubicBezTo>
                  <a:pt x="209841" y="77479"/>
                  <a:pt x="212523" y="80867"/>
                  <a:pt x="217888" y="80867"/>
                </a:cubicBezTo>
                <a:cubicBezTo>
                  <a:pt x="219957" y="80867"/>
                  <a:pt x="222103" y="80255"/>
                  <a:pt x="224326" y="79029"/>
                </a:cubicBezTo>
                <a:lnTo>
                  <a:pt x="224326" y="92871"/>
                </a:lnTo>
                <a:close/>
                <a:moveTo>
                  <a:pt x="291543" y="67083"/>
                </a:moveTo>
                <a:lnTo>
                  <a:pt x="249697" y="67083"/>
                </a:lnTo>
                <a:cubicBezTo>
                  <a:pt x="250349" y="76923"/>
                  <a:pt x="256288" y="81844"/>
                  <a:pt x="267516" y="81844"/>
                </a:cubicBezTo>
                <a:cubicBezTo>
                  <a:pt x="274529" y="81844"/>
                  <a:pt x="280718" y="80120"/>
                  <a:pt x="286083" y="76674"/>
                </a:cubicBezTo>
                <a:lnTo>
                  <a:pt x="286083" y="90286"/>
                </a:lnTo>
                <a:cubicBezTo>
                  <a:pt x="280296" y="93541"/>
                  <a:pt x="272709" y="95168"/>
                  <a:pt x="263320" y="95168"/>
                </a:cubicBezTo>
                <a:cubicBezTo>
                  <a:pt x="253204" y="95168"/>
                  <a:pt x="245338" y="92316"/>
                  <a:pt x="239724" y="86611"/>
                </a:cubicBezTo>
                <a:cubicBezTo>
                  <a:pt x="234110" y="80905"/>
                  <a:pt x="231303" y="72960"/>
                  <a:pt x="231303" y="62775"/>
                </a:cubicBezTo>
                <a:cubicBezTo>
                  <a:pt x="231303" y="52629"/>
                  <a:pt x="234292" y="44387"/>
                  <a:pt x="240270" y="38050"/>
                </a:cubicBezTo>
                <a:cubicBezTo>
                  <a:pt x="246248" y="31713"/>
                  <a:pt x="253759" y="28545"/>
                  <a:pt x="262803" y="28545"/>
                </a:cubicBezTo>
                <a:cubicBezTo>
                  <a:pt x="271808" y="28545"/>
                  <a:pt x="278850" y="31273"/>
                  <a:pt x="283927" y="36729"/>
                </a:cubicBezTo>
                <a:cubicBezTo>
                  <a:pt x="289005" y="42185"/>
                  <a:pt x="291543" y="49680"/>
                  <a:pt x="291543" y="59215"/>
                </a:cubicBezTo>
                <a:lnTo>
                  <a:pt x="291543" y="67083"/>
                </a:lnTo>
                <a:moveTo>
                  <a:pt x="274242" y="55481"/>
                </a:moveTo>
                <a:cubicBezTo>
                  <a:pt x="274242" y="45986"/>
                  <a:pt x="270390" y="41238"/>
                  <a:pt x="262688" y="41238"/>
                </a:cubicBezTo>
                <a:cubicBezTo>
                  <a:pt x="259507" y="41238"/>
                  <a:pt x="256691" y="42539"/>
                  <a:pt x="254238" y="45143"/>
                </a:cubicBezTo>
                <a:cubicBezTo>
                  <a:pt x="251786" y="47747"/>
                  <a:pt x="250253" y="51193"/>
                  <a:pt x="249640" y="55481"/>
                </a:cubicBezTo>
                <a:lnTo>
                  <a:pt x="274242" y="55481"/>
                </a:lnTo>
                <a:close/>
                <a:moveTo>
                  <a:pt x="376112" y="92871"/>
                </a:moveTo>
                <a:cubicBezTo>
                  <a:pt x="373314" y="94402"/>
                  <a:pt x="369080" y="95168"/>
                  <a:pt x="363408" y="95168"/>
                </a:cubicBezTo>
                <a:cubicBezTo>
                  <a:pt x="349919" y="95168"/>
                  <a:pt x="343175" y="88085"/>
                  <a:pt x="343175" y="73918"/>
                </a:cubicBezTo>
                <a:lnTo>
                  <a:pt x="343175" y="43937"/>
                </a:lnTo>
                <a:lnTo>
                  <a:pt x="332713" y="43937"/>
                </a:lnTo>
                <a:lnTo>
                  <a:pt x="332713" y="30095"/>
                </a:lnTo>
                <a:lnTo>
                  <a:pt x="343175" y="30095"/>
                </a:lnTo>
                <a:lnTo>
                  <a:pt x="343175" y="16139"/>
                </a:lnTo>
                <a:lnTo>
                  <a:pt x="361626" y="10855"/>
                </a:lnTo>
                <a:lnTo>
                  <a:pt x="361626" y="30095"/>
                </a:lnTo>
                <a:lnTo>
                  <a:pt x="376112" y="30095"/>
                </a:lnTo>
                <a:lnTo>
                  <a:pt x="376112" y="43937"/>
                </a:lnTo>
                <a:lnTo>
                  <a:pt x="361626" y="43937"/>
                </a:lnTo>
                <a:lnTo>
                  <a:pt x="361626" y="70701"/>
                </a:lnTo>
                <a:cubicBezTo>
                  <a:pt x="361626" y="77479"/>
                  <a:pt x="364309" y="80867"/>
                  <a:pt x="369674" y="80867"/>
                </a:cubicBezTo>
                <a:cubicBezTo>
                  <a:pt x="371743" y="80867"/>
                  <a:pt x="373889" y="80255"/>
                  <a:pt x="376112" y="79029"/>
                </a:cubicBezTo>
                <a:lnTo>
                  <a:pt x="376112" y="92871"/>
                </a:lnTo>
                <a:close/>
                <a:moveTo>
                  <a:pt x="427952" y="46924"/>
                </a:moveTo>
                <a:cubicBezTo>
                  <a:pt x="425691" y="45622"/>
                  <a:pt x="422951" y="44971"/>
                  <a:pt x="419732" y="44971"/>
                </a:cubicBezTo>
                <a:cubicBezTo>
                  <a:pt x="415517" y="44971"/>
                  <a:pt x="412173" y="46579"/>
                  <a:pt x="409702" y="49795"/>
                </a:cubicBezTo>
                <a:cubicBezTo>
                  <a:pt x="407230" y="53012"/>
                  <a:pt x="405994" y="57434"/>
                  <a:pt x="405994" y="63063"/>
                </a:cubicBezTo>
                <a:lnTo>
                  <a:pt x="405994" y="93618"/>
                </a:lnTo>
                <a:lnTo>
                  <a:pt x="387428" y="93618"/>
                </a:lnTo>
                <a:lnTo>
                  <a:pt x="387428" y="30095"/>
                </a:lnTo>
                <a:lnTo>
                  <a:pt x="405994" y="30095"/>
                </a:lnTo>
                <a:lnTo>
                  <a:pt x="405994" y="42042"/>
                </a:lnTo>
                <a:lnTo>
                  <a:pt x="406224" y="42042"/>
                </a:lnTo>
                <a:cubicBezTo>
                  <a:pt x="409290" y="33350"/>
                  <a:pt x="414865" y="29004"/>
                  <a:pt x="422951" y="29004"/>
                </a:cubicBezTo>
                <a:cubicBezTo>
                  <a:pt x="425135" y="29004"/>
                  <a:pt x="426802" y="29253"/>
                  <a:pt x="427952" y="29751"/>
                </a:cubicBezTo>
                <a:lnTo>
                  <a:pt x="427952" y="46924"/>
                </a:lnTo>
                <a:close/>
                <a:moveTo>
                  <a:pt x="438894" y="33944"/>
                </a:moveTo>
                <a:cubicBezTo>
                  <a:pt x="441768" y="32335"/>
                  <a:pt x="445609" y="31034"/>
                  <a:pt x="450418" y="30038"/>
                </a:cubicBezTo>
                <a:cubicBezTo>
                  <a:pt x="455228" y="29042"/>
                  <a:pt x="459338" y="28545"/>
                  <a:pt x="462748" y="28545"/>
                </a:cubicBezTo>
                <a:cubicBezTo>
                  <a:pt x="480529" y="28545"/>
                  <a:pt x="489419" y="37447"/>
                  <a:pt x="489419" y="55252"/>
                </a:cubicBezTo>
                <a:lnTo>
                  <a:pt x="489419" y="93618"/>
                </a:lnTo>
                <a:lnTo>
                  <a:pt x="471773" y="93618"/>
                </a:lnTo>
                <a:lnTo>
                  <a:pt x="471773" y="84371"/>
                </a:lnTo>
                <a:lnTo>
                  <a:pt x="471543" y="84371"/>
                </a:lnTo>
                <a:cubicBezTo>
                  <a:pt x="467212" y="91569"/>
                  <a:pt x="460870" y="95168"/>
                  <a:pt x="452517" y="95168"/>
                </a:cubicBezTo>
                <a:cubicBezTo>
                  <a:pt x="446500" y="95168"/>
                  <a:pt x="441681" y="93455"/>
                  <a:pt x="438060" y="90028"/>
                </a:cubicBezTo>
                <a:cubicBezTo>
                  <a:pt x="434439" y="86601"/>
                  <a:pt x="432628" y="81939"/>
                  <a:pt x="432628" y="76043"/>
                </a:cubicBezTo>
                <a:cubicBezTo>
                  <a:pt x="432628" y="63867"/>
                  <a:pt x="439890" y="56783"/>
                  <a:pt x="454413" y="54792"/>
                </a:cubicBezTo>
                <a:lnTo>
                  <a:pt x="471888" y="52437"/>
                </a:lnTo>
                <a:cubicBezTo>
                  <a:pt x="471888" y="45047"/>
                  <a:pt x="468036" y="41353"/>
                  <a:pt x="460334" y="41353"/>
                </a:cubicBezTo>
                <a:cubicBezTo>
                  <a:pt x="452746" y="41353"/>
                  <a:pt x="445600" y="43650"/>
                  <a:pt x="438894" y="48245"/>
                </a:cubicBezTo>
                <a:lnTo>
                  <a:pt x="438894" y="33944"/>
                </a:lnTo>
                <a:moveTo>
                  <a:pt x="459874" y="64843"/>
                </a:moveTo>
                <a:cubicBezTo>
                  <a:pt x="453168" y="65724"/>
                  <a:pt x="449815" y="68749"/>
                  <a:pt x="449815" y="73918"/>
                </a:cubicBezTo>
                <a:cubicBezTo>
                  <a:pt x="449815" y="76292"/>
                  <a:pt x="450629" y="78206"/>
                  <a:pt x="452258" y="79661"/>
                </a:cubicBezTo>
                <a:cubicBezTo>
                  <a:pt x="453886" y="81116"/>
                  <a:pt x="456080" y="81844"/>
                  <a:pt x="458839" y="81844"/>
                </a:cubicBezTo>
                <a:cubicBezTo>
                  <a:pt x="462633" y="81844"/>
                  <a:pt x="465756" y="80503"/>
                  <a:pt x="468209" y="77823"/>
                </a:cubicBezTo>
                <a:cubicBezTo>
                  <a:pt x="470661" y="75143"/>
                  <a:pt x="471888" y="71812"/>
                  <a:pt x="471888" y="67830"/>
                </a:cubicBezTo>
                <a:lnTo>
                  <a:pt x="471888" y="63292"/>
                </a:lnTo>
                <a:lnTo>
                  <a:pt x="459874" y="64843"/>
                </a:lnTo>
                <a:close/>
                <a:moveTo>
                  <a:pt x="565797" y="93618"/>
                </a:moveTo>
                <a:lnTo>
                  <a:pt x="547345" y="93618"/>
                </a:lnTo>
                <a:lnTo>
                  <a:pt x="547345" y="58181"/>
                </a:lnTo>
                <a:cubicBezTo>
                  <a:pt x="547345" y="47919"/>
                  <a:pt x="543647" y="42788"/>
                  <a:pt x="536252" y="42788"/>
                </a:cubicBezTo>
                <a:cubicBezTo>
                  <a:pt x="532726" y="42788"/>
                  <a:pt x="529795" y="44157"/>
                  <a:pt x="527457" y="46895"/>
                </a:cubicBezTo>
                <a:cubicBezTo>
                  <a:pt x="525119" y="49633"/>
                  <a:pt x="523951" y="53126"/>
                  <a:pt x="523951" y="57377"/>
                </a:cubicBezTo>
                <a:lnTo>
                  <a:pt x="523951" y="93618"/>
                </a:lnTo>
                <a:lnTo>
                  <a:pt x="505384" y="93618"/>
                </a:lnTo>
                <a:lnTo>
                  <a:pt x="505384" y="30095"/>
                </a:lnTo>
                <a:lnTo>
                  <a:pt x="523951" y="30095"/>
                </a:lnTo>
                <a:lnTo>
                  <a:pt x="523951" y="40204"/>
                </a:lnTo>
                <a:lnTo>
                  <a:pt x="524181" y="40204"/>
                </a:lnTo>
                <a:cubicBezTo>
                  <a:pt x="528817" y="32431"/>
                  <a:pt x="535638" y="28545"/>
                  <a:pt x="544644" y="28545"/>
                </a:cubicBezTo>
                <a:cubicBezTo>
                  <a:pt x="558746" y="28545"/>
                  <a:pt x="565797" y="37275"/>
                  <a:pt x="565797" y="54735"/>
                </a:cubicBezTo>
                <a:lnTo>
                  <a:pt x="565797" y="93618"/>
                </a:lnTo>
                <a:close/>
                <a:moveTo>
                  <a:pt x="580001" y="76560"/>
                </a:moveTo>
                <a:cubicBezTo>
                  <a:pt x="586362" y="80427"/>
                  <a:pt x="592589" y="82360"/>
                  <a:pt x="598682" y="82360"/>
                </a:cubicBezTo>
                <a:cubicBezTo>
                  <a:pt x="606346" y="82360"/>
                  <a:pt x="610178" y="80312"/>
                  <a:pt x="610178" y="76215"/>
                </a:cubicBezTo>
                <a:cubicBezTo>
                  <a:pt x="610178" y="73305"/>
                  <a:pt x="607017" y="70874"/>
                  <a:pt x="600694" y="68921"/>
                </a:cubicBezTo>
                <a:cubicBezTo>
                  <a:pt x="592800" y="66470"/>
                  <a:pt x="587377" y="63742"/>
                  <a:pt x="584427" y="60737"/>
                </a:cubicBezTo>
                <a:cubicBezTo>
                  <a:pt x="581476" y="57731"/>
                  <a:pt x="580001" y="53663"/>
                  <a:pt x="580001" y="48532"/>
                </a:cubicBezTo>
                <a:cubicBezTo>
                  <a:pt x="580001" y="42291"/>
                  <a:pt x="582530" y="37399"/>
                  <a:pt x="587588" y="33857"/>
                </a:cubicBezTo>
                <a:cubicBezTo>
                  <a:pt x="592646" y="30316"/>
                  <a:pt x="599276" y="28545"/>
                  <a:pt x="607476" y="28545"/>
                </a:cubicBezTo>
                <a:cubicBezTo>
                  <a:pt x="613301" y="28545"/>
                  <a:pt x="618915" y="29406"/>
                  <a:pt x="624318" y="31129"/>
                </a:cubicBezTo>
                <a:lnTo>
                  <a:pt x="624318" y="45718"/>
                </a:lnTo>
                <a:cubicBezTo>
                  <a:pt x="619375" y="42808"/>
                  <a:pt x="613933" y="41353"/>
                  <a:pt x="607994" y="41353"/>
                </a:cubicBezTo>
                <a:cubicBezTo>
                  <a:pt x="605043" y="41353"/>
                  <a:pt x="602667" y="41879"/>
                  <a:pt x="600866" y="42932"/>
                </a:cubicBezTo>
                <a:cubicBezTo>
                  <a:pt x="599065" y="43985"/>
                  <a:pt x="598165" y="45373"/>
                  <a:pt x="598165" y="47096"/>
                </a:cubicBezTo>
                <a:cubicBezTo>
                  <a:pt x="598165" y="50006"/>
                  <a:pt x="600847" y="52361"/>
                  <a:pt x="606212" y="54160"/>
                </a:cubicBezTo>
                <a:cubicBezTo>
                  <a:pt x="611960" y="56075"/>
                  <a:pt x="616281" y="57817"/>
                  <a:pt x="619174" y="59387"/>
                </a:cubicBezTo>
                <a:cubicBezTo>
                  <a:pt x="622067" y="60957"/>
                  <a:pt x="624270" y="63024"/>
                  <a:pt x="625784" y="65590"/>
                </a:cubicBezTo>
                <a:cubicBezTo>
                  <a:pt x="627298" y="68155"/>
                  <a:pt x="628055" y="71122"/>
                  <a:pt x="628055" y="74492"/>
                </a:cubicBezTo>
                <a:cubicBezTo>
                  <a:pt x="628055" y="81039"/>
                  <a:pt x="625430" y="86122"/>
                  <a:pt x="620180" y="89741"/>
                </a:cubicBezTo>
                <a:cubicBezTo>
                  <a:pt x="614930" y="93359"/>
                  <a:pt x="607917" y="95168"/>
                  <a:pt x="599142" y="95168"/>
                </a:cubicBezTo>
                <a:cubicBezTo>
                  <a:pt x="592244" y="95168"/>
                  <a:pt x="585864" y="94077"/>
                  <a:pt x="580001" y="91894"/>
                </a:cubicBezTo>
                <a:lnTo>
                  <a:pt x="580001" y="76560"/>
                </a:lnTo>
                <a:close/>
                <a:moveTo>
                  <a:pt x="638155" y="9591"/>
                </a:moveTo>
                <a:cubicBezTo>
                  <a:pt x="638155" y="6758"/>
                  <a:pt x="639161" y="4451"/>
                  <a:pt x="641172" y="2671"/>
                </a:cubicBezTo>
                <a:cubicBezTo>
                  <a:pt x="643184" y="890"/>
                  <a:pt x="645761" y="0"/>
                  <a:pt x="648904" y="0"/>
                </a:cubicBezTo>
                <a:cubicBezTo>
                  <a:pt x="652123" y="0"/>
                  <a:pt x="654728" y="909"/>
                  <a:pt x="656721" y="2728"/>
                </a:cubicBezTo>
                <a:cubicBezTo>
                  <a:pt x="658714" y="4547"/>
                  <a:pt x="659710" y="6835"/>
                  <a:pt x="659710" y="9591"/>
                </a:cubicBezTo>
                <a:cubicBezTo>
                  <a:pt x="659710" y="12387"/>
                  <a:pt x="658695" y="14713"/>
                  <a:pt x="656664" y="16570"/>
                </a:cubicBezTo>
                <a:cubicBezTo>
                  <a:pt x="654633" y="18427"/>
                  <a:pt x="652046" y="19355"/>
                  <a:pt x="648904" y="19355"/>
                </a:cubicBezTo>
                <a:cubicBezTo>
                  <a:pt x="645800" y="19355"/>
                  <a:pt x="643232" y="18417"/>
                  <a:pt x="641201" y="16541"/>
                </a:cubicBezTo>
                <a:cubicBezTo>
                  <a:pt x="639170" y="14665"/>
                  <a:pt x="638155" y="12348"/>
                  <a:pt x="638155" y="9591"/>
                </a:cubicBezTo>
                <a:moveTo>
                  <a:pt x="639534" y="93618"/>
                </a:moveTo>
                <a:lnTo>
                  <a:pt x="639534" y="30095"/>
                </a:lnTo>
                <a:lnTo>
                  <a:pt x="658043" y="30095"/>
                </a:lnTo>
                <a:lnTo>
                  <a:pt x="658043" y="93618"/>
                </a:lnTo>
                <a:lnTo>
                  <a:pt x="639534" y="93618"/>
                </a:lnTo>
                <a:close/>
                <a:moveTo>
                  <a:pt x="712087" y="92871"/>
                </a:moveTo>
                <a:cubicBezTo>
                  <a:pt x="709290" y="94402"/>
                  <a:pt x="705055" y="95168"/>
                  <a:pt x="699384" y="95168"/>
                </a:cubicBezTo>
                <a:cubicBezTo>
                  <a:pt x="685895" y="95168"/>
                  <a:pt x="679150" y="88085"/>
                  <a:pt x="679150" y="73918"/>
                </a:cubicBezTo>
                <a:lnTo>
                  <a:pt x="679150" y="43937"/>
                </a:lnTo>
                <a:lnTo>
                  <a:pt x="668689" y="43937"/>
                </a:lnTo>
                <a:lnTo>
                  <a:pt x="668689" y="30095"/>
                </a:lnTo>
                <a:lnTo>
                  <a:pt x="679150" y="30095"/>
                </a:lnTo>
                <a:lnTo>
                  <a:pt x="679150" y="16139"/>
                </a:lnTo>
                <a:lnTo>
                  <a:pt x="697602" y="10855"/>
                </a:lnTo>
                <a:lnTo>
                  <a:pt x="697602" y="30095"/>
                </a:lnTo>
                <a:lnTo>
                  <a:pt x="712087" y="30095"/>
                </a:lnTo>
                <a:lnTo>
                  <a:pt x="712087" y="43937"/>
                </a:lnTo>
                <a:lnTo>
                  <a:pt x="697602" y="43937"/>
                </a:lnTo>
                <a:lnTo>
                  <a:pt x="697602" y="70701"/>
                </a:lnTo>
                <a:cubicBezTo>
                  <a:pt x="697602" y="77479"/>
                  <a:pt x="700284" y="80867"/>
                  <a:pt x="705649" y="80867"/>
                </a:cubicBezTo>
                <a:cubicBezTo>
                  <a:pt x="707718" y="80867"/>
                  <a:pt x="709864" y="80255"/>
                  <a:pt x="712087" y="79029"/>
                </a:cubicBezTo>
                <a:lnTo>
                  <a:pt x="712087" y="92871"/>
                </a:lnTo>
                <a:close/>
                <a:moveTo>
                  <a:pt x="721736" y="9591"/>
                </a:moveTo>
                <a:cubicBezTo>
                  <a:pt x="721736" y="6758"/>
                  <a:pt x="722742" y="4451"/>
                  <a:pt x="724754" y="2671"/>
                </a:cubicBezTo>
                <a:cubicBezTo>
                  <a:pt x="726766" y="890"/>
                  <a:pt x="729343" y="0"/>
                  <a:pt x="732485" y="0"/>
                </a:cubicBezTo>
                <a:cubicBezTo>
                  <a:pt x="735704" y="0"/>
                  <a:pt x="738310" y="909"/>
                  <a:pt x="740303" y="2728"/>
                </a:cubicBezTo>
                <a:cubicBezTo>
                  <a:pt x="742295" y="4547"/>
                  <a:pt x="743292" y="6835"/>
                  <a:pt x="743292" y="9591"/>
                </a:cubicBezTo>
                <a:cubicBezTo>
                  <a:pt x="743292" y="12387"/>
                  <a:pt x="742276" y="14713"/>
                  <a:pt x="740245" y="16570"/>
                </a:cubicBezTo>
                <a:cubicBezTo>
                  <a:pt x="738214" y="18427"/>
                  <a:pt x="735628" y="19355"/>
                  <a:pt x="732485" y="19355"/>
                </a:cubicBezTo>
                <a:cubicBezTo>
                  <a:pt x="729381" y="19355"/>
                  <a:pt x="726814" y="18417"/>
                  <a:pt x="724783" y="16541"/>
                </a:cubicBezTo>
                <a:cubicBezTo>
                  <a:pt x="722752" y="14665"/>
                  <a:pt x="721736" y="12348"/>
                  <a:pt x="721736" y="9591"/>
                </a:cubicBezTo>
                <a:moveTo>
                  <a:pt x="723116" y="93618"/>
                </a:moveTo>
                <a:lnTo>
                  <a:pt x="723116" y="30095"/>
                </a:lnTo>
                <a:lnTo>
                  <a:pt x="741625" y="30095"/>
                </a:lnTo>
                <a:lnTo>
                  <a:pt x="741625" y="93618"/>
                </a:lnTo>
                <a:lnTo>
                  <a:pt x="723116" y="93618"/>
                </a:lnTo>
                <a:close/>
                <a:moveTo>
                  <a:pt x="754455" y="62144"/>
                </a:moveTo>
                <a:cubicBezTo>
                  <a:pt x="754455" y="51691"/>
                  <a:pt x="757588" y="43478"/>
                  <a:pt x="763853" y="37504"/>
                </a:cubicBezTo>
                <a:cubicBezTo>
                  <a:pt x="770119" y="31531"/>
                  <a:pt x="778540" y="28545"/>
                  <a:pt x="789116" y="28545"/>
                </a:cubicBezTo>
                <a:cubicBezTo>
                  <a:pt x="799348" y="28545"/>
                  <a:pt x="807472" y="31483"/>
                  <a:pt x="813488" y="37361"/>
                </a:cubicBezTo>
                <a:cubicBezTo>
                  <a:pt x="819504" y="43238"/>
                  <a:pt x="822512" y="51135"/>
                  <a:pt x="822512" y="61052"/>
                </a:cubicBezTo>
                <a:cubicBezTo>
                  <a:pt x="822512" y="71467"/>
                  <a:pt x="819428" y="79757"/>
                  <a:pt x="813258" y="85921"/>
                </a:cubicBezTo>
                <a:cubicBezTo>
                  <a:pt x="807088" y="92086"/>
                  <a:pt x="798735" y="95168"/>
                  <a:pt x="788196" y="95168"/>
                </a:cubicBezTo>
                <a:cubicBezTo>
                  <a:pt x="777850" y="95168"/>
                  <a:pt x="769640" y="92210"/>
                  <a:pt x="763566" y="86295"/>
                </a:cubicBezTo>
                <a:cubicBezTo>
                  <a:pt x="757492" y="80379"/>
                  <a:pt x="754455" y="72329"/>
                  <a:pt x="754455" y="62144"/>
                </a:cubicBezTo>
                <a:moveTo>
                  <a:pt x="773251" y="61914"/>
                </a:moveTo>
                <a:cubicBezTo>
                  <a:pt x="773251" y="74588"/>
                  <a:pt x="778425" y="80925"/>
                  <a:pt x="788771" y="80925"/>
                </a:cubicBezTo>
                <a:cubicBezTo>
                  <a:pt x="798696" y="80925"/>
                  <a:pt x="803659" y="74415"/>
                  <a:pt x="803659" y="61397"/>
                </a:cubicBezTo>
                <a:cubicBezTo>
                  <a:pt x="803659" y="48991"/>
                  <a:pt x="798658" y="42788"/>
                  <a:pt x="788656" y="42788"/>
                </a:cubicBezTo>
                <a:cubicBezTo>
                  <a:pt x="783789" y="42788"/>
                  <a:pt x="780005" y="44454"/>
                  <a:pt x="777304" y="47785"/>
                </a:cubicBezTo>
                <a:cubicBezTo>
                  <a:pt x="774602" y="51116"/>
                  <a:pt x="773251" y="55826"/>
                  <a:pt x="773251" y="61914"/>
                </a:cubicBezTo>
                <a:close/>
                <a:moveTo>
                  <a:pt x="896004" y="93618"/>
                </a:moveTo>
                <a:lnTo>
                  <a:pt x="877553" y="93618"/>
                </a:lnTo>
                <a:lnTo>
                  <a:pt x="877553" y="58181"/>
                </a:lnTo>
                <a:cubicBezTo>
                  <a:pt x="877553" y="47919"/>
                  <a:pt x="873855" y="42788"/>
                  <a:pt x="866459" y="42788"/>
                </a:cubicBezTo>
                <a:cubicBezTo>
                  <a:pt x="862933" y="42788"/>
                  <a:pt x="860002" y="44157"/>
                  <a:pt x="857664" y="46895"/>
                </a:cubicBezTo>
                <a:cubicBezTo>
                  <a:pt x="855327" y="49633"/>
                  <a:pt x="854158" y="53126"/>
                  <a:pt x="854158" y="57377"/>
                </a:cubicBezTo>
                <a:lnTo>
                  <a:pt x="854158" y="93618"/>
                </a:lnTo>
                <a:lnTo>
                  <a:pt x="835592" y="93618"/>
                </a:lnTo>
                <a:lnTo>
                  <a:pt x="835592" y="30095"/>
                </a:lnTo>
                <a:lnTo>
                  <a:pt x="854158" y="30095"/>
                </a:lnTo>
                <a:lnTo>
                  <a:pt x="854158" y="40204"/>
                </a:lnTo>
                <a:lnTo>
                  <a:pt x="854388" y="40204"/>
                </a:lnTo>
                <a:cubicBezTo>
                  <a:pt x="859025" y="32431"/>
                  <a:pt x="865846" y="28545"/>
                  <a:pt x="874851" y="28545"/>
                </a:cubicBezTo>
                <a:cubicBezTo>
                  <a:pt x="888953" y="28545"/>
                  <a:pt x="896004" y="37275"/>
                  <a:pt x="896004" y="54735"/>
                </a:cubicBezTo>
                <a:lnTo>
                  <a:pt x="896004" y="93618"/>
                </a:lnTo>
                <a:close/>
                <a:moveTo>
                  <a:pt x="943162" y="62144"/>
                </a:moveTo>
                <a:cubicBezTo>
                  <a:pt x="943162" y="51691"/>
                  <a:pt x="946294" y="43478"/>
                  <a:pt x="952560" y="37504"/>
                </a:cubicBezTo>
                <a:cubicBezTo>
                  <a:pt x="958825" y="31531"/>
                  <a:pt x="967246" y="28545"/>
                  <a:pt x="977823" y="28545"/>
                </a:cubicBezTo>
                <a:cubicBezTo>
                  <a:pt x="988054" y="28545"/>
                  <a:pt x="996178" y="31483"/>
                  <a:pt x="1002195" y="37361"/>
                </a:cubicBezTo>
                <a:cubicBezTo>
                  <a:pt x="1008211" y="43238"/>
                  <a:pt x="1011219" y="51135"/>
                  <a:pt x="1011219" y="61052"/>
                </a:cubicBezTo>
                <a:cubicBezTo>
                  <a:pt x="1011219" y="71467"/>
                  <a:pt x="1008134" y="79757"/>
                  <a:pt x="1001965" y="85921"/>
                </a:cubicBezTo>
                <a:cubicBezTo>
                  <a:pt x="995795" y="92086"/>
                  <a:pt x="987441" y="95168"/>
                  <a:pt x="976903" y="95168"/>
                </a:cubicBezTo>
                <a:cubicBezTo>
                  <a:pt x="966557" y="95168"/>
                  <a:pt x="958346" y="92210"/>
                  <a:pt x="952273" y="86295"/>
                </a:cubicBezTo>
                <a:cubicBezTo>
                  <a:pt x="946199" y="80379"/>
                  <a:pt x="943162" y="72329"/>
                  <a:pt x="943162" y="62144"/>
                </a:cubicBezTo>
                <a:moveTo>
                  <a:pt x="961958" y="61914"/>
                </a:moveTo>
                <a:cubicBezTo>
                  <a:pt x="961958" y="74588"/>
                  <a:pt x="967131" y="80925"/>
                  <a:pt x="977478" y="80925"/>
                </a:cubicBezTo>
                <a:cubicBezTo>
                  <a:pt x="987403" y="80925"/>
                  <a:pt x="992365" y="74415"/>
                  <a:pt x="992365" y="61397"/>
                </a:cubicBezTo>
                <a:cubicBezTo>
                  <a:pt x="992365" y="48991"/>
                  <a:pt x="987365" y="42788"/>
                  <a:pt x="977363" y="42788"/>
                </a:cubicBezTo>
                <a:cubicBezTo>
                  <a:pt x="972496" y="42788"/>
                  <a:pt x="968712" y="44454"/>
                  <a:pt x="966010" y="47785"/>
                </a:cubicBezTo>
                <a:cubicBezTo>
                  <a:pt x="963309" y="51116"/>
                  <a:pt x="961958" y="55826"/>
                  <a:pt x="961958" y="61914"/>
                </a:cubicBezTo>
                <a:close/>
                <a:moveTo>
                  <a:pt x="1084711" y="93618"/>
                </a:moveTo>
                <a:lnTo>
                  <a:pt x="1066259" y="93618"/>
                </a:lnTo>
                <a:lnTo>
                  <a:pt x="1066259" y="58181"/>
                </a:lnTo>
                <a:cubicBezTo>
                  <a:pt x="1066259" y="47919"/>
                  <a:pt x="1062561" y="42788"/>
                  <a:pt x="1055165" y="42788"/>
                </a:cubicBezTo>
                <a:cubicBezTo>
                  <a:pt x="1051640" y="42788"/>
                  <a:pt x="1048708" y="44157"/>
                  <a:pt x="1046371" y="46895"/>
                </a:cubicBezTo>
                <a:cubicBezTo>
                  <a:pt x="1044033" y="49633"/>
                  <a:pt x="1042864" y="53126"/>
                  <a:pt x="1042864" y="57377"/>
                </a:cubicBezTo>
                <a:lnTo>
                  <a:pt x="1042864" y="93618"/>
                </a:lnTo>
                <a:lnTo>
                  <a:pt x="1024298" y="93618"/>
                </a:lnTo>
                <a:lnTo>
                  <a:pt x="1024298" y="30095"/>
                </a:lnTo>
                <a:lnTo>
                  <a:pt x="1042864" y="30095"/>
                </a:lnTo>
                <a:lnTo>
                  <a:pt x="1042864" y="40204"/>
                </a:lnTo>
                <a:lnTo>
                  <a:pt x="1043094" y="40204"/>
                </a:lnTo>
                <a:cubicBezTo>
                  <a:pt x="1047731" y="32431"/>
                  <a:pt x="1054552" y="28545"/>
                  <a:pt x="1063558" y="28545"/>
                </a:cubicBezTo>
                <a:cubicBezTo>
                  <a:pt x="1077660" y="28545"/>
                  <a:pt x="1084711" y="37275"/>
                  <a:pt x="1084711" y="54735"/>
                </a:cubicBezTo>
                <a:lnTo>
                  <a:pt x="1084711" y="93618"/>
                </a:lnTo>
                <a:close/>
                <a:moveTo>
                  <a:pt x="1189752" y="93618"/>
                </a:moveTo>
                <a:lnTo>
                  <a:pt x="1137502" y="93618"/>
                </a:lnTo>
                <a:lnTo>
                  <a:pt x="1137502" y="4652"/>
                </a:lnTo>
                <a:lnTo>
                  <a:pt x="1156470" y="4652"/>
                </a:lnTo>
                <a:lnTo>
                  <a:pt x="1156470" y="78110"/>
                </a:lnTo>
                <a:lnTo>
                  <a:pt x="1189752" y="78110"/>
                </a:lnTo>
                <a:lnTo>
                  <a:pt x="1189752" y="93618"/>
                </a:lnTo>
                <a:close/>
                <a:moveTo>
                  <a:pt x="1219197" y="78168"/>
                </a:moveTo>
                <a:lnTo>
                  <a:pt x="1256962" y="78168"/>
                </a:lnTo>
                <a:lnTo>
                  <a:pt x="1256962" y="93618"/>
                </a:lnTo>
                <a:lnTo>
                  <a:pt x="1197756" y="93618"/>
                </a:lnTo>
                <a:lnTo>
                  <a:pt x="1197756" y="87013"/>
                </a:lnTo>
                <a:cubicBezTo>
                  <a:pt x="1197756" y="82380"/>
                  <a:pt x="1198609" y="78149"/>
                  <a:pt x="1200314" y="74320"/>
                </a:cubicBezTo>
                <a:cubicBezTo>
                  <a:pt x="1202019" y="70491"/>
                  <a:pt x="1204367" y="66920"/>
                  <a:pt x="1207356" y="63608"/>
                </a:cubicBezTo>
                <a:cubicBezTo>
                  <a:pt x="1210345" y="60296"/>
                  <a:pt x="1214981" y="56419"/>
                  <a:pt x="1221266" y="51978"/>
                </a:cubicBezTo>
                <a:cubicBezTo>
                  <a:pt x="1227014" y="47689"/>
                  <a:pt x="1231038" y="43889"/>
                  <a:pt x="1233337" y="40577"/>
                </a:cubicBezTo>
                <a:cubicBezTo>
                  <a:pt x="1235636" y="37265"/>
                  <a:pt x="1236786" y="33752"/>
                  <a:pt x="1236786" y="30038"/>
                </a:cubicBezTo>
                <a:cubicBezTo>
                  <a:pt x="1236786" y="22036"/>
                  <a:pt x="1232417" y="18034"/>
                  <a:pt x="1223680" y="18034"/>
                </a:cubicBezTo>
                <a:cubicBezTo>
                  <a:pt x="1216016" y="18034"/>
                  <a:pt x="1208697" y="21097"/>
                  <a:pt x="1201722" y="27224"/>
                </a:cubicBezTo>
                <a:lnTo>
                  <a:pt x="1201722" y="10683"/>
                </a:lnTo>
                <a:cubicBezTo>
                  <a:pt x="1209501" y="5667"/>
                  <a:pt x="1218239" y="3159"/>
                  <a:pt x="1227934" y="3159"/>
                </a:cubicBezTo>
                <a:cubicBezTo>
                  <a:pt x="1236824" y="3159"/>
                  <a:pt x="1243856" y="5428"/>
                  <a:pt x="1249029" y="9965"/>
                </a:cubicBezTo>
                <a:cubicBezTo>
                  <a:pt x="1254202" y="14502"/>
                  <a:pt x="1256789" y="20753"/>
                  <a:pt x="1256789" y="28717"/>
                </a:cubicBezTo>
                <a:cubicBezTo>
                  <a:pt x="1256789" y="33159"/>
                  <a:pt x="1256042" y="37169"/>
                  <a:pt x="1254547" y="40749"/>
                </a:cubicBezTo>
                <a:cubicBezTo>
                  <a:pt x="1253053" y="44330"/>
                  <a:pt x="1250888" y="47689"/>
                  <a:pt x="1248052" y="50829"/>
                </a:cubicBezTo>
                <a:cubicBezTo>
                  <a:pt x="1245216" y="53969"/>
                  <a:pt x="1240675" y="57740"/>
                  <a:pt x="1234429" y="62144"/>
                </a:cubicBezTo>
                <a:cubicBezTo>
                  <a:pt x="1228413" y="66432"/>
                  <a:pt x="1224370" y="69744"/>
                  <a:pt x="1222301" y="72080"/>
                </a:cubicBezTo>
                <a:cubicBezTo>
                  <a:pt x="1220231" y="74415"/>
                  <a:pt x="1219197" y="76445"/>
                  <a:pt x="1219197" y="78168"/>
                </a:cubicBez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31C63-CF43-40F9-A4D7-C59F11E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830" y="1947252"/>
            <a:ext cx="10" cy="615984"/>
          </a:xfrm>
          <a:custGeom xmlns:a="http://schemas.openxmlformats.org/drawingml/2006/main">
            <a:pathLst>
              <a:path w="1" h="615984" fill="none">
                <a:moveTo>
                  <a:pt x="0" y="0"/>
                </a:moveTo>
                <a:lnTo>
                  <a:pt x="0" y="318186"/>
                </a:lnTo>
                <a:lnTo>
                  <a:pt x="0" y="615984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975DB-B602-4B5C-88B7-C51CC064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90" y="2445612"/>
            <a:ext cx="78481" cy="101942"/>
          </a:xfrm>
          <a:custGeom xmlns:a="http://schemas.openxmlformats.org/drawingml/2006/main">
            <a:pathLst>
              <a:path w="78481" h="101942">
                <a:moveTo>
                  <a:pt x="78481" y="0"/>
                </a:moveTo>
                <a:lnTo>
                  <a:pt x="39240" y="101942"/>
                </a:lnTo>
                <a:lnTo>
                  <a:pt x="0" y="0"/>
                </a:lnTo>
                <a:lnTo>
                  <a:pt x="78481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4ED52-1F88-45BD-8C85-41270E07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90" y="2445612"/>
            <a:ext cx="78481" cy="101942"/>
          </a:xfrm>
          <a:custGeom xmlns:a="http://schemas.openxmlformats.org/drawingml/2006/main">
            <a:pathLst>
              <a:path w="78481" h="101942" fill="none">
                <a:moveTo>
                  <a:pt x="78481" y="0"/>
                </a:moveTo>
                <a:lnTo>
                  <a:pt x="39240" y="101942"/>
                </a:lnTo>
                <a:lnTo>
                  <a:pt x="0" y="0"/>
                </a:lnTo>
                <a:lnTo>
                  <a:pt x="784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2783F-2444-4A17-B36E-008A5489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644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846B9-BFD3-4D15-85DF-E19F3D40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644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005F8-107D-4C64-B2D7-2AA4609D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04" y="1069694"/>
            <a:ext cx="266344" cy="10"/>
          </a:xfrm>
          <a:custGeom xmlns:a="http://schemas.openxmlformats.org/drawingml/2006/main">
            <a:pathLst>
              <a:path w="266344" h="1" fill="none">
                <a:moveTo>
                  <a:pt x="0" y="0"/>
                </a:moveTo>
                <a:lnTo>
                  <a:pt x="137096" y="0"/>
                </a:lnTo>
                <a:lnTo>
                  <a:pt x="266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41B6B-F2FE-4647-BCAA-0959C1A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19" y="100696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E463B-F1E1-49B8-A7C7-85B6185E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83" y="991278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34254-2409-4FCC-87FA-0E3B762F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83" y="991278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8A495-E07B-4663-87C3-2F212322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92" y="1069694"/>
            <a:ext cx="255430" cy="10"/>
          </a:xfrm>
          <a:custGeom xmlns:a="http://schemas.openxmlformats.org/drawingml/2006/main">
            <a:pathLst>
              <a:path w="255430" h="1" fill="none">
                <a:moveTo>
                  <a:pt x="0" y="0"/>
                </a:moveTo>
                <a:lnTo>
                  <a:pt x="131639" y="0"/>
                </a:lnTo>
                <a:lnTo>
                  <a:pt x="2554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B848F-7E4A-4377-B08F-0EE292C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993" y="100696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BA23E-EFF5-4AAE-9554-7E1AA4E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65" y="1887870"/>
            <a:ext cx="393102" cy="881693"/>
          </a:xfrm>
          <a:custGeom xmlns:a="http://schemas.openxmlformats.org/drawingml/2006/main">
            <a:pathLst>
              <a:path w="393102" h="881693" fill="none">
                <a:moveTo>
                  <a:pt x="0" y="881693"/>
                </a:moveTo>
                <a:lnTo>
                  <a:pt x="3931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28E40-EBBF-499D-9CA3-0A6DF9C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6" y="1859218"/>
            <a:ext cx="80555" cy="116237"/>
          </a:xfrm>
          <a:custGeom xmlns:a="http://schemas.openxmlformats.org/drawingml/2006/main">
            <a:pathLst>
              <a:path w="80555" h="116237">
                <a:moveTo>
                  <a:pt x="80555" y="0"/>
                </a:moveTo>
                <a:lnTo>
                  <a:pt x="0" y="84327"/>
                </a:lnTo>
                <a:lnTo>
                  <a:pt x="71689" y="116237"/>
                </a:lnTo>
                <a:lnTo>
                  <a:pt x="71689" y="116237"/>
                </a:lnTo>
                <a:lnTo>
                  <a:pt x="80555" y="0"/>
                </a:lnTo>
                <a:close/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0E235-D0F1-46F7-89C5-0AD5AA3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6" y="1859218"/>
            <a:ext cx="80555" cy="116237"/>
          </a:xfrm>
          <a:custGeom xmlns:a="http://schemas.openxmlformats.org/drawingml/2006/main">
            <a:pathLst>
              <a:path w="80555" h="116237" fill="none">
                <a:moveTo>
                  <a:pt x="0" y="84327"/>
                </a:moveTo>
                <a:lnTo>
                  <a:pt x="80555" y="0"/>
                </a:lnTo>
                <a:lnTo>
                  <a:pt x="71689" y="116237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BC6C5-BD18-4A5D-9106-959F9D90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73" y="1890313"/>
            <a:ext cx="295" cy="878571"/>
          </a:xfrm>
          <a:custGeom xmlns:a="http://schemas.openxmlformats.org/drawingml/2006/main">
            <a:pathLst>
              <a:path w="295" h="878571" fill="none">
                <a:moveTo>
                  <a:pt x="295" y="878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0DF38-8C4B-473E-A405-756971F5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259" y="1858947"/>
            <a:ext cx="78481" cy="109796"/>
          </a:xfrm>
          <a:custGeom xmlns:a="http://schemas.openxmlformats.org/drawingml/2006/main">
            <a:pathLst>
              <a:path w="78481" h="109796">
                <a:moveTo>
                  <a:pt x="39204" y="0"/>
                </a:moveTo>
                <a:lnTo>
                  <a:pt x="39203" y="0"/>
                </a:lnTo>
                <a:lnTo>
                  <a:pt x="0" y="109796"/>
                </a:lnTo>
                <a:lnTo>
                  <a:pt x="78481" y="109770"/>
                </a:lnTo>
                <a:lnTo>
                  <a:pt x="39204" y="0"/>
                </a:lnTo>
                <a:close/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AA5C7-2514-446B-B657-4F4A65C0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259" y="1858947"/>
            <a:ext cx="78481" cy="109796"/>
          </a:xfrm>
          <a:custGeom xmlns:a="http://schemas.openxmlformats.org/drawingml/2006/main">
            <a:pathLst>
              <a:path w="78481" h="109796" fill="none">
                <a:moveTo>
                  <a:pt x="0" y="109796"/>
                </a:moveTo>
                <a:lnTo>
                  <a:pt x="39203" y="0"/>
                </a:lnTo>
                <a:moveTo>
                  <a:pt x="39204" y="0"/>
                </a:moveTo>
                <a:lnTo>
                  <a:pt x="78481" y="109770"/>
                </a:lnTo>
                <a:lnTo>
                  <a:pt x="0" y="109796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C8F8F-6588-4AF2-9DC8-3CB7AF6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0" y="1887946"/>
            <a:ext cx="386085" cy="881596"/>
          </a:xfrm>
          <a:custGeom xmlns:a="http://schemas.openxmlformats.org/drawingml/2006/main">
            <a:pathLst>
              <a:path w="386085" h="881596" fill="none">
                <a:moveTo>
                  <a:pt x="386085" y="8815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B937F-53BB-4150-8C40-DBF13DCD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05" y="1859210"/>
            <a:ext cx="79995" cy="116294"/>
          </a:xfrm>
          <a:custGeom xmlns:a="http://schemas.openxmlformats.org/drawingml/2006/main">
            <a:pathLst>
              <a:path w="79995" h="116294">
                <a:moveTo>
                  <a:pt x="0" y="0"/>
                </a:moveTo>
                <a:lnTo>
                  <a:pt x="0" y="0"/>
                </a:lnTo>
                <a:lnTo>
                  <a:pt x="8097" y="116294"/>
                </a:lnTo>
                <a:lnTo>
                  <a:pt x="79995" y="84858"/>
                </a:lnTo>
                <a:lnTo>
                  <a:pt x="79995" y="848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98D9E-ADA7-4C8A-B0D6-FAC4B743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05" y="1859210"/>
            <a:ext cx="79995" cy="116294"/>
          </a:xfrm>
          <a:custGeom xmlns:a="http://schemas.openxmlformats.org/drawingml/2006/main">
            <a:pathLst>
              <a:path w="79995" h="116294" fill="none">
                <a:moveTo>
                  <a:pt x="8097" y="116294"/>
                </a:moveTo>
                <a:lnTo>
                  <a:pt x="0" y="0"/>
                </a:lnTo>
                <a:moveTo>
                  <a:pt x="0" y="0"/>
                </a:moveTo>
                <a:lnTo>
                  <a:pt x="79995" y="84858"/>
                </a:lnTo>
                <a:moveTo>
                  <a:pt x="79995" y="84858"/>
                </a:moveTo>
                <a:lnTo>
                  <a:pt x="8097" y="116294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2194F-58B3-4ACC-82B8-7D944F1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056" y="1238068"/>
            <a:ext cx="10438" cy="242831"/>
          </a:xfrm>
          <a:custGeom xmlns:a="http://schemas.openxmlformats.org/drawingml/2006/main">
            <a:pathLst>
              <a:path w="10438" h="242831" fill="none">
                <a:moveTo>
                  <a:pt x="10438" y="2428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C3100-9A6D-4E28-8B79-D2B0087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219" y="1206730"/>
            <a:ext cx="78408" cy="111365"/>
          </a:xfrm>
          <a:custGeom xmlns:a="http://schemas.openxmlformats.org/drawingml/2006/main">
            <a:pathLst>
              <a:path w="78408" h="111365">
                <a:moveTo>
                  <a:pt x="34490" y="0"/>
                </a:moveTo>
                <a:lnTo>
                  <a:pt x="0" y="111364"/>
                </a:lnTo>
                <a:lnTo>
                  <a:pt x="0" y="111365"/>
                </a:lnTo>
                <a:lnTo>
                  <a:pt x="78408" y="108000"/>
                </a:lnTo>
                <a:lnTo>
                  <a:pt x="78408" y="108000"/>
                </a:lnTo>
                <a:lnTo>
                  <a:pt x="34490" y="0"/>
                </a:lnTo>
                <a:close/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785AB-D2E8-497C-A9A6-ECA0450B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219" y="1206730"/>
            <a:ext cx="78408" cy="111364"/>
          </a:xfrm>
          <a:custGeom xmlns:a="http://schemas.openxmlformats.org/drawingml/2006/main">
            <a:pathLst>
              <a:path w="78408" h="111364" fill="none">
                <a:moveTo>
                  <a:pt x="0" y="111364"/>
                </a:moveTo>
                <a:lnTo>
                  <a:pt x="34490" y="0"/>
                </a:lnTo>
                <a:lnTo>
                  <a:pt x="78408" y="108000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8CB73-246F-4918-A764-D7B7B334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960" y="595273"/>
            <a:ext cx="904210" cy="1005693"/>
          </a:xfrm>
          <a:custGeom xmlns:a="http://schemas.openxmlformats.org/drawingml/2006/main">
            <a:pathLst>
              <a:path w="904210" h="1005693" fill="none">
                <a:moveTo>
                  <a:pt x="904210" y="1005693"/>
                </a:moveTo>
                <a:lnTo>
                  <a:pt x="90421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0B8C2-91C8-4DC0-9DAD-EF6E7DA8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56" y="556065"/>
            <a:ext cx="102025" cy="78417"/>
          </a:xfrm>
          <a:custGeom xmlns:a="http://schemas.openxmlformats.org/drawingml/2006/main">
            <a:pathLst>
              <a:path w="102025" h="78417">
                <a:moveTo>
                  <a:pt x="102025" y="78417"/>
                </a:moveTo>
                <a:lnTo>
                  <a:pt x="0" y="39208"/>
                </a:lnTo>
                <a:lnTo>
                  <a:pt x="102025" y="0"/>
                </a:lnTo>
                <a:lnTo>
                  <a:pt x="102025" y="7841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FC077-57C0-420E-B29C-C60B2F0C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56" y="556065"/>
            <a:ext cx="102025" cy="78417"/>
          </a:xfrm>
          <a:custGeom xmlns:a="http://schemas.openxmlformats.org/drawingml/2006/main">
            <a:pathLst>
              <a:path w="102025" h="78417" fill="none">
                <a:moveTo>
                  <a:pt x="102025" y="78417"/>
                </a:moveTo>
                <a:lnTo>
                  <a:pt x="0" y="39208"/>
                </a:lnTo>
                <a:lnTo>
                  <a:pt x="102025" y="0"/>
                </a:lnTo>
                <a:lnTo>
                  <a:pt x="102025" y="7841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E855A4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CCC65-B46A-435C-AAA2-165E158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896" y="2936500"/>
            <a:ext cx="705645" cy="222725"/>
          </a:xfrm>
          <a:custGeom xmlns:a="http://schemas.openxmlformats.org/drawingml/2006/main">
            <a:pathLst>
              <a:path w="705645" h="222725">
                <a:moveTo>
                  <a:pt x="99070" y="0"/>
                </a:moveTo>
                <a:lnTo>
                  <a:pt x="606575" y="0"/>
                </a:lnTo>
                <a:cubicBezTo>
                  <a:pt x="705645" y="0"/>
                  <a:pt x="705645" y="222725"/>
                  <a:pt x="606575" y="222725"/>
                </a:cubicBezTo>
                <a:lnTo>
                  <a:pt x="99070" y="222725"/>
                </a:lnTo>
                <a:cubicBezTo>
                  <a:pt x="0" y="222725"/>
                  <a:pt x="0" y="0"/>
                  <a:pt x="9907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53782-5F32-4555-84E8-A347EACE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896" y="2936500"/>
            <a:ext cx="705645" cy="222725"/>
          </a:xfrm>
          <a:custGeom xmlns:a="http://schemas.openxmlformats.org/drawingml/2006/main">
            <a:pathLst>
              <a:path w="705645" h="222725" fill="none">
                <a:moveTo>
                  <a:pt x="99070" y="0"/>
                </a:moveTo>
                <a:lnTo>
                  <a:pt x="606575" y="0"/>
                </a:lnTo>
                <a:cubicBezTo>
                  <a:pt x="705645" y="0"/>
                  <a:pt x="705645" y="222725"/>
                  <a:pt x="606575" y="222725"/>
                </a:cubicBezTo>
                <a:lnTo>
                  <a:pt x="99070" y="222725"/>
                </a:lnTo>
                <a:cubicBezTo>
                  <a:pt x="0" y="222725"/>
                  <a:pt x="0" y="0"/>
                  <a:pt x="9907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227" name="Text Event">
            <a:extLst xmlns:a="http://schemas.openxmlformats.org/drawingml/2006/main">
              <a:ext uri="{FF2B5EF4-FFF2-40B4-BE49-F238E27FC236}">
                <a16:creationId xmlns:a16="http://schemas.microsoft.com/office/drawing/2014/main" id="{754C6B06-9998-4085-8B8D-7699A82B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743" y="3008779"/>
            <a:ext cx="314366" cy="90516"/>
          </a:xfrm>
          <a:custGeom xmlns:a="http://schemas.openxmlformats.org/drawingml/2006/main">
            <a:pathLst>
              <a:path w="314366" h="90516">
                <a:moveTo>
                  <a:pt x="52710" y="88965"/>
                </a:moveTo>
                <a:lnTo>
                  <a:pt x="0" y="88965"/>
                </a:lnTo>
                <a:lnTo>
                  <a:pt x="0" y="0"/>
                </a:lnTo>
                <a:lnTo>
                  <a:pt x="50641" y="0"/>
                </a:lnTo>
                <a:lnTo>
                  <a:pt x="50641" y="15507"/>
                </a:lnTo>
                <a:lnTo>
                  <a:pt x="18969" y="15507"/>
                </a:lnTo>
                <a:lnTo>
                  <a:pt x="18969" y="36471"/>
                </a:lnTo>
                <a:lnTo>
                  <a:pt x="48399" y="36471"/>
                </a:lnTo>
                <a:lnTo>
                  <a:pt x="48399" y="51920"/>
                </a:lnTo>
                <a:lnTo>
                  <a:pt x="18969" y="51920"/>
                </a:lnTo>
                <a:lnTo>
                  <a:pt x="18969" y="73458"/>
                </a:lnTo>
                <a:lnTo>
                  <a:pt x="52710" y="73458"/>
                </a:lnTo>
                <a:lnTo>
                  <a:pt x="52710" y="88965"/>
                </a:lnTo>
                <a:close/>
                <a:moveTo>
                  <a:pt x="124875" y="25443"/>
                </a:moveTo>
                <a:lnTo>
                  <a:pt x="101020" y="88965"/>
                </a:lnTo>
                <a:lnTo>
                  <a:pt x="80040" y="88965"/>
                </a:lnTo>
                <a:lnTo>
                  <a:pt x="57335" y="25443"/>
                </a:lnTo>
                <a:lnTo>
                  <a:pt x="77223" y="25443"/>
                </a:lnTo>
                <a:lnTo>
                  <a:pt x="88892" y="65417"/>
                </a:lnTo>
                <a:cubicBezTo>
                  <a:pt x="90156" y="69782"/>
                  <a:pt x="90865" y="73439"/>
                  <a:pt x="91019" y="76387"/>
                </a:cubicBezTo>
                <a:lnTo>
                  <a:pt x="91306" y="76387"/>
                </a:lnTo>
                <a:cubicBezTo>
                  <a:pt x="91612" y="73362"/>
                  <a:pt x="92360" y="69821"/>
                  <a:pt x="93548" y="65762"/>
                </a:cubicBezTo>
                <a:lnTo>
                  <a:pt x="105446" y="25443"/>
                </a:lnTo>
                <a:lnTo>
                  <a:pt x="124875" y="25443"/>
                </a:lnTo>
                <a:close/>
                <a:moveTo>
                  <a:pt x="188595" y="62431"/>
                </a:moveTo>
                <a:lnTo>
                  <a:pt x="146749" y="62431"/>
                </a:lnTo>
                <a:cubicBezTo>
                  <a:pt x="147400" y="72271"/>
                  <a:pt x="153340" y="77191"/>
                  <a:pt x="164568" y="77191"/>
                </a:cubicBezTo>
                <a:cubicBezTo>
                  <a:pt x="171581" y="77191"/>
                  <a:pt x="177769" y="75468"/>
                  <a:pt x="183134" y="72022"/>
                </a:cubicBezTo>
                <a:lnTo>
                  <a:pt x="183134" y="85634"/>
                </a:lnTo>
                <a:cubicBezTo>
                  <a:pt x="177348" y="88889"/>
                  <a:pt x="169760" y="90516"/>
                  <a:pt x="160372" y="90516"/>
                </a:cubicBezTo>
                <a:cubicBezTo>
                  <a:pt x="150255" y="90516"/>
                  <a:pt x="142390" y="87664"/>
                  <a:pt x="136776" y="81958"/>
                </a:cubicBezTo>
                <a:cubicBezTo>
                  <a:pt x="131162" y="76253"/>
                  <a:pt x="128355" y="68308"/>
                  <a:pt x="128355" y="58123"/>
                </a:cubicBezTo>
                <a:cubicBezTo>
                  <a:pt x="128355" y="47977"/>
                  <a:pt x="131344" y="39735"/>
                  <a:pt x="137322" y="33398"/>
                </a:cubicBezTo>
                <a:cubicBezTo>
                  <a:pt x="143300" y="27061"/>
                  <a:pt x="150811" y="23893"/>
                  <a:pt x="159855" y="23893"/>
                </a:cubicBezTo>
                <a:cubicBezTo>
                  <a:pt x="168860" y="23893"/>
                  <a:pt x="175901" y="26621"/>
                  <a:pt x="180979" y="32077"/>
                </a:cubicBezTo>
                <a:cubicBezTo>
                  <a:pt x="186056" y="37533"/>
                  <a:pt x="188595" y="45028"/>
                  <a:pt x="188595" y="54562"/>
                </a:cubicBezTo>
                <a:lnTo>
                  <a:pt x="188595" y="62431"/>
                </a:lnTo>
                <a:moveTo>
                  <a:pt x="171293" y="50829"/>
                </a:moveTo>
                <a:cubicBezTo>
                  <a:pt x="171293" y="41333"/>
                  <a:pt x="167442" y="36585"/>
                  <a:pt x="159740" y="36585"/>
                </a:cubicBezTo>
                <a:cubicBezTo>
                  <a:pt x="156559" y="36585"/>
                  <a:pt x="153742" y="37887"/>
                  <a:pt x="151290" y="40491"/>
                </a:cubicBezTo>
                <a:cubicBezTo>
                  <a:pt x="148837" y="43095"/>
                  <a:pt x="147305" y="46541"/>
                  <a:pt x="146691" y="50829"/>
                </a:cubicBezTo>
                <a:lnTo>
                  <a:pt x="171293" y="50829"/>
                </a:lnTo>
                <a:close/>
                <a:moveTo>
                  <a:pt x="261075" y="88965"/>
                </a:moveTo>
                <a:lnTo>
                  <a:pt x="242623" y="88965"/>
                </a:lnTo>
                <a:lnTo>
                  <a:pt x="242623" y="53529"/>
                </a:lnTo>
                <a:cubicBezTo>
                  <a:pt x="242623" y="43267"/>
                  <a:pt x="238925" y="38136"/>
                  <a:pt x="231529" y="38136"/>
                </a:cubicBezTo>
                <a:cubicBezTo>
                  <a:pt x="228004" y="38136"/>
                  <a:pt x="225072" y="39505"/>
                  <a:pt x="222735" y="42243"/>
                </a:cubicBezTo>
                <a:cubicBezTo>
                  <a:pt x="220397" y="44980"/>
                  <a:pt x="219229" y="48474"/>
                  <a:pt x="219229" y="52724"/>
                </a:cubicBezTo>
                <a:lnTo>
                  <a:pt x="219229" y="88965"/>
                </a:lnTo>
                <a:lnTo>
                  <a:pt x="200662" y="88965"/>
                </a:lnTo>
                <a:lnTo>
                  <a:pt x="200662" y="25443"/>
                </a:lnTo>
                <a:lnTo>
                  <a:pt x="219229" y="25443"/>
                </a:lnTo>
                <a:lnTo>
                  <a:pt x="219229" y="35552"/>
                </a:lnTo>
                <a:lnTo>
                  <a:pt x="219458" y="35552"/>
                </a:lnTo>
                <a:cubicBezTo>
                  <a:pt x="224095" y="27779"/>
                  <a:pt x="230916" y="23893"/>
                  <a:pt x="239922" y="23893"/>
                </a:cubicBezTo>
                <a:cubicBezTo>
                  <a:pt x="254024" y="23893"/>
                  <a:pt x="261075" y="32623"/>
                  <a:pt x="261075" y="50082"/>
                </a:cubicBezTo>
                <a:lnTo>
                  <a:pt x="261075" y="88965"/>
                </a:lnTo>
                <a:close/>
                <a:moveTo>
                  <a:pt x="314366" y="88219"/>
                </a:moveTo>
                <a:cubicBezTo>
                  <a:pt x="311568" y="89750"/>
                  <a:pt x="307334" y="90516"/>
                  <a:pt x="301662" y="90516"/>
                </a:cubicBezTo>
                <a:cubicBezTo>
                  <a:pt x="288173" y="90516"/>
                  <a:pt x="281429" y="83433"/>
                  <a:pt x="281429" y="69265"/>
                </a:cubicBezTo>
                <a:lnTo>
                  <a:pt x="281429" y="39285"/>
                </a:lnTo>
                <a:lnTo>
                  <a:pt x="270967" y="39285"/>
                </a:lnTo>
                <a:lnTo>
                  <a:pt x="270967" y="25443"/>
                </a:lnTo>
                <a:lnTo>
                  <a:pt x="281429" y="25443"/>
                </a:lnTo>
                <a:lnTo>
                  <a:pt x="281429" y="11487"/>
                </a:lnTo>
                <a:lnTo>
                  <a:pt x="299880" y="6203"/>
                </a:lnTo>
                <a:lnTo>
                  <a:pt x="299880" y="25443"/>
                </a:lnTo>
                <a:lnTo>
                  <a:pt x="314366" y="25443"/>
                </a:lnTo>
                <a:lnTo>
                  <a:pt x="314366" y="39285"/>
                </a:lnTo>
                <a:lnTo>
                  <a:pt x="299880" y="39285"/>
                </a:lnTo>
                <a:lnTo>
                  <a:pt x="299880" y="66049"/>
                </a:lnTo>
                <a:cubicBezTo>
                  <a:pt x="299880" y="72826"/>
                  <a:pt x="302563" y="76215"/>
                  <a:pt x="307928" y="76215"/>
                </a:cubicBezTo>
                <a:cubicBezTo>
                  <a:pt x="309997" y="76215"/>
                  <a:pt x="312143" y="75602"/>
                  <a:pt x="314366" y="74377"/>
                </a:cubicBezTo>
                <a:lnTo>
                  <a:pt x="314366" y="88219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DAB49-CBA1-4659-8277-F02F30A4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9" y="2067546"/>
            <a:ext cx="980640" cy="226918"/>
          </a:xfrm>
          <a:custGeom xmlns:a="http://schemas.openxmlformats.org/drawingml/2006/main">
            <a:pathLst>
              <a:path w="980640" h="226918">
                <a:moveTo>
                  <a:pt x="0" y="0"/>
                </a:moveTo>
                <a:lnTo>
                  <a:pt x="980640" y="0"/>
                </a:lnTo>
                <a:lnTo>
                  <a:pt x="980640" y="226918"/>
                </a:lnTo>
                <a:lnTo>
                  <a:pt x="0" y="2269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2266C-BA17-4743-B4CD-A0A05C24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61" y="2059704"/>
            <a:ext cx="996336" cy="242601"/>
          </a:xfrm>
          <a:custGeom xmlns:a="http://schemas.openxmlformats.org/drawingml/2006/main">
            <a:pathLst>
              <a:path w="996336" h="242601">
                <a:moveTo>
                  <a:pt x="133417" y="0"/>
                </a:moveTo>
                <a:lnTo>
                  <a:pt x="133417" y="15683"/>
                </a:ln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close/>
                <a:moveTo>
                  <a:pt x="258986" y="0"/>
                </a:moveTo>
                <a:lnTo>
                  <a:pt x="258986" y="15683"/>
                </a:ln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close/>
                <a:moveTo>
                  <a:pt x="384555" y="0"/>
                </a:moveTo>
                <a:lnTo>
                  <a:pt x="384555" y="15683"/>
                </a:ln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close/>
                <a:moveTo>
                  <a:pt x="15696" y="37493"/>
                </a:moveTo>
                <a:lnTo>
                  <a:pt x="15696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0" y="0"/>
                </a:lnTo>
                <a:lnTo>
                  <a:pt x="0" y="37493"/>
                </a:lnTo>
                <a:lnTo>
                  <a:pt x="15696" y="37493"/>
                </a:lnTo>
                <a:close/>
                <a:moveTo>
                  <a:pt x="0" y="162960"/>
                </a:moveTo>
                <a:lnTo>
                  <a:pt x="15696" y="162960"/>
                </a:lnTo>
                <a:lnTo>
                  <a:pt x="15696" y="84543"/>
                </a:lnTo>
                <a:lnTo>
                  <a:pt x="0" y="84543"/>
                </a:lnTo>
                <a:lnTo>
                  <a:pt x="0" y="162960"/>
                </a:lnTo>
                <a:close/>
                <a:moveTo>
                  <a:pt x="61558" y="226918"/>
                </a:moveTo>
                <a:lnTo>
                  <a:pt x="15696" y="226918"/>
                </a:lnTo>
                <a:lnTo>
                  <a:pt x="15696" y="210010"/>
                </a:lnTo>
                <a:lnTo>
                  <a:pt x="0" y="210010"/>
                </a:lnTo>
                <a:lnTo>
                  <a:pt x="0" y="242601"/>
                </a:lnTo>
                <a:lnTo>
                  <a:pt x="61558" y="242601"/>
                </a:lnTo>
                <a:lnTo>
                  <a:pt x="61558" y="226918"/>
                </a:lnTo>
                <a:close/>
                <a:moveTo>
                  <a:pt x="187127" y="242601"/>
                </a:moveTo>
                <a:lnTo>
                  <a:pt x="187127" y="226918"/>
                </a:lnTo>
                <a:lnTo>
                  <a:pt x="108647" y="226918"/>
                </a:lnTo>
                <a:lnTo>
                  <a:pt x="108647" y="242601"/>
                </a:lnTo>
                <a:lnTo>
                  <a:pt x="187127" y="242601"/>
                </a:lnTo>
                <a:close/>
                <a:moveTo>
                  <a:pt x="312696" y="226918"/>
                </a:moveTo>
                <a:lnTo>
                  <a:pt x="234216" y="226918"/>
                </a:lnTo>
                <a:lnTo>
                  <a:pt x="234216" y="242601"/>
                </a:lnTo>
                <a:lnTo>
                  <a:pt x="312696" y="242601"/>
                </a:lnTo>
                <a:lnTo>
                  <a:pt x="312696" y="226918"/>
                </a:lnTo>
                <a:close/>
                <a:moveTo>
                  <a:pt x="438265" y="226918"/>
                </a:moveTo>
                <a:lnTo>
                  <a:pt x="359785" y="226918"/>
                </a:lnTo>
                <a:lnTo>
                  <a:pt x="359785" y="242601"/>
                </a:lnTo>
                <a:lnTo>
                  <a:pt x="438265" y="242601"/>
                </a:lnTo>
                <a:lnTo>
                  <a:pt x="438265" y="226918"/>
                </a:lnTo>
                <a:close/>
                <a:moveTo>
                  <a:pt x="510124" y="0"/>
                </a:moveTo>
                <a:lnTo>
                  <a:pt x="510124" y="15683"/>
                </a:lnTo>
                <a:lnTo>
                  <a:pt x="588605" y="15683"/>
                </a:lnTo>
                <a:lnTo>
                  <a:pt x="588605" y="0"/>
                </a:lnTo>
                <a:lnTo>
                  <a:pt x="510124" y="0"/>
                </a:lnTo>
                <a:close/>
                <a:moveTo>
                  <a:pt x="635693" y="0"/>
                </a:moveTo>
                <a:lnTo>
                  <a:pt x="635693" y="15683"/>
                </a:lnTo>
                <a:lnTo>
                  <a:pt x="714174" y="15683"/>
                </a:lnTo>
                <a:lnTo>
                  <a:pt x="714174" y="0"/>
                </a:lnTo>
                <a:lnTo>
                  <a:pt x="635693" y="0"/>
                </a:lnTo>
                <a:close/>
                <a:moveTo>
                  <a:pt x="761262" y="0"/>
                </a:moveTo>
                <a:lnTo>
                  <a:pt x="761262" y="15683"/>
                </a:lnTo>
                <a:lnTo>
                  <a:pt x="839743" y="15683"/>
                </a:lnTo>
                <a:lnTo>
                  <a:pt x="839743" y="0"/>
                </a:lnTo>
                <a:lnTo>
                  <a:pt x="761262" y="0"/>
                </a:lnTo>
                <a:close/>
                <a:moveTo>
                  <a:pt x="886831" y="15683"/>
                </a:moveTo>
                <a:lnTo>
                  <a:pt x="965312" y="15683"/>
                </a:lnTo>
                <a:lnTo>
                  <a:pt x="965312" y="0"/>
                </a:lnTo>
                <a:lnTo>
                  <a:pt x="886831" y="0"/>
                </a:lnTo>
                <a:lnTo>
                  <a:pt x="886831" y="15683"/>
                </a:lnTo>
                <a:close/>
                <a:moveTo>
                  <a:pt x="980640" y="31734"/>
                </a:moveTo>
                <a:lnTo>
                  <a:pt x="980640" y="110151"/>
                </a:lnTo>
                <a:lnTo>
                  <a:pt x="996336" y="110151"/>
                </a:lnTo>
                <a:lnTo>
                  <a:pt x="996336" y="31734"/>
                </a:lnTo>
                <a:lnTo>
                  <a:pt x="980640" y="31734"/>
                </a:lnTo>
                <a:close/>
                <a:moveTo>
                  <a:pt x="980640" y="157201"/>
                </a:moveTo>
                <a:lnTo>
                  <a:pt x="980640" y="234760"/>
                </a:lnTo>
                <a:lnTo>
                  <a:pt x="987630" y="234760"/>
                </a:lnTo>
                <a:lnTo>
                  <a:pt x="987630" y="242601"/>
                </a:lnTo>
                <a:lnTo>
                  <a:pt x="996336" y="242601"/>
                </a:lnTo>
                <a:lnTo>
                  <a:pt x="996336" y="157201"/>
                </a:lnTo>
                <a:lnTo>
                  <a:pt x="980640" y="157201"/>
                </a:lnTo>
                <a:close/>
                <a:moveTo>
                  <a:pt x="563834" y="226918"/>
                </a:moveTo>
                <a:lnTo>
                  <a:pt x="485354" y="226918"/>
                </a:lnTo>
                <a:lnTo>
                  <a:pt x="485354" y="242601"/>
                </a:lnTo>
                <a:lnTo>
                  <a:pt x="563834" y="242601"/>
                </a:lnTo>
                <a:lnTo>
                  <a:pt x="563834" y="226918"/>
                </a:lnTo>
                <a:close/>
                <a:moveTo>
                  <a:pt x="689403" y="242601"/>
                </a:moveTo>
                <a:lnTo>
                  <a:pt x="689403" y="226918"/>
                </a:lnTo>
                <a:lnTo>
                  <a:pt x="610923" y="226918"/>
                </a:lnTo>
                <a:lnTo>
                  <a:pt x="610923" y="242601"/>
                </a:lnTo>
                <a:lnTo>
                  <a:pt x="689403" y="242601"/>
                </a:lnTo>
                <a:close/>
                <a:moveTo>
                  <a:pt x="814972" y="226918"/>
                </a:moveTo>
                <a:lnTo>
                  <a:pt x="736492" y="226918"/>
                </a:lnTo>
                <a:lnTo>
                  <a:pt x="736492" y="242601"/>
                </a:lnTo>
                <a:lnTo>
                  <a:pt x="814972" y="242601"/>
                </a:lnTo>
                <a:lnTo>
                  <a:pt x="814972" y="226918"/>
                </a:lnTo>
                <a:close/>
                <a:moveTo>
                  <a:pt x="940541" y="226918"/>
                </a:moveTo>
                <a:lnTo>
                  <a:pt x="862061" y="226918"/>
                </a:lnTo>
                <a:lnTo>
                  <a:pt x="862061" y="242601"/>
                </a:lnTo>
                <a:lnTo>
                  <a:pt x="940541" y="242601"/>
                </a:lnTo>
                <a:lnTo>
                  <a:pt x="940541" y="226918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InboxReader">
            <a:extLst xmlns:a="http://schemas.openxmlformats.org/drawingml/2006/main">
              <a:ext uri="{FF2B5EF4-FFF2-40B4-BE49-F238E27FC236}">
                <a16:creationId xmlns:a16="http://schemas.microsoft.com/office/drawing/2014/main" id="{B1680169-069A-4F71-9745-256F6265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97" y="2136976"/>
            <a:ext cx="774184" cy="95570"/>
          </a:xfrm>
          <a:custGeom xmlns:a="http://schemas.openxmlformats.org/drawingml/2006/main">
            <a:pathLst>
              <a:path w="774184" h="95570">
                <a:moveTo>
                  <a:pt x="18969" y="5054"/>
                </a:moveTo>
                <a:lnTo>
                  <a:pt x="18969" y="94020"/>
                </a:lnTo>
                <a:lnTo>
                  <a:pt x="0" y="94020"/>
                </a:lnTo>
                <a:lnTo>
                  <a:pt x="0" y="5054"/>
                </a:lnTo>
                <a:lnTo>
                  <a:pt x="18969" y="5054"/>
                </a:lnTo>
                <a:close/>
                <a:moveTo>
                  <a:pt x="98067" y="94020"/>
                </a:moveTo>
                <a:lnTo>
                  <a:pt x="79616" y="94020"/>
                </a:lnTo>
                <a:lnTo>
                  <a:pt x="79616" y="58583"/>
                </a:lnTo>
                <a:cubicBezTo>
                  <a:pt x="79616" y="48321"/>
                  <a:pt x="75918" y="43190"/>
                  <a:pt x="68522" y="43190"/>
                </a:cubicBezTo>
                <a:cubicBezTo>
                  <a:pt x="64996" y="43190"/>
                  <a:pt x="62065" y="44559"/>
                  <a:pt x="59727" y="47297"/>
                </a:cubicBezTo>
                <a:cubicBezTo>
                  <a:pt x="57390" y="50035"/>
                  <a:pt x="56221" y="53529"/>
                  <a:pt x="56221" y="57779"/>
                </a:cubicBezTo>
                <a:lnTo>
                  <a:pt x="56221" y="94020"/>
                </a:lnTo>
                <a:lnTo>
                  <a:pt x="37655" y="94020"/>
                </a:lnTo>
                <a:lnTo>
                  <a:pt x="37655" y="30497"/>
                </a:lnTo>
                <a:lnTo>
                  <a:pt x="56221" y="30497"/>
                </a:lnTo>
                <a:lnTo>
                  <a:pt x="56221" y="40606"/>
                </a:lnTo>
                <a:lnTo>
                  <a:pt x="56451" y="40606"/>
                </a:lnTo>
                <a:cubicBezTo>
                  <a:pt x="61088" y="32833"/>
                  <a:pt x="67909" y="28947"/>
                  <a:pt x="76914" y="28947"/>
                </a:cubicBezTo>
                <a:cubicBezTo>
                  <a:pt x="91016" y="28947"/>
                  <a:pt x="98067" y="37677"/>
                  <a:pt x="98067" y="55137"/>
                </a:cubicBezTo>
                <a:lnTo>
                  <a:pt x="98067" y="94020"/>
                </a:lnTo>
                <a:close/>
                <a:moveTo>
                  <a:pt x="132504" y="86381"/>
                </a:moveTo>
                <a:lnTo>
                  <a:pt x="132504" y="94020"/>
                </a:lnTo>
                <a:lnTo>
                  <a:pt x="113938" y="94020"/>
                </a:lnTo>
                <a:lnTo>
                  <a:pt x="113938" y="0"/>
                </a:lnTo>
                <a:lnTo>
                  <a:pt x="132504" y="0"/>
                </a:lnTo>
                <a:lnTo>
                  <a:pt x="132504" y="40204"/>
                </a:lnTo>
                <a:lnTo>
                  <a:pt x="132734" y="40204"/>
                </a:lnTo>
                <a:cubicBezTo>
                  <a:pt x="137601" y="32699"/>
                  <a:pt x="144537" y="28947"/>
                  <a:pt x="153542" y="28947"/>
                </a:cubicBezTo>
                <a:cubicBezTo>
                  <a:pt x="161551" y="28947"/>
                  <a:pt x="167826" y="31742"/>
                  <a:pt x="172367" y="37332"/>
                </a:cubicBezTo>
                <a:cubicBezTo>
                  <a:pt x="176908" y="42922"/>
                  <a:pt x="179179" y="50638"/>
                  <a:pt x="179179" y="60478"/>
                </a:cubicBezTo>
                <a:cubicBezTo>
                  <a:pt x="179179" y="71008"/>
                  <a:pt x="176573" y="79489"/>
                  <a:pt x="171361" y="85921"/>
                </a:cubicBezTo>
                <a:cubicBezTo>
                  <a:pt x="166150" y="92354"/>
                  <a:pt x="159233" y="95570"/>
                  <a:pt x="150611" y="95570"/>
                </a:cubicBezTo>
                <a:cubicBezTo>
                  <a:pt x="142717" y="95570"/>
                  <a:pt x="136758" y="92507"/>
                  <a:pt x="132734" y="86381"/>
                </a:cubicBezTo>
                <a:lnTo>
                  <a:pt x="132504" y="86381"/>
                </a:lnTo>
                <a:moveTo>
                  <a:pt x="132217" y="66566"/>
                </a:moveTo>
                <a:cubicBezTo>
                  <a:pt x="132217" y="70740"/>
                  <a:pt x="133462" y="74243"/>
                  <a:pt x="135953" y="77076"/>
                </a:cubicBezTo>
                <a:cubicBezTo>
                  <a:pt x="138444" y="79910"/>
                  <a:pt x="141605" y="81327"/>
                  <a:pt x="145437" y="81327"/>
                </a:cubicBezTo>
                <a:cubicBezTo>
                  <a:pt x="150074" y="81327"/>
                  <a:pt x="153686" y="79527"/>
                  <a:pt x="156272" y="75928"/>
                </a:cubicBezTo>
                <a:cubicBezTo>
                  <a:pt x="158859" y="72329"/>
                  <a:pt x="160152" y="67236"/>
                  <a:pt x="160152" y="60650"/>
                </a:cubicBezTo>
                <a:cubicBezTo>
                  <a:pt x="160152" y="55175"/>
                  <a:pt x="158974" y="50896"/>
                  <a:pt x="156617" y="47814"/>
                </a:cubicBezTo>
                <a:cubicBezTo>
                  <a:pt x="154261" y="44732"/>
                  <a:pt x="150898" y="43190"/>
                  <a:pt x="146529" y="43190"/>
                </a:cubicBezTo>
                <a:cubicBezTo>
                  <a:pt x="142391" y="43190"/>
                  <a:pt x="138971" y="44741"/>
                  <a:pt x="136269" y="47843"/>
                </a:cubicBezTo>
                <a:cubicBezTo>
                  <a:pt x="133568" y="50944"/>
                  <a:pt x="132217" y="54926"/>
                  <a:pt x="132217" y="59789"/>
                </a:cubicBezTo>
                <a:lnTo>
                  <a:pt x="132217" y="66566"/>
                </a:lnTo>
                <a:close/>
                <a:moveTo>
                  <a:pt x="188546" y="62546"/>
                </a:moveTo>
                <a:cubicBezTo>
                  <a:pt x="188546" y="52093"/>
                  <a:pt x="191679" y="43880"/>
                  <a:pt x="197944" y="37906"/>
                </a:cubicBezTo>
                <a:cubicBezTo>
                  <a:pt x="204210" y="31933"/>
                  <a:pt x="212631" y="28947"/>
                  <a:pt x="223207" y="28947"/>
                </a:cubicBezTo>
                <a:cubicBezTo>
                  <a:pt x="233439" y="28947"/>
                  <a:pt x="241563" y="31885"/>
                  <a:pt x="247579" y="37763"/>
                </a:cubicBezTo>
                <a:cubicBezTo>
                  <a:pt x="253595" y="43640"/>
                  <a:pt x="256604" y="51537"/>
                  <a:pt x="256604" y="61454"/>
                </a:cubicBezTo>
                <a:cubicBezTo>
                  <a:pt x="256604" y="71869"/>
                  <a:pt x="253519" y="80159"/>
                  <a:pt x="247349" y="86323"/>
                </a:cubicBezTo>
                <a:cubicBezTo>
                  <a:pt x="241179" y="92488"/>
                  <a:pt x="232826" y="95570"/>
                  <a:pt x="222287" y="95570"/>
                </a:cubicBezTo>
                <a:cubicBezTo>
                  <a:pt x="211941" y="95570"/>
                  <a:pt x="203731" y="92612"/>
                  <a:pt x="197657" y="86697"/>
                </a:cubicBezTo>
                <a:cubicBezTo>
                  <a:pt x="191583" y="80781"/>
                  <a:pt x="188546" y="72731"/>
                  <a:pt x="188546" y="62546"/>
                </a:cubicBezTo>
                <a:moveTo>
                  <a:pt x="207342" y="62316"/>
                </a:moveTo>
                <a:cubicBezTo>
                  <a:pt x="207342" y="74990"/>
                  <a:pt x="212516" y="81327"/>
                  <a:pt x="222862" y="81327"/>
                </a:cubicBezTo>
                <a:cubicBezTo>
                  <a:pt x="232787" y="81327"/>
                  <a:pt x="237750" y="74817"/>
                  <a:pt x="237750" y="61799"/>
                </a:cubicBezTo>
                <a:cubicBezTo>
                  <a:pt x="237750" y="49393"/>
                  <a:pt x="232749" y="43190"/>
                  <a:pt x="222747" y="43190"/>
                </a:cubicBezTo>
                <a:cubicBezTo>
                  <a:pt x="217881" y="43190"/>
                  <a:pt x="214096" y="44856"/>
                  <a:pt x="211395" y="48187"/>
                </a:cubicBezTo>
                <a:cubicBezTo>
                  <a:pt x="208693" y="51518"/>
                  <a:pt x="207342" y="56228"/>
                  <a:pt x="207342" y="62316"/>
                </a:cubicBezTo>
                <a:close/>
                <a:moveTo>
                  <a:pt x="327124" y="30497"/>
                </a:moveTo>
                <a:lnTo>
                  <a:pt x="306086" y="61454"/>
                </a:lnTo>
                <a:lnTo>
                  <a:pt x="326951" y="94020"/>
                </a:lnTo>
                <a:lnTo>
                  <a:pt x="305511" y="94020"/>
                </a:lnTo>
                <a:lnTo>
                  <a:pt x="296027" y="76502"/>
                </a:lnTo>
                <a:cubicBezTo>
                  <a:pt x="294724" y="74090"/>
                  <a:pt x="293823" y="72195"/>
                  <a:pt x="293325" y="70816"/>
                </a:cubicBezTo>
                <a:lnTo>
                  <a:pt x="293095" y="70816"/>
                </a:lnTo>
                <a:cubicBezTo>
                  <a:pt x="292405" y="72654"/>
                  <a:pt x="291543" y="74492"/>
                  <a:pt x="290509" y="76330"/>
                </a:cubicBezTo>
                <a:lnTo>
                  <a:pt x="280852" y="94020"/>
                </a:lnTo>
                <a:lnTo>
                  <a:pt x="259526" y="94020"/>
                </a:lnTo>
                <a:lnTo>
                  <a:pt x="281024" y="62431"/>
                </a:lnTo>
                <a:lnTo>
                  <a:pt x="260791" y="30497"/>
                </a:lnTo>
                <a:lnTo>
                  <a:pt x="282289" y="30497"/>
                </a:lnTo>
                <a:lnTo>
                  <a:pt x="291716" y="48762"/>
                </a:lnTo>
                <a:cubicBezTo>
                  <a:pt x="292635" y="50523"/>
                  <a:pt x="293498" y="52476"/>
                  <a:pt x="294302" y="54620"/>
                </a:cubicBezTo>
                <a:lnTo>
                  <a:pt x="294532" y="54620"/>
                </a:lnTo>
                <a:cubicBezTo>
                  <a:pt x="294915" y="53318"/>
                  <a:pt x="295797" y="51346"/>
                  <a:pt x="297176" y="48704"/>
                </a:cubicBezTo>
                <a:lnTo>
                  <a:pt x="306891" y="30497"/>
                </a:lnTo>
                <a:lnTo>
                  <a:pt x="327124" y="30497"/>
                </a:lnTo>
                <a:close/>
                <a:moveTo>
                  <a:pt x="446649" y="94020"/>
                </a:moveTo>
                <a:lnTo>
                  <a:pt x="424806" y="94020"/>
                </a:lnTo>
                <a:lnTo>
                  <a:pt x="410838" y="70874"/>
                </a:lnTo>
                <a:cubicBezTo>
                  <a:pt x="407964" y="66087"/>
                  <a:pt x="405607" y="63005"/>
                  <a:pt x="403768" y="61627"/>
                </a:cubicBezTo>
                <a:cubicBezTo>
                  <a:pt x="401929" y="60248"/>
                  <a:pt x="399974" y="59559"/>
                  <a:pt x="397905" y="59559"/>
                </a:cubicBezTo>
                <a:lnTo>
                  <a:pt x="392157" y="59559"/>
                </a:lnTo>
                <a:lnTo>
                  <a:pt x="392157" y="94020"/>
                </a:lnTo>
                <a:lnTo>
                  <a:pt x="373188" y="94020"/>
                </a:lnTo>
                <a:lnTo>
                  <a:pt x="373188" y="5054"/>
                </a:lnTo>
                <a:lnTo>
                  <a:pt x="404400" y="5054"/>
                </a:lnTo>
                <a:cubicBezTo>
                  <a:pt x="425592" y="5054"/>
                  <a:pt x="436187" y="13095"/>
                  <a:pt x="436187" y="29176"/>
                </a:cubicBezTo>
                <a:cubicBezTo>
                  <a:pt x="436187" y="35226"/>
                  <a:pt x="434415" y="40414"/>
                  <a:pt x="430870" y="44741"/>
                </a:cubicBezTo>
                <a:cubicBezTo>
                  <a:pt x="427326" y="49068"/>
                  <a:pt x="422449" y="52112"/>
                  <a:pt x="416241" y="53873"/>
                </a:cubicBezTo>
                <a:lnTo>
                  <a:pt x="416241" y="54103"/>
                </a:lnTo>
                <a:cubicBezTo>
                  <a:pt x="420342" y="55481"/>
                  <a:pt x="424883" y="59999"/>
                  <a:pt x="429864" y="67657"/>
                </a:cubicBezTo>
                <a:lnTo>
                  <a:pt x="446649" y="94020"/>
                </a:lnTo>
                <a:moveTo>
                  <a:pt x="392157" y="19470"/>
                </a:moveTo>
                <a:lnTo>
                  <a:pt x="392157" y="45086"/>
                </a:lnTo>
                <a:lnTo>
                  <a:pt x="401469" y="45086"/>
                </a:lnTo>
                <a:cubicBezTo>
                  <a:pt x="405914" y="45086"/>
                  <a:pt x="409487" y="43793"/>
                  <a:pt x="412189" y="41209"/>
                </a:cubicBezTo>
                <a:cubicBezTo>
                  <a:pt x="414891" y="38624"/>
                  <a:pt x="416241" y="35399"/>
                  <a:pt x="416241" y="31531"/>
                </a:cubicBezTo>
                <a:cubicBezTo>
                  <a:pt x="416241" y="23491"/>
                  <a:pt x="411432" y="19470"/>
                  <a:pt x="401814" y="19470"/>
                </a:cubicBezTo>
                <a:lnTo>
                  <a:pt x="392157" y="19470"/>
                </a:lnTo>
                <a:close/>
                <a:moveTo>
                  <a:pt x="506752" y="67485"/>
                </a:moveTo>
                <a:lnTo>
                  <a:pt x="464906" y="67485"/>
                </a:lnTo>
                <a:cubicBezTo>
                  <a:pt x="465557" y="77325"/>
                  <a:pt x="471497" y="82246"/>
                  <a:pt x="482725" y="82246"/>
                </a:cubicBezTo>
                <a:cubicBezTo>
                  <a:pt x="489737" y="82246"/>
                  <a:pt x="495926" y="80523"/>
                  <a:pt x="501291" y="77076"/>
                </a:cubicBezTo>
                <a:lnTo>
                  <a:pt x="501291" y="90688"/>
                </a:lnTo>
                <a:cubicBezTo>
                  <a:pt x="495505" y="93943"/>
                  <a:pt x="487917" y="95570"/>
                  <a:pt x="478529" y="95570"/>
                </a:cubicBezTo>
                <a:cubicBezTo>
                  <a:pt x="468412" y="95570"/>
                  <a:pt x="460547" y="92718"/>
                  <a:pt x="454933" y="87013"/>
                </a:cubicBezTo>
                <a:cubicBezTo>
                  <a:pt x="449319" y="81307"/>
                  <a:pt x="446512" y="73362"/>
                  <a:pt x="446512" y="63177"/>
                </a:cubicBezTo>
                <a:cubicBezTo>
                  <a:pt x="446512" y="53031"/>
                  <a:pt x="449501" y="44789"/>
                  <a:pt x="455479" y="38452"/>
                </a:cubicBezTo>
                <a:cubicBezTo>
                  <a:pt x="461457" y="32115"/>
                  <a:pt x="468968" y="28947"/>
                  <a:pt x="478011" y="28947"/>
                </a:cubicBezTo>
                <a:cubicBezTo>
                  <a:pt x="487017" y="28947"/>
                  <a:pt x="494058" y="31675"/>
                  <a:pt x="499136" y="37131"/>
                </a:cubicBezTo>
                <a:cubicBezTo>
                  <a:pt x="504213" y="42587"/>
                  <a:pt x="506752" y="50082"/>
                  <a:pt x="506752" y="59617"/>
                </a:cubicBezTo>
                <a:lnTo>
                  <a:pt x="506752" y="67485"/>
                </a:lnTo>
                <a:moveTo>
                  <a:pt x="489450" y="55883"/>
                </a:moveTo>
                <a:cubicBezTo>
                  <a:pt x="489450" y="46388"/>
                  <a:pt x="485599" y="41640"/>
                  <a:pt x="477896" y="41640"/>
                </a:cubicBezTo>
                <a:cubicBezTo>
                  <a:pt x="474716" y="41640"/>
                  <a:pt x="471899" y="42942"/>
                  <a:pt x="469447" y="45545"/>
                </a:cubicBezTo>
                <a:cubicBezTo>
                  <a:pt x="466994" y="48149"/>
                  <a:pt x="465461" y="51595"/>
                  <a:pt x="464848" y="55883"/>
                </a:cubicBezTo>
                <a:lnTo>
                  <a:pt x="489450" y="55883"/>
                </a:lnTo>
                <a:close/>
                <a:moveTo>
                  <a:pt x="520371" y="34346"/>
                </a:moveTo>
                <a:cubicBezTo>
                  <a:pt x="523245" y="32737"/>
                  <a:pt x="527087" y="31436"/>
                  <a:pt x="531896" y="30440"/>
                </a:cubicBezTo>
                <a:cubicBezTo>
                  <a:pt x="536705" y="29445"/>
                  <a:pt x="540815" y="28947"/>
                  <a:pt x="544226" y="28947"/>
                </a:cubicBezTo>
                <a:cubicBezTo>
                  <a:pt x="562006" y="28947"/>
                  <a:pt x="570897" y="37849"/>
                  <a:pt x="570897" y="55654"/>
                </a:cubicBezTo>
                <a:lnTo>
                  <a:pt x="570897" y="94020"/>
                </a:lnTo>
                <a:lnTo>
                  <a:pt x="553250" y="94020"/>
                </a:lnTo>
                <a:lnTo>
                  <a:pt x="553250" y="84773"/>
                </a:lnTo>
                <a:lnTo>
                  <a:pt x="553020" y="84773"/>
                </a:lnTo>
                <a:cubicBezTo>
                  <a:pt x="548690" y="91971"/>
                  <a:pt x="542348" y="95570"/>
                  <a:pt x="533994" y="95570"/>
                </a:cubicBezTo>
                <a:cubicBezTo>
                  <a:pt x="527978" y="95570"/>
                  <a:pt x="523159" y="93857"/>
                  <a:pt x="519537" y="90430"/>
                </a:cubicBezTo>
                <a:cubicBezTo>
                  <a:pt x="515916" y="87003"/>
                  <a:pt x="514106" y="82341"/>
                  <a:pt x="514106" y="76445"/>
                </a:cubicBezTo>
                <a:cubicBezTo>
                  <a:pt x="514106" y="64269"/>
                  <a:pt x="521367" y="57185"/>
                  <a:pt x="535891" y="55194"/>
                </a:cubicBezTo>
                <a:lnTo>
                  <a:pt x="553365" y="52839"/>
                </a:lnTo>
                <a:cubicBezTo>
                  <a:pt x="553365" y="45449"/>
                  <a:pt x="549514" y="41755"/>
                  <a:pt x="541811" y="41755"/>
                </a:cubicBezTo>
                <a:cubicBezTo>
                  <a:pt x="534224" y="41755"/>
                  <a:pt x="527077" y="44052"/>
                  <a:pt x="520371" y="48647"/>
                </a:cubicBezTo>
                <a:lnTo>
                  <a:pt x="520371" y="34346"/>
                </a:lnTo>
                <a:moveTo>
                  <a:pt x="541351" y="65245"/>
                </a:moveTo>
                <a:cubicBezTo>
                  <a:pt x="534645" y="66126"/>
                  <a:pt x="531292" y="69151"/>
                  <a:pt x="531292" y="74320"/>
                </a:cubicBezTo>
                <a:cubicBezTo>
                  <a:pt x="531292" y="76694"/>
                  <a:pt x="532107" y="78608"/>
                  <a:pt x="533735" y="80063"/>
                </a:cubicBezTo>
                <a:cubicBezTo>
                  <a:pt x="535364" y="81518"/>
                  <a:pt x="537558" y="82246"/>
                  <a:pt x="540317" y="82246"/>
                </a:cubicBezTo>
                <a:cubicBezTo>
                  <a:pt x="544111" y="82246"/>
                  <a:pt x="547234" y="80905"/>
                  <a:pt x="549686" y="78225"/>
                </a:cubicBezTo>
                <a:cubicBezTo>
                  <a:pt x="552139" y="75545"/>
                  <a:pt x="553365" y="72214"/>
                  <a:pt x="553365" y="68232"/>
                </a:cubicBezTo>
                <a:lnTo>
                  <a:pt x="553365" y="63694"/>
                </a:lnTo>
                <a:lnTo>
                  <a:pt x="541351" y="65245"/>
                </a:lnTo>
                <a:close/>
                <a:moveTo>
                  <a:pt x="648194" y="94020"/>
                </a:moveTo>
                <a:lnTo>
                  <a:pt x="629685" y="94020"/>
                </a:lnTo>
                <a:lnTo>
                  <a:pt x="629685" y="85060"/>
                </a:lnTo>
                <a:lnTo>
                  <a:pt x="629398" y="85060"/>
                </a:lnTo>
                <a:cubicBezTo>
                  <a:pt x="624914" y="92067"/>
                  <a:pt x="618285" y="95570"/>
                  <a:pt x="609510" y="95570"/>
                </a:cubicBezTo>
                <a:cubicBezTo>
                  <a:pt x="601424" y="95570"/>
                  <a:pt x="594996" y="92718"/>
                  <a:pt x="590225" y="87013"/>
                </a:cubicBezTo>
                <a:cubicBezTo>
                  <a:pt x="585454" y="81307"/>
                  <a:pt x="583068" y="73535"/>
                  <a:pt x="583068" y="63694"/>
                </a:cubicBezTo>
                <a:cubicBezTo>
                  <a:pt x="583068" y="53280"/>
                  <a:pt x="585741" y="44885"/>
                  <a:pt x="591087" y="38510"/>
                </a:cubicBezTo>
                <a:cubicBezTo>
                  <a:pt x="596433" y="32134"/>
                  <a:pt x="603417" y="28947"/>
                  <a:pt x="612039" y="28947"/>
                </a:cubicBezTo>
                <a:cubicBezTo>
                  <a:pt x="620316" y="28947"/>
                  <a:pt x="626102" y="31933"/>
                  <a:pt x="629398" y="37906"/>
                </a:cubicBezTo>
                <a:lnTo>
                  <a:pt x="629685" y="37906"/>
                </a:lnTo>
                <a:lnTo>
                  <a:pt x="629685" y="0"/>
                </a:lnTo>
                <a:lnTo>
                  <a:pt x="648194" y="0"/>
                </a:lnTo>
                <a:lnTo>
                  <a:pt x="648194" y="94020"/>
                </a:lnTo>
                <a:moveTo>
                  <a:pt x="629973" y="58066"/>
                </a:moveTo>
                <a:cubicBezTo>
                  <a:pt x="629973" y="53777"/>
                  <a:pt x="628679" y="50226"/>
                  <a:pt x="626093" y="47412"/>
                </a:cubicBezTo>
                <a:cubicBezTo>
                  <a:pt x="623506" y="44598"/>
                  <a:pt x="620278" y="43190"/>
                  <a:pt x="616407" y="43190"/>
                </a:cubicBezTo>
                <a:cubicBezTo>
                  <a:pt x="611885" y="43190"/>
                  <a:pt x="608331" y="44980"/>
                  <a:pt x="605745" y="48560"/>
                </a:cubicBezTo>
                <a:cubicBezTo>
                  <a:pt x="603158" y="52141"/>
                  <a:pt x="601865" y="56994"/>
                  <a:pt x="601865" y="63120"/>
                </a:cubicBezTo>
                <a:cubicBezTo>
                  <a:pt x="601865" y="68940"/>
                  <a:pt x="603110" y="73429"/>
                  <a:pt x="605601" y="76588"/>
                </a:cubicBezTo>
                <a:cubicBezTo>
                  <a:pt x="608092" y="79747"/>
                  <a:pt x="611521" y="81327"/>
                  <a:pt x="615890" y="81327"/>
                </a:cubicBezTo>
                <a:cubicBezTo>
                  <a:pt x="619990" y="81327"/>
                  <a:pt x="623362" y="79661"/>
                  <a:pt x="626007" y="76330"/>
                </a:cubicBezTo>
                <a:cubicBezTo>
                  <a:pt x="628651" y="72999"/>
                  <a:pt x="629973" y="68672"/>
                  <a:pt x="629973" y="63350"/>
                </a:cubicBezTo>
                <a:lnTo>
                  <a:pt x="629973" y="58066"/>
                </a:lnTo>
                <a:close/>
                <a:moveTo>
                  <a:pt x="721593" y="67485"/>
                </a:moveTo>
                <a:lnTo>
                  <a:pt x="679746" y="67485"/>
                </a:lnTo>
                <a:cubicBezTo>
                  <a:pt x="680398" y="77325"/>
                  <a:pt x="686338" y="82246"/>
                  <a:pt x="697566" y="82246"/>
                </a:cubicBezTo>
                <a:cubicBezTo>
                  <a:pt x="704578" y="82246"/>
                  <a:pt x="710767" y="80523"/>
                  <a:pt x="716132" y="77076"/>
                </a:cubicBezTo>
                <a:lnTo>
                  <a:pt x="716132" y="90688"/>
                </a:lnTo>
                <a:cubicBezTo>
                  <a:pt x="710346" y="93943"/>
                  <a:pt x="702758" y="95570"/>
                  <a:pt x="693369" y="95570"/>
                </a:cubicBezTo>
                <a:cubicBezTo>
                  <a:pt x="683253" y="95570"/>
                  <a:pt x="675388" y="92718"/>
                  <a:pt x="669774" y="87013"/>
                </a:cubicBezTo>
                <a:cubicBezTo>
                  <a:pt x="664160" y="81307"/>
                  <a:pt x="661353" y="73362"/>
                  <a:pt x="661353" y="63177"/>
                </a:cubicBezTo>
                <a:cubicBezTo>
                  <a:pt x="661353" y="53031"/>
                  <a:pt x="664342" y="44789"/>
                  <a:pt x="670320" y="38452"/>
                </a:cubicBezTo>
                <a:cubicBezTo>
                  <a:pt x="676298" y="32115"/>
                  <a:pt x="683808" y="28947"/>
                  <a:pt x="692852" y="28947"/>
                </a:cubicBezTo>
                <a:cubicBezTo>
                  <a:pt x="701857" y="28947"/>
                  <a:pt x="708899" y="31675"/>
                  <a:pt x="713976" y="37131"/>
                </a:cubicBezTo>
                <a:cubicBezTo>
                  <a:pt x="719054" y="42587"/>
                  <a:pt x="721593" y="50082"/>
                  <a:pt x="721593" y="59617"/>
                </a:cubicBezTo>
                <a:lnTo>
                  <a:pt x="721593" y="67485"/>
                </a:lnTo>
                <a:moveTo>
                  <a:pt x="704291" y="55883"/>
                </a:moveTo>
                <a:cubicBezTo>
                  <a:pt x="704291" y="46388"/>
                  <a:pt x="700440" y="41640"/>
                  <a:pt x="692737" y="41640"/>
                </a:cubicBezTo>
                <a:cubicBezTo>
                  <a:pt x="689557" y="41640"/>
                  <a:pt x="686740" y="42942"/>
                  <a:pt x="684287" y="45545"/>
                </a:cubicBezTo>
                <a:cubicBezTo>
                  <a:pt x="681835" y="48149"/>
                  <a:pt x="680302" y="51595"/>
                  <a:pt x="679689" y="55883"/>
                </a:cubicBezTo>
                <a:lnTo>
                  <a:pt x="704291" y="55883"/>
                </a:lnTo>
                <a:close/>
                <a:moveTo>
                  <a:pt x="774184" y="47326"/>
                </a:moveTo>
                <a:cubicBezTo>
                  <a:pt x="771923" y="46024"/>
                  <a:pt x="769183" y="45373"/>
                  <a:pt x="765964" y="45373"/>
                </a:cubicBezTo>
                <a:cubicBezTo>
                  <a:pt x="761749" y="45373"/>
                  <a:pt x="758405" y="46981"/>
                  <a:pt x="755934" y="50197"/>
                </a:cubicBezTo>
                <a:cubicBezTo>
                  <a:pt x="753462" y="53414"/>
                  <a:pt x="752226" y="57836"/>
                  <a:pt x="752226" y="63465"/>
                </a:cubicBezTo>
                <a:lnTo>
                  <a:pt x="752226" y="94020"/>
                </a:lnTo>
                <a:lnTo>
                  <a:pt x="733660" y="94020"/>
                </a:lnTo>
                <a:lnTo>
                  <a:pt x="733660" y="30497"/>
                </a:lnTo>
                <a:lnTo>
                  <a:pt x="752226" y="30497"/>
                </a:lnTo>
                <a:lnTo>
                  <a:pt x="752226" y="42444"/>
                </a:lnTo>
                <a:lnTo>
                  <a:pt x="752456" y="42444"/>
                </a:lnTo>
                <a:cubicBezTo>
                  <a:pt x="755522" y="33752"/>
                  <a:pt x="761097" y="29406"/>
                  <a:pt x="769183" y="29406"/>
                </a:cubicBezTo>
                <a:cubicBezTo>
                  <a:pt x="771367" y="29406"/>
                  <a:pt x="773034" y="29655"/>
                  <a:pt x="774184" y="30153"/>
                </a:cubicBezTo>
                <a:lnTo>
                  <a:pt x="774184" y="4732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6FBE9-3BFA-4111-B92E-6A7C3AC0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929" y="1889333"/>
            <a:ext cx="10" cy="170371"/>
          </a:xfrm>
          <a:custGeom xmlns:a="http://schemas.openxmlformats.org/drawingml/2006/main">
            <a:pathLst>
              <a:path w="1" h="170371" fill="none">
                <a:moveTo>
                  <a:pt x="0" y="170371"/>
                </a:moveTo>
                <a:lnTo>
                  <a:pt x="0" y="749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E3FE6-3B43-4425-B63C-6CC7EB1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689" y="1857966"/>
            <a:ext cx="78481" cy="109783"/>
          </a:xfrm>
          <a:custGeom xmlns:a="http://schemas.openxmlformats.org/drawingml/2006/main">
            <a:pathLst>
              <a:path w="78481" h="109783">
                <a:moveTo>
                  <a:pt x="0" y="109783"/>
                </a:moveTo>
                <a:lnTo>
                  <a:pt x="39240" y="0"/>
                </a:lnTo>
                <a:lnTo>
                  <a:pt x="78481" y="109783"/>
                </a:lnTo>
                <a:lnTo>
                  <a:pt x="0" y="109783"/>
                </a:lnTo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19DBE-F227-41A4-91A2-BB9AA3B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689" y="1857966"/>
            <a:ext cx="78481" cy="109783"/>
          </a:xfrm>
          <a:custGeom xmlns:a="http://schemas.openxmlformats.org/drawingml/2006/main">
            <a:pathLst>
              <a:path w="78481" h="109783" fill="none">
                <a:moveTo>
                  <a:pt x="0" y="109783"/>
                </a:moveTo>
                <a:lnTo>
                  <a:pt x="39240" y="0"/>
                </a:lnTo>
                <a:lnTo>
                  <a:pt x="78481" y="109783"/>
                </a:lnTo>
                <a:lnTo>
                  <a:pt x="0" y="109783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BD76C-198B-4622-998D-FC61B5E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718" y="3187455"/>
            <a:ext cx="10" cy="240129"/>
          </a:xfrm>
          <a:custGeom xmlns:a="http://schemas.openxmlformats.org/drawingml/2006/main">
            <a:pathLst>
              <a:path w="1" h="240129" fill="none">
                <a:moveTo>
                  <a:pt x="0" y="240129"/>
                </a:moveTo>
                <a:lnTo>
                  <a:pt x="0" y="10987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630AC-FE4A-4794-8C6D-0D43DAF3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478" y="3156088"/>
            <a:ext cx="78481" cy="109783"/>
          </a:xfrm>
          <a:custGeom xmlns:a="http://schemas.openxmlformats.org/drawingml/2006/main">
            <a:pathLst>
              <a:path w="78481" h="109783">
                <a:moveTo>
                  <a:pt x="0" y="109783"/>
                </a:moveTo>
                <a:lnTo>
                  <a:pt x="39240" y="0"/>
                </a:lnTo>
                <a:lnTo>
                  <a:pt x="78481" y="109783"/>
                </a:lnTo>
                <a:lnTo>
                  <a:pt x="0" y="109783"/>
                </a:lnTo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42CBC-D2C4-456D-B5A0-2C1870EB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478" y="3156088"/>
            <a:ext cx="78481" cy="109783"/>
          </a:xfrm>
          <a:custGeom xmlns:a="http://schemas.openxmlformats.org/drawingml/2006/main">
            <a:pathLst>
              <a:path w="78481" h="109783" fill="none">
                <a:moveTo>
                  <a:pt x="0" y="109783"/>
                </a:moveTo>
                <a:lnTo>
                  <a:pt x="39240" y="0"/>
                </a:lnTo>
                <a:lnTo>
                  <a:pt x="78481" y="109783"/>
                </a:lnTo>
                <a:lnTo>
                  <a:pt x="0" y="109783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49348-9B56-4F02-A478-0DF66C9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718" y="2322694"/>
            <a:ext cx="1211" cy="605964"/>
          </a:xfrm>
          <a:custGeom xmlns:a="http://schemas.openxmlformats.org/drawingml/2006/main">
            <a:pathLst>
              <a:path w="1211" h="605964" fill="none">
                <a:moveTo>
                  <a:pt x="0" y="605964"/>
                </a:moveTo>
                <a:lnTo>
                  <a:pt x="0" y="292788"/>
                </a:lnTo>
                <a:lnTo>
                  <a:pt x="1211" y="292788"/>
                </a:lnTo>
                <a:lnTo>
                  <a:pt x="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AD45E-C2EA-4F5E-B585-384E6E6E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689" y="2291327"/>
            <a:ext cx="78481" cy="109783"/>
          </a:xfrm>
          <a:custGeom xmlns:a="http://schemas.openxmlformats.org/drawingml/2006/main">
            <a:pathLst>
              <a:path w="78481" h="109783">
                <a:moveTo>
                  <a:pt x="0" y="109783"/>
                </a:moveTo>
                <a:lnTo>
                  <a:pt x="39240" y="0"/>
                </a:lnTo>
                <a:lnTo>
                  <a:pt x="78481" y="109783"/>
                </a:lnTo>
                <a:lnTo>
                  <a:pt x="0" y="109783"/>
                </a:lnTo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E9ED4-7C4E-42C9-9442-CFD090ED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689" y="2291327"/>
            <a:ext cx="78481" cy="109783"/>
          </a:xfrm>
          <a:custGeom xmlns:a="http://schemas.openxmlformats.org/drawingml/2006/main">
            <a:pathLst>
              <a:path w="78481" h="109783" fill="none">
                <a:moveTo>
                  <a:pt x="0" y="109783"/>
                </a:moveTo>
                <a:lnTo>
                  <a:pt x="39240" y="0"/>
                </a:lnTo>
                <a:lnTo>
                  <a:pt x="78481" y="109783"/>
                </a:lnTo>
                <a:lnTo>
                  <a:pt x="0" y="109783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674C1-B9E0-4898-BF4A-01C5D11B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54" y="4430336"/>
            <a:ext cx="148377" cy="164675"/>
          </a:xfrm>
          <a:custGeom xmlns:a="http://schemas.openxmlformats.org/drawingml/2006/main">
            <a:pathLst>
              <a:path w="148377" h="164675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0F725-2450-44FB-A30A-E85659AD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54" y="4430336"/>
            <a:ext cx="148377" cy="164675"/>
          </a:xfrm>
          <a:custGeom xmlns:a="http://schemas.openxmlformats.org/drawingml/2006/main">
            <a:pathLst>
              <a:path w="148377" h="164675" fill="none">
                <a:moveTo>
                  <a:pt x="0" y="0"/>
                </a:moveTo>
                <a:lnTo>
                  <a:pt x="148377" y="0"/>
                </a:lnTo>
                <a:lnTo>
                  <a:pt x="148377" y="164675"/>
                </a:lnTo>
                <a:lnTo>
                  <a:pt x="0" y="164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67277-D54F-4A58-9011-763F6898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79" y="4512674"/>
            <a:ext cx="353899" cy="10"/>
          </a:xfrm>
          <a:custGeom xmlns:a="http://schemas.openxmlformats.org/drawingml/2006/main">
            <a:pathLst>
              <a:path w="353899" h="1" fill="none">
                <a:moveTo>
                  <a:pt x="0" y="0"/>
                </a:moveTo>
                <a:lnTo>
                  <a:pt x="180873" y="0"/>
                </a:lnTo>
                <a:lnTo>
                  <a:pt x="353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FB104-BD91-42DB-98E8-5E1B538D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49" y="4449941"/>
            <a:ext cx="78481" cy="125467"/>
          </a:xfrm>
          <a:custGeom xmlns:a="http://schemas.openxmlformats.org/drawingml/2006/main">
            <a:pathLst>
              <a:path w="78481" h="125467" fill="none">
                <a:moveTo>
                  <a:pt x="0" y="0"/>
                </a:moveTo>
                <a:lnTo>
                  <a:pt x="78481" y="62733"/>
                </a:lnTo>
                <a:lnTo>
                  <a:pt x="0" y="125467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323232"/>
            </a:solidFill>
            <a:miter/>
          </a:ln>
        </p:spPr>
      </p:sp>
      <p:sp>
        <p:nvSpPr>
          <p:cNvPr id="244" name="Text Pack">
            <a:extLst xmlns:a="http://schemas.openxmlformats.org/drawingml/2006/main">
              <a:ext uri="{FF2B5EF4-FFF2-40B4-BE49-F238E27FC236}">
                <a16:creationId xmlns:a16="http://schemas.microsoft.com/office/drawing/2014/main" id="{0C5E50B0-3E43-4A1F-BC3C-24E91140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411" y="2094582"/>
            <a:ext cx="263640" cy="95570"/>
          </a:xfrm>
          <a:custGeom xmlns:a="http://schemas.openxmlformats.org/drawingml/2006/main">
            <a:pathLst>
              <a:path w="263640" h="95570">
                <a:moveTo>
                  <a:pt x="18969" y="63005"/>
                </a:moveTo>
                <a:lnTo>
                  <a:pt x="18969" y="94020"/>
                </a:lnTo>
                <a:lnTo>
                  <a:pt x="0" y="94020"/>
                </a:lnTo>
                <a:lnTo>
                  <a:pt x="0" y="5054"/>
                </a:lnTo>
                <a:lnTo>
                  <a:pt x="30637" y="5054"/>
                </a:lnTo>
                <a:cubicBezTo>
                  <a:pt x="52787" y="5054"/>
                  <a:pt x="63861" y="14435"/>
                  <a:pt x="63861" y="33197"/>
                </a:cubicBezTo>
                <a:cubicBezTo>
                  <a:pt x="63861" y="42310"/>
                  <a:pt x="60518" y="49613"/>
                  <a:pt x="53831" y="55108"/>
                </a:cubicBezTo>
                <a:cubicBezTo>
                  <a:pt x="47144" y="60602"/>
                  <a:pt x="38780" y="63235"/>
                  <a:pt x="28740" y="63005"/>
                </a:cubicBezTo>
                <a:lnTo>
                  <a:pt x="18969" y="63005"/>
                </a:lnTo>
                <a:moveTo>
                  <a:pt x="18969" y="19757"/>
                </a:moveTo>
                <a:lnTo>
                  <a:pt x="18969" y="48474"/>
                </a:lnTo>
                <a:lnTo>
                  <a:pt x="27188" y="48474"/>
                </a:lnTo>
                <a:cubicBezTo>
                  <a:pt x="38340" y="48474"/>
                  <a:pt x="43915" y="43631"/>
                  <a:pt x="43915" y="33944"/>
                </a:cubicBezTo>
                <a:cubicBezTo>
                  <a:pt x="43915" y="24486"/>
                  <a:pt x="38397" y="19757"/>
                  <a:pt x="27361" y="19757"/>
                </a:cubicBezTo>
                <a:lnTo>
                  <a:pt x="18969" y="19757"/>
                </a:lnTo>
                <a:close/>
                <a:moveTo>
                  <a:pt x="73805" y="34346"/>
                </a:moveTo>
                <a:cubicBezTo>
                  <a:pt x="76679" y="32737"/>
                  <a:pt x="80521" y="31436"/>
                  <a:pt x="85330" y="30440"/>
                </a:cubicBezTo>
                <a:cubicBezTo>
                  <a:pt x="90139" y="29445"/>
                  <a:pt x="94249" y="28947"/>
                  <a:pt x="97660" y="28947"/>
                </a:cubicBezTo>
                <a:cubicBezTo>
                  <a:pt x="115441" y="28947"/>
                  <a:pt x="124331" y="37849"/>
                  <a:pt x="124331" y="55654"/>
                </a:cubicBezTo>
                <a:lnTo>
                  <a:pt x="124331" y="94020"/>
                </a:lnTo>
                <a:lnTo>
                  <a:pt x="106684" y="94020"/>
                </a:lnTo>
                <a:lnTo>
                  <a:pt x="106684" y="84773"/>
                </a:lnTo>
                <a:lnTo>
                  <a:pt x="106454" y="84773"/>
                </a:lnTo>
                <a:cubicBezTo>
                  <a:pt x="102124" y="91971"/>
                  <a:pt x="95782" y="95570"/>
                  <a:pt x="87428" y="95570"/>
                </a:cubicBezTo>
                <a:cubicBezTo>
                  <a:pt x="81412" y="95570"/>
                  <a:pt x="76593" y="93857"/>
                  <a:pt x="72972" y="90430"/>
                </a:cubicBezTo>
                <a:cubicBezTo>
                  <a:pt x="69351" y="87003"/>
                  <a:pt x="67540" y="82341"/>
                  <a:pt x="67540" y="76445"/>
                </a:cubicBezTo>
                <a:cubicBezTo>
                  <a:pt x="67540" y="64269"/>
                  <a:pt x="74802" y="57185"/>
                  <a:pt x="89325" y="55194"/>
                </a:cubicBezTo>
                <a:lnTo>
                  <a:pt x="106799" y="52839"/>
                </a:lnTo>
                <a:cubicBezTo>
                  <a:pt x="106799" y="45449"/>
                  <a:pt x="102948" y="41755"/>
                  <a:pt x="95246" y="41755"/>
                </a:cubicBezTo>
                <a:cubicBezTo>
                  <a:pt x="87658" y="41755"/>
                  <a:pt x="80511" y="44052"/>
                  <a:pt x="73805" y="48647"/>
                </a:cubicBezTo>
                <a:lnTo>
                  <a:pt x="73805" y="34346"/>
                </a:lnTo>
                <a:moveTo>
                  <a:pt x="94786" y="65245"/>
                </a:moveTo>
                <a:cubicBezTo>
                  <a:pt x="88080" y="66126"/>
                  <a:pt x="84727" y="69151"/>
                  <a:pt x="84727" y="74320"/>
                </a:cubicBezTo>
                <a:cubicBezTo>
                  <a:pt x="84727" y="76694"/>
                  <a:pt x="85541" y="78608"/>
                  <a:pt x="87170" y="80063"/>
                </a:cubicBezTo>
                <a:cubicBezTo>
                  <a:pt x="88798" y="81518"/>
                  <a:pt x="90992" y="82246"/>
                  <a:pt x="93751" y="82246"/>
                </a:cubicBezTo>
                <a:cubicBezTo>
                  <a:pt x="97545" y="82246"/>
                  <a:pt x="100668" y="80905"/>
                  <a:pt x="103121" y="78225"/>
                </a:cubicBezTo>
                <a:cubicBezTo>
                  <a:pt x="105573" y="75545"/>
                  <a:pt x="106799" y="72214"/>
                  <a:pt x="106799" y="68232"/>
                </a:cubicBezTo>
                <a:lnTo>
                  <a:pt x="106799" y="63694"/>
                </a:lnTo>
                <a:lnTo>
                  <a:pt x="94786" y="65245"/>
                </a:lnTo>
                <a:close/>
                <a:moveTo>
                  <a:pt x="187948" y="91665"/>
                </a:moveTo>
                <a:cubicBezTo>
                  <a:pt x="183503" y="94268"/>
                  <a:pt x="177180" y="95570"/>
                  <a:pt x="168979" y="95570"/>
                </a:cubicBezTo>
                <a:cubicBezTo>
                  <a:pt x="159284" y="95570"/>
                  <a:pt x="151448" y="92622"/>
                  <a:pt x="145470" y="86725"/>
                </a:cubicBezTo>
                <a:cubicBezTo>
                  <a:pt x="139492" y="80829"/>
                  <a:pt x="136503" y="73190"/>
                  <a:pt x="136503" y="63809"/>
                </a:cubicBezTo>
                <a:cubicBezTo>
                  <a:pt x="136503" y="53012"/>
                  <a:pt x="139722" y="44502"/>
                  <a:pt x="146159" y="38280"/>
                </a:cubicBezTo>
                <a:cubicBezTo>
                  <a:pt x="152597" y="32058"/>
                  <a:pt x="161181" y="28947"/>
                  <a:pt x="171911" y="28947"/>
                </a:cubicBezTo>
                <a:cubicBezTo>
                  <a:pt x="179153" y="28947"/>
                  <a:pt x="184518" y="29942"/>
                  <a:pt x="188006" y="31933"/>
                </a:cubicBezTo>
                <a:lnTo>
                  <a:pt x="188006" y="47843"/>
                </a:lnTo>
                <a:cubicBezTo>
                  <a:pt x="183752" y="44741"/>
                  <a:pt x="179115" y="43190"/>
                  <a:pt x="174095" y="43190"/>
                </a:cubicBezTo>
                <a:cubicBezTo>
                  <a:pt x="168424" y="43190"/>
                  <a:pt x="163873" y="44913"/>
                  <a:pt x="160443" y="48359"/>
                </a:cubicBezTo>
                <a:cubicBezTo>
                  <a:pt x="157014" y="51806"/>
                  <a:pt x="155299" y="56534"/>
                  <a:pt x="155299" y="62546"/>
                </a:cubicBezTo>
                <a:cubicBezTo>
                  <a:pt x="155299" y="68366"/>
                  <a:pt x="156927" y="72951"/>
                  <a:pt x="160185" y="76301"/>
                </a:cubicBezTo>
                <a:cubicBezTo>
                  <a:pt x="163442" y="79651"/>
                  <a:pt x="167868" y="81327"/>
                  <a:pt x="173463" y="81327"/>
                </a:cubicBezTo>
                <a:cubicBezTo>
                  <a:pt x="178406" y="81327"/>
                  <a:pt x="183235" y="79757"/>
                  <a:pt x="187948" y="76617"/>
                </a:cubicBezTo>
                <a:lnTo>
                  <a:pt x="187948" y="91665"/>
                </a:lnTo>
                <a:close/>
                <a:moveTo>
                  <a:pt x="263640" y="94020"/>
                </a:moveTo>
                <a:lnTo>
                  <a:pt x="241107" y="94020"/>
                </a:lnTo>
                <a:lnTo>
                  <a:pt x="219954" y="62603"/>
                </a:lnTo>
                <a:lnTo>
                  <a:pt x="219724" y="62603"/>
                </a:lnTo>
                <a:lnTo>
                  <a:pt x="219724" y="94020"/>
                </a:lnTo>
                <a:lnTo>
                  <a:pt x="201158" y="94020"/>
                </a:lnTo>
                <a:lnTo>
                  <a:pt x="201158" y="0"/>
                </a:lnTo>
                <a:lnTo>
                  <a:pt x="219724" y="0"/>
                </a:lnTo>
                <a:lnTo>
                  <a:pt x="219724" y="59846"/>
                </a:lnTo>
                <a:lnTo>
                  <a:pt x="219954" y="59846"/>
                </a:lnTo>
                <a:lnTo>
                  <a:pt x="239785" y="30497"/>
                </a:lnTo>
                <a:lnTo>
                  <a:pt x="261915" y="30497"/>
                </a:lnTo>
                <a:lnTo>
                  <a:pt x="238348" y="60478"/>
                </a:lnTo>
                <a:lnTo>
                  <a:pt x="263640" y="9402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txns">
            <a:extLst xmlns:a="http://schemas.openxmlformats.org/drawingml/2006/main">
              <a:ext uri="{FF2B5EF4-FFF2-40B4-BE49-F238E27FC236}">
                <a16:creationId xmlns:a16="http://schemas.microsoft.com/office/drawing/2014/main" id="{4335705A-66F2-4005-9473-FAC4F8C7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752" y="2105839"/>
            <a:ext cx="248041" cy="84313"/>
          </a:xfrm>
          <a:custGeom xmlns:a="http://schemas.openxmlformats.org/drawingml/2006/main">
            <a:pathLst>
              <a:path w="248041" h="84313">
                <a:moveTo>
                  <a:pt x="43398" y="82016"/>
                </a:moveTo>
                <a:cubicBezTo>
                  <a:pt x="40601" y="83547"/>
                  <a:pt x="36366" y="84313"/>
                  <a:pt x="30695" y="84313"/>
                </a:cubicBezTo>
                <a:cubicBezTo>
                  <a:pt x="17206" y="84313"/>
                  <a:pt x="10462" y="77230"/>
                  <a:pt x="10462" y="63063"/>
                </a:cubicBezTo>
                <a:lnTo>
                  <a:pt x="10462" y="33082"/>
                </a:lnTo>
                <a:lnTo>
                  <a:pt x="0" y="33082"/>
                </a:lnTo>
                <a:lnTo>
                  <a:pt x="0" y="19240"/>
                </a:lnTo>
                <a:lnTo>
                  <a:pt x="10462" y="19240"/>
                </a:lnTo>
                <a:lnTo>
                  <a:pt x="10462" y="5284"/>
                </a:lnTo>
                <a:lnTo>
                  <a:pt x="28913" y="0"/>
                </a:lnTo>
                <a:lnTo>
                  <a:pt x="28913" y="19240"/>
                </a:lnTo>
                <a:lnTo>
                  <a:pt x="43398" y="19240"/>
                </a:lnTo>
                <a:lnTo>
                  <a:pt x="43398" y="33082"/>
                </a:lnTo>
                <a:lnTo>
                  <a:pt x="28913" y="33082"/>
                </a:lnTo>
                <a:lnTo>
                  <a:pt x="28913" y="59846"/>
                </a:lnTo>
                <a:cubicBezTo>
                  <a:pt x="28913" y="66623"/>
                  <a:pt x="31595" y="70012"/>
                  <a:pt x="36960" y="70012"/>
                </a:cubicBezTo>
                <a:cubicBezTo>
                  <a:pt x="39030" y="70012"/>
                  <a:pt x="41176" y="69399"/>
                  <a:pt x="43398" y="68174"/>
                </a:cubicBezTo>
                <a:lnTo>
                  <a:pt x="43398" y="82016"/>
                </a:lnTo>
                <a:close/>
                <a:moveTo>
                  <a:pt x="116227" y="19240"/>
                </a:moveTo>
                <a:lnTo>
                  <a:pt x="95189" y="50197"/>
                </a:lnTo>
                <a:lnTo>
                  <a:pt x="116054" y="82762"/>
                </a:lnTo>
                <a:lnTo>
                  <a:pt x="94614" y="82762"/>
                </a:lnTo>
                <a:lnTo>
                  <a:pt x="85130" y="65245"/>
                </a:lnTo>
                <a:cubicBezTo>
                  <a:pt x="83827" y="62833"/>
                  <a:pt x="82926" y="60938"/>
                  <a:pt x="82428" y="59559"/>
                </a:cubicBezTo>
                <a:lnTo>
                  <a:pt x="82198" y="59559"/>
                </a:lnTo>
                <a:cubicBezTo>
                  <a:pt x="81508" y="61397"/>
                  <a:pt x="80646" y="63235"/>
                  <a:pt x="79611" y="65073"/>
                </a:cubicBezTo>
                <a:lnTo>
                  <a:pt x="69955" y="82762"/>
                </a:lnTo>
                <a:lnTo>
                  <a:pt x="48629" y="82762"/>
                </a:lnTo>
                <a:lnTo>
                  <a:pt x="70127" y="51174"/>
                </a:lnTo>
                <a:lnTo>
                  <a:pt x="49894" y="19240"/>
                </a:lnTo>
                <a:lnTo>
                  <a:pt x="71392" y="19240"/>
                </a:lnTo>
                <a:lnTo>
                  <a:pt x="80818" y="37504"/>
                </a:lnTo>
                <a:cubicBezTo>
                  <a:pt x="81738" y="39266"/>
                  <a:pt x="82600" y="41219"/>
                  <a:pt x="83405" y="43363"/>
                </a:cubicBezTo>
                <a:lnTo>
                  <a:pt x="83635" y="43363"/>
                </a:lnTo>
                <a:cubicBezTo>
                  <a:pt x="84018" y="42061"/>
                  <a:pt x="84900" y="40089"/>
                  <a:pt x="86279" y="37447"/>
                </a:cubicBezTo>
                <a:lnTo>
                  <a:pt x="95993" y="19240"/>
                </a:lnTo>
                <a:lnTo>
                  <a:pt x="116227" y="19240"/>
                </a:lnTo>
                <a:close/>
                <a:moveTo>
                  <a:pt x="185783" y="82762"/>
                </a:moveTo>
                <a:lnTo>
                  <a:pt x="167332" y="82762"/>
                </a:lnTo>
                <a:lnTo>
                  <a:pt x="167332" y="47326"/>
                </a:lnTo>
                <a:cubicBezTo>
                  <a:pt x="167332" y="37064"/>
                  <a:pt x="163634" y="31933"/>
                  <a:pt x="156238" y="31933"/>
                </a:cubicBezTo>
                <a:cubicBezTo>
                  <a:pt x="152712" y="31933"/>
                  <a:pt x="149781" y="33302"/>
                  <a:pt x="147443" y="36040"/>
                </a:cubicBezTo>
                <a:cubicBezTo>
                  <a:pt x="145106" y="38778"/>
                  <a:pt x="143937" y="42271"/>
                  <a:pt x="143937" y="46522"/>
                </a:cubicBezTo>
                <a:lnTo>
                  <a:pt x="143937" y="82762"/>
                </a:lnTo>
                <a:lnTo>
                  <a:pt x="125371" y="82762"/>
                </a:lnTo>
                <a:lnTo>
                  <a:pt x="125371" y="19240"/>
                </a:lnTo>
                <a:lnTo>
                  <a:pt x="143937" y="19240"/>
                </a:lnTo>
                <a:lnTo>
                  <a:pt x="143937" y="29349"/>
                </a:lnTo>
                <a:lnTo>
                  <a:pt x="144167" y="29349"/>
                </a:lnTo>
                <a:cubicBezTo>
                  <a:pt x="148804" y="21576"/>
                  <a:pt x="155625" y="17690"/>
                  <a:pt x="164630" y="17690"/>
                </a:cubicBezTo>
                <a:cubicBezTo>
                  <a:pt x="178732" y="17690"/>
                  <a:pt x="185783" y="26420"/>
                  <a:pt x="185783" y="43880"/>
                </a:cubicBezTo>
                <a:lnTo>
                  <a:pt x="185783" y="82762"/>
                </a:lnTo>
                <a:close/>
                <a:moveTo>
                  <a:pt x="199987" y="65705"/>
                </a:moveTo>
                <a:cubicBezTo>
                  <a:pt x="206348" y="69572"/>
                  <a:pt x="212575" y="71505"/>
                  <a:pt x="218668" y="71505"/>
                </a:cubicBezTo>
                <a:cubicBezTo>
                  <a:pt x="226332" y="71505"/>
                  <a:pt x="230164" y="69457"/>
                  <a:pt x="230164" y="65360"/>
                </a:cubicBezTo>
                <a:cubicBezTo>
                  <a:pt x="230164" y="62450"/>
                  <a:pt x="227003" y="60019"/>
                  <a:pt x="220680" y="58066"/>
                </a:cubicBezTo>
                <a:cubicBezTo>
                  <a:pt x="212786" y="55615"/>
                  <a:pt x="207363" y="52887"/>
                  <a:pt x="204413" y="49881"/>
                </a:cubicBezTo>
                <a:cubicBezTo>
                  <a:pt x="201462" y="46876"/>
                  <a:pt x="199987" y="42808"/>
                  <a:pt x="199987" y="37677"/>
                </a:cubicBezTo>
                <a:cubicBezTo>
                  <a:pt x="199987" y="31436"/>
                  <a:pt x="202516" y="26544"/>
                  <a:pt x="207574" y="23002"/>
                </a:cubicBezTo>
                <a:cubicBezTo>
                  <a:pt x="212632" y="19461"/>
                  <a:pt x="219262" y="17690"/>
                  <a:pt x="227463" y="17690"/>
                </a:cubicBezTo>
                <a:cubicBezTo>
                  <a:pt x="233287" y="17690"/>
                  <a:pt x="238901" y="18551"/>
                  <a:pt x="244304" y="20274"/>
                </a:cubicBezTo>
                <a:lnTo>
                  <a:pt x="244304" y="34862"/>
                </a:lnTo>
                <a:cubicBezTo>
                  <a:pt x="239361" y="31952"/>
                  <a:pt x="233920" y="30497"/>
                  <a:pt x="227980" y="30497"/>
                </a:cubicBezTo>
                <a:cubicBezTo>
                  <a:pt x="225029" y="30497"/>
                  <a:pt x="222653" y="31024"/>
                  <a:pt x="220852" y="32077"/>
                </a:cubicBezTo>
                <a:cubicBezTo>
                  <a:pt x="219051" y="33130"/>
                  <a:pt x="218151" y="34518"/>
                  <a:pt x="218151" y="36241"/>
                </a:cubicBezTo>
                <a:cubicBezTo>
                  <a:pt x="218151" y="39151"/>
                  <a:pt x="220833" y="41506"/>
                  <a:pt x="226198" y="43305"/>
                </a:cubicBezTo>
                <a:cubicBezTo>
                  <a:pt x="231946" y="45220"/>
                  <a:pt x="236267" y="46962"/>
                  <a:pt x="239160" y="48532"/>
                </a:cubicBezTo>
                <a:cubicBezTo>
                  <a:pt x="242053" y="50102"/>
                  <a:pt x="244257" y="52169"/>
                  <a:pt x="245770" y="54735"/>
                </a:cubicBezTo>
                <a:cubicBezTo>
                  <a:pt x="247284" y="57300"/>
                  <a:pt x="248041" y="60267"/>
                  <a:pt x="248041" y="63637"/>
                </a:cubicBezTo>
                <a:cubicBezTo>
                  <a:pt x="248041" y="70184"/>
                  <a:pt x="245416" y="75267"/>
                  <a:pt x="240166" y="78886"/>
                </a:cubicBezTo>
                <a:cubicBezTo>
                  <a:pt x="234916" y="82504"/>
                  <a:pt x="227903" y="84313"/>
                  <a:pt x="219128" y="84313"/>
                </a:cubicBezTo>
                <a:cubicBezTo>
                  <a:pt x="212230" y="84313"/>
                  <a:pt x="205850" y="83222"/>
                  <a:pt x="199987" y="81039"/>
                </a:cubicBezTo>
                <a:lnTo>
                  <a:pt x="199987" y="65705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intoa">
            <a:extLst xmlns:a="http://schemas.openxmlformats.org/drawingml/2006/main">
              <a:ext uri="{FF2B5EF4-FFF2-40B4-BE49-F238E27FC236}">
                <a16:creationId xmlns:a16="http://schemas.microsoft.com/office/drawing/2014/main" id="{983A2530-AC2D-4CD2-B9EE-B8FBBC9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980" y="2094984"/>
            <a:ext cx="325487" cy="95168"/>
          </a:xfrm>
          <a:custGeom xmlns:a="http://schemas.openxmlformats.org/drawingml/2006/main">
            <a:pathLst>
              <a:path w="325487" h="95168">
                <a:moveTo>
                  <a:pt x="0" y="9591"/>
                </a:moveTo>
                <a:cubicBezTo>
                  <a:pt x="0" y="6758"/>
                  <a:pt x="1006" y="4451"/>
                  <a:pt x="3018" y="2671"/>
                </a:cubicBezTo>
                <a:cubicBezTo>
                  <a:pt x="5030" y="890"/>
                  <a:pt x="7607" y="0"/>
                  <a:pt x="10749" y="0"/>
                </a:cubicBezTo>
                <a:cubicBezTo>
                  <a:pt x="13968" y="0"/>
                  <a:pt x="16574" y="909"/>
                  <a:pt x="18566" y="2728"/>
                </a:cubicBezTo>
                <a:cubicBezTo>
                  <a:pt x="20559" y="4547"/>
                  <a:pt x="21555" y="6835"/>
                  <a:pt x="21555" y="9591"/>
                </a:cubicBezTo>
                <a:cubicBezTo>
                  <a:pt x="21555" y="12387"/>
                  <a:pt x="20540" y="14713"/>
                  <a:pt x="18509" y="16570"/>
                </a:cubicBezTo>
                <a:cubicBezTo>
                  <a:pt x="16478" y="18427"/>
                  <a:pt x="13891" y="19355"/>
                  <a:pt x="10749" y="19355"/>
                </a:cubicBezTo>
                <a:cubicBezTo>
                  <a:pt x="7645" y="19355"/>
                  <a:pt x="5077" y="18417"/>
                  <a:pt x="3046" y="16541"/>
                </a:cubicBezTo>
                <a:cubicBezTo>
                  <a:pt x="1015" y="14665"/>
                  <a:pt x="0" y="12348"/>
                  <a:pt x="0" y="9591"/>
                </a:cubicBezTo>
                <a:moveTo>
                  <a:pt x="1380" y="93618"/>
                </a:moveTo>
                <a:lnTo>
                  <a:pt x="1380" y="30095"/>
                </a:lnTo>
                <a:lnTo>
                  <a:pt x="19888" y="30095"/>
                </a:lnTo>
                <a:lnTo>
                  <a:pt x="19888" y="93618"/>
                </a:lnTo>
                <a:lnTo>
                  <a:pt x="1380" y="93618"/>
                </a:lnTo>
                <a:close/>
                <a:moveTo>
                  <a:pt x="96925" y="93618"/>
                </a:moveTo>
                <a:lnTo>
                  <a:pt x="78473" y="93618"/>
                </a:lnTo>
                <a:lnTo>
                  <a:pt x="78473" y="58181"/>
                </a:lnTo>
                <a:cubicBezTo>
                  <a:pt x="78473" y="47919"/>
                  <a:pt x="74775" y="42788"/>
                  <a:pt x="67379" y="42788"/>
                </a:cubicBezTo>
                <a:cubicBezTo>
                  <a:pt x="63854" y="42788"/>
                  <a:pt x="60922" y="44157"/>
                  <a:pt x="58585" y="46895"/>
                </a:cubicBezTo>
                <a:cubicBezTo>
                  <a:pt x="56247" y="49633"/>
                  <a:pt x="55078" y="53126"/>
                  <a:pt x="55078" y="57377"/>
                </a:cubicBezTo>
                <a:lnTo>
                  <a:pt x="55078" y="93618"/>
                </a:lnTo>
                <a:lnTo>
                  <a:pt x="36512" y="93618"/>
                </a:lnTo>
                <a:lnTo>
                  <a:pt x="36512" y="30095"/>
                </a:lnTo>
                <a:lnTo>
                  <a:pt x="55078" y="30095"/>
                </a:lnTo>
                <a:lnTo>
                  <a:pt x="55078" y="40204"/>
                </a:lnTo>
                <a:lnTo>
                  <a:pt x="55308" y="40204"/>
                </a:lnTo>
                <a:cubicBezTo>
                  <a:pt x="59945" y="32431"/>
                  <a:pt x="66766" y="28545"/>
                  <a:pt x="75772" y="28545"/>
                </a:cubicBezTo>
                <a:cubicBezTo>
                  <a:pt x="89874" y="28545"/>
                  <a:pt x="96925" y="37275"/>
                  <a:pt x="96925" y="54735"/>
                </a:cubicBezTo>
                <a:lnTo>
                  <a:pt x="96925" y="93618"/>
                </a:lnTo>
                <a:close/>
                <a:moveTo>
                  <a:pt x="150215" y="92871"/>
                </a:moveTo>
                <a:cubicBezTo>
                  <a:pt x="147418" y="94402"/>
                  <a:pt x="143184" y="95168"/>
                  <a:pt x="137512" y="95168"/>
                </a:cubicBezTo>
                <a:cubicBezTo>
                  <a:pt x="124023" y="95168"/>
                  <a:pt x="117279" y="88085"/>
                  <a:pt x="117279" y="73918"/>
                </a:cubicBezTo>
                <a:lnTo>
                  <a:pt x="117279" y="43937"/>
                </a:lnTo>
                <a:lnTo>
                  <a:pt x="106817" y="43937"/>
                </a:lnTo>
                <a:lnTo>
                  <a:pt x="106817" y="30095"/>
                </a:lnTo>
                <a:lnTo>
                  <a:pt x="117279" y="30095"/>
                </a:lnTo>
                <a:lnTo>
                  <a:pt x="117279" y="16139"/>
                </a:lnTo>
                <a:lnTo>
                  <a:pt x="135730" y="10855"/>
                </a:lnTo>
                <a:lnTo>
                  <a:pt x="135730" y="30095"/>
                </a:lnTo>
                <a:lnTo>
                  <a:pt x="150215" y="30095"/>
                </a:lnTo>
                <a:lnTo>
                  <a:pt x="150215" y="43937"/>
                </a:lnTo>
                <a:lnTo>
                  <a:pt x="135730" y="43937"/>
                </a:lnTo>
                <a:lnTo>
                  <a:pt x="135730" y="70701"/>
                </a:lnTo>
                <a:cubicBezTo>
                  <a:pt x="135730" y="77479"/>
                  <a:pt x="138413" y="80867"/>
                  <a:pt x="143778" y="80867"/>
                </a:cubicBezTo>
                <a:cubicBezTo>
                  <a:pt x="145847" y="80867"/>
                  <a:pt x="147993" y="80255"/>
                  <a:pt x="150215" y="79029"/>
                </a:cubicBezTo>
                <a:lnTo>
                  <a:pt x="150215" y="92871"/>
                </a:lnTo>
                <a:close/>
                <a:moveTo>
                  <a:pt x="157193" y="62144"/>
                </a:moveTo>
                <a:cubicBezTo>
                  <a:pt x="157193" y="51691"/>
                  <a:pt x="160326" y="43478"/>
                  <a:pt x="166591" y="37504"/>
                </a:cubicBezTo>
                <a:cubicBezTo>
                  <a:pt x="172856" y="31531"/>
                  <a:pt x="181277" y="28545"/>
                  <a:pt x="191854" y="28545"/>
                </a:cubicBezTo>
                <a:cubicBezTo>
                  <a:pt x="202085" y="28545"/>
                  <a:pt x="210209" y="31483"/>
                  <a:pt x="216226" y="37361"/>
                </a:cubicBezTo>
                <a:cubicBezTo>
                  <a:pt x="222242" y="43238"/>
                  <a:pt x="225250" y="51135"/>
                  <a:pt x="225250" y="61052"/>
                </a:cubicBezTo>
                <a:cubicBezTo>
                  <a:pt x="225250" y="71467"/>
                  <a:pt x="222165" y="79757"/>
                  <a:pt x="215996" y="85921"/>
                </a:cubicBezTo>
                <a:cubicBezTo>
                  <a:pt x="209826" y="92086"/>
                  <a:pt x="201472" y="95168"/>
                  <a:pt x="190934" y="95168"/>
                </a:cubicBezTo>
                <a:cubicBezTo>
                  <a:pt x="180588" y="95168"/>
                  <a:pt x="172377" y="92210"/>
                  <a:pt x="166304" y="86295"/>
                </a:cubicBezTo>
                <a:cubicBezTo>
                  <a:pt x="160230" y="80379"/>
                  <a:pt x="157193" y="72329"/>
                  <a:pt x="157193" y="62144"/>
                </a:cubicBezTo>
                <a:moveTo>
                  <a:pt x="175989" y="61914"/>
                </a:moveTo>
                <a:cubicBezTo>
                  <a:pt x="175989" y="74588"/>
                  <a:pt x="181162" y="80925"/>
                  <a:pt x="191509" y="80925"/>
                </a:cubicBezTo>
                <a:cubicBezTo>
                  <a:pt x="201434" y="80925"/>
                  <a:pt x="206397" y="74415"/>
                  <a:pt x="206397" y="61397"/>
                </a:cubicBezTo>
                <a:cubicBezTo>
                  <a:pt x="206397" y="48991"/>
                  <a:pt x="201396" y="42788"/>
                  <a:pt x="191394" y="42788"/>
                </a:cubicBezTo>
                <a:cubicBezTo>
                  <a:pt x="186527" y="42788"/>
                  <a:pt x="182743" y="44454"/>
                  <a:pt x="180042" y="47785"/>
                </a:cubicBezTo>
                <a:cubicBezTo>
                  <a:pt x="177340" y="51116"/>
                  <a:pt x="175989" y="55826"/>
                  <a:pt x="175989" y="61914"/>
                </a:cubicBezTo>
                <a:close/>
                <a:moveTo>
                  <a:pt x="274962" y="33944"/>
                </a:moveTo>
                <a:cubicBezTo>
                  <a:pt x="277836" y="32335"/>
                  <a:pt x="281677" y="31034"/>
                  <a:pt x="286487" y="30038"/>
                </a:cubicBezTo>
                <a:cubicBezTo>
                  <a:pt x="291296" y="29042"/>
                  <a:pt x="295406" y="28545"/>
                  <a:pt x="298816" y="28545"/>
                </a:cubicBezTo>
                <a:cubicBezTo>
                  <a:pt x="316597" y="28545"/>
                  <a:pt x="325487" y="37447"/>
                  <a:pt x="325487" y="55252"/>
                </a:cubicBezTo>
                <a:lnTo>
                  <a:pt x="325487" y="93618"/>
                </a:lnTo>
                <a:lnTo>
                  <a:pt x="307841" y="93618"/>
                </a:lnTo>
                <a:lnTo>
                  <a:pt x="307841" y="84371"/>
                </a:lnTo>
                <a:lnTo>
                  <a:pt x="307611" y="84371"/>
                </a:lnTo>
                <a:cubicBezTo>
                  <a:pt x="303281" y="91569"/>
                  <a:pt x="296939" y="95168"/>
                  <a:pt x="288585" y="95168"/>
                </a:cubicBezTo>
                <a:cubicBezTo>
                  <a:pt x="282568" y="95168"/>
                  <a:pt x="277750" y="93455"/>
                  <a:pt x="274128" y="90028"/>
                </a:cubicBezTo>
                <a:cubicBezTo>
                  <a:pt x="270507" y="86601"/>
                  <a:pt x="268696" y="81939"/>
                  <a:pt x="268696" y="76043"/>
                </a:cubicBezTo>
                <a:cubicBezTo>
                  <a:pt x="268696" y="63867"/>
                  <a:pt x="275958" y="56783"/>
                  <a:pt x="290482" y="54792"/>
                </a:cubicBezTo>
                <a:lnTo>
                  <a:pt x="307956" y="52437"/>
                </a:lnTo>
                <a:cubicBezTo>
                  <a:pt x="307956" y="45047"/>
                  <a:pt x="304105" y="41353"/>
                  <a:pt x="296402" y="41353"/>
                </a:cubicBezTo>
                <a:cubicBezTo>
                  <a:pt x="288815" y="41353"/>
                  <a:pt x="281668" y="43650"/>
                  <a:pt x="274962" y="48245"/>
                </a:cubicBezTo>
                <a:lnTo>
                  <a:pt x="274962" y="33944"/>
                </a:lnTo>
                <a:moveTo>
                  <a:pt x="295942" y="64843"/>
                </a:moveTo>
                <a:cubicBezTo>
                  <a:pt x="289236" y="65724"/>
                  <a:pt x="285883" y="68749"/>
                  <a:pt x="285883" y="73918"/>
                </a:cubicBezTo>
                <a:cubicBezTo>
                  <a:pt x="285883" y="76292"/>
                  <a:pt x="286697" y="78206"/>
                  <a:pt x="288326" y="79661"/>
                </a:cubicBezTo>
                <a:cubicBezTo>
                  <a:pt x="289955" y="81116"/>
                  <a:pt x="292149" y="81844"/>
                  <a:pt x="294908" y="81844"/>
                </a:cubicBezTo>
                <a:cubicBezTo>
                  <a:pt x="298701" y="81844"/>
                  <a:pt x="301825" y="80503"/>
                  <a:pt x="304277" y="77823"/>
                </a:cubicBezTo>
                <a:cubicBezTo>
                  <a:pt x="306730" y="75143"/>
                  <a:pt x="307956" y="71812"/>
                  <a:pt x="307956" y="67830"/>
                </a:cubicBezTo>
                <a:lnTo>
                  <a:pt x="307956" y="63292"/>
                </a:lnTo>
                <a:lnTo>
                  <a:pt x="295942" y="64843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batch">
            <a:extLst xmlns:a="http://schemas.openxmlformats.org/drawingml/2006/main">
              <a:ext uri="{FF2B5EF4-FFF2-40B4-BE49-F238E27FC236}">
                <a16:creationId xmlns:a16="http://schemas.microsoft.com/office/drawing/2014/main" id="{C27B1A22-6C0E-498E-B6D6-CB87E65C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505" y="2094582"/>
            <a:ext cx="314123" cy="95570"/>
          </a:xfrm>
          <a:custGeom xmlns:a="http://schemas.openxmlformats.org/drawingml/2006/main">
            <a:pathLst>
              <a:path w="314123" h="95570">
                <a:moveTo>
                  <a:pt x="18566" y="86381"/>
                </a:moveTo>
                <a:lnTo>
                  <a:pt x="18566" y="94020"/>
                </a:lnTo>
                <a:lnTo>
                  <a:pt x="0" y="94020"/>
                </a:lnTo>
                <a:lnTo>
                  <a:pt x="0" y="0"/>
                </a:lnTo>
                <a:lnTo>
                  <a:pt x="18566" y="0"/>
                </a:lnTo>
                <a:lnTo>
                  <a:pt x="18566" y="40204"/>
                </a:lnTo>
                <a:lnTo>
                  <a:pt x="18796" y="40204"/>
                </a:lnTo>
                <a:cubicBezTo>
                  <a:pt x="23663" y="32699"/>
                  <a:pt x="30599" y="28947"/>
                  <a:pt x="39604" y="28947"/>
                </a:cubicBezTo>
                <a:cubicBezTo>
                  <a:pt x="47613" y="28947"/>
                  <a:pt x="53888" y="31742"/>
                  <a:pt x="58429" y="37332"/>
                </a:cubicBezTo>
                <a:cubicBezTo>
                  <a:pt x="62970" y="42922"/>
                  <a:pt x="65241" y="50638"/>
                  <a:pt x="65241" y="60478"/>
                </a:cubicBezTo>
                <a:cubicBezTo>
                  <a:pt x="65241" y="71008"/>
                  <a:pt x="62635" y="79489"/>
                  <a:pt x="57423" y="85921"/>
                </a:cubicBezTo>
                <a:cubicBezTo>
                  <a:pt x="52212" y="92354"/>
                  <a:pt x="45295" y="95570"/>
                  <a:pt x="36673" y="95570"/>
                </a:cubicBezTo>
                <a:cubicBezTo>
                  <a:pt x="28779" y="95570"/>
                  <a:pt x="22820" y="92507"/>
                  <a:pt x="18796" y="86381"/>
                </a:cubicBezTo>
                <a:lnTo>
                  <a:pt x="18566" y="86381"/>
                </a:lnTo>
                <a:moveTo>
                  <a:pt x="18279" y="66566"/>
                </a:moveTo>
                <a:cubicBezTo>
                  <a:pt x="18279" y="70740"/>
                  <a:pt x="19524" y="74243"/>
                  <a:pt x="22015" y="77076"/>
                </a:cubicBezTo>
                <a:cubicBezTo>
                  <a:pt x="24506" y="79910"/>
                  <a:pt x="27667" y="81327"/>
                  <a:pt x="31500" y="81327"/>
                </a:cubicBezTo>
                <a:cubicBezTo>
                  <a:pt x="36136" y="81327"/>
                  <a:pt x="39748" y="79527"/>
                  <a:pt x="42335" y="75928"/>
                </a:cubicBezTo>
                <a:cubicBezTo>
                  <a:pt x="44921" y="72329"/>
                  <a:pt x="46215" y="67236"/>
                  <a:pt x="46215" y="60650"/>
                </a:cubicBezTo>
                <a:cubicBezTo>
                  <a:pt x="46215" y="55175"/>
                  <a:pt x="45036" y="50896"/>
                  <a:pt x="42680" y="47814"/>
                </a:cubicBezTo>
                <a:cubicBezTo>
                  <a:pt x="40323" y="44732"/>
                  <a:pt x="36960" y="43190"/>
                  <a:pt x="32592" y="43190"/>
                </a:cubicBezTo>
                <a:cubicBezTo>
                  <a:pt x="28453" y="43190"/>
                  <a:pt x="25033" y="44741"/>
                  <a:pt x="22331" y="47843"/>
                </a:cubicBezTo>
                <a:cubicBezTo>
                  <a:pt x="19630" y="50944"/>
                  <a:pt x="18279" y="54926"/>
                  <a:pt x="18279" y="59789"/>
                </a:cubicBezTo>
                <a:lnTo>
                  <a:pt x="18279" y="66566"/>
                </a:lnTo>
                <a:close/>
                <a:moveTo>
                  <a:pt x="78576" y="34346"/>
                </a:moveTo>
                <a:cubicBezTo>
                  <a:pt x="81450" y="32737"/>
                  <a:pt x="85292" y="31436"/>
                  <a:pt x="90101" y="30440"/>
                </a:cubicBezTo>
                <a:cubicBezTo>
                  <a:pt x="94910" y="29445"/>
                  <a:pt x="99020" y="28947"/>
                  <a:pt x="102431" y="28947"/>
                </a:cubicBezTo>
                <a:cubicBezTo>
                  <a:pt x="120212" y="28947"/>
                  <a:pt x="129102" y="37849"/>
                  <a:pt x="129102" y="55654"/>
                </a:cubicBezTo>
                <a:lnTo>
                  <a:pt x="129102" y="94020"/>
                </a:lnTo>
                <a:lnTo>
                  <a:pt x="111455" y="94020"/>
                </a:lnTo>
                <a:lnTo>
                  <a:pt x="111455" y="84773"/>
                </a:lnTo>
                <a:lnTo>
                  <a:pt x="111225" y="84773"/>
                </a:lnTo>
                <a:cubicBezTo>
                  <a:pt x="106895" y="91971"/>
                  <a:pt x="100553" y="95570"/>
                  <a:pt x="92199" y="95570"/>
                </a:cubicBezTo>
                <a:cubicBezTo>
                  <a:pt x="86183" y="95570"/>
                  <a:pt x="81364" y="93857"/>
                  <a:pt x="77743" y="90430"/>
                </a:cubicBezTo>
                <a:cubicBezTo>
                  <a:pt x="74121" y="87003"/>
                  <a:pt x="72311" y="82341"/>
                  <a:pt x="72311" y="76445"/>
                </a:cubicBezTo>
                <a:cubicBezTo>
                  <a:pt x="72311" y="64269"/>
                  <a:pt x="79573" y="57185"/>
                  <a:pt x="94096" y="55194"/>
                </a:cubicBezTo>
                <a:lnTo>
                  <a:pt x="111570" y="52839"/>
                </a:lnTo>
                <a:cubicBezTo>
                  <a:pt x="111570" y="45449"/>
                  <a:pt x="107719" y="41755"/>
                  <a:pt x="100017" y="41755"/>
                </a:cubicBezTo>
                <a:cubicBezTo>
                  <a:pt x="92429" y="41755"/>
                  <a:pt x="85282" y="44052"/>
                  <a:pt x="78576" y="48647"/>
                </a:cubicBezTo>
                <a:lnTo>
                  <a:pt x="78576" y="34346"/>
                </a:lnTo>
                <a:moveTo>
                  <a:pt x="99557" y="65245"/>
                </a:moveTo>
                <a:cubicBezTo>
                  <a:pt x="92851" y="66126"/>
                  <a:pt x="89498" y="69151"/>
                  <a:pt x="89498" y="74320"/>
                </a:cubicBezTo>
                <a:cubicBezTo>
                  <a:pt x="89498" y="76694"/>
                  <a:pt x="90312" y="78608"/>
                  <a:pt x="91940" y="80063"/>
                </a:cubicBezTo>
                <a:cubicBezTo>
                  <a:pt x="93569" y="81518"/>
                  <a:pt x="95763" y="82246"/>
                  <a:pt x="98522" y="82246"/>
                </a:cubicBezTo>
                <a:cubicBezTo>
                  <a:pt x="102316" y="82246"/>
                  <a:pt x="105439" y="80905"/>
                  <a:pt x="107891" y="78225"/>
                </a:cubicBezTo>
                <a:cubicBezTo>
                  <a:pt x="110344" y="75545"/>
                  <a:pt x="111570" y="72214"/>
                  <a:pt x="111570" y="68232"/>
                </a:cubicBezTo>
                <a:lnTo>
                  <a:pt x="111570" y="63694"/>
                </a:lnTo>
                <a:lnTo>
                  <a:pt x="99557" y="65245"/>
                </a:lnTo>
                <a:close/>
                <a:moveTo>
                  <a:pt x="182487" y="93273"/>
                </a:moveTo>
                <a:cubicBezTo>
                  <a:pt x="179689" y="94804"/>
                  <a:pt x="175455" y="95570"/>
                  <a:pt x="169784" y="95570"/>
                </a:cubicBezTo>
                <a:cubicBezTo>
                  <a:pt x="156295" y="95570"/>
                  <a:pt x="149550" y="88487"/>
                  <a:pt x="149550" y="74320"/>
                </a:cubicBezTo>
                <a:lnTo>
                  <a:pt x="149550" y="44339"/>
                </a:lnTo>
                <a:lnTo>
                  <a:pt x="139089" y="44339"/>
                </a:lnTo>
                <a:lnTo>
                  <a:pt x="139089" y="30497"/>
                </a:lnTo>
                <a:lnTo>
                  <a:pt x="149550" y="30497"/>
                </a:lnTo>
                <a:lnTo>
                  <a:pt x="149550" y="16541"/>
                </a:lnTo>
                <a:lnTo>
                  <a:pt x="168002" y="11257"/>
                </a:lnTo>
                <a:lnTo>
                  <a:pt x="168002" y="30497"/>
                </a:lnTo>
                <a:lnTo>
                  <a:pt x="182487" y="30497"/>
                </a:lnTo>
                <a:lnTo>
                  <a:pt x="182487" y="44339"/>
                </a:lnTo>
                <a:lnTo>
                  <a:pt x="168002" y="44339"/>
                </a:lnTo>
                <a:lnTo>
                  <a:pt x="168002" y="71103"/>
                </a:lnTo>
                <a:cubicBezTo>
                  <a:pt x="168002" y="77881"/>
                  <a:pt x="170684" y="81269"/>
                  <a:pt x="176049" y="81269"/>
                </a:cubicBezTo>
                <a:cubicBezTo>
                  <a:pt x="178118" y="81269"/>
                  <a:pt x="180264" y="80657"/>
                  <a:pt x="182487" y="79431"/>
                </a:cubicBezTo>
                <a:lnTo>
                  <a:pt x="182487" y="93273"/>
                </a:lnTo>
                <a:close/>
                <a:moveTo>
                  <a:pt x="240845" y="91665"/>
                </a:moveTo>
                <a:cubicBezTo>
                  <a:pt x="236400" y="94268"/>
                  <a:pt x="230077" y="95570"/>
                  <a:pt x="221876" y="95570"/>
                </a:cubicBezTo>
                <a:cubicBezTo>
                  <a:pt x="212181" y="95570"/>
                  <a:pt x="204345" y="92622"/>
                  <a:pt x="198367" y="86725"/>
                </a:cubicBezTo>
                <a:cubicBezTo>
                  <a:pt x="192389" y="80829"/>
                  <a:pt x="189400" y="73190"/>
                  <a:pt x="189400" y="63809"/>
                </a:cubicBezTo>
                <a:cubicBezTo>
                  <a:pt x="189400" y="53012"/>
                  <a:pt x="192618" y="44502"/>
                  <a:pt x="199056" y="38280"/>
                </a:cubicBezTo>
                <a:cubicBezTo>
                  <a:pt x="205494" y="32058"/>
                  <a:pt x="214078" y="28947"/>
                  <a:pt x="224808" y="28947"/>
                </a:cubicBezTo>
                <a:cubicBezTo>
                  <a:pt x="232050" y="28947"/>
                  <a:pt x="237415" y="29942"/>
                  <a:pt x="240902" y="31933"/>
                </a:cubicBezTo>
                <a:lnTo>
                  <a:pt x="240902" y="47843"/>
                </a:lnTo>
                <a:cubicBezTo>
                  <a:pt x="236649" y="44741"/>
                  <a:pt x="232012" y="43190"/>
                  <a:pt x="226992" y="43190"/>
                </a:cubicBezTo>
                <a:cubicBezTo>
                  <a:pt x="221321" y="43190"/>
                  <a:pt x="216770" y="44913"/>
                  <a:pt x="213340" y="48359"/>
                </a:cubicBezTo>
                <a:cubicBezTo>
                  <a:pt x="209911" y="51806"/>
                  <a:pt x="208196" y="56534"/>
                  <a:pt x="208196" y="62546"/>
                </a:cubicBezTo>
                <a:cubicBezTo>
                  <a:pt x="208196" y="68366"/>
                  <a:pt x="209824" y="72951"/>
                  <a:pt x="213082" y="76301"/>
                </a:cubicBezTo>
                <a:cubicBezTo>
                  <a:pt x="216339" y="79651"/>
                  <a:pt x="220765" y="81327"/>
                  <a:pt x="226360" y="81327"/>
                </a:cubicBezTo>
                <a:cubicBezTo>
                  <a:pt x="231303" y="81327"/>
                  <a:pt x="236132" y="79757"/>
                  <a:pt x="240845" y="76617"/>
                </a:cubicBezTo>
                <a:lnTo>
                  <a:pt x="240845" y="91665"/>
                </a:lnTo>
                <a:close/>
                <a:moveTo>
                  <a:pt x="314123" y="94020"/>
                </a:moveTo>
                <a:lnTo>
                  <a:pt x="295614" y="94020"/>
                </a:lnTo>
                <a:lnTo>
                  <a:pt x="295614" y="57836"/>
                </a:lnTo>
                <a:cubicBezTo>
                  <a:pt x="295614" y="48072"/>
                  <a:pt x="292050" y="43190"/>
                  <a:pt x="284922" y="43190"/>
                </a:cubicBezTo>
                <a:cubicBezTo>
                  <a:pt x="281359" y="43190"/>
                  <a:pt x="278418" y="44550"/>
                  <a:pt x="276099" y="47268"/>
                </a:cubicBezTo>
                <a:cubicBezTo>
                  <a:pt x="273781" y="49987"/>
                  <a:pt x="272622" y="53509"/>
                  <a:pt x="272622" y="57836"/>
                </a:cubicBezTo>
                <a:lnTo>
                  <a:pt x="272622" y="94020"/>
                </a:lnTo>
                <a:lnTo>
                  <a:pt x="254055" y="94020"/>
                </a:lnTo>
                <a:lnTo>
                  <a:pt x="254055" y="0"/>
                </a:lnTo>
                <a:lnTo>
                  <a:pt x="272622" y="0"/>
                </a:lnTo>
                <a:lnTo>
                  <a:pt x="272622" y="40032"/>
                </a:lnTo>
                <a:lnTo>
                  <a:pt x="272851" y="40032"/>
                </a:lnTo>
                <a:cubicBezTo>
                  <a:pt x="277718" y="32642"/>
                  <a:pt x="284271" y="28947"/>
                  <a:pt x="292510" y="28947"/>
                </a:cubicBezTo>
                <a:cubicBezTo>
                  <a:pt x="306918" y="28947"/>
                  <a:pt x="314123" y="37638"/>
                  <a:pt x="314123" y="55022"/>
                </a:cubicBezTo>
                <a:lnTo>
                  <a:pt x="314123" y="94020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9DA0B-CB90-415D-8AF5-5C92B4D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94" y="3430524"/>
            <a:ext cx="580143" cy="296023"/>
          </a:xfrm>
          <a:custGeom xmlns:a="http://schemas.openxmlformats.org/drawingml/2006/main">
            <a:pathLst>
              <a:path w="580143" h="296023">
                <a:moveTo>
                  <a:pt x="0" y="0"/>
                </a:moveTo>
                <a:lnTo>
                  <a:pt x="580143" y="0"/>
                </a:lnTo>
                <a:lnTo>
                  <a:pt x="580143" y="296023"/>
                </a:lnTo>
                <a:lnTo>
                  <a:pt x="0" y="2960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E3265-878E-47FC-989C-FC694685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46" y="3422683"/>
            <a:ext cx="595840" cy="311706"/>
          </a:xfrm>
          <a:custGeom xmlns:a="http://schemas.openxmlformats.org/drawingml/2006/main">
            <a:pathLst>
              <a:path w="595840" h="311706">
                <a:moveTo>
                  <a:pt x="7848" y="0"/>
                </a:moveTo>
                <a:lnTo>
                  <a:pt x="7848" y="15683"/>
                </a:lnTo>
                <a:lnTo>
                  <a:pt x="86329" y="15683"/>
                </a:lnTo>
                <a:lnTo>
                  <a:pt x="86329" y="0"/>
                </a:lnTo>
                <a:lnTo>
                  <a:pt x="7848" y="0"/>
                </a:lnTo>
                <a:close/>
                <a:moveTo>
                  <a:pt x="133417" y="0"/>
                </a:moveTo>
                <a:lnTo>
                  <a:pt x="133417" y="15683"/>
                </a:lnTo>
                <a:lnTo>
                  <a:pt x="211898" y="15683"/>
                </a:lnTo>
                <a:lnTo>
                  <a:pt x="211898" y="0"/>
                </a:lnTo>
                <a:lnTo>
                  <a:pt x="133417" y="0"/>
                </a:lnTo>
                <a:close/>
                <a:moveTo>
                  <a:pt x="0" y="128162"/>
                </a:moveTo>
                <a:lnTo>
                  <a:pt x="15696" y="128162"/>
                </a:lnTo>
                <a:lnTo>
                  <a:pt x="15696" y="49746"/>
                </a:lnTo>
                <a:lnTo>
                  <a:pt x="0" y="49746"/>
                </a:lnTo>
                <a:lnTo>
                  <a:pt x="0" y="128162"/>
                </a:lnTo>
                <a:close/>
                <a:moveTo>
                  <a:pt x="0" y="253629"/>
                </a:moveTo>
                <a:lnTo>
                  <a:pt x="15696" y="253629"/>
                </a:lnTo>
                <a:lnTo>
                  <a:pt x="15696" y="175212"/>
                </a:lnTo>
                <a:lnTo>
                  <a:pt x="0" y="175212"/>
                </a:lnTo>
                <a:lnTo>
                  <a:pt x="0" y="253629"/>
                </a:lnTo>
                <a:close/>
                <a:moveTo>
                  <a:pt x="83140" y="296023"/>
                </a:moveTo>
                <a:lnTo>
                  <a:pt x="7848" y="296023"/>
                </a:lnTo>
                <a:lnTo>
                  <a:pt x="7848" y="300679"/>
                </a:lnTo>
                <a:lnTo>
                  <a:pt x="0" y="300679"/>
                </a:lnTo>
                <a:lnTo>
                  <a:pt x="0" y="311706"/>
                </a:lnTo>
                <a:lnTo>
                  <a:pt x="83140" y="311706"/>
                </a:lnTo>
                <a:lnTo>
                  <a:pt x="83140" y="296023"/>
                </a:lnTo>
                <a:close/>
                <a:moveTo>
                  <a:pt x="208709" y="311706"/>
                </a:moveTo>
                <a:lnTo>
                  <a:pt x="208709" y="296023"/>
                </a:lnTo>
                <a:lnTo>
                  <a:pt x="130229" y="296023"/>
                </a:lnTo>
                <a:lnTo>
                  <a:pt x="130229" y="311706"/>
                </a:lnTo>
                <a:lnTo>
                  <a:pt x="208709" y="311706"/>
                </a:lnTo>
                <a:close/>
                <a:moveTo>
                  <a:pt x="334278" y="311706"/>
                </a:moveTo>
                <a:lnTo>
                  <a:pt x="334278" y="296023"/>
                </a:lnTo>
                <a:lnTo>
                  <a:pt x="255798" y="296023"/>
                </a:lnTo>
                <a:lnTo>
                  <a:pt x="255798" y="311706"/>
                </a:lnTo>
                <a:lnTo>
                  <a:pt x="334278" y="311706"/>
                </a:lnTo>
                <a:close/>
                <a:moveTo>
                  <a:pt x="258986" y="0"/>
                </a:moveTo>
                <a:lnTo>
                  <a:pt x="258986" y="15683"/>
                </a:lnTo>
                <a:lnTo>
                  <a:pt x="337467" y="15683"/>
                </a:lnTo>
                <a:lnTo>
                  <a:pt x="337467" y="0"/>
                </a:lnTo>
                <a:lnTo>
                  <a:pt x="258986" y="0"/>
                </a:lnTo>
                <a:close/>
                <a:moveTo>
                  <a:pt x="384555" y="0"/>
                </a:moveTo>
                <a:lnTo>
                  <a:pt x="384555" y="15683"/>
                </a:lnTo>
                <a:lnTo>
                  <a:pt x="463036" y="15683"/>
                </a:lnTo>
                <a:lnTo>
                  <a:pt x="463036" y="0"/>
                </a:lnTo>
                <a:lnTo>
                  <a:pt x="384555" y="0"/>
                </a:lnTo>
                <a:close/>
                <a:moveTo>
                  <a:pt x="510124" y="15683"/>
                </a:moveTo>
                <a:lnTo>
                  <a:pt x="587992" y="15683"/>
                </a:lnTo>
                <a:lnTo>
                  <a:pt x="587992" y="8454"/>
                </a:lnTo>
                <a:lnTo>
                  <a:pt x="595840" y="8454"/>
                </a:lnTo>
                <a:lnTo>
                  <a:pt x="595840" y="0"/>
                </a:lnTo>
                <a:lnTo>
                  <a:pt x="510124" y="0"/>
                </a:lnTo>
                <a:lnTo>
                  <a:pt x="510124" y="15683"/>
                </a:lnTo>
                <a:close/>
                <a:moveTo>
                  <a:pt x="595840" y="55504"/>
                </a:moveTo>
                <a:lnTo>
                  <a:pt x="580143" y="55504"/>
                </a:lnTo>
                <a:lnTo>
                  <a:pt x="580143" y="133921"/>
                </a:lnTo>
                <a:lnTo>
                  <a:pt x="595840" y="133921"/>
                </a:lnTo>
                <a:lnTo>
                  <a:pt x="595840" y="55504"/>
                </a:lnTo>
                <a:close/>
                <a:moveTo>
                  <a:pt x="595840" y="180971"/>
                </a:moveTo>
                <a:lnTo>
                  <a:pt x="580143" y="180971"/>
                </a:lnTo>
                <a:lnTo>
                  <a:pt x="580143" y="259387"/>
                </a:lnTo>
                <a:lnTo>
                  <a:pt x="595840" y="259387"/>
                </a:lnTo>
                <a:lnTo>
                  <a:pt x="595840" y="180971"/>
                </a:lnTo>
                <a:close/>
                <a:moveTo>
                  <a:pt x="459847" y="311706"/>
                </a:moveTo>
                <a:lnTo>
                  <a:pt x="459847" y="296023"/>
                </a:lnTo>
                <a:lnTo>
                  <a:pt x="381367" y="296023"/>
                </a:lnTo>
                <a:lnTo>
                  <a:pt x="381367" y="311706"/>
                </a:lnTo>
                <a:lnTo>
                  <a:pt x="459847" y="311706"/>
                </a:lnTo>
                <a:close/>
                <a:moveTo>
                  <a:pt x="585416" y="311706"/>
                </a:moveTo>
                <a:lnTo>
                  <a:pt x="585416" y="296023"/>
                </a:lnTo>
                <a:lnTo>
                  <a:pt x="506936" y="296023"/>
                </a:lnTo>
                <a:lnTo>
                  <a:pt x="506936" y="311706"/>
                </a:lnTo>
                <a:lnTo>
                  <a:pt x="585416" y="311706"/>
                </a:lnTo>
                <a:close/>
              </a:path>
            </a:pathLst>
          </a:custGeom>
          <a:solidFill xmlns:a="http://schemas.openxmlformats.org/drawingml/2006/main">
            <a:srgbClr val="21293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RPC">
            <a:extLst xmlns:a="http://schemas.openxmlformats.org/drawingml/2006/main">
              <a:ext uri="{FF2B5EF4-FFF2-40B4-BE49-F238E27FC236}">
                <a16:creationId xmlns:a16="http://schemas.microsoft.com/office/drawing/2014/main" id="{65B6981A-5D80-4171-A5E6-54D79320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89" y="3463572"/>
            <a:ext cx="223028" cy="92009"/>
          </a:xfrm>
          <a:custGeom xmlns:a="http://schemas.openxmlformats.org/drawingml/2006/main">
            <a:pathLst>
              <a:path w="223028" h="92009">
                <a:moveTo>
                  <a:pt x="73461" y="90459"/>
                </a:moveTo>
                <a:lnTo>
                  <a:pt x="51618" y="90459"/>
                </a:lnTo>
                <a:lnTo>
                  <a:pt x="37650" y="67313"/>
                </a:lnTo>
                <a:cubicBezTo>
                  <a:pt x="34776" y="62527"/>
                  <a:pt x="32419" y="59444"/>
                  <a:pt x="30580" y="58066"/>
                </a:cubicBezTo>
                <a:cubicBezTo>
                  <a:pt x="28740" y="56687"/>
                  <a:pt x="26786" y="55998"/>
                  <a:pt x="24717" y="55998"/>
                </a:cubicBezTo>
                <a:lnTo>
                  <a:pt x="18969" y="55998"/>
                </a:lnTo>
                <a:lnTo>
                  <a:pt x="18969" y="90459"/>
                </a:lnTo>
                <a:lnTo>
                  <a:pt x="0" y="90459"/>
                </a:lnTo>
                <a:lnTo>
                  <a:pt x="0" y="1493"/>
                </a:lnTo>
                <a:lnTo>
                  <a:pt x="31212" y="1493"/>
                </a:lnTo>
                <a:cubicBezTo>
                  <a:pt x="52403" y="1493"/>
                  <a:pt x="62999" y="9534"/>
                  <a:pt x="62999" y="25616"/>
                </a:cubicBezTo>
                <a:cubicBezTo>
                  <a:pt x="62999" y="31665"/>
                  <a:pt x="61227" y="36854"/>
                  <a:pt x="57682" y="41180"/>
                </a:cubicBezTo>
                <a:cubicBezTo>
                  <a:pt x="54137" y="45507"/>
                  <a:pt x="49261" y="48551"/>
                  <a:pt x="43053" y="50312"/>
                </a:cubicBezTo>
                <a:lnTo>
                  <a:pt x="43053" y="50542"/>
                </a:lnTo>
                <a:cubicBezTo>
                  <a:pt x="47154" y="51920"/>
                  <a:pt x="51695" y="56439"/>
                  <a:pt x="56676" y="64096"/>
                </a:cubicBezTo>
                <a:lnTo>
                  <a:pt x="73461" y="90459"/>
                </a:lnTo>
                <a:moveTo>
                  <a:pt x="18969" y="15909"/>
                </a:moveTo>
                <a:lnTo>
                  <a:pt x="18969" y="41525"/>
                </a:lnTo>
                <a:lnTo>
                  <a:pt x="28281" y="41525"/>
                </a:lnTo>
                <a:cubicBezTo>
                  <a:pt x="32726" y="41525"/>
                  <a:pt x="36299" y="40233"/>
                  <a:pt x="39001" y="37648"/>
                </a:cubicBezTo>
                <a:cubicBezTo>
                  <a:pt x="41702" y="35063"/>
                  <a:pt x="43053" y="31838"/>
                  <a:pt x="43053" y="27970"/>
                </a:cubicBezTo>
                <a:cubicBezTo>
                  <a:pt x="43053" y="19930"/>
                  <a:pt x="38244" y="15909"/>
                  <a:pt x="28625" y="15909"/>
                </a:cubicBezTo>
                <a:lnTo>
                  <a:pt x="18969" y="15909"/>
                </a:lnTo>
                <a:close/>
                <a:moveTo>
                  <a:pt x="101138" y="59444"/>
                </a:moveTo>
                <a:lnTo>
                  <a:pt x="101138" y="90459"/>
                </a:lnTo>
                <a:lnTo>
                  <a:pt x="82169" y="90459"/>
                </a:lnTo>
                <a:lnTo>
                  <a:pt x="82169" y="1493"/>
                </a:lnTo>
                <a:lnTo>
                  <a:pt x="112807" y="1493"/>
                </a:lnTo>
                <a:cubicBezTo>
                  <a:pt x="134956" y="1493"/>
                  <a:pt x="146031" y="10874"/>
                  <a:pt x="146031" y="29636"/>
                </a:cubicBezTo>
                <a:cubicBezTo>
                  <a:pt x="146031" y="38749"/>
                  <a:pt x="142687" y="46053"/>
                  <a:pt x="136000" y="51547"/>
                </a:cubicBezTo>
                <a:cubicBezTo>
                  <a:pt x="129313" y="57042"/>
                  <a:pt x="120950" y="59674"/>
                  <a:pt x="110910" y="59444"/>
                </a:cubicBezTo>
                <a:lnTo>
                  <a:pt x="101138" y="59444"/>
                </a:lnTo>
                <a:moveTo>
                  <a:pt x="101138" y="16196"/>
                </a:moveTo>
                <a:lnTo>
                  <a:pt x="101138" y="44913"/>
                </a:lnTo>
                <a:lnTo>
                  <a:pt x="109358" y="44913"/>
                </a:lnTo>
                <a:cubicBezTo>
                  <a:pt x="120509" y="44913"/>
                  <a:pt x="126085" y="40070"/>
                  <a:pt x="126085" y="30383"/>
                </a:cubicBezTo>
                <a:cubicBezTo>
                  <a:pt x="126085" y="20925"/>
                  <a:pt x="120566" y="16196"/>
                  <a:pt x="109530" y="16196"/>
                </a:cubicBezTo>
                <a:lnTo>
                  <a:pt x="101138" y="16196"/>
                </a:lnTo>
                <a:close/>
                <a:moveTo>
                  <a:pt x="223028" y="87242"/>
                </a:moveTo>
                <a:cubicBezTo>
                  <a:pt x="216552" y="90420"/>
                  <a:pt x="208102" y="92009"/>
                  <a:pt x="197679" y="92009"/>
                </a:cubicBezTo>
                <a:cubicBezTo>
                  <a:pt x="184267" y="92009"/>
                  <a:pt x="173623" y="87999"/>
                  <a:pt x="165749" y="79977"/>
                </a:cubicBezTo>
                <a:cubicBezTo>
                  <a:pt x="157874" y="71955"/>
                  <a:pt x="153936" y="61263"/>
                  <a:pt x="153936" y="47900"/>
                </a:cubicBezTo>
                <a:cubicBezTo>
                  <a:pt x="153936" y="33848"/>
                  <a:pt x="158334" y="22351"/>
                  <a:pt x="167128" y="13411"/>
                </a:cubicBezTo>
                <a:cubicBezTo>
                  <a:pt x="175923" y="4470"/>
                  <a:pt x="187275" y="0"/>
                  <a:pt x="201186" y="0"/>
                </a:cubicBezTo>
                <a:cubicBezTo>
                  <a:pt x="209884" y="0"/>
                  <a:pt x="217165" y="1130"/>
                  <a:pt x="223028" y="3389"/>
                </a:cubicBezTo>
                <a:lnTo>
                  <a:pt x="223028" y="21710"/>
                </a:lnTo>
                <a:cubicBezTo>
                  <a:pt x="217012" y="18187"/>
                  <a:pt x="210191" y="16426"/>
                  <a:pt x="202565" y="16426"/>
                </a:cubicBezTo>
                <a:cubicBezTo>
                  <a:pt x="193866" y="16426"/>
                  <a:pt x="186911" y="19202"/>
                  <a:pt x="181700" y="24754"/>
                </a:cubicBezTo>
                <a:cubicBezTo>
                  <a:pt x="176488" y="30306"/>
                  <a:pt x="173882" y="37562"/>
                  <a:pt x="173882" y="46522"/>
                </a:cubicBezTo>
                <a:cubicBezTo>
                  <a:pt x="173882" y="55252"/>
                  <a:pt x="176354" y="62278"/>
                  <a:pt x="181297" y="67600"/>
                </a:cubicBezTo>
                <a:cubicBezTo>
                  <a:pt x="186241" y="72922"/>
                  <a:pt x="192927" y="75583"/>
                  <a:pt x="201358" y="75583"/>
                </a:cubicBezTo>
                <a:cubicBezTo>
                  <a:pt x="209290" y="75583"/>
                  <a:pt x="216514" y="73669"/>
                  <a:pt x="223028" y="69840"/>
                </a:cubicBezTo>
                <a:lnTo>
                  <a:pt x="223028" y="8724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Service">
            <a:extLst xmlns:a="http://schemas.openxmlformats.org/drawingml/2006/main">
              <a:ext uri="{FF2B5EF4-FFF2-40B4-BE49-F238E27FC236}">
                <a16:creationId xmlns:a16="http://schemas.microsoft.com/office/drawing/2014/main" id="{EDBC333A-C207-48A1-A9DE-91575CD4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9" y="3607444"/>
            <a:ext cx="416951" cy="95168"/>
          </a:xfrm>
          <a:custGeom xmlns:a="http://schemas.openxmlformats.org/drawingml/2006/main">
            <a:pathLst>
              <a:path w="416951" h="95168">
                <a:moveTo>
                  <a:pt x="345" y="71218"/>
                </a:moveTo>
                <a:cubicBezTo>
                  <a:pt x="7511" y="77153"/>
                  <a:pt x="15654" y="80120"/>
                  <a:pt x="24774" y="80120"/>
                </a:cubicBezTo>
                <a:cubicBezTo>
                  <a:pt x="29948" y="80120"/>
                  <a:pt x="33837" y="79230"/>
                  <a:pt x="36443" y="77450"/>
                </a:cubicBezTo>
                <a:cubicBezTo>
                  <a:pt x="39049" y="75669"/>
                  <a:pt x="40352" y="73382"/>
                  <a:pt x="40352" y="70586"/>
                </a:cubicBezTo>
                <a:cubicBezTo>
                  <a:pt x="40352" y="68174"/>
                  <a:pt x="39317" y="65896"/>
                  <a:pt x="37248" y="63752"/>
                </a:cubicBezTo>
                <a:cubicBezTo>
                  <a:pt x="35178" y="61608"/>
                  <a:pt x="29718" y="58698"/>
                  <a:pt x="20866" y="55022"/>
                </a:cubicBezTo>
                <a:cubicBezTo>
                  <a:pt x="6955" y="49125"/>
                  <a:pt x="0" y="40548"/>
                  <a:pt x="0" y="29291"/>
                </a:cubicBezTo>
                <a:cubicBezTo>
                  <a:pt x="0" y="21021"/>
                  <a:pt x="3152" y="14598"/>
                  <a:pt x="9456" y="10022"/>
                </a:cubicBezTo>
                <a:cubicBezTo>
                  <a:pt x="15759" y="5447"/>
                  <a:pt x="24104" y="3159"/>
                  <a:pt x="34489" y="3159"/>
                </a:cubicBezTo>
                <a:cubicBezTo>
                  <a:pt x="43187" y="3159"/>
                  <a:pt x="50487" y="4288"/>
                  <a:pt x="56389" y="6547"/>
                </a:cubicBezTo>
                <a:lnTo>
                  <a:pt x="56389" y="24352"/>
                </a:lnTo>
                <a:cubicBezTo>
                  <a:pt x="50411" y="20293"/>
                  <a:pt x="43417" y="18264"/>
                  <a:pt x="35408" y="18264"/>
                </a:cubicBezTo>
                <a:cubicBezTo>
                  <a:pt x="30733" y="18264"/>
                  <a:pt x="26997" y="19116"/>
                  <a:pt x="24199" y="20820"/>
                </a:cubicBezTo>
                <a:cubicBezTo>
                  <a:pt x="21402" y="22524"/>
                  <a:pt x="20003" y="24812"/>
                  <a:pt x="20003" y="27683"/>
                </a:cubicBezTo>
                <a:cubicBezTo>
                  <a:pt x="20003" y="29981"/>
                  <a:pt x="20961" y="32096"/>
                  <a:pt x="22877" y="34030"/>
                </a:cubicBezTo>
                <a:cubicBezTo>
                  <a:pt x="24793" y="35963"/>
                  <a:pt x="29526" y="38577"/>
                  <a:pt x="37075" y="41869"/>
                </a:cubicBezTo>
                <a:cubicBezTo>
                  <a:pt x="45927" y="45660"/>
                  <a:pt x="52011" y="49661"/>
                  <a:pt x="55325" y="53873"/>
                </a:cubicBezTo>
                <a:cubicBezTo>
                  <a:pt x="58640" y="58085"/>
                  <a:pt x="60297" y="63101"/>
                  <a:pt x="60297" y="68921"/>
                </a:cubicBezTo>
                <a:cubicBezTo>
                  <a:pt x="60297" y="77459"/>
                  <a:pt x="57270" y="83969"/>
                  <a:pt x="51216" y="88448"/>
                </a:cubicBezTo>
                <a:cubicBezTo>
                  <a:pt x="45161" y="92928"/>
                  <a:pt x="36558" y="95168"/>
                  <a:pt x="25407" y="95168"/>
                </a:cubicBezTo>
                <a:cubicBezTo>
                  <a:pt x="15213" y="95168"/>
                  <a:pt x="6859" y="93522"/>
                  <a:pt x="345" y="90229"/>
                </a:cubicBezTo>
                <a:lnTo>
                  <a:pt x="345" y="71218"/>
                </a:lnTo>
                <a:close/>
                <a:moveTo>
                  <a:pt x="129901" y="67083"/>
                </a:moveTo>
                <a:lnTo>
                  <a:pt x="88055" y="67083"/>
                </a:lnTo>
                <a:cubicBezTo>
                  <a:pt x="88706" y="76923"/>
                  <a:pt x="94646" y="81844"/>
                  <a:pt x="105874" y="81844"/>
                </a:cubicBezTo>
                <a:cubicBezTo>
                  <a:pt x="112887" y="81844"/>
                  <a:pt x="119075" y="80120"/>
                  <a:pt x="124440" y="76674"/>
                </a:cubicBezTo>
                <a:lnTo>
                  <a:pt x="124440" y="90286"/>
                </a:lnTo>
                <a:cubicBezTo>
                  <a:pt x="118654" y="93541"/>
                  <a:pt x="111066" y="95168"/>
                  <a:pt x="101678" y="95168"/>
                </a:cubicBezTo>
                <a:cubicBezTo>
                  <a:pt x="91561" y="95168"/>
                  <a:pt x="83696" y="92316"/>
                  <a:pt x="78082" y="86611"/>
                </a:cubicBezTo>
                <a:cubicBezTo>
                  <a:pt x="72468" y="80905"/>
                  <a:pt x="69661" y="72960"/>
                  <a:pt x="69661" y="62775"/>
                </a:cubicBezTo>
                <a:cubicBezTo>
                  <a:pt x="69661" y="52629"/>
                  <a:pt x="72650" y="44387"/>
                  <a:pt x="78628" y="38050"/>
                </a:cubicBezTo>
                <a:cubicBezTo>
                  <a:pt x="84606" y="31713"/>
                  <a:pt x="92117" y="28545"/>
                  <a:pt x="101161" y="28545"/>
                </a:cubicBezTo>
                <a:cubicBezTo>
                  <a:pt x="110166" y="28545"/>
                  <a:pt x="117207" y="31273"/>
                  <a:pt x="122285" y="36729"/>
                </a:cubicBezTo>
                <a:cubicBezTo>
                  <a:pt x="127362" y="42185"/>
                  <a:pt x="129901" y="49680"/>
                  <a:pt x="129901" y="59215"/>
                </a:cubicBezTo>
                <a:lnTo>
                  <a:pt x="129901" y="67083"/>
                </a:lnTo>
                <a:moveTo>
                  <a:pt x="112599" y="55481"/>
                </a:moveTo>
                <a:cubicBezTo>
                  <a:pt x="112599" y="45986"/>
                  <a:pt x="108748" y="41238"/>
                  <a:pt x="101046" y="41238"/>
                </a:cubicBezTo>
                <a:cubicBezTo>
                  <a:pt x="97865" y="41238"/>
                  <a:pt x="95048" y="42539"/>
                  <a:pt x="92596" y="45143"/>
                </a:cubicBezTo>
                <a:cubicBezTo>
                  <a:pt x="90143" y="47747"/>
                  <a:pt x="88611" y="51193"/>
                  <a:pt x="87997" y="55481"/>
                </a:cubicBezTo>
                <a:lnTo>
                  <a:pt x="112599" y="55481"/>
                </a:lnTo>
                <a:close/>
                <a:moveTo>
                  <a:pt x="182492" y="46924"/>
                </a:moveTo>
                <a:cubicBezTo>
                  <a:pt x="180231" y="45622"/>
                  <a:pt x="177491" y="44971"/>
                  <a:pt x="174273" y="44971"/>
                </a:cubicBezTo>
                <a:cubicBezTo>
                  <a:pt x="170057" y="44971"/>
                  <a:pt x="166714" y="46579"/>
                  <a:pt x="164242" y="49795"/>
                </a:cubicBezTo>
                <a:cubicBezTo>
                  <a:pt x="161770" y="53012"/>
                  <a:pt x="160535" y="57434"/>
                  <a:pt x="160535" y="63063"/>
                </a:cubicBezTo>
                <a:lnTo>
                  <a:pt x="160535" y="93618"/>
                </a:lnTo>
                <a:lnTo>
                  <a:pt x="141968" y="93618"/>
                </a:lnTo>
                <a:lnTo>
                  <a:pt x="141968" y="30095"/>
                </a:lnTo>
                <a:lnTo>
                  <a:pt x="160535" y="30095"/>
                </a:lnTo>
                <a:lnTo>
                  <a:pt x="160535" y="42042"/>
                </a:lnTo>
                <a:lnTo>
                  <a:pt x="160764" y="42042"/>
                </a:lnTo>
                <a:cubicBezTo>
                  <a:pt x="163830" y="33350"/>
                  <a:pt x="169406" y="29004"/>
                  <a:pt x="177491" y="29004"/>
                </a:cubicBezTo>
                <a:cubicBezTo>
                  <a:pt x="179676" y="29004"/>
                  <a:pt x="181343" y="29253"/>
                  <a:pt x="182492" y="29751"/>
                </a:cubicBezTo>
                <a:lnTo>
                  <a:pt x="182492" y="46924"/>
                </a:lnTo>
                <a:close/>
                <a:moveTo>
                  <a:pt x="256250" y="30095"/>
                </a:moveTo>
                <a:lnTo>
                  <a:pt x="232395" y="93618"/>
                </a:lnTo>
                <a:lnTo>
                  <a:pt x="211415" y="93618"/>
                </a:lnTo>
                <a:lnTo>
                  <a:pt x="188710" y="30095"/>
                </a:lnTo>
                <a:lnTo>
                  <a:pt x="208598" y="30095"/>
                </a:lnTo>
                <a:lnTo>
                  <a:pt x="220267" y="70070"/>
                </a:lnTo>
                <a:cubicBezTo>
                  <a:pt x="221532" y="74435"/>
                  <a:pt x="222240" y="78091"/>
                  <a:pt x="222394" y="81039"/>
                </a:cubicBezTo>
                <a:lnTo>
                  <a:pt x="222681" y="81039"/>
                </a:lnTo>
                <a:cubicBezTo>
                  <a:pt x="222988" y="78015"/>
                  <a:pt x="223735" y="74473"/>
                  <a:pt x="224923" y="70414"/>
                </a:cubicBezTo>
                <a:lnTo>
                  <a:pt x="236821" y="30095"/>
                </a:lnTo>
                <a:lnTo>
                  <a:pt x="256250" y="30095"/>
                </a:lnTo>
                <a:close/>
                <a:moveTo>
                  <a:pt x="263130" y="9591"/>
                </a:moveTo>
                <a:cubicBezTo>
                  <a:pt x="263130" y="6758"/>
                  <a:pt x="264136" y="4451"/>
                  <a:pt x="266148" y="2671"/>
                </a:cubicBezTo>
                <a:cubicBezTo>
                  <a:pt x="268160" y="890"/>
                  <a:pt x="270737" y="0"/>
                  <a:pt x="273879" y="0"/>
                </a:cubicBezTo>
                <a:cubicBezTo>
                  <a:pt x="277098" y="0"/>
                  <a:pt x="279704" y="909"/>
                  <a:pt x="281697" y="2728"/>
                </a:cubicBezTo>
                <a:cubicBezTo>
                  <a:pt x="283689" y="4547"/>
                  <a:pt x="284686" y="6835"/>
                  <a:pt x="284686" y="9591"/>
                </a:cubicBezTo>
                <a:cubicBezTo>
                  <a:pt x="284686" y="12387"/>
                  <a:pt x="283670" y="14713"/>
                  <a:pt x="281639" y="16570"/>
                </a:cubicBezTo>
                <a:cubicBezTo>
                  <a:pt x="279608" y="18427"/>
                  <a:pt x="277021" y="19355"/>
                  <a:pt x="273879" y="19355"/>
                </a:cubicBezTo>
                <a:cubicBezTo>
                  <a:pt x="270775" y="19355"/>
                  <a:pt x="268208" y="18417"/>
                  <a:pt x="266177" y="16541"/>
                </a:cubicBezTo>
                <a:cubicBezTo>
                  <a:pt x="264146" y="14665"/>
                  <a:pt x="263130" y="12348"/>
                  <a:pt x="263130" y="9591"/>
                </a:cubicBezTo>
                <a:moveTo>
                  <a:pt x="264510" y="93618"/>
                </a:moveTo>
                <a:lnTo>
                  <a:pt x="264510" y="30095"/>
                </a:lnTo>
                <a:lnTo>
                  <a:pt x="283019" y="30095"/>
                </a:lnTo>
                <a:lnTo>
                  <a:pt x="283019" y="93618"/>
                </a:lnTo>
                <a:lnTo>
                  <a:pt x="264510" y="93618"/>
                </a:lnTo>
                <a:close/>
                <a:moveTo>
                  <a:pt x="347294" y="91263"/>
                </a:moveTo>
                <a:cubicBezTo>
                  <a:pt x="342849" y="93866"/>
                  <a:pt x="336526" y="95168"/>
                  <a:pt x="328325" y="95168"/>
                </a:cubicBezTo>
                <a:cubicBezTo>
                  <a:pt x="318630" y="95168"/>
                  <a:pt x="310794" y="92220"/>
                  <a:pt x="304816" y="86323"/>
                </a:cubicBezTo>
                <a:cubicBezTo>
                  <a:pt x="298838" y="80427"/>
                  <a:pt x="295849" y="72788"/>
                  <a:pt x="295849" y="63407"/>
                </a:cubicBezTo>
                <a:cubicBezTo>
                  <a:pt x="295849" y="52610"/>
                  <a:pt x="299068" y="44100"/>
                  <a:pt x="305506" y="37878"/>
                </a:cubicBezTo>
                <a:cubicBezTo>
                  <a:pt x="311943" y="31656"/>
                  <a:pt x="320527" y="28545"/>
                  <a:pt x="331257" y="28545"/>
                </a:cubicBezTo>
                <a:cubicBezTo>
                  <a:pt x="338500" y="28545"/>
                  <a:pt x="343865" y="29540"/>
                  <a:pt x="347352" y="31531"/>
                </a:cubicBezTo>
                <a:lnTo>
                  <a:pt x="347352" y="47441"/>
                </a:lnTo>
                <a:cubicBezTo>
                  <a:pt x="343098" y="44339"/>
                  <a:pt x="338461" y="42788"/>
                  <a:pt x="333441" y="42788"/>
                </a:cubicBezTo>
                <a:cubicBezTo>
                  <a:pt x="327770" y="42788"/>
                  <a:pt x="323219" y="44511"/>
                  <a:pt x="319790" y="47957"/>
                </a:cubicBezTo>
                <a:cubicBezTo>
                  <a:pt x="316360" y="51403"/>
                  <a:pt x="314645" y="56132"/>
                  <a:pt x="314645" y="62144"/>
                </a:cubicBezTo>
                <a:cubicBezTo>
                  <a:pt x="314645" y="67964"/>
                  <a:pt x="316274" y="72549"/>
                  <a:pt x="319531" y="75899"/>
                </a:cubicBezTo>
                <a:cubicBezTo>
                  <a:pt x="322788" y="79249"/>
                  <a:pt x="327214" y="80925"/>
                  <a:pt x="332809" y="80925"/>
                </a:cubicBezTo>
                <a:cubicBezTo>
                  <a:pt x="337752" y="80925"/>
                  <a:pt x="342581" y="79355"/>
                  <a:pt x="347294" y="76215"/>
                </a:cubicBezTo>
                <a:lnTo>
                  <a:pt x="347294" y="91263"/>
                </a:lnTo>
                <a:close/>
                <a:moveTo>
                  <a:pt x="416951" y="67083"/>
                </a:moveTo>
                <a:lnTo>
                  <a:pt x="375104" y="67083"/>
                </a:lnTo>
                <a:cubicBezTo>
                  <a:pt x="375756" y="76923"/>
                  <a:pt x="381696" y="81844"/>
                  <a:pt x="392924" y="81844"/>
                </a:cubicBezTo>
                <a:cubicBezTo>
                  <a:pt x="399936" y="81844"/>
                  <a:pt x="406125" y="80120"/>
                  <a:pt x="411490" y="76674"/>
                </a:cubicBezTo>
                <a:lnTo>
                  <a:pt x="411490" y="90286"/>
                </a:lnTo>
                <a:cubicBezTo>
                  <a:pt x="405703" y="93541"/>
                  <a:pt x="398116" y="95168"/>
                  <a:pt x="388727" y="95168"/>
                </a:cubicBezTo>
                <a:cubicBezTo>
                  <a:pt x="378611" y="95168"/>
                  <a:pt x="370745" y="92316"/>
                  <a:pt x="365132" y="86611"/>
                </a:cubicBezTo>
                <a:cubicBezTo>
                  <a:pt x="359518" y="80905"/>
                  <a:pt x="356711" y="72960"/>
                  <a:pt x="356711" y="62775"/>
                </a:cubicBezTo>
                <a:cubicBezTo>
                  <a:pt x="356711" y="52629"/>
                  <a:pt x="359700" y="44387"/>
                  <a:pt x="365678" y="38050"/>
                </a:cubicBezTo>
                <a:cubicBezTo>
                  <a:pt x="371656" y="31713"/>
                  <a:pt x="379166" y="28545"/>
                  <a:pt x="388210" y="28545"/>
                </a:cubicBezTo>
                <a:cubicBezTo>
                  <a:pt x="397215" y="28545"/>
                  <a:pt x="404257" y="31273"/>
                  <a:pt x="409334" y="36729"/>
                </a:cubicBezTo>
                <a:cubicBezTo>
                  <a:pt x="414412" y="42185"/>
                  <a:pt x="416951" y="49680"/>
                  <a:pt x="416951" y="59215"/>
                </a:cubicBezTo>
                <a:lnTo>
                  <a:pt x="416951" y="67083"/>
                </a:lnTo>
                <a:moveTo>
                  <a:pt x="399649" y="55481"/>
                </a:moveTo>
                <a:cubicBezTo>
                  <a:pt x="399649" y="45986"/>
                  <a:pt x="395798" y="41238"/>
                  <a:pt x="388095" y="41238"/>
                </a:cubicBezTo>
                <a:cubicBezTo>
                  <a:pt x="384915" y="41238"/>
                  <a:pt x="382098" y="42539"/>
                  <a:pt x="379645" y="45143"/>
                </a:cubicBezTo>
                <a:cubicBezTo>
                  <a:pt x="377193" y="47747"/>
                  <a:pt x="375660" y="51193"/>
                  <a:pt x="375047" y="55481"/>
                </a:cubicBezTo>
                <a:lnTo>
                  <a:pt x="399649" y="5548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9A41B-FB3D-42E9-8B7A-184F71A9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81" y="3002043"/>
            <a:ext cx="375705" cy="404841"/>
          </a:xfrm>
          <a:custGeom xmlns:a="http://schemas.openxmlformats.org/drawingml/2006/main">
            <a:pathLst>
              <a:path w="375705" h="404841" fill="none">
                <a:moveTo>
                  <a:pt x="375705" y="0"/>
                </a:moveTo>
                <a:lnTo>
                  <a:pt x="0" y="404841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A9D44-A5DF-4ADB-8C92-4FFC4365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36" y="3322724"/>
            <a:ext cx="103480" cy="107160"/>
          </a:xfrm>
          <a:custGeom xmlns:a="http://schemas.openxmlformats.org/drawingml/2006/main">
            <a:pathLst>
              <a:path w="103480" h="107160">
                <a:moveTo>
                  <a:pt x="0" y="107160"/>
                </a:moveTo>
                <a:lnTo>
                  <a:pt x="0" y="107160"/>
                </a:lnTo>
                <a:lnTo>
                  <a:pt x="103480" y="53319"/>
                </a:lnTo>
                <a:lnTo>
                  <a:pt x="103480" y="53319"/>
                </a:lnTo>
                <a:lnTo>
                  <a:pt x="45933" y="0"/>
                </a:lnTo>
                <a:lnTo>
                  <a:pt x="0" y="107160"/>
                </a:lnTo>
                <a:close/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A4AFB-09BB-490F-BDB4-57FA2589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36" y="3322724"/>
            <a:ext cx="103480" cy="107160"/>
          </a:xfrm>
          <a:custGeom xmlns:a="http://schemas.openxmlformats.org/drawingml/2006/main">
            <a:pathLst>
              <a:path w="103480" h="107160" fill="none">
                <a:moveTo>
                  <a:pt x="103480" y="53319"/>
                </a:moveTo>
                <a:lnTo>
                  <a:pt x="0" y="107160"/>
                </a:lnTo>
                <a:moveTo>
                  <a:pt x="0" y="107160"/>
                </a:moveTo>
                <a:lnTo>
                  <a:pt x="45933" y="0"/>
                </a:lnTo>
                <a:lnTo>
                  <a:pt x="103480" y="53319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10491-6D94-45AC-9630-53A91E4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3" y="3001991"/>
            <a:ext cx="383297" cy="405080"/>
          </a:xfrm>
          <a:custGeom xmlns:a="http://schemas.openxmlformats.org/drawingml/2006/main">
            <a:pathLst>
              <a:path w="383297" h="405080" fill="none">
                <a:moveTo>
                  <a:pt x="0" y="0"/>
                </a:moveTo>
                <a:lnTo>
                  <a:pt x="383297" y="40508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7EE79-9A7D-40BD-8A08-F0D92379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29" y="3323153"/>
            <a:ext cx="103998" cy="106710"/>
          </a:xfrm>
          <a:custGeom xmlns:a="http://schemas.openxmlformats.org/drawingml/2006/main">
            <a:pathLst>
              <a:path w="103998" h="106710">
                <a:moveTo>
                  <a:pt x="103998" y="106710"/>
                </a:moveTo>
                <a:lnTo>
                  <a:pt x="103998" y="106710"/>
                </a:lnTo>
                <a:lnTo>
                  <a:pt x="57028" y="0"/>
                </a:lnTo>
                <a:lnTo>
                  <a:pt x="0" y="53873"/>
                </a:lnTo>
                <a:lnTo>
                  <a:pt x="0" y="53873"/>
                </a:lnTo>
                <a:lnTo>
                  <a:pt x="103998" y="106710"/>
                </a:lnTo>
                <a:close/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9D342-3021-4369-824A-D30758A4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29" y="3323153"/>
            <a:ext cx="103998" cy="106710"/>
          </a:xfrm>
          <a:custGeom xmlns:a="http://schemas.openxmlformats.org/drawingml/2006/main">
            <a:pathLst>
              <a:path w="103998" h="106710" fill="none">
                <a:moveTo>
                  <a:pt x="57028" y="0"/>
                </a:moveTo>
                <a:lnTo>
                  <a:pt x="103998" y="106710"/>
                </a:lnTo>
                <a:moveTo>
                  <a:pt x="103998" y="106710"/>
                </a:moveTo>
                <a:lnTo>
                  <a:pt x="0" y="53873"/>
                </a:lnTo>
                <a:moveTo>
                  <a:pt x="0" y="53873"/>
                </a:moveTo>
                <a:lnTo>
                  <a:pt x="57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ADBF9-6A26-40B0-A7F2-A9123AD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86" y="3578536"/>
            <a:ext cx="171589" cy="10"/>
          </a:xfrm>
          <a:custGeom xmlns:a="http://schemas.openxmlformats.org/drawingml/2006/main">
            <a:pathLst>
              <a:path w="171589" h="1" fill="none">
                <a:moveTo>
                  <a:pt x="0" y="0"/>
                </a:moveTo>
                <a:lnTo>
                  <a:pt x="1715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4669EA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92D4A-8A94-43E9-97D2-44F114C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94" y="3539328"/>
            <a:ext cx="109873" cy="78417"/>
          </a:xfrm>
          <a:custGeom xmlns:a="http://schemas.openxmlformats.org/drawingml/2006/main">
            <a:pathLst>
              <a:path w="109873" h="78417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69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E2E07-3FF1-48D4-8781-1909B53F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94" y="3539328"/>
            <a:ext cx="109873" cy="78417"/>
          </a:xfrm>
          <a:custGeom xmlns:a="http://schemas.openxmlformats.org/drawingml/2006/main">
            <a:pathLst>
              <a:path w="109873" h="78417" fill="none">
                <a:moveTo>
                  <a:pt x="0" y="0"/>
                </a:moveTo>
                <a:lnTo>
                  <a:pt x="109873" y="39208"/>
                </a:lnTo>
                <a:lnTo>
                  <a:pt x="0" y="7841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45" cap="flat">
            <a:solidFill>
              <a:srgbClr val="4669EA"/>
            </a:solidFill>
            <a:miter/>
          </a:ln>
        </p:spPr>
      </p:sp>
      <p:sp>
        <p:nvSpPr>
          <p:cNvPr id="261" name="Text SmartContracts">
            <a:extLst xmlns:a="http://schemas.openxmlformats.org/drawingml/2006/main">
              <a:ext uri="{FF2B5EF4-FFF2-40B4-BE49-F238E27FC236}">
                <a16:creationId xmlns:a16="http://schemas.microsoft.com/office/drawing/2014/main" id="{709DE8FD-572A-4534-9999-B089FC5C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17" y="3881079"/>
            <a:ext cx="949859" cy="92009"/>
          </a:xfrm>
          <a:custGeom xmlns:a="http://schemas.openxmlformats.org/drawingml/2006/main">
            <a:pathLst>
              <a:path w="949859" h="92009">
                <a:moveTo>
                  <a:pt x="345" y="68059"/>
                </a:moveTo>
                <a:cubicBezTo>
                  <a:pt x="7511" y="73994"/>
                  <a:pt x="15654" y="76962"/>
                  <a:pt x="24774" y="76962"/>
                </a:cubicBezTo>
                <a:cubicBezTo>
                  <a:pt x="29948" y="76962"/>
                  <a:pt x="33837" y="76071"/>
                  <a:pt x="36443" y="74291"/>
                </a:cubicBezTo>
                <a:cubicBezTo>
                  <a:pt x="39049" y="72510"/>
                  <a:pt x="40352" y="70223"/>
                  <a:pt x="40352" y="67428"/>
                </a:cubicBezTo>
                <a:cubicBezTo>
                  <a:pt x="40352" y="65015"/>
                  <a:pt x="39317" y="62737"/>
                  <a:pt x="37248" y="60593"/>
                </a:cubicBezTo>
                <a:cubicBezTo>
                  <a:pt x="35178" y="58449"/>
                  <a:pt x="29718" y="55539"/>
                  <a:pt x="20866" y="51863"/>
                </a:cubicBezTo>
                <a:cubicBezTo>
                  <a:pt x="6955" y="45966"/>
                  <a:pt x="0" y="37390"/>
                  <a:pt x="0" y="26132"/>
                </a:cubicBezTo>
                <a:cubicBezTo>
                  <a:pt x="0" y="17862"/>
                  <a:pt x="3152" y="11439"/>
                  <a:pt x="9456" y="6863"/>
                </a:cubicBezTo>
                <a:cubicBezTo>
                  <a:pt x="15759" y="2288"/>
                  <a:pt x="24104" y="0"/>
                  <a:pt x="34489" y="0"/>
                </a:cubicBezTo>
                <a:cubicBezTo>
                  <a:pt x="43187" y="0"/>
                  <a:pt x="50487" y="1130"/>
                  <a:pt x="56389" y="3389"/>
                </a:cubicBezTo>
                <a:lnTo>
                  <a:pt x="56389" y="21193"/>
                </a:lnTo>
                <a:cubicBezTo>
                  <a:pt x="50411" y="17134"/>
                  <a:pt x="43417" y="15105"/>
                  <a:pt x="35408" y="15105"/>
                </a:cubicBezTo>
                <a:cubicBezTo>
                  <a:pt x="30733" y="15105"/>
                  <a:pt x="26997" y="15957"/>
                  <a:pt x="24199" y="17661"/>
                </a:cubicBezTo>
                <a:cubicBezTo>
                  <a:pt x="21402" y="19365"/>
                  <a:pt x="20003" y="21653"/>
                  <a:pt x="20003" y="24524"/>
                </a:cubicBezTo>
                <a:cubicBezTo>
                  <a:pt x="20003" y="26822"/>
                  <a:pt x="20961" y="28937"/>
                  <a:pt x="22877" y="30871"/>
                </a:cubicBezTo>
                <a:cubicBezTo>
                  <a:pt x="24793" y="32804"/>
                  <a:pt x="29526" y="35418"/>
                  <a:pt x="37075" y="38711"/>
                </a:cubicBezTo>
                <a:cubicBezTo>
                  <a:pt x="45927" y="42501"/>
                  <a:pt x="52011" y="46502"/>
                  <a:pt x="55325" y="50714"/>
                </a:cubicBezTo>
                <a:cubicBezTo>
                  <a:pt x="58640" y="54926"/>
                  <a:pt x="60297" y="59942"/>
                  <a:pt x="60297" y="65762"/>
                </a:cubicBezTo>
                <a:cubicBezTo>
                  <a:pt x="60297" y="74301"/>
                  <a:pt x="57270" y="80810"/>
                  <a:pt x="51216" y="85290"/>
                </a:cubicBezTo>
                <a:cubicBezTo>
                  <a:pt x="45161" y="89769"/>
                  <a:pt x="36558" y="92009"/>
                  <a:pt x="25407" y="92009"/>
                </a:cubicBezTo>
                <a:cubicBezTo>
                  <a:pt x="15213" y="92009"/>
                  <a:pt x="6859" y="90363"/>
                  <a:pt x="345" y="87070"/>
                </a:cubicBezTo>
                <a:lnTo>
                  <a:pt x="345" y="68059"/>
                </a:lnTo>
                <a:close/>
                <a:moveTo>
                  <a:pt x="173184" y="90459"/>
                </a:moveTo>
                <a:lnTo>
                  <a:pt x="154675" y="90459"/>
                </a:lnTo>
                <a:lnTo>
                  <a:pt x="154675" y="54218"/>
                </a:lnTo>
                <a:cubicBezTo>
                  <a:pt x="154675" y="44492"/>
                  <a:pt x="151131" y="39629"/>
                  <a:pt x="144041" y="39629"/>
                </a:cubicBezTo>
                <a:cubicBezTo>
                  <a:pt x="140746" y="39629"/>
                  <a:pt x="138006" y="41104"/>
                  <a:pt x="135821" y="44052"/>
                </a:cubicBezTo>
                <a:cubicBezTo>
                  <a:pt x="133637" y="47000"/>
                  <a:pt x="132545" y="50599"/>
                  <a:pt x="132545" y="54850"/>
                </a:cubicBezTo>
                <a:lnTo>
                  <a:pt x="132545" y="90459"/>
                </a:lnTo>
                <a:lnTo>
                  <a:pt x="114036" y="90459"/>
                </a:lnTo>
                <a:lnTo>
                  <a:pt x="114036" y="53758"/>
                </a:lnTo>
                <a:cubicBezTo>
                  <a:pt x="114036" y="44339"/>
                  <a:pt x="110530" y="39629"/>
                  <a:pt x="103517" y="39629"/>
                </a:cubicBezTo>
                <a:cubicBezTo>
                  <a:pt x="100030" y="39629"/>
                  <a:pt x="97242" y="41037"/>
                  <a:pt x="95154" y="43851"/>
                </a:cubicBezTo>
                <a:cubicBezTo>
                  <a:pt x="93065" y="46665"/>
                  <a:pt x="92021" y="50389"/>
                  <a:pt x="92021" y="55022"/>
                </a:cubicBezTo>
                <a:lnTo>
                  <a:pt x="92021" y="90459"/>
                </a:lnTo>
                <a:lnTo>
                  <a:pt x="73455" y="90459"/>
                </a:lnTo>
                <a:lnTo>
                  <a:pt x="73455" y="26937"/>
                </a:lnTo>
                <a:lnTo>
                  <a:pt x="92021" y="26937"/>
                </a:lnTo>
                <a:lnTo>
                  <a:pt x="92021" y="36873"/>
                </a:lnTo>
                <a:lnTo>
                  <a:pt x="92251" y="36873"/>
                </a:lnTo>
                <a:cubicBezTo>
                  <a:pt x="94474" y="33235"/>
                  <a:pt x="97424" y="30411"/>
                  <a:pt x="101103" y="28401"/>
                </a:cubicBezTo>
                <a:cubicBezTo>
                  <a:pt x="104782" y="26391"/>
                  <a:pt x="108652" y="25386"/>
                  <a:pt x="112714" y="25386"/>
                </a:cubicBezTo>
                <a:cubicBezTo>
                  <a:pt x="121643" y="25386"/>
                  <a:pt x="127755" y="29387"/>
                  <a:pt x="131051" y="37390"/>
                </a:cubicBezTo>
                <a:cubicBezTo>
                  <a:pt x="135956" y="29387"/>
                  <a:pt x="143083" y="25386"/>
                  <a:pt x="152433" y="25386"/>
                </a:cubicBezTo>
                <a:cubicBezTo>
                  <a:pt x="166267" y="25386"/>
                  <a:pt x="173184" y="33924"/>
                  <a:pt x="173184" y="51001"/>
                </a:cubicBezTo>
                <a:lnTo>
                  <a:pt x="173184" y="90459"/>
                </a:lnTo>
                <a:close/>
                <a:moveTo>
                  <a:pt x="190609" y="30785"/>
                </a:moveTo>
                <a:cubicBezTo>
                  <a:pt x="193483" y="29176"/>
                  <a:pt x="197324" y="27875"/>
                  <a:pt x="202133" y="26879"/>
                </a:cubicBezTo>
                <a:cubicBezTo>
                  <a:pt x="206943" y="25884"/>
                  <a:pt x="211053" y="25386"/>
                  <a:pt x="214463" y="25386"/>
                </a:cubicBezTo>
                <a:cubicBezTo>
                  <a:pt x="232244" y="25386"/>
                  <a:pt x="241134" y="34288"/>
                  <a:pt x="241134" y="52093"/>
                </a:cubicBezTo>
                <a:lnTo>
                  <a:pt x="241134" y="90459"/>
                </a:lnTo>
                <a:lnTo>
                  <a:pt x="223488" y="90459"/>
                </a:lnTo>
                <a:lnTo>
                  <a:pt x="223488" y="81212"/>
                </a:lnTo>
                <a:lnTo>
                  <a:pt x="223258" y="81212"/>
                </a:lnTo>
                <a:cubicBezTo>
                  <a:pt x="218927" y="88410"/>
                  <a:pt x="212585" y="92009"/>
                  <a:pt x="204231" y="92009"/>
                </a:cubicBezTo>
                <a:cubicBezTo>
                  <a:pt x="198215" y="92009"/>
                  <a:pt x="193396" y="90296"/>
                  <a:pt x="189775" y="86869"/>
                </a:cubicBezTo>
                <a:cubicBezTo>
                  <a:pt x="186154" y="83442"/>
                  <a:pt x="184343" y="78780"/>
                  <a:pt x="184343" y="72884"/>
                </a:cubicBezTo>
                <a:cubicBezTo>
                  <a:pt x="184343" y="60708"/>
                  <a:pt x="191605" y="53624"/>
                  <a:pt x="206128" y="51633"/>
                </a:cubicBezTo>
                <a:lnTo>
                  <a:pt x="223603" y="49278"/>
                </a:lnTo>
                <a:cubicBezTo>
                  <a:pt x="223603" y="41889"/>
                  <a:pt x="219751" y="38194"/>
                  <a:pt x="212049" y="38194"/>
                </a:cubicBezTo>
                <a:cubicBezTo>
                  <a:pt x="204461" y="38194"/>
                  <a:pt x="197315" y="40491"/>
                  <a:pt x="190609" y="45086"/>
                </a:cubicBezTo>
                <a:lnTo>
                  <a:pt x="190609" y="30785"/>
                </a:lnTo>
                <a:moveTo>
                  <a:pt x="211589" y="61684"/>
                </a:moveTo>
                <a:cubicBezTo>
                  <a:pt x="204883" y="62565"/>
                  <a:pt x="201530" y="65590"/>
                  <a:pt x="201530" y="70759"/>
                </a:cubicBezTo>
                <a:cubicBezTo>
                  <a:pt x="201530" y="73133"/>
                  <a:pt x="202344" y="75047"/>
                  <a:pt x="203973" y="76502"/>
                </a:cubicBezTo>
                <a:cubicBezTo>
                  <a:pt x="205601" y="77957"/>
                  <a:pt x="207795" y="78685"/>
                  <a:pt x="210554" y="78685"/>
                </a:cubicBezTo>
                <a:cubicBezTo>
                  <a:pt x="214348" y="78685"/>
                  <a:pt x="217471" y="77345"/>
                  <a:pt x="219924" y="74664"/>
                </a:cubicBezTo>
                <a:cubicBezTo>
                  <a:pt x="222376" y="71984"/>
                  <a:pt x="223603" y="68653"/>
                  <a:pt x="223603" y="64671"/>
                </a:cubicBezTo>
                <a:lnTo>
                  <a:pt x="223603" y="60133"/>
                </a:lnTo>
                <a:lnTo>
                  <a:pt x="211589" y="61684"/>
                </a:lnTo>
                <a:close/>
                <a:moveTo>
                  <a:pt x="297623" y="43765"/>
                </a:moveTo>
                <a:cubicBezTo>
                  <a:pt x="295362" y="42463"/>
                  <a:pt x="292623" y="41812"/>
                  <a:pt x="289404" y="41812"/>
                </a:cubicBezTo>
                <a:cubicBezTo>
                  <a:pt x="285188" y="41812"/>
                  <a:pt x="281845" y="43420"/>
                  <a:pt x="279373" y="46636"/>
                </a:cubicBezTo>
                <a:cubicBezTo>
                  <a:pt x="276901" y="49853"/>
                  <a:pt x="275666" y="54275"/>
                  <a:pt x="275666" y="59904"/>
                </a:cubicBezTo>
                <a:lnTo>
                  <a:pt x="275666" y="90459"/>
                </a:lnTo>
                <a:lnTo>
                  <a:pt x="257099" y="90459"/>
                </a:lnTo>
                <a:lnTo>
                  <a:pt x="257099" y="26937"/>
                </a:lnTo>
                <a:lnTo>
                  <a:pt x="275666" y="26937"/>
                </a:lnTo>
                <a:lnTo>
                  <a:pt x="275666" y="38883"/>
                </a:lnTo>
                <a:lnTo>
                  <a:pt x="275896" y="38883"/>
                </a:lnTo>
                <a:cubicBezTo>
                  <a:pt x="278961" y="30191"/>
                  <a:pt x="284537" y="25845"/>
                  <a:pt x="292623" y="25845"/>
                </a:cubicBezTo>
                <a:cubicBezTo>
                  <a:pt x="294807" y="25845"/>
                  <a:pt x="296474" y="26094"/>
                  <a:pt x="297623" y="26592"/>
                </a:cubicBezTo>
                <a:lnTo>
                  <a:pt x="297623" y="43765"/>
                </a:lnTo>
                <a:close/>
                <a:moveTo>
                  <a:pt x="347932" y="89712"/>
                </a:moveTo>
                <a:cubicBezTo>
                  <a:pt x="345135" y="91244"/>
                  <a:pt x="340900" y="92009"/>
                  <a:pt x="335229" y="92009"/>
                </a:cubicBezTo>
                <a:cubicBezTo>
                  <a:pt x="321740" y="92009"/>
                  <a:pt x="314995" y="84926"/>
                  <a:pt x="314995" y="70759"/>
                </a:cubicBezTo>
                <a:lnTo>
                  <a:pt x="314995" y="40778"/>
                </a:lnTo>
                <a:lnTo>
                  <a:pt x="304534" y="40778"/>
                </a:lnTo>
                <a:lnTo>
                  <a:pt x="304534" y="26937"/>
                </a:lnTo>
                <a:lnTo>
                  <a:pt x="314995" y="26937"/>
                </a:lnTo>
                <a:lnTo>
                  <a:pt x="314995" y="12980"/>
                </a:lnTo>
                <a:lnTo>
                  <a:pt x="333447" y="7696"/>
                </a:lnTo>
                <a:lnTo>
                  <a:pt x="333447" y="26937"/>
                </a:lnTo>
                <a:lnTo>
                  <a:pt x="347932" y="26937"/>
                </a:lnTo>
                <a:lnTo>
                  <a:pt x="347932" y="40778"/>
                </a:lnTo>
                <a:lnTo>
                  <a:pt x="333447" y="40778"/>
                </a:lnTo>
                <a:lnTo>
                  <a:pt x="333447" y="67542"/>
                </a:lnTo>
                <a:cubicBezTo>
                  <a:pt x="333447" y="74320"/>
                  <a:pt x="336129" y="77708"/>
                  <a:pt x="341494" y="77708"/>
                </a:cubicBezTo>
                <a:cubicBezTo>
                  <a:pt x="343564" y="77708"/>
                  <a:pt x="345709" y="77096"/>
                  <a:pt x="347932" y="75870"/>
                </a:cubicBezTo>
                <a:lnTo>
                  <a:pt x="347932" y="89712"/>
                </a:lnTo>
                <a:close/>
                <a:moveTo>
                  <a:pt x="459685" y="87242"/>
                </a:moveTo>
                <a:cubicBezTo>
                  <a:pt x="453209" y="90420"/>
                  <a:pt x="444759" y="92009"/>
                  <a:pt x="434336" y="92009"/>
                </a:cubicBezTo>
                <a:cubicBezTo>
                  <a:pt x="420924" y="92009"/>
                  <a:pt x="410280" y="87999"/>
                  <a:pt x="402405" y="79977"/>
                </a:cubicBezTo>
                <a:cubicBezTo>
                  <a:pt x="394530" y="71955"/>
                  <a:pt x="390593" y="61263"/>
                  <a:pt x="390593" y="47900"/>
                </a:cubicBezTo>
                <a:cubicBezTo>
                  <a:pt x="390593" y="33848"/>
                  <a:pt x="394990" y="22351"/>
                  <a:pt x="403785" y="13411"/>
                </a:cubicBezTo>
                <a:cubicBezTo>
                  <a:pt x="412579" y="4470"/>
                  <a:pt x="423932" y="0"/>
                  <a:pt x="437842" y="0"/>
                </a:cubicBezTo>
                <a:cubicBezTo>
                  <a:pt x="446541" y="0"/>
                  <a:pt x="453822" y="1130"/>
                  <a:pt x="459685" y="3389"/>
                </a:cubicBezTo>
                <a:lnTo>
                  <a:pt x="459685" y="21710"/>
                </a:lnTo>
                <a:cubicBezTo>
                  <a:pt x="453669" y="18187"/>
                  <a:pt x="446847" y="16426"/>
                  <a:pt x="439222" y="16426"/>
                </a:cubicBezTo>
                <a:cubicBezTo>
                  <a:pt x="430523" y="16426"/>
                  <a:pt x="423568" y="19202"/>
                  <a:pt x="418356" y="24754"/>
                </a:cubicBezTo>
                <a:cubicBezTo>
                  <a:pt x="413144" y="30306"/>
                  <a:pt x="410539" y="37562"/>
                  <a:pt x="410539" y="46522"/>
                </a:cubicBezTo>
                <a:cubicBezTo>
                  <a:pt x="410539" y="55252"/>
                  <a:pt x="413010" y="62278"/>
                  <a:pt x="417954" y="67600"/>
                </a:cubicBezTo>
                <a:cubicBezTo>
                  <a:pt x="422897" y="72922"/>
                  <a:pt x="429584" y="75583"/>
                  <a:pt x="438015" y="75583"/>
                </a:cubicBezTo>
                <a:cubicBezTo>
                  <a:pt x="445947" y="75583"/>
                  <a:pt x="453170" y="73669"/>
                  <a:pt x="459685" y="69840"/>
                </a:cubicBezTo>
                <a:lnTo>
                  <a:pt x="459685" y="87242"/>
                </a:lnTo>
                <a:close/>
                <a:moveTo>
                  <a:pt x="469762" y="58985"/>
                </a:moveTo>
                <a:cubicBezTo>
                  <a:pt x="469762" y="48532"/>
                  <a:pt x="472894" y="40319"/>
                  <a:pt x="479160" y="34346"/>
                </a:cubicBezTo>
                <a:cubicBezTo>
                  <a:pt x="485425" y="28372"/>
                  <a:pt x="493846" y="25386"/>
                  <a:pt x="504423" y="25386"/>
                </a:cubicBezTo>
                <a:cubicBezTo>
                  <a:pt x="514654" y="25386"/>
                  <a:pt x="522778" y="28325"/>
                  <a:pt x="528795" y="34202"/>
                </a:cubicBezTo>
                <a:cubicBezTo>
                  <a:pt x="534811" y="40079"/>
                  <a:pt x="537819" y="47977"/>
                  <a:pt x="537819" y="57894"/>
                </a:cubicBezTo>
                <a:cubicBezTo>
                  <a:pt x="537819" y="68308"/>
                  <a:pt x="534734" y="76598"/>
                  <a:pt x="528565" y="82762"/>
                </a:cubicBezTo>
                <a:cubicBezTo>
                  <a:pt x="522395" y="88927"/>
                  <a:pt x="514041" y="92009"/>
                  <a:pt x="503503" y="92009"/>
                </a:cubicBezTo>
                <a:cubicBezTo>
                  <a:pt x="493157" y="92009"/>
                  <a:pt x="484946" y="89051"/>
                  <a:pt x="478872" y="83136"/>
                </a:cubicBezTo>
                <a:cubicBezTo>
                  <a:pt x="472799" y="77220"/>
                  <a:pt x="469762" y="69170"/>
                  <a:pt x="469762" y="58985"/>
                </a:cubicBezTo>
                <a:moveTo>
                  <a:pt x="488558" y="58755"/>
                </a:moveTo>
                <a:cubicBezTo>
                  <a:pt x="488558" y="71429"/>
                  <a:pt x="493731" y="77766"/>
                  <a:pt x="504078" y="77766"/>
                </a:cubicBezTo>
                <a:cubicBezTo>
                  <a:pt x="514003" y="77766"/>
                  <a:pt x="518965" y="71257"/>
                  <a:pt x="518965" y="58238"/>
                </a:cubicBezTo>
                <a:cubicBezTo>
                  <a:pt x="518965" y="45832"/>
                  <a:pt x="513965" y="39629"/>
                  <a:pt x="503963" y="39629"/>
                </a:cubicBezTo>
                <a:cubicBezTo>
                  <a:pt x="499096" y="39629"/>
                  <a:pt x="495312" y="41295"/>
                  <a:pt x="492610" y="44626"/>
                </a:cubicBezTo>
                <a:cubicBezTo>
                  <a:pt x="489909" y="47957"/>
                  <a:pt x="488558" y="52667"/>
                  <a:pt x="488558" y="58755"/>
                </a:cubicBezTo>
                <a:close/>
                <a:moveTo>
                  <a:pt x="611311" y="90459"/>
                </a:moveTo>
                <a:lnTo>
                  <a:pt x="592859" y="90459"/>
                </a:lnTo>
                <a:lnTo>
                  <a:pt x="592859" y="55022"/>
                </a:lnTo>
                <a:cubicBezTo>
                  <a:pt x="592859" y="44760"/>
                  <a:pt x="589161" y="39629"/>
                  <a:pt x="581766" y="39629"/>
                </a:cubicBezTo>
                <a:cubicBezTo>
                  <a:pt x="578240" y="39629"/>
                  <a:pt x="575309" y="40998"/>
                  <a:pt x="572971" y="43736"/>
                </a:cubicBezTo>
                <a:cubicBezTo>
                  <a:pt x="570633" y="46474"/>
                  <a:pt x="569465" y="49968"/>
                  <a:pt x="569465" y="54218"/>
                </a:cubicBezTo>
                <a:lnTo>
                  <a:pt x="569465" y="90459"/>
                </a:lnTo>
                <a:lnTo>
                  <a:pt x="550898" y="90459"/>
                </a:lnTo>
                <a:lnTo>
                  <a:pt x="550898" y="26937"/>
                </a:lnTo>
                <a:lnTo>
                  <a:pt x="569465" y="26937"/>
                </a:lnTo>
                <a:lnTo>
                  <a:pt x="569465" y="37045"/>
                </a:lnTo>
                <a:lnTo>
                  <a:pt x="569695" y="37045"/>
                </a:lnTo>
                <a:cubicBezTo>
                  <a:pt x="574331" y="29272"/>
                  <a:pt x="581152" y="25386"/>
                  <a:pt x="590158" y="25386"/>
                </a:cubicBezTo>
                <a:cubicBezTo>
                  <a:pt x="604260" y="25386"/>
                  <a:pt x="611311" y="34116"/>
                  <a:pt x="611311" y="51576"/>
                </a:cubicBezTo>
                <a:lnTo>
                  <a:pt x="611311" y="90459"/>
                </a:lnTo>
                <a:close/>
                <a:moveTo>
                  <a:pt x="664601" y="89712"/>
                </a:moveTo>
                <a:cubicBezTo>
                  <a:pt x="661804" y="91244"/>
                  <a:pt x="657570" y="92009"/>
                  <a:pt x="651898" y="92009"/>
                </a:cubicBezTo>
                <a:cubicBezTo>
                  <a:pt x="638409" y="92009"/>
                  <a:pt x="631665" y="84926"/>
                  <a:pt x="631665" y="70759"/>
                </a:cubicBezTo>
                <a:lnTo>
                  <a:pt x="631665" y="40778"/>
                </a:lnTo>
                <a:lnTo>
                  <a:pt x="621203" y="40778"/>
                </a:lnTo>
                <a:lnTo>
                  <a:pt x="621203" y="26937"/>
                </a:lnTo>
                <a:lnTo>
                  <a:pt x="631665" y="26937"/>
                </a:lnTo>
                <a:lnTo>
                  <a:pt x="631665" y="12980"/>
                </a:lnTo>
                <a:lnTo>
                  <a:pt x="650116" y="7696"/>
                </a:lnTo>
                <a:lnTo>
                  <a:pt x="650116" y="26937"/>
                </a:lnTo>
                <a:lnTo>
                  <a:pt x="664601" y="26937"/>
                </a:lnTo>
                <a:lnTo>
                  <a:pt x="664601" y="40778"/>
                </a:lnTo>
                <a:lnTo>
                  <a:pt x="650116" y="40778"/>
                </a:lnTo>
                <a:lnTo>
                  <a:pt x="650116" y="67542"/>
                </a:lnTo>
                <a:cubicBezTo>
                  <a:pt x="650116" y="74320"/>
                  <a:pt x="652799" y="77708"/>
                  <a:pt x="658163" y="77708"/>
                </a:cubicBezTo>
                <a:cubicBezTo>
                  <a:pt x="660233" y="77708"/>
                  <a:pt x="662379" y="77096"/>
                  <a:pt x="664601" y="75870"/>
                </a:cubicBezTo>
                <a:lnTo>
                  <a:pt x="664601" y="89712"/>
                </a:lnTo>
                <a:close/>
                <a:moveTo>
                  <a:pt x="716442" y="43765"/>
                </a:moveTo>
                <a:cubicBezTo>
                  <a:pt x="714181" y="42463"/>
                  <a:pt x="711441" y="41812"/>
                  <a:pt x="708222" y="41812"/>
                </a:cubicBezTo>
                <a:cubicBezTo>
                  <a:pt x="704007" y="41812"/>
                  <a:pt x="700663" y="43420"/>
                  <a:pt x="698192" y="46636"/>
                </a:cubicBezTo>
                <a:cubicBezTo>
                  <a:pt x="695720" y="49853"/>
                  <a:pt x="694484" y="54275"/>
                  <a:pt x="694484" y="59904"/>
                </a:cubicBezTo>
                <a:lnTo>
                  <a:pt x="694484" y="90459"/>
                </a:lnTo>
                <a:lnTo>
                  <a:pt x="675918" y="90459"/>
                </a:lnTo>
                <a:lnTo>
                  <a:pt x="675918" y="26937"/>
                </a:lnTo>
                <a:lnTo>
                  <a:pt x="694484" y="26937"/>
                </a:lnTo>
                <a:lnTo>
                  <a:pt x="694484" y="38883"/>
                </a:lnTo>
                <a:lnTo>
                  <a:pt x="694714" y="38883"/>
                </a:lnTo>
                <a:cubicBezTo>
                  <a:pt x="697780" y="30191"/>
                  <a:pt x="703355" y="25845"/>
                  <a:pt x="711441" y="25845"/>
                </a:cubicBezTo>
                <a:cubicBezTo>
                  <a:pt x="713625" y="25845"/>
                  <a:pt x="715292" y="26094"/>
                  <a:pt x="716442" y="26592"/>
                </a:cubicBezTo>
                <a:lnTo>
                  <a:pt x="716442" y="43765"/>
                </a:lnTo>
                <a:close/>
                <a:moveTo>
                  <a:pt x="727383" y="30785"/>
                </a:moveTo>
                <a:cubicBezTo>
                  <a:pt x="730257" y="29176"/>
                  <a:pt x="734099" y="27875"/>
                  <a:pt x="738908" y="26879"/>
                </a:cubicBezTo>
                <a:cubicBezTo>
                  <a:pt x="743717" y="25884"/>
                  <a:pt x="747827" y="25386"/>
                  <a:pt x="751238" y="25386"/>
                </a:cubicBezTo>
                <a:cubicBezTo>
                  <a:pt x="769019" y="25386"/>
                  <a:pt x="777909" y="34288"/>
                  <a:pt x="777909" y="52093"/>
                </a:cubicBezTo>
                <a:lnTo>
                  <a:pt x="777909" y="90459"/>
                </a:lnTo>
                <a:lnTo>
                  <a:pt x="760262" y="90459"/>
                </a:lnTo>
                <a:lnTo>
                  <a:pt x="760262" y="81212"/>
                </a:lnTo>
                <a:lnTo>
                  <a:pt x="760032" y="81212"/>
                </a:lnTo>
                <a:cubicBezTo>
                  <a:pt x="755702" y="88410"/>
                  <a:pt x="749360" y="92009"/>
                  <a:pt x="741006" y="92009"/>
                </a:cubicBezTo>
                <a:cubicBezTo>
                  <a:pt x="734990" y="92009"/>
                  <a:pt x="730171" y="90296"/>
                  <a:pt x="726550" y="86869"/>
                </a:cubicBezTo>
                <a:cubicBezTo>
                  <a:pt x="722929" y="83442"/>
                  <a:pt x="721118" y="78780"/>
                  <a:pt x="721118" y="72884"/>
                </a:cubicBezTo>
                <a:cubicBezTo>
                  <a:pt x="721118" y="60708"/>
                  <a:pt x="728380" y="53624"/>
                  <a:pt x="742903" y="51633"/>
                </a:cubicBezTo>
                <a:lnTo>
                  <a:pt x="760377" y="49278"/>
                </a:lnTo>
                <a:cubicBezTo>
                  <a:pt x="760377" y="41889"/>
                  <a:pt x="756526" y="38194"/>
                  <a:pt x="748824" y="38194"/>
                </a:cubicBezTo>
                <a:cubicBezTo>
                  <a:pt x="741236" y="38194"/>
                  <a:pt x="734089" y="40491"/>
                  <a:pt x="727383" y="45086"/>
                </a:cubicBezTo>
                <a:lnTo>
                  <a:pt x="727383" y="30785"/>
                </a:lnTo>
                <a:moveTo>
                  <a:pt x="748364" y="61684"/>
                </a:moveTo>
                <a:cubicBezTo>
                  <a:pt x="741658" y="62565"/>
                  <a:pt x="738305" y="65590"/>
                  <a:pt x="738305" y="70759"/>
                </a:cubicBezTo>
                <a:cubicBezTo>
                  <a:pt x="738305" y="73133"/>
                  <a:pt x="739119" y="75047"/>
                  <a:pt x="740748" y="76502"/>
                </a:cubicBezTo>
                <a:cubicBezTo>
                  <a:pt x="742376" y="77957"/>
                  <a:pt x="744570" y="78685"/>
                  <a:pt x="747329" y="78685"/>
                </a:cubicBezTo>
                <a:cubicBezTo>
                  <a:pt x="751123" y="78685"/>
                  <a:pt x="754246" y="77345"/>
                  <a:pt x="756699" y="74664"/>
                </a:cubicBezTo>
                <a:cubicBezTo>
                  <a:pt x="759151" y="71984"/>
                  <a:pt x="760377" y="68653"/>
                  <a:pt x="760377" y="64671"/>
                </a:cubicBezTo>
                <a:lnTo>
                  <a:pt x="760377" y="60133"/>
                </a:lnTo>
                <a:lnTo>
                  <a:pt x="748364" y="61684"/>
                </a:lnTo>
                <a:close/>
                <a:moveTo>
                  <a:pt x="841526" y="88104"/>
                </a:moveTo>
                <a:cubicBezTo>
                  <a:pt x="837081" y="90708"/>
                  <a:pt x="830758" y="92009"/>
                  <a:pt x="822557" y="92009"/>
                </a:cubicBezTo>
                <a:cubicBezTo>
                  <a:pt x="812862" y="92009"/>
                  <a:pt x="805025" y="89061"/>
                  <a:pt x="799047" y="83165"/>
                </a:cubicBezTo>
                <a:cubicBezTo>
                  <a:pt x="793069" y="77268"/>
                  <a:pt x="790080" y="69629"/>
                  <a:pt x="790080" y="60248"/>
                </a:cubicBezTo>
                <a:cubicBezTo>
                  <a:pt x="790080" y="49451"/>
                  <a:pt x="793299" y="40941"/>
                  <a:pt x="799737" y="34719"/>
                </a:cubicBezTo>
                <a:cubicBezTo>
                  <a:pt x="806175" y="28497"/>
                  <a:pt x="814759" y="25386"/>
                  <a:pt x="825489" y="25386"/>
                </a:cubicBezTo>
                <a:cubicBezTo>
                  <a:pt x="832731" y="25386"/>
                  <a:pt x="838096" y="26381"/>
                  <a:pt x="841583" y="28372"/>
                </a:cubicBezTo>
                <a:lnTo>
                  <a:pt x="841583" y="44282"/>
                </a:lnTo>
                <a:cubicBezTo>
                  <a:pt x="837330" y="41180"/>
                  <a:pt x="832693" y="39629"/>
                  <a:pt x="827673" y="39629"/>
                </a:cubicBezTo>
                <a:cubicBezTo>
                  <a:pt x="822001" y="39629"/>
                  <a:pt x="817451" y="41353"/>
                  <a:pt x="814021" y="44799"/>
                </a:cubicBezTo>
                <a:cubicBezTo>
                  <a:pt x="810591" y="48245"/>
                  <a:pt x="808877" y="52973"/>
                  <a:pt x="808877" y="58985"/>
                </a:cubicBezTo>
                <a:cubicBezTo>
                  <a:pt x="808877" y="64805"/>
                  <a:pt x="810505" y="69390"/>
                  <a:pt x="813762" y="72740"/>
                </a:cubicBezTo>
                <a:cubicBezTo>
                  <a:pt x="817020" y="76091"/>
                  <a:pt x="821446" y="77766"/>
                  <a:pt x="827041" y="77766"/>
                </a:cubicBezTo>
                <a:cubicBezTo>
                  <a:pt x="831984" y="77766"/>
                  <a:pt x="836812" y="76196"/>
                  <a:pt x="841526" y="73056"/>
                </a:cubicBezTo>
                <a:lnTo>
                  <a:pt x="841526" y="88104"/>
                </a:lnTo>
                <a:close/>
                <a:moveTo>
                  <a:pt x="892156" y="89712"/>
                </a:moveTo>
                <a:cubicBezTo>
                  <a:pt x="889358" y="91244"/>
                  <a:pt x="885124" y="92009"/>
                  <a:pt x="879453" y="92009"/>
                </a:cubicBezTo>
                <a:cubicBezTo>
                  <a:pt x="865964" y="92009"/>
                  <a:pt x="859219" y="84926"/>
                  <a:pt x="859219" y="70759"/>
                </a:cubicBezTo>
                <a:lnTo>
                  <a:pt x="859219" y="40778"/>
                </a:lnTo>
                <a:lnTo>
                  <a:pt x="848758" y="40778"/>
                </a:lnTo>
                <a:lnTo>
                  <a:pt x="848758" y="26937"/>
                </a:lnTo>
                <a:lnTo>
                  <a:pt x="859219" y="26937"/>
                </a:lnTo>
                <a:lnTo>
                  <a:pt x="859219" y="12980"/>
                </a:lnTo>
                <a:lnTo>
                  <a:pt x="877671" y="7696"/>
                </a:lnTo>
                <a:lnTo>
                  <a:pt x="877671" y="26937"/>
                </a:lnTo>
                <a:lnTo>
                  <a:pt x="892156" y="26937"/>
                </a:lnTo>
                <a:lnTo>
                  <a:pt x="892156" y="40778"/>
                </a:lnTo>
                <a:lnTo>
                  <a:pt x="877671" y="40778"/>
                </a:lnTo>
                <a:lnTo>
                  <a:pt x="877671" y="67542"/>
                </a:lnTo>
                <a:cubicBezTo>
                  <a:pt x="877671" y="74320"/>
                  <a:pt x="880353" y="77708"/>
                  <a:pt x="885718" y="77708"/>
                </a:cubicBezTo>
                <a:cubicBezTo>
                  <a:pt x="887787" y="77708"/>
                  <a:pt x="889933" y="77096"/>
                  <a:pt x="892156" y="75870"/>
                </a:cubicBezTo>
                <a:lnTo>
                  <a:pt x="892156" y="89712"/>
                </a:lnTo>
                <a:close/>
                <a:moveTo>
                  <a:pt x="901805" y="73401"/>
                </a:moveTo>
                <a:cubicBezTo>
                  <a:pt x="908166" y="77268"/>
                  <a:pt x="914393" y="79202"/>
                  <a:pt x="920486" y="79202"/>
                </a:cubicBezTo>
                <a:cubicBezTo>
                  <a:pt x="928151" y="79202"/>
                  <a:pt x="931983" y="77153"/>
                  <a:pt x="931983" y="73056"/>
                </a:cubicBezTo>
                <a:cubicBezTo>
                  <a:pt x="931983" y="70146"/>
                  <a:pt x="928821" y="67715"/>
                  <a:pt x="922498" y="65762"/>
                </a:cubicBezTo>
                <a:cubicBezTo>
                  <a:pt x="914604" y="63311"/>
                  <a:pt x="909182" y="60583"/>
                  <a:pt x="906231" y="57578"/>
                </a:cubicBezTo>
                <a:cubicBezTo>
                  <a:pt x="903280" y="54572"/>
                  <a:pt x="901805" y="50504"/>
                  <a:pt x="901805" y="45373"/>
                </a:cubicBezTo>
                <a:cubicBezTo>
                  <a:pt x="901805" y="39132"/>
                  <a:pt x="904334" y="34240"/>
                  <a:pt x="909393" y="30698"/>
                </a:cubicBezTo>
                <a:cubicBezTo>
                  <a:pt x="914451" y="27157"/>
                  <a:pt x="921080" y="25386"/>
                  <a:pt x="929281" y="25386"/>
                </a:cubicBezTo>
                <a:cubicBezTo>
                  <a:pt x="935106" y="25386"/>
                  <a:pt x="940720" y="26247"/>
                  <a:pt x="946123" y="27970"/>
                </a:cubicBezTo>
                <a:lnTo>
                  <a:pt x="946123" y="42559"/>
                </a:lnTo>
                <a:cubicBezTo>
                  <a:pt x="941180" y="39649"/>
                  <a:pt x="935738" y="38194"/>
                  <a:pt x="929798" y="38194"/>
                </a:cubicBezTo>
                <a:cubicBezTo>
                  <a:pt x="926848" y="38194"/>
                  <a:pt x="924472" y="38720"/>
                  <a:pt x="922671" y="39773"/>
                </a:cubicBezTo>
                <a:cubicBezTo>
                  <a:pt x="920870" y="40826"/>
                  <a:pt x="919969" y="42214"/>
                  <a:pt x="919969" y="43937"/>
                </a:cubicBezTo>
                <a:cubicBezTo>
                  <a:pt x="919969" y="46847"/>
                  <a:pt x="922652" y="49202"/>
                  <a:pt x="928016" y="51001"/>
                </a:cubicBezTo>
                <a:cubicBezTo>
                  <a:pt x="933765" y="52916"/>
                  <a:pt x="938085" y="54658"/>
                  <a:pt x="940978" y="56228"/>
                </a:cubicBezTo>
                <a:cubicBezTo>
                  <a:pt x="943872" y="57798"/>
                  <a:pt x="946075" y="59865"/>
                  <a:pt x="947589" y="62431"/>
                </a:cubicBezTo>
                <a:cubicBezTo>
                  <a:pt x="949102" y="64996"/>
                  <a:pt x="949859" y="67964"/>
                  <a:pt x="949859" y="71333"/>
                </a:cubicBezTo>
                <a:cubicBezTo>
                  <a:pt x="949859" y="77881"/>
                  <a:pt x="947234" y="82963"/>
                  <a:pt x="941984" y="86582"/>
                </a:cubicBezTo>
                <a:cubicBezTo>
                  <a:pt x="936734" y="90200"/>
                  <a:pt x="929722" y="92009"/>
                  <a:pt x="920946" y="92009"/>
                </a:cubicBezTo>
                <a:cubicBezTo>
                  <a:pt x="914049" y="92009"/>
                  <a:pt x="907668" y="90918"/>
                  <a:pt x="901805" y="88736"/>
                </a:cubicBezTo>
                <a:lnTo>
                  <a:pt x="901805" y="7340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C1878-A954-4D87-992C-2636BE3E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3" y="2862984"/>
            <a:ext cx="156961" cy="15683"/>
          </a:xfrm>
          <a:custGeom xmlns:a="http://schemas.openxmlformats.org/drawingml/2006/main">
            <a:pathLst>
              <a:path w="156961" h="15683">
                <a:moveTo>
                  <a:pt x="0" y="0"/>
                </a:moveTo>
                <a:lnTo>
                  <a:pt x="62784" y="0"/>
                </a:lnTo>
                <a:lnTo>
                  <a:pt x="62784" y="15683"/>
                </a:lnTo>
                <a:lnTo>
                  <a:pt x="0" y="15683"/>
                </a:lnTo>
                <a:lnTo>
                  <a:pt x="0" y="0"/>
                </a:lnTo>
                <a:close/>
                <a:moveTo>
                  <a:pt x="102025" y="0"/>
                </a:moveTo>
                <a:lnTo>
                  <a:pt x="156961" y="0"/>
                </a:lnTo>
                <a:lnTo>
                  <a:pt x="156961" y="15683"/>
                </a:lnTo>
                <a:lnTo>
                  <a:pt x="102025" y="15683"/>
                </a:lnTo>
                <a:lnTo>
                  <a:pt x="102025" y="0"/>
                </a:lnTo>
                <a:close/>
              </a:path>
            </a:pathLst>
          </a:custGeom>
          <a:solidFill xmlns:a="http://schemas.openxmlformats.org/drawingml/2006/main">
            <a:srgbClr val="4CCB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B6C5A-E763-4DB3-94E8-995FE496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9" y="4826013"/>
            <a:ext cx="6694397" cy="15683"/>
          </a:xfrm>
          <a:custGeom xmlns:a="http://schemas.openxmlformats.org/drawingml/2006/main">
            <a:pathLst>
              <a:path w="6694397" h="15683">
                <a:moveTo>
                  <a:pt x="0" y="0"/>
                </a:moveTo>
                <a:lnTo>
                  <a:pt x="62784" y="0"/>
                </a:lnTo>
                <a:lnTo>
                  <a:pt x="62784" y="15683"/>
                </a:lnTo>
                <a:lnTo>
                  <a:pt x="0" y="15683"/>
                </a:lnTo>
                <a:moveTo>
                  <a:pt x="102025" y="0"/>
                </a:moveTo>
                <a:lnTo>
                  <a:pt x="164809" y="0"/>
                </a:lnTo>
                <a:lnTo>
                  <a:pt x="164809" y="15683"/>
                </a:lnTo>
                <a:lnTo>
                  <a:pt x="102025" y="15683"/>
                </a:lnTo>
                <a:moveTo>
                  <a:pt x="204050" y="0"/>
                </a:moveTo>
                <a:lnTo>
                  <a:pt x="266834" y="0"/>
                </a:lnTo>
                <a:lnTo>
                  <a:pt x="266834" y="15683"/>
                </a:lnTo>
                <a:lnTo>
                  <a:pt x="204050" y="15683"/>
                </a:lnTo>
                <a:moveTo>
                  <a:pt x="306074" y="0"/>
                </a:moveTo>
                <a:lnTo>
                  <a:pt x="368859" y="0"/>
                </a:lnTo>
                <a:lnTo>
                  <a:pt x="368859" y="15683"/>
                </a:lnTo>
                <a:lnTo>
                  <a:pt x="306074" y="15683"/>
                </a:lnTo>
                <a:moveTo>
                  <a:pt x="408099" y="0"/>
                </a:moveTo>
                <a:lnTo>
                  <a:pt x="470884" y="0"/>
                </a:lnTo>
                <a:lnTo>
                  <a:pt x="470884" y="15683"/>
                </a:lnTo>
                <a:lnTo>
                  <a:pt x="408099" y="15683"/>
                </a:lnTo>
                <a:moveTo>
                  <a:pt x="510124" y="0"/>
                </a:moveTo>
                <a:lnTo>
                  <a:pt x="572909" y="0"/>
                </a:lnTo>
                <a:lnTo>
                  <a:pt x="572909" y="15683"/>
                </a:lnTo>
                <a:lnTo>
                  <a:pt x="510124" y="15683"/>
                </a:lnTo>
                <a:moveTo>
                  <a:pt x="612149" y="0"/>
                </a:moveTo>
                <a:lnTo>
                  <a:pt x="674933" y="0"/>
                </a:lnTo>
                <a:lnTo>
                  <a:pt x="674933" y="15683"/>
                </a:lnTo>
                <a:lnTo>
                  <a:pt x="612149" y="15683"/>
                </a:lnTo>
                <a:moveTo>
                  <a:pt x="714174" y="0"/>
                </a:moveTo>
                <a:lnTo>
                  <a:pt x="776958" y="0"/>
                </a:lnTo>
                <a:lnTo>
                  <a:pt x="776958" y="15683"/>
                </a:lnTo>
                <a:lnTo>
                  <a:pt x="714174" y="15683"/>
                </a:lnTo>
                <a:moveTo>
                  <a:pt x="816199" y="0"/>
                </a:moveTo>
                <a:lnTo>
                  <a:pt x="878983" y="0"/>
                </a:lnTo>
                <a:lnTo>
                  <a:pt x="878983" y="15683"/>
                </a:lnTo>
                <a:lnTo>
                  <a:pt x="816199" y="15683"/>
                </a:lnTo>
                <a:moveTo>
                  <a:pt x="918223" y="0"/>
                </a:moveTo>
                <a:lnTo>
                  <a:pt x="981008" y="0"/>
                </a:lnTo>
                <a:lnTo>
                  <a:pt x="981008" y="15683"/>
                </a:lnTo>
                <a:lnTo>
                  <a:pt x="918223" y="15683"/>
                </a:lnTo>
                <a:moveTo>
                  <a:pt x="1020248" y="0"/>
                </a:moveTo>
                <a:lnTo>
                  <a:pt x="1083033" y="0"/>
                </a:lnTo>
                <a:lnTo>
                  <a:pt x="1083033" y="15683"/>
                </a:lnTo>
                <a:lnTo>
                  <a:pt x="1020248" y="15683"/>
                </a:lnTo>
                <a:moveTo>
                  <a:pt x="1122273" y="0"/>
                </a:moveTo>
                <a:lnTo>
                  <a:pt x="1185057" y="0"/>
                </a:lnTo>
                <a:lnTo>
                  <a:pt x="1185057" y="15683"/>
                </a:lnTo>
                <a:lnTo>
                  <a:pt x="1122273" y="15683"/>
                </a:lnTo>
                <a:moveTo>
                  <a:pt x="1224298" y="0"/>
                </a:moveTo>
                <a:lnTo>
                  <a:pt x="1287082" y="0"/>
                </a:lnTo>
                <a:lnTo>
                  <a:pt x="1287082" y="15683"/>
                </a:lnTo>
                <a:lnTo>
                  <a:pt x="1224298" y="15683"/>
                </a:lnTo>
                <a:moveTo>
                  <a:pt x="1326323" y="0"/>
                </a:moveTo>
                <a:lnTo>
                  <a:pt x="1389107" y="0"/>
                </a:lnTo>
                <a:lnTo>
                  <a:pt x="1389107" y="15683"/>
                </a:lnTo>
                <a:lnTo>
                  <a:pt x="1326323" y="15683"/>
                </a:lnTo>
                <a:moveTo>
                  <a:pt x="1428347" y="0"/>
                </a:moveTo>
                <a:lnTo>
                  <a:pt x="1491132" y="0"/>
                </a:lnTo>
                <a:lnTo>
                  <a:pt x="1491132" y="15683"/>
                </a:lnTo>
                <a:lnTo>
                  <a:pt x="1428347" y="15683"/>
                </a:lnTo>
                <a:moveTo>
                  <a:pt x="1530372" y="0"/>
                </a:moveTo>
                <a:lnTo>
                  <a:pt x="1593157" y="0"/>
                </a:lnTo>
                <a:lnTo>
                  <a:pt x="1593157" y="15683"/>
                </a:lnTo>
                <a:lnTo>
                  <a:pt x="1530372" y="15683"/>
                </a:lnTo>
                <a:moveTo>
                  <a:pt x="1632397" y="0"/>
                </a:moveTo>
                <a:lnTo>
                  <a:pt x="1695181" y="0"/>
                </a:lnTo>
                <a:lnTo>
                  <a:pt x="1695181" y="15683"/>
                </a:lnTo>
                <a:lnTo>
                  <a:pt x="1632397" y="15683"/>
                </a:lnTo>
                <a:moveTo>
                  <a:pt x="1734422" y="0"/>
                </a:moveTo>
                <a:lnTo>
                  <a:pt x="1797206" y="0"/>
                </a:lnTo>
                <a:lnTo>
                  <a:pt x="1797206" y="15683"/>
                </a:lnTo>
                <a:lnTo>
                  <a:pt x="1734422" y="15683"/>
                </a:lnTo>
                <a:moveTo>
                  <a:pt x="1836447" y="0"/>
                </a:moveTo>
                <a:lnTo>
                  <a:pt x="1899231" y="0"/>
                </a:lnTo>
                <a:lnTo>
                  <a:pt x="1899231" y="15683"/>
                </a:lnTo>
                <a:lnTo>
                  <a:pt x="1836447" y="15683"/>
                </a:lnTo>
                <a:moveTo>
                  <a:pt x="1938471" y="0"/>
                </a:moveTo>
                <a:lnTo>
                  <a:pt x="2001256" y="0"/>
                </a:lnTo>
                <a:lnTo>
                  <a:pt x="2001256" y="15683"/>
                </a:lnTo>
                <a:lnTo>
                  <a:pt x="1938471" y="15683"/>
                </a:lnTo>
                <a:moveTo>
                  <a:pt x="2040496" y="0"/>
                </a:moveTo>
                <a:lnTo>
                  <a:pt x="2103281" y="0"/>
                </a:lnTo>
                <a:lnTo>
                  <a:pt x="2103281" y="15683"/>
                </a:lnTo>
                <a:lnTo>
                  <a:pt x="2040496" y="15683"/>
                </a:lnTo>
                <a:moveTo>
                  <a:pt x="2142521" y="0"/>
                </a:moveTo>
                <a:lnTo>
                  <a:pt x="2205306" y="0"/>
                </a:lnTo>
                <a:lnTo>
                  <a:pt x="2205306" y="15683"/>
                </a:lnTo>
                <a:lnTo>
                  <a:pt x="2142521" y="15683"/>
                </a:lnTo>
                <a:moveTo>
                  <a:pt x="2244546" y="0"/>
                </a:moveTo>
                <a:lnTo>
                  <a:pt x="2307330" y="0"/>
                </a:lnTo>
                <a:lnTo>
                  <a:pt x="2307330" y="15683"/>
                </a:lnTo>
                <a:lnTo>
                  <a:pt x="2244546" y="15683"/>
                </a:lnTo>
                <a:moveTo>
                  <a:pt x="2346571" y="0"/>
                </a:moveTo>
                <a:lnTo>
                  <a:pt x="2409355" y="0"/>
                </a:lnTo>
                <a:lnTo>
                  <a:pt x="2409355" y="15683"/>
                </a:lnTo>
                <a:lnTo>
                  <a:pt x="2346571" y="15683"/>
                </a:lnTo>
                <a:moveTo>
                  <a:pt x="2448595" y="0"/>
                </a:moveTo>
                <a:lnTo>
                  <a:pt x="2511380" y="0"/>
                </a:lnTo>
                <a:lnTo>
                  <a:pt x="2511380" y="15683"/>
                </a:lnTo>
                <a:lnTo>
                  <a:pt x="2448595" y="15683"/>
                </a:lnTo>
                <a:moveTo>
                  <a:pt x="2550620" y="0"/>
                </a:moveTo>
                <a:lnTo>
                  <a:pt x="2613405" y="0"/>
                </a:lnTo>
                <a:lnTo>
                  <a:pt x="2613405" y="15683"/>
                </a:lnTo>
                <a:lnTo>
                  <a:pt x="2550620" y="15683"/>
                </a:lnTo>
                <a:moveTo>
                  <a:pt x="2652645" y="0"/>
                </a:moveTo>
                <a:lnTo>
                  <a:pt x="2715430" y="0"/>
                </a:lnTo>
                <a:lnTo>
                  <a:pt x="2715430" y="15683"/>
                </a:lnTo>
                <a:lnTo>
                  <a:pt x="2652645" y="15683"/>
                </a:lnTo>
                <a:moveTo>
                  <a:pt x="2754670" y="0"/>
                </a:moveTo>
                <a:lnTo>
                  <a:pt x="2817454" y="0"/>
                </a:lnTo>
                <a:lnTo>
                  <a:pt x="2817454" y="15683"/>
                </a:lnTo>
                <a:lnTo>
                  <a:pt x="2754670" y="15683"/>
                </a:lnTo>
                <a:moveTo>
                  <a:pt x="2856695" y="0"/>
                </a:moveTo>
                <a:lnTo>
                  <a:pt x="2919479" y="0"/>
                </a:lnTo>
                <a:lnTo>
                  <a:pt x="2919479" y="15683"/>
                </a:lnTo>
                <a:lnTo>
                  <a:pt x="2856695" y="15683"/>
                </a:lnTo>
                <a:moveTo>
                  <a:pt x="2958720" y="0"/>
                </a:moveTo>
                <a:lnTo>
                  <a:pt x="3021504" y="0"/>
                </a:lnTo>
                <a:lnTo>
                  <a:pt x="3021504" y="15683"/>
                </a:lnTo>
                <a:lnTo>
                  <a:pt x="2958720" y="15683"/>
                </a:lnTo>
                <a:moveTo>
                  <a:pt x="3060744" y="0"/>
                </a:moveTo>
                <a:lnTo>
                  <a:pt x="3123529" y="0"/>
                </a:lnTo>
                <a:lnTo>
                  <a:pt x="3123529" y="15683"/>
                </a:lnTo>
                <a:lnTo>
                  <a:pt x="3060744" y="15683"/>
                </a:lnTo>
                <a:moveTo>
                  <a:pt x="3162769" y="0"/>
                </a:moveTo>
                <a:lnTo>
                  <a:pt x="3225554" y="0"/>
                </a:lnTo>
                <a:lnTo>
                  <a:pt x="3225554" y="15683"/>
                </a:lnTo>
                <a:lnTo>
                  <a:pt x="3162769" y="15683"/>
                </a:lnTo>
                <a:moveTo>
                  <a:pt x="3264794" y="0"/>
                </a:moveTo>
                <a:lnTo>
                  <a:pt x="3327578" y="0"/>
                </a:lnTo>
                <a:lnTo>
                  <a:pt x="3327578" y="15683"/>
                </a:lnTo>
                <a:lnTo>
                  <a:pt x="3264794" y="15683"/>
                </a:lnTo>
                <a:moveTo>
                  <a:pt x="3366819" y="0"/>
                </a:moveTo>
                <a:lnTo>
                  <a:pt x="3429603" y="0"/>
                </a:lnTo>
                <a:lnTo>
                  <a:pt x="3429603" y="15683"/>
                </a:lnTo>
                <a:lnTo>
                  <a:pt x="3366819" y="15683"/>
                </a:lnTo>
                <a:moveTo>
                  <a:pt x="3468844" y="0"/>
                </a:moveTo>
                <a:lnTo>
                  <a:pt x="3531628" y="0"/>
                </a:lnTo>
                <a:lnTo>
                  <a:pt x="3531628" y="15683"/>
                </a:lnTo>
                <a:lnTo>
                  <a:pt x="3468844" y="15683"/>
                </a:lnTo>
                <a:moveTo>
                  <a:pt x="3570868" y="0"/>
                </a:moveTo>
                <a:lnTo>
                  <a:pt x="3633653" y="0"/>
                </a:lnTo>
                <a:lnTo>
                  <a:pt x="3633653" y="15683"/>
                </a:lnTo>
                <a:lnTo>
                  <a:pt x="3570868" y="15683"/>
                </a:lnTo>
                <a:moveTo>
                  <a:pt x="3672893" y="0"/>
                </a:moveTo>
                <a:lnTo>
                  <a:pt x="3735678" y="0"/>
                </a:lnTo>
                <a:lnTo>
                  <a:pt x="3735678" y="15683"/>
                </a:lnTo>
                <a:lnTo>
                  <a:pt x="3672893" y="15683"/>
                </a:lnTo>
                <a:moveTo>
                  <a:pt x="3774918" y="0"/>
                </a:moveTo>
                <a:lnTo>
                  <a:pt x="3837702" y="0"/>
                </a:lnTo>
                <a:lnTo>
                  <a:pt x="3837702" y="15683"/>
                </a:lnTo>
                <a:lnTo>
                  <a:pt x="3774918" y="15683"/>
                </a:lnTo>
                <a:moveTo>
                  <a:pt x="3876942" y="0"/>
                </a:moveTo>
                <a:lnTo>
                  <a:pt x="3939727" y="0"/>
                </a:lnTo>
                <a:lnTo>
                  <a:pt x="3939727" y="15683"/>
                </a:lnTo>
                <a:lnTo>
                  <a:pt x="3876942" y="15683"/>
                </a:lnTo>
                <a:moveTo>
                  <a:pt x="3978967" y="0"/>
                </a:moveTo>
                <a:lnTo>
                  <a:pt x="4041752" y="0"/>
                </a:lnTo>
                <a:lnTo>
                  <a:pt x="4041752" y="15683"/>
                </a:lnTo>
                <a:lnTo>
                  <a:pt x="3978967" y="15683"/>
                </a:lnTo>
                <a:moveTo>
                  <a:pt x="4080992" y="0"/>
                </a:moveTo>
                <a:lnTo>
                  <a:pt x="4143777" y="0"/>
                </a:lnTo>
                <a:lnTo>
                  <a:pt x="4143777" y="15683"/>
                </a:lnTo>
                <a:lnTo>
                  <a:pt x="4080992" y="15683"/>
                </a:lnTo>
                <a:moveTo>
                  <a:pt x="4183017" y="0"/>
                </a:moveTo>
                <a:lnTo>
                  <a:pt x="4245801" y="0"/>
                </a:lnTo>
                <a:lnTo>
                  <a:pt x="4245801" y="15683"/>
                </a:lnTo>
                <a:lnTo>
                  <a:pt x="4183017" y="15683"/>
                </a:lnTo>
                <a:moveTo>
                  <a:pt x="4285042" y="0"/>
                </a:moveTo>
                <a:lnTo>
                  <a:pt x="4347826" y="0"/>
                </a:lnTo>
                <a:lnTo>
                  <a:pt x="4347826" y="15683"/>
                </a:lnTo>
                <a:lnTo>
                  <a:pt x="4285042" y="15683"/>
                </a:lnTo>
                <a:moveTo>
                  <a:pt x="4387067" y="0"/>
                </a:moveTo>
                <a:lnTo>
                  <a:pt x="4449851" y="0"/>
                </a:lnTo>
                <a:lnTo>
                  <a:pt x="4449851" y="15683"/>
                </a:lnTo>
                <a:lnTo>
                  <a:pt x="4387067" y="15683"/>
                </a:lnTo>
                <a:moveTo>
                  <a:pt x="4489091" y="0"/>
                </a:moveTo>
                <a:lnTo>
                  <a:pt x="4551876" y="0"/>
                </a:lnTo>
                <a:lnTo>
                  <a:pt x="4551876" y="15683"/>
                </a:lnTo>
                <a:lnTo>
                  <a:pt x="4489091" y="15683"/>
                </a:lnTo>
                <a:moveTo>
                  <a:pt x="4591116" y="0"/>
                </a:moveTo>
                <a:lnTo>
                  <a:pt x="4653901" y="0"/>
                </a:lnTo>
                <a:lnTo>
                  <a:pt x="4653901" y="15683"/>
                </a:lnTo>
                <a:lnTo>
                  <a:pt x="4591116" y="15683"/>
                </a:lnTo>
                <a:moveTo>
                  <a:pt x="4693141" y="0"/>
                </a:moveTo>
                <a:lnTo>
                  <a:pt x="4755925" y="0"/>
                </a:lnTo>
                <a:lnTo>
                  <a:pt x="4755925" y="15683"/>
                </a:lnTo>
                <a:lnTo>
                  <a:pt x="4693141" y="15683"/>
                </a:lnTo>
                <a:moveTo>
                  <a:pt x="4795166" y="0"/>
                </a:moveTo>
                <a:lnTo>
                  <a:pt x="4857950" y="0"/>
                </a:lnTo>
                <a:lnTo>
                  <a:pt x="4857950" y="15683"/>
                </a:lnTo>
                <a:lnTo>
                  <a:pt x="4795166" y="15683"/>
                </a:lnTo>
                <a:moveTo>
                  <a:pt x="4897191" y="0"/>
                </a:moveTo>
                <a:lnTo>
                  <a:pt x="4959975" y="0"/>
                </a:lnTo>
                <a:lnTo>
                  <a:pt x="4959975" y="15683"/>
                </a:lnTo>
                <a:lnTo>
                  <a:pt x="4897191" y="15683"/>
                </a:lnTo>
                <a:moveTo>
                  <a:pt x="4999215" y="0"/>
                </a:moveTo>
                <a:lnTo>
                  <a:pt x="5062000" y="0"/>
                </a:lnTo>
                <a:lnTo>
                  <a:pt x="5062000" y="15683"/>
                </a:lnTo>
                <a:lnTo>
                  <a:pt x="4999215" y="15683"/>
                </a:lnTo>
                <a:moveTo>
                  <a:pt x="5101240" y="0"/>
                </a:moveTo>
                <a:lnTo>
                  <a:pt x="5164025" y="0"/>
                </a:lnTo>
                <a:lnTo>
                  <a:pt x="5164025" y="15683"/>
                </a:lnTo>
                <a:lnTo>
                  <a:pt x="5101240" y="15683"/>
                </a:lnTo>
                <a:moveTo>
                  <a:pt x="5203265" y="0"/>
                </a:moveTo>
                <a:lnTo>
                  <a:pt x="5266049" y="0"/>
                </a:lnTo>
                <a:lnTo>
                  <a:pt x="5266049" y="15683"/>
                </a:lnTo>
                <a:lnTo>
                  <a:pt x="5203265" y="15683"/>
                </a:lnTo>
                <a:moveTo>
                  <a:pt x="5305290" y="0"/>
                </a:moveTo>
                <a:lnTo>
                  <a:pt x="5368074" y="0"/>
                </a:lnTo>
                <a:lnTo>
                  <a:pt x="5368074" y="15683"/>
                </a:lnTo>
                <a:lnTo>
                  <a:pt x="5305290" y="15683"/>
                </a:lnTo>
                <a:moveTo>
                  <a:pt x="5407315" y="0"/>
                </a:moveTo>
                <a:lnTo>
                  <a:pt x="5470099" y="0"/>
                </a:lnTo>
                <a:lnTo>
                  <a:pt x="5470099" y="15683"/>
                </a:lnTo>
                <a:lnTo>
                  <a:pt x="5407315" y="15683"/>
                </a:lnTo>
                <a:moveTo>
                  <a:pt x="5509339" y="0"/>
                </a:moveTo>
                <a:lnTo>
                  <a:pt x="5572124" y="0"/>
                </a:lnTo>
                <a:lnTo>
                  <a:pt x="5572124" y="15683"/>
                </a:lnTo>
                <a:lnTo>
                  <a:pt x="5509339" y="15683"/>
                </a:lnTo>
                <a:moveTo>
                  <a:pt x="5611364" y="0"/>
                </a:moveTo>
                <a:lnTo>
                  <a:pt x="5674149" y="0"/>
                </a:lnTo>
                <a:lnTo>
                  <a:pt x="5674149" y="15683"/>
                </a:lnTo>
                <a:lnTo>
                  <a:pt x="5611364" y="15683"/>
                </a:lnTo>
                <a:moveTo>
                  <a:pt x="5713389" y="0"/>
                </a:moveTo>
                <a:lnTo>
                  <a:pt x="5776173" y="0"/>
                </a:lnTo>
                <a:lnTo>
                  <a:pt x="5776173" y="15683"/>
                </a:lnTo>
                <a:lnTo>
                  <a:pt x="5713389" y="15683"/>
                </a:lnTo>
                <a:moveTo>
                  <a:pt x="5815414" y="0"/>
                </a:moveTo>
                <a:lnTo>
                  <a:pt x="5878198" y="0"/>
                </a:lnTo>
                <a:lnTo>
                  <a:pt x="5878198" y="15683"/>
                </a:lnTo>
                <a:lnTo>
                  <a:pt x="5815414" y="15683"/>
                </a:lnTo>
                <a:moveTo>
                  <a:pt x="5917439" y="0"/>
                </a:moveTo>
                <a:lnTo>
                  <a:pt x="5980223" y="0"/>
                </a:lnTo>
                <a:lnTo>
                  <a:pt x="5980223" y="15683"/>
                </a:lnTo>
                <a:lnTo>
                  <a:pt x="5917439" y="15683"/>
                </a:lnTo>
                <a:moveTo>
                  <a:pt x="6019463" y="0"/>
                </a:moveTo>
                <a:lnTo>
                  <a:pt x="6082248" y="0"/>
                </a:lnTo>
                <a:lnTo>
                  <a:pt x="6082248" y="15683"/>
                </a:lnTo>
                <a:lnTo>
                  <a:pt x="6019463" y="15683"/>
                </a:lnTo>
                <a:moveTo>
                  <a:pt x="6121488" y="0"/>
                </a:moveTo>
                <a:lnTo>
                  <a:pt x="6184273" y="0"/>
                </a:lnTo>
                <a:lnTo>
                  <a:pt x="6184273" y="15683"/>
                </a:lnTo>
                <a:lnTo>
                  <a:pt x="6121488" y="15683"/>
                </a:lnTo>
                <a:moveTo>
                  <a:pt x="6223513" y="0"/>
                </a:moveTo>
                <a:lnTo>
                  <a:pt x="6286298" y="0"/>
                </a:lnTo>
                <a:lnTo>
                  <a:pt x="6286298" y="15683"/>
                </a:lnTo>
                <a:lnTo>
                  <a:pt x="6223513" y="15683"/>
                </a:lnTo>
                <a:moveTo>
                  <a:pt x="6325538" y="0"/>
                </a:moveTo>
                <a:lnTo>
                  <a:pt x="6388322" y="0"/>
                </a:lnTo>
                <a:lnTo>
                  <a:pt x="6388322" y="15683"/>
                </a:lnTo>
                <a:lnTo>
                  <a:pt x="6325538" y="15683"/>
                </a:lnTo>
                <a:moveTo>
                  <a:pt x="6427563" y="0"/>
                </a:moveTo>
                <a:lnTo>
                  <a:pt x="6490347" y="0"/>
                </a:lnTo>
                <a:lnTo>
                  <a:pt x="6490347" y="15683"/>
                </a:lnTo>
                <a:lnTo>
                  <a:pt x="6427563" y="15683"/>
                </a:lnTo>
                <a:moveTo>
                  <a:pt x="6529587" y="0"/>
                </a:moveTo>
                <a:lnTo>
                  <a:pt x="6592372" y="0"/>
                </a:lnTo>
                <a:lnTo>
                  <a:pt x="6592372" y="15683"/>
                </a:lnTo>
                <a:lnTo>
                  <a:pt x="6529587" y="15683"/>
                </a:lnTo>
                <a:moveTo>
                  <a:pt x="6631612" y="0"/>
                </a:moveTo>
                <a:lnTo>
                  <a:pt x="6694397" y="0"/>
                </a:lnTo>
                <a:lnTo>
                  <a:pt x="6694397" y="15683"/>
                </a:lnTo>
                <a:lnTo>
                  <a:pt x="6631612" y="15683"/>
                </a:lnTo>
              </a:path>
            </a:pathLst>
          </a:custGeom>
          <a:solidFill xmlns:a="http://schemas.openxmlformats.org/drawingml/2006/main">
            <a:srgbClr val="4CCB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12A43-CDC8-4ABD-B664-346DD45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9" y="386761"/>
            <a:ext cx="6694397" cy="15683"/>
          </a:xfrm>
          <a:custGeom xmlns:a="http://schemas.openxmlformats.org/drawingml/2006/main">
            <a:pathLst>
              <a:path w="6694397" h="15683">
                <a:moveTo>
                  <a:pt x="0" y="0"/>
                </a:moveTo>
                <a:lnTo>
                  <a:pt x="62784" y="0"/>
                </a:lnTo>
                <a:lnTo>
                  <a:pt x="62784" y="15683"/>
                </a:lnTo>
                <a:lnTo>
                  <a:pt x="0" y="15683"/>
                </a:lnTo>
                <a:lnTo>
                  <a:pt x="0" y="0"/>
                </a:lnTo>
                <a:close/>
                <a:moveTo>
                  <a:pt x="102025" y="0"/>
                </a:moveTo>
                <a:lnTo>
                  <a:pt x="164809" y="0"/>
                </a:lnTo>
                <a:lnTo>
                  <a:pt x="164809" y="15683"/>
                </a:lnTo>
                <a:lnTo>
                  <a:pt x="102025" y="15683"/>
                </a:lnTo>
                <a:lnTo>
                  <a:pt x="102025" y="0"/>
                </a:lnTo>
                <a:close/>
                <a:moveTo>
                  <a:pt x="204050" y="0"/>
                </a:moveTo>
                <a:lnTo>
                  <a:pt x="266834" y="0"/>
                </a:lnTo>
                <a:lnTo>
                  <a:pt x="266834" y="15683"/>
                </a:lnTo>
                <a:lnTo>
                  <a:pt x="204050" y="15683"/>
                </a:lnTo>
                <a:lnTo>
                  <a:pt x="204050" y="0"/>
                </a:lnTo>
                <a:close/>
                <a:moveTo>
                  <a:pt x="306074" y="0"/>
                </a:moveTo>
                <a:lnTo>
                  <a:pt x="368859" y="0"/>
                </a:lnTo>
                <a:lnTo>
                  <a:pt x="368859" y="15683"/>
                </a:lnTo>
                <a:lnTo>
                  <a:pt x="306074" y="15683"/>
                </a:lnTo>
                <a:lnTo>
                  <a:pt x="306074" y="0"/>
                </a:lnTo>
                <a:close/>
                <a:moveTo>
                  <a:pt x="408099" y="0"/>
                </a:moveTo>
                <a:lnTo>
                  <a:pt x="470884" y="0"/>
                </a:lnTo>
                <a:lnTo>
                  <a:pt x="470884" y="15683"/>
                </a:lnTo>
                <a:lnTo>
                  <a:pt x="408099" y="15683"/>
                </a:lnTo>
                <a:lnTo>
                  <a:pt x="408099" y="0"/>
                </a:lnTo>
                <a:close/>
                <a:moveTo>
                  <a:pt x="510124" y="0"/>
                </a:moveTo>
                <a:lnTo>
                  <a:pt x="572909" y="0"/>
                </a:lnTo>
                <a:lnTo>
                  <a:pt x="572909" y="15683"/>
                </a:lnTo>
                <a:lnTo>
                  <a:pt x="510124" y="15683"/>
                </a:lnTo>
                <a:lnTo>
                  <a:pt x="510124" y="0"/>
                </a:lnTo>
                <a:close/>
                <a:moveTo>
                  <a:pt x="612149" y="0"/>
                </a:moveTo>
                <a:lnTo>
                  <a:pt x="674933" y="0"/>
                </a:lnTo>
                <a:lnTo>
                  <a:pt x="674933" y="15683"/>
                </a:lnTo>
                <a:lnTo>
                  <a:pt x="612149" y="15683"/>
                </a:lnTo>
                <a:lnTo>
                  <a:pt x="612149" y="0"/>
                </a:lnTo>
                <a:close/>
                <a:moveTo>
                  <a:pt x="714174" y="0"/>
                </a:moveTo>
                <a:lnTo>
                  <a:pt x="776958" y="0"/>
                </a:lnTo>
                <a:lnTo>
                  <a:pt x="776958" y="15683"/>
                </a:lnTo>
                <a:lnTo>
                  <a:pt x="714174" y="15683"/>
                </a:lnTo>
                <a:lnTo>
                  <a:pt x="714174" y="0"/>
                </a:lnTo>
                <a:close/>
                <a:moveTo>
                  <a:pt x="816199" y="0"/>
                </a:moveTo>
                <a:lnTo>
                  <a:pt x="878983" y="0"/>
                </a:lnTo>
                <a:lnTo>
                  <a:pt x="878983" y="15683"/>
                </a:lnTo>
                <a:lnTo>
                  <a:pt x="816199" y="15683"/>
                </a:lnTo>
                <a:lnTo>
                  <a:pt x="816199" y="0"/>
                </a:lnTo>
                <a:close/>
                <a:moveTo>
                  <a:pt x="918223" y="0"/>
                </a:moveTo>
                <a:lnTo>
                  <a:pt x="981008" y="0"/>
                </a:lnTo>
                <a:lnTo>
                  <a:pt x="981008" y="15683"/>
                </a:lnTo>
                <a:lnTo>
                  <a:pt x="918223" y="15683"/>
                </a:lnTo>
                <a:lnTo>
                  <a:pt x="918223" y="0"/>
                </a:lnTo>
                <a:close/>
                <a:moveTo>
                  <a:pt x="1020248" y="0"/>
                </a:moveTo>
                <a:lnTo>
                  <a:pt x="1083033" y="0"/>
                </a:lnTo>
                <a:lnTo>
                  <a:pt x="1083033" y="15683"/>
                </a:lnTo>
                <a:lnTo>
                  <a:pt x="1020248" y="15683"/>
                </a:lnTo>
                <a:lnTo>
                  <a:pt x="1020248" y="0"/>
                </a:lnTo>
                <a:close/>
                <a:moveTo>
                  <a:pt x="1122273" y="0"/>
                </a:moveTo>
                <a:lnTo>
                  <a:pt x="1185057" y="0"/>
                </a:lnTo>
                <a:lnTo>
                  <a:pt x="1185057" y="15683"/>
                </a:lnTo>
                <a:lnTo>
                  <a:pt x="1122273" y="15683"/>
                </a:lnTo>
                <a:lnTo>
                  <a:pt x="1122273" y="0"/>
                </a:lnTo>
                <a:close/>
                <a:moveTo>
                  <a:pt x="1224298" y="0"/>
                </a:moveTo>
                <a:lnTo>
                  <a:pt x="1287082" y="0"/>
                </a:lnTo>
                <a:lnTo>
                  <a:pt x="1287082" y="15683"/>
                </a:lnTo>
                <a:lnTo>
                  <a:pt x="1224298" y="15683"/>
                </a:lnTo>
                <a:lnTo>
                  <a:pt x="1224298" y="0"/>
                </a:lnTo>
                <a:close/>
                <a:moveTo>
                  <a:pt x="1326323" y="0"/>
                </a:moveTo>
                <a:lnTo>
                  <a:pt x="1389107" y="0"/>
                </a:lnTo>
                <a:lnTo>
                  <a:pt x="1389107" y="15683"/>
                </a:lnTo>
                <a:lnTo>
                  <a:pt x="1326323" y="15683"/>
                </a:lnTo>
                <a:lnTo>
                  <a:pt x="1326323" y="0"/>
                </a:lnTo>
                <a:close/>
                <a:moveTo>
                  <a:pt x="1428347" y="0"/>
                </a:moveTo>
                <a:lnTo>
                  <a:pt x="1491132" y="0"/>
                </a:lnTo>
                <a:lnTo>
                  <a:pt x="1491132" y="15683"/>
                </a:lnTo>
                <a:lnTo>
                  <a:pt x="1428347" y="15683"/>
                </a:lnTo>
                <a:lnTo>
                  <a:pt x="1428347" y="0"/>
                </a:lnTo>
                <a:close/>
                <a:moveTo>
                  <a:pt x="1530372" y="0"/>
                </a:moveTo>
                <a:lnTo>
                  <a:pt x="1593157" y="0"/>
                </a:lnTo>
                <a:lnTo>
                  <a:pt x="1593157" y="15683"/>
                </a:lnTo>
                <a:lnTo>
                  <a:pt x="1530372" y="15683"/>
                </a:lnTo>
                <a:lnTo>
                  <a:pt x="1530372" y="0"/>
                </a:lnTo>
                <a:close/>
                <a:moveTo>
                  <a:pt x="1632397" y="0"/>
                </a:moveTo>
                <a:lnTo>
                  <a:pt x="1695181" y="0"/>
                </a:lnTo>
                <a:lnTo>
                  <a:pt x="1695181" y="15683"/>
                </a:lnTo>
                <a:lnTo>
                  <a:pt x="1632397" y="15683"/>
                </a:lnTo>
                <a:lnTo>
                  <a:pt x="1632397" y="0"/>
                </a:lnTo>
                <a:close/>
                <a:moveTo>
                  <a:pt x="1734422" y="0"/>
                </a:moveTo>
                <a:lnTo>
                  <a:pt x="1797206" y="0"/>
                </a:lnTo>
                <a:lnTo>
                  <a:pt x="1797206" y="15683"/>
                </a:lnTo>
                <a:lnTo>
                  <a:pt x="1734422" y="15683"/>
                </a:lnTo>
                <a:lnTo>
                  <a:pt x="1734422" y="0"/>
                </a:lnTo>
                <a:close/>
                <a:moveTo>
                  <a:pt x="1836446" y="0"/>
                </a:moveTo>
                <a:lnTo>
                  <a:pt x="1899231" y="0"/>
                </a:lnTo>
                <a:lnTo>
                  <a:pt x="1899231" y="15683"/>
                </a:lnTo>
                <a:lnTo>
                  <a:pt x="1836446" y="15683"/>
                </a:lnTo>
                <a:lnTo>
                  <a:pt x="1836446" y="0"/>
                </a:lnTo>
                <a:close/>
                <a:moveTo>
                  <a:pt x="1938471" y="0"/>
                </a:moveTo>
                <a:lnTo>
                  <a:pt x="2001256" y="0"/>
                </a:lnTo>
                <a:lnTo>
                  <a:pt x="2001256" y="15683"/>
                </a:lnTo>
                <a:lnTo>
                  <a:pt x="1938471" y="15683"/>
                </a:lnTo>
                <a:lnTo>
                  <a:pt x="1938471" y="0"/>
                </a:lnTo>
                <a:close/>
                <a:moveTo>
                  <a:pt x="2040496" y="0"/>
                </a:moveTo>
                <a:lnTo>
                  <a:pt x="2103281" y="0"/>
                </a:lnTo>
                <a:lnTo>
                  <a:pt x="2103281" y="15683"/>
                </a:lnTo>
                <a:lnTo>
                  <a:pt x="2040496" y="15683"/>
                </a:lnTo>
                <a:lnTo>
                  <a:pt x="2040496" y="0"/>
                </a:lnTo>
                <a:close/>
                <a:moveTo>
                  <a:pt x="2142521" y="0"/>
                </a:moveTo>
                <a:lnTo>
                  <a:pt x="2205305" y="0"/>
                </a:lnTo>
                <a:lnTo>
                  <a:pt x="2205305" y="15683"/>
                </a:lnTo>
                <a:lnTo>
                  <a:pt x="2142521" y="15683"/>
                </a:lnTo>
                <a:lnTo>
                  <a:pt x="2142521" y="0"/>
                </a:lnTo>
                <a:close/>
                <a:moveTo>
                  <a:pt x="2244546" y="0"/>
                </a:moveTo>
                <a:lnTo>
                  <a:pt x="2307330" y="0"/>
                </a:lnTo>
                <a:lnTo>
                  <a:pt x="2307330" y="15683"/>
                </a:lnTo>
                <a:lnTo>
                  <a:pt x="2244546" y="15683"/>
                </a:lnTo>
                <a:lnTo>
                  <a:pt x="2244546" y="0"/>
                </a:lnTo>
                <a:close/>
                <a:moveTo>
                  <a:pt x="2346570" y="0"/>
                </a:moveTo>
                <a:lnTo>
                  <a:pt x="2409355" y="0"/>
                </a:lnTo>
                <a:lnTo>
                  <a:pt x="2409355" y="15683"/>
                </a:lnTo>
                <a:lnTo>
                  <a:pt x="2346570" y="15683"/>
                </a:lnTo>
                <a:lnTo>
                  <a:pt x="2346570" y="0"/>
                </a:lnTo>
                <a:close/>
                <a:moveTo>
                  <a:pt x="2448595" y="0"/>
                </a:moveTo>
                <a:lnTo>
                  <a:pt x="2511380" y="0"/>
                </a:lnTo>
                <a:lnTo>
                  <a:pt x="2511380" y="15683"/>
                </a:lnTo>
                <a:lnTo>
                  <a:pt x="2448595" y="15683"/>
                </a:lnTo>
                <a:lnTo>
                  <a:pt x="2448595" y="0"/>
                </a:lnTo>
                <a:close/>
                <a:moveTo>
                  <a:pt x="2550620" y="0"/>
                </a:moveTo>
                <a:lnTo>
                  <a:pt x="2613405" y="0"/>
                </a:lnTo>
                <a:lnTo>
                  <a:pt x="2613405" y="15683"/>
                </a:lnTo>
                <a:lnTo>
                  <a:pt x="2550620" y="15683"/>
                </a:lnTo>
                <a:lnTo>
                  <a:pt x="2550620" y="0"/>
                </a:lnTo>
                <a:close/>
                <a:moveTo>
                  <a:pt x="2652645" y="0"/>
                </a:moveTo>
                <a:lnTo>
                  <a:pt x="2715429" y="0"/>
                </a:lnTo>
                <a:lnTo>
                  <a:pt x="2715429" y="15683"/>
                </a:lnTo>
                <a:lnTo>
                  <a:pt x="2652645" y="15683"/>
                </a:lnTo>
                <a:lnTo>
                  <a:pt x="2652645" y="0"/>
                </a:lnTo>
                <a:close/>
                <a:moveTo>
                  <a:pt x="2754670" y="0"/>
                </a:moveTo>
                <a:lnTo>
                  <a:pt x="2817454" y="0"/>
                </a:lnTo>
                <a:lnTo>
                  <a:pt x="2817454" y="15683"/>
                </a:lnTo>
                <a:lnTo>
                  <a:pt x="2754670" y="15683"/>
                </a:lnTo>
                <a:lnTo>
                  <a:pt x="2754670" y="0"/>
                </a:lnTo>
                <a:close/>
                <a:moveTo>
                  <a:pt x="2856694" y="0"/>
                </a:moveTo>
                <a:lnTo>
                  <a:pt x="2919479" y="0"/>
                </a:lnTo>
                <a:lnTo>
                  <a:pt x="2919479" y="15683"/>
                </a:lnTo>
                <a:lnTo>
                  <a:pt x="2856694" y="15683"/>
                </a:lnTo>
                <a:lnTo>
                  <a:pt x="2856694" y="0"/>
                </a:lnTo>
                <a:close/>
                <a:moveTo>
                  <a:pt x="2958719" y="0"/>
                </a:moveTo>
                <a:lnTo>
                  <a:pt x="3021504" y="0"/>
                </a:lnTo>
                <a:lnTo>
                  <a:pt x="3021504" y="15683"/>
                </a:lnTo>
                <a:lnTo>
                  <a:pt x="2958719" y="15683"/>
                </a:lnTo>
                <a:lnTo>
                  <a:pt x="2958719" y="0"/>
                </a:lnTo>
                <a:close/>
                <a:moveTo>
                  <a:pt x="3060744" y="0"/>
                </a:moveTo>
                <a:lnTo>
                  <a:pt x="3123529" y="0"/>
                </a:lnTo>
                <a:lnTo>
                  <a:pt x="3123529" y="15683"/>
                </a:lnTo>
                <a:lnTo>
                  <a:pt x="3060744" y="15683"/>
                </a:lnTo>
                <a:lnTo>
                  <a:pt x="3060744" y="0"/>
                </a:lnTo>
                <a:close/>
                <a:moveTo>
                  <a:pt x="3162769" y="0"/>
                </a:moveTo>
                <a:lnTo>
                  <a:pt x="3225553" y="0"/>
                </a:lnTo>
                <a:lnTo>
                  <a:pt x="3225553" y="15683"/>
                </a:lnTo>
                <a:lnTo>
                  <a:pt x="3162769" y="15683"/>
                </a:lnTo>
                <a:lnTo>
                  <a:pt x="3162769" y="0"/>
                </a:lnTo>
                <a:close/>
                <a:moveTo>
                  <a:pt x="3264794" y="0"/>
                </a:moveTo>
                <a:lnTo>
                  <a:pt x="3327578" y="0"/>
                </a:lnTo>
                <a:lnTo>
                  <a:pt x="3327578" y="15683"/>
                </a:lnTo>
                <a:lnTo>
                  <a:pt x="3264794" y="15683"/>
                </a:lnTo>
                <a:lnTo>
                  <a:pt x="3264794" y="0"/>
                </a:lnTo>
                <a:close/>
                <a:moveTo>
                  <a:pt x="3366819" y="0"/>
                </a:moveTo>
                <a:lnTo>
                  <a:pt x="3429603" y="0"/>
                </a:lnTo>
                <a:lnTo>
                  <a:pt x="3429603" y="15683"/>
                </a:lnTo>
                <a:lnTo>
                  <a:pt x="3366819" y="15683"/>
                </a:lnTo>
                <a:lnTo>
                  <a:pt x="3366819" y="0"/>
                </a:lnTo>
                <a:close/>
                <a:moveTo>
                  <a:pt x="3468843" y="0"/>
                </a:moveTo>
                <a:lnTo>
                  <a:pt x="3531628" y="0"/>
                </a:lnTo>
                <a:lnTo>
                  <a:pt x="3531628" y="15683"/>
                </a:lnTo>
                <a:lnTo>
                  <a:pt x="3468843" y="15683"/>
                </a:lnTo>
                <a:lnTo>
                  <a:pt x="3468843" y="0"/>
                </a:lnTo>
                <a:close/>
                <a:moveTo>
                  <a:pt x="3570868" y="0"/>
                </a:moveTo>
                <a:lnTo>
                  <a:pt x="3633653" y="0"/>
                </a:lnTo>
                <a:lnTo>
                  <a:pt x="3633653" y="15683"/>
                </a:lnTo>
                <a:lnTo>
                  <a:pt x="3570868" y="15683"/>
                </a:lnTo>
                <a:lnTo>
                  <a:pt x="3570868" y="0"/>
                </a:lnTo>
                <a:close/>
                <a:moveTo>
                  <a:pt x="3672893" y="0"/>
                </a:moveTo>
                <a:lnTo>
                  <a:pt x="3735677" y="0"/>
                </a:lnTo>
                <a:lnTo>
                  <a:pt x="3735677" y="15683"/>
                </a:lnTo>
                <a:lnTo>
                  <a:pt x="3672893" y="15683"/>
                </a:lnTo>
                <a:lnTo>
                  <a:pt x="3672893" y="0"/>
                </a:lnTo>
                <a:close/>
                <a:moveTo>
                  <a:pt x="3774918" y="0"/>
                </a:moveTo>
                <a:lnTo>
                  <a:pt x="3837702" y="0"/>
                </a:lnTo>
                <a:lnTo>
                  <a:pt x="3837702" y="15683"/>
                </a:lnTo>
                <a:lnTo>
                  <a:pt x="3774918" y="15683"/>
                </a:lnTo>
                <a:lnTo>
                  <a:pt x="3774918" y="0"/>
                </a:lnTo>
                <a:close/>
                <a:moveTo>
                  <a:pt x="3876943" y="0"/>
                </a:moveTo>
                <a:lnTo>
                  <a:pt x="3939727" y="0"/>
                </a:lnTo>
                <a:lnTo>
                  <a:pt x="3939727" y="15683"/>
                </a:lnTo>
                <a:lnTo>
                  <a:pt x="3876943" y="15683"/>
                </a:lnTo>
                <a:lnTo>
                  <a:pt x="3876943" y="0"/>
                </a:lnTo>
                <a:close/>
                <a:moveTo>
                  <a:pt x="3978967" y="0"/>
                </a:moveTo>
                <a:lnTo>
                  <a:pt x="4041752" y="0"/>
                </a:lnTo>
                <a:lnTo>
                  <a:pt x="4041752" y="15683"/>
                </a:lnTo>
                <a:lnTo>
                  <a:pt x="3978967" y="15683"/>
                </a:lnTo>
                <a:lnTo>
                  <a:pt x="3978967" y="0"/>
                </a:lnTo>
                <a:close/>
                <a:moveTo>
                  <a:pt x="4080992" y="0"/>
                </a:moveTo>
                <a:lnTo>
                  <a:pt x="4143777" y="0"/>
                </a:lnTo>
                <a:lnTo>
                  <a:pt x="4143777" y="15683"/>
                </a:lnTo>
                <a:lnTo>
                  <a:pt x="4080992" y="15683"/>
                </a:lnTo>
                <a:lnTo>
                  <a:pt x="4080992" y="0"/>
                </a:lnTo>
                <a:close/>
                <a:moveTo>
                  <a:pt x="4183017" y="0"/>
                </a:moveTo>
                <a:lnTo>
                  <a:pt x="4245801" y="0"/>
                </a:lnTo>
                <a:lnTo>
                  <a:pt x="4245801" y="15683"/>
                </a:lnTo>
                <a:lnTo>
                  <a:pt x="4183017" y="15683"/>
                </a:lnTo>
                <a:lnTo>
                  <a:pt x="4183017" y="0"/>
                </a:lnTo>
                <a:close/>
                <a:moveTo>
                  <a:pt x="4285042" y="0"/>
                </a:moveTo>
                <a:lnTo>
                  <a:pt x="4347826" y="0"/>
                </a:lnTo>
                <a:lnTo>
                  <a:pt x="4347826" y="15683"/>
                </a:lnTo>
                <a:lnTo>
                  <a:pt x="4285042" y="15683"/>
                </a:lnTo>
                <a:lnTo>
                  <a:pt x="4285042" y="0"/>
                </a:lnTo>
                <a:close/>
                <a:moveTo>
                  <a:pt x="4387067" y="0"/>
                </a:moveTo>
                <a:lnTo>
                  <a:pt x="4449851" y="0"/>
                </a:lnTo>
                <a:lnTo>
                  <a:pt x="4449851" y="15683"/>
                </a:lnTo>
                <a:lnTo>
                  <a:pt x="4387067" y="15683"/>
                </a:lnTo>
                <a:lnTo>
                  <a:pt x="4387067" y="0"/>
                </a:lnTo>
                <a:close/>
                <a:moveTo>
                  <a:pt x="4489091" y="0"/>
                </a:moveTo>
                <a:lnTo>
                  <a:pt x="4551876" y="0"/>
                </a:lnTo>
                <a:lnTo>
                  <a:pt x="4551876" y="15683"/>
                </a:lnTo>
                <a:lnTo>
                  <a:pt x="4489091" y="15683"/>
                </a:lnTo>
                <a:lnTo>
                  <a:pt x="4489091" y="0"/>
                </a:lnTo>
                <a:close/>
                <a:moveTo>
                  <a:pt x="4591116" y="0"/>
                </a:moveTo>
                <a:lnTo>
                  <a:pt x="4653901" y="0"/>
                </a:lnTo>
                <a:lnTo>
                  <a:pt x="4653901" y="15683"/>
                </a:lnTo>
                <a:lnTo>
                  <a:pt x="4591116" y="15683"/>
                </a:lnTo>
                <a:lnTo>
                  <a:pt x="4591116" y="0"/>
                </a:lnTo>
                <a:close/>
                <a:moveTo>
                  <a:pt x="4693141" y="0"/>
                </a:moveTo>
                <a:lnTo>
                  <a:pt x="4755926" y="0"/>
                </a:lnTo>
                <a:lnTo>
                  <a:pt x="4755926" y="15683"/>
                </a:lnTo>
                <a:lnTo>
                  <a:pt x="4693141" y="15683"/>
                </a:lnTo>
                <a:lnTo>
                  <a:pt x="4693141" y="0"/>
                </a:lnTo>
                <a:close/>
                <a:moveTo>
                  <a:pt x="4795166" y="0"/>
                </a:moveTo>
                <a:lnTo>
                  <a:pt x="4857950" y="0"/>
                </a:lnTo>
                <a:lnTo>
                  <a:pt x="4857950" y="15683"/>
                </a:lnTo>
                <a:lnTo>
                  <a:pt x="4795166" y="15683"/>
                </a:lnTo>
                <a:lnTo>
                  <a:pt x="4795166" y="0"/>
                </a:lnTo>
                <a:close/>
                <a:moveTo>
                  <a:pt x="4897191" y="0"/>
                </a:moveTo>
                <a:lnTo>
                  <a:pt x="4959975" y="0"/>
                </a:lnTo>
                <a:lnTo>
                  <a:pt x="4959975" y="15683"/>
                </a:lnTo>
                <a:lnTo>
                  <a:pt x="4897191" y="15683"/>
                </a:lnTo>
                <a:lnTo>
                  <a:pt x="4897191" y="0"/>
                </a:lnTo>
                <a:close/>
                <a:moveTo>
                  <a:pt x="4999215" y="0"/>
                </a:moveTo>
                <a:lnTo>
                  <a:pt x="5062000" y="0"/>
                </a:lnTo>
                <a:lnTo>
                  <a:pt x="5062000" y="15683"/>
                </a:lnTo>
                <a:lnTo>
                  <a:pt x="4999215" y="15683"/>
                </a:lnTo>
                <a:lnTo>
                  <a:pt x="4999215" y="0"/>
                </a:lnTo>
                <a:close/>
                <a:moveTo>
                  <a:pt x="5101240" y="0"/>
                </a:moveTo>
                <a:lnTo>
                  <a:pt x="5164025" y="0"/>
                </a:lnTo>
                <a:lnTo>
                  <a:pt x="5164025" y="15683"/>
                </a:lnTo>
                <a:lnTo>
                  <a:pt x="5101240" y="15683"/>
                </a:lnTo>
                <a:lnTo>
                  <a:pt x="5101240" y="0"/>
                </a:lnTo>
                <a:close/>
                <a:moveTo>
                  <a:pt x="5203265" y="0"/>
                </a:moveTo>
                <a:lnTo>
                  <a:pt x="5266050" y="0"/>
                </a:lnTo>
                <a:lnTo>
                  <a:pt x="5266050" y="15683"/>
                </a:lnTo>
                <a:lnTo>
                  <a:pt x="5203265" y="15683"/>
                </a:lnTo>
                <a:lnTo>
                  <a:pt x="5203265" y="0"/>
                </a:lnTo>
                <a:close/>
                <a:moveTo>
                  <a:pt x="5305290" y="0"/>
                </a:moveTo>
                <a:lnTo>
                  <a:pt x="5368074" y="0"/>
                </a:lnTo>
                <a:lnTo>
                  <a:pt x="5368074" y="15683"/>
                </a:lnTo>
                <a:lnTo>
                  <a:pt x="5305290" y="15683"/>
                </a:lnTo>
                <a:lnTo>
                  <a:pt x="5305290" y="0"/>
                </a:lnTo>
                <a:close/>
                <a:moveTo>
                  <a:pt x="5407315" y="0"/>
                </a:moveTo>
                <a:lnTo>
                  <a:pt x="5470099" y="0"/>
                </a:lnTo>
                <a:lnTo>
                  <a:pt x="5470099" y="15683"/>
                </a:lnTo>
                <a:lnTo>
                  <a:pt x="5407315" y="15683"/>
                </a:lnTo>
                <a:lnTo>
                  <a:pt x="5407315" y="0"/>
                </a:lnTo>
                <a:close/>
                <a:moveTo>
                  <a:pt x="5509339" y="0"/>
                </a:moveTo>
                <a:lnTo>
                  <a:pt x="5572124" y="0"/>
                </a:lnTo>
                <a:lnTo>
                  <a:pt x="5572124" y="15683"/>
                </a:lnTo>
                <a:lnTo>
                  <a:pt x="5509339" y="15683"/>
                </a:lnTo>
                <a:lnTo>
                  <a:pt x="5509339" y="0"/>
                </a:lnTo>
                <a:close/>
                <a:moveTo>
                  <a:pt x="5611364" y="0"/>
                </a:moveTo>
                <a:lnTo>
                  <a:pt x="5674149" y="0"/>
                </a:lnTo>
                <a:lnTo>
                  <a:pt x="5674149" y="15683"/>
                </a:lnTo>
                <a:lnTo>
                  <a:pt x="5611364" y="15683"/>
                </a:lnTo>
                <a:lnTo>
                  <a:pt x="5611364" y="0"/>
                </a:lnTo>
                <a:close/>
                <a:moveTo>
                  <a:pt x="5713389" y="0"/>
                </a:moveTo>
                <a:lnTo>
                  <a:pt x="5776174" y="0"/>
                </a:lnTo>
                <a:lnTo>
                  <a:pt x="5776174" y="15683"/>
                </a:lnTo>
                <a:lnTo>
                  <a:pt x="5713389" y="15683"/>
                </a:lnTo>
                <a:lnTo>
                  <a:pt x="5713389" y="0"/>
                </a:lnTo>
                <a:close/>
                <a:moveTo>
                  <a:pt x="5815414" y="0"/>
                </a:moveTo>
                <a:lnTo>
                  <a:pt x="5878198" y="0"/>
                </a:lnTo>
                <a:lnTo>
                  <a:pt x="5878198" y="15683"/>
                </a:lnTo>
                <a:lnTo>
                  <a:pt x="5815414" y="15683"/>
                </a:lnTo>
                <a:lnTo>
                  <a:pt x="5815414" y="0"/>
                </a:lnTo>
                <a:close/>
                <a:moveTo>
                  <a:pt x="5917439" y="0"/>
                </a:moveTo>
                <a:lnTo>
                  <a:pt x="5980223" y="0"/>
                </a:lnTo>
                <a:lnTo>
                  <a:pt x="5980223" y="15683"/>
                </a:lnTo>
                <a:lnTo>
                  <a:pt x="5917439" y="15683"/>
                </a:lnTo>
                <a:lnTo>
                  <a:pt x="5917439" y="0"/>
                </a:lnTo>
                <a:close/>
                <a:moveTo>
                  <a:pt x="6019463" y="0"/>
                </a:moveTo>
                <a:lnTo>
                  <a:pt x="6082248" y="0"/>
                </a:lnTo>
                <a:lnTo>
                  <a:pt x="6082248" y="15683"/>
                </a:lnTo>
                <a:lnTo>
                  <a:pt x="6019463" y="15683"/>
                </a:lnTo>
                <a:lnTo>
                  <a:pt x="6019463" y="0"/>
                </a:lnTo>
                <a:close/>
                <a:moveTo>
                  <a:pt x="6121488" y="0"/>
                </a:moveTo>
                <a:lnTo>
                  <a:pt x="6184273" y="0"/>
                </a:lnTo>
                <a:lnTo>
                  <a:pt x="6184273" y="15683"/>
                </a:lnTo>
                <a:lnTo>
                  <a:pt x="6121488" y="15683"/>
                </a:lnTo>
                <a:lnTo>
                  <a:pt x="6121488" y="0"/>
                </a:lnTo>
                <a:close/>
                <a:moveTo>
                  <a:pt x="6223513" y="0"/>
                </a:moveTo>
                <a:lnTo>
                  <a:pt x="6286298" y="0"/>
                </a:lnTo>
                <a:lnTo>
                  <a:pt x="6286298" y="15683"/>
                </a:lnTo>
                <a:lnTo>
                  <a:pt x="6223513" y="15683"/>
                </a:lnTo>
                <a:lnTo>
                  <a:pt x="6223513" y="0"/>
                </a:lnTo>
                <a:close/>
                <a:moveTo>
                  <a:pt x="6325538" y="0"/>
                </a:moveTo>
                <a:lnTo>
                  <a:pt x="6388322" y="0"/>
                </a:lnTo>
                <a:lnTo>
                  <a:pt x="6388322" y="15683"/>
                </a:lnTo>
                <a:lnTo>
                  <a:pt x="6325538" y="15683"/>
                </a:lnTo>
                <a:lnTo>
                  <a:pt x="6325538" y="0"/>
                </a:lnTo>
                <a:close/>
                <a:moveTo>
                  <a:pt x="6427563" y="0"/>
                </a:moveTo>
                <a:lnTo>
                  <a:pt x="6490347" y="0"/>
                </a:lnTo>
                <a:lnTo>
                  <a:pt x="6490347" y="15683"/>
                </a:lnTo>
                <a:lnTo>
                  <a:pt x="6427563" y="15683"/>
                </a:lnTo>
                <a:lnTo>
                  <a:pt x="6427563" y="0"/>
                </a:lnTo>
                <a:close/>
                <a:moveTo>
                  <a:pt x="6529588" y="0"/>
                </a:moveTo>
                <a:lnTo>
                  <a:pt x="6592372" y="0"/>
                </a:lnTo>
                <a:lnTo>
                  <a:pt x="6592372" y="15683"/>
                </a:lnTo>
                <a:lnTo>
                  <a:pt x="6529588" y="15683"/>
                </a:lnTo>
                <a:lnTo>
                  <a:pt x="6529588" y="0"/>
                </a:lnTo>
                <a:close/>
                <a:moveTo>
                  <a:pt x="6631612" y="0"/>
                </a:moveTo>
                <a:lnTo>
                  <a:pt x="6694397" y="0"/>
                </a:lnTo>
                <a:lnTo>
                  <a:pt x="6694397" y="15683"/>
                </a:lnTo>
                <a:lnTo>
                  <a:pt x="6631612" y="15683"/>
                </a:lnTo>
                <a:lnTo>
                  <a:pt x="6631612" y="0"/>
                </a:lnTo>
                <a:close/>
              </a:path>
            </a:pathLst>
          </a:custGeom>
          <a:solidFill xmlns:a="http://schemas.openxmlformats.org/drawingml/2006/main">
            <a:srgbClr val="4CCB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LayerOne">
            <a:extLst xmlns:a="http://schemas.openxmlformats.org/drawingml/2006/main">
              <a:ext uri="{FF2B5EF4-FFF2-40B4-BE49-F238E27FC236}">
                <a16:creationId xmlns:a16="http://schemas.microsoft.com/office/drawing/2014/main" id="{242E11FF-F916-44A4-A835-8DFF1EC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41" y="4626566"/>
            <a:ext cx="965646" cy="200445"/>
          </a:xfrm>
          <a:custGeom xmlns:a="http://schemas.openxmlformats.org/drawingml/2006/main">
            <a:pathLst>
              <a:path w="965646" h="200445">
                <a:moveTo>
                  <a:pt x="87084" y="150764"/>
                </a:moveTo>
                <a:lnTo>
                  <a:pt x="0" y="150764"/>
                </a:lnTo>
                <a:lnTo>
                  <a:pt x="0" y="2489"/>
                </a:lnTo>
                <a:lnTo>
                  <a:pt x="31615" y="2489"/>
                </a:lnTo>
                <a:lnTo>
                  <a:pt x="31615" y="124919"/>
                </a:lnTo>
                <a:lnTo>
                  <a:pt x="87084" y="124919"/>
                </a:lnTo>
                <a:lnTo>
                  <a:pt x="87084" y="150764"/>
                </a:lnTo>
                <a:close/>
                <a:moveTo>
                  <a:pt x="106843" y="51308"/>
                </a:moveTo>
                <a:cubicBezTo>
                  <a:pt x="111633" y="48627"/>
                  <a:pt x="118036" y="46458"/>
                  <a:pt x="126051" y="44799"/>
                </a:cubicBezTo>
                <a:cubicBezTo>
                  <a:pt x="134067" y="43139"/>
                  <a:pt x="140917" y="42310"/>
                  <a:pt x="146601" y="42310"/>
                </a:cubicBezTo>
                <a:cubicBezTo>
                  <a:pt x="176236" y="42310"/>
                  <a:pt x="191053" y="57147"/>
                  <a:pt x="191053" y="86821"/>
                </a:cubicBezTo>
                <a:lnTo>
                  <a:pt x="191053" y="150764"/>
                </a:lnTo>
                <a:lnTo>
                  <a:pt x="161642" y="150764"/>
                </a:lnTo>
                <a:lnTo>
                  <a:pt x="161642" y="135353"/>
                </a:lnTo>
                <a:lnTo>
                  <a:pt x="161259" y="135353"/>
                </a:lnTo>
                <a:cubicBezTo>
                  <a:pt x="154041" y="147350"/>
                  <a:pt x="143471" y="153349"/>
                  <a:pt x="129548" y="153349"/>
                </a:cubicBezTo>
                <a:cubicBezTo>
                  <a:pt x="119521" y="153349"/>
                  <a:pt x="111490" y="150493"/>
                  <a:pt x="105454" y="144782"/>
                </a:cubicBezTo>
                <a:cubicBezTo>
                  <a:pt x="99419" y="139070"/>
                  <a:pt x="96401" y="131301"/>
                  <a:pt x="96401" y="121473"/>
                </a:cubicBezTo>
                <a:cubicBezTo>
                  <a:pt x="96401" y="101180"/>
                  <a:pt x="108504" y="89374"/>
                  <a:pt x="132710" y="86055"/>
                </a:cubicBezTo>
                <a:lnTo>
                  <a:pt x="161833" y="82131"/>
                </a:lnTo>
                <a:cubicBezTo>
                  <a:pt x="161833" y="69814"/>
                  <a:pt x="155415" y="63656"/>
                  <a:pt x="142577" y="63656"/>
                </a:cubicBezTo>
                <a:cubicBezTo>
                  <a:pt x="129931" y="63656"/>
                  <a:pt x="118020" y="67485"/>
                  <a:pt x="106843" y="75143"/>
                </a:cubicBezTo>
                <a:lnTo>
                  <a:pt x="106843" y="51308"/>
                </a:lnTo>
                <a:moveTo>
                  <a:pt x="141811" y="102807"/>
                </a:moveTo>
                <a:cubicBezTo>
                  <a:pt x="130634" y="104275"/>
                  <a:pt x="125046" y="109316"/>
                  <a:pt x="125046" y="117931"/>
                </a:cubicBezTo>
                <a:cubicBezTo>
                  <a:pt x="125046" y="121888"/>
                  <a:pt x="126403" y="125079"/>
                  <a:pt x="129117" y="127504"/>
                </a:cubicBezTo>
                <a:cubicBezTo>
                  <a:pt x="131831" y="129929"/>
                  <a:pt x="135488" y="131141"/>
                  <a:pt x="140086" y="131141"/>
                </a:cubicBezTo>
                <a:cubicBezTo>
                  <a:pt x="146409" y="131141"/>
                  <a:pt x="151615" y="128908"/>
                  <a:pt x="155702" y="124440"/>
                </a:cubicBezTo>
                <a:cubicBezTo>
                  <a:pt x="159790" y="119973"/>
                  <a:pt x="161833" y="114421"/>
                  <a:pt x="161833" y="107785"/>
                </a:cubicBezTo>
                <a:lnTo>
                  <a:pt x="161833" y="100222"/>
                </a:lnTo>
                <a:lnTo>
                  <a:pt x="141811" y="102807"/>
                </a:lnTo>
                <a:close/>
                <a:moveTo>
                  <a:pt x="316720" y="44894"/>
                </a:moveTo>
                <a:lnTo>
                  <a:pt x="273034" y="160241"/>
                </a:lnTo>
                <a:cubicBezTo>
                  <a:pt x="262879" y="187044"/>
                  <a:pt x="247679" y="200445"/>
                  <a:pt x="227433" y="200445"/>
                </a:cubicBezTo>
                <a:cubicBezTo>
                  <a:pt x="219449" y="200445"/>
                  <a:pt x="213254" y="199615"/>
                  <a:pt x="208847" y="197956"/>
                </a:cubicBezTo>
                <a:lnTo>
                  <a:pt x="208847" y="173164"/>
                </a:lnTo>
                <a:cubicBezTo>
                  <a:pt x="212999" y="175525"/>
                  <a:pt x="217565" y="176705"/>
                  <a:pt x="222547" y="176705"/>
                </a:cubicBezTo>
                <a:cubicBezTo>
                  <a:pt x="230977" y="176705"/>
                  <a:pt x="236917" y="172621"/>
                  <a:pt x="240366" y="164453"/>
                </a:cubicBezTo>
                <a:lnTo>
                  <a:pt x="246210" y="150573"/>
                </a:lnTo>
                <a:lnTo>
                  <a:pt x="203387" y="44894"/>
                </a:lnTo>
                <a:lnTo>
                  <a:pt x="237684" y="44894"/>
                </a:lnTo>
                <a:lnTo>
                  <a:pt x="258377" y="111231"/>
                </a:lnTo>
                <a:cubicBezTo>
                  <a:pt x="259654" y="115251"/>
                  <a:pt x="260580" y="119750"/>
                  <a:pt x="261155" y="124728"/>
                </a:cubicBezTo>
                <a:lnTo>
                  <a:pt x="261730" y="124728"/>
                </a:lnTo>
                <a:cubicBezTo>
                  <a:pt x="262177" y="121345"/>
                  <a:pt x="263231" y="116910"/>
                  <a:pt x="264891" y="111422"/>
                </a:cubicBezTo>
                <a:lnTo>
                  <a:pt x="286063" y="44894"/>
                </a:lnTo>
                <a:lnTo>
                  <a:pt x="316720" y="44894"/>
                </a:lnTo>
                <a:close/>
                <a:moveTo>
                  <a:pt x="422168" y="106540"/>
                </a:moveTo>
                <a:lnTo>
                  <a:pt x="352424" y="106540"/>
                </a:lnTo>
                <a:cubicBezTo>
                  <a:pt x="353510" y="122941"/>
                  <a:pt x="363410" y="131141"/>
                  <a:pt x="382123" y="131141"/>
                </a:cubicBezTo>
                <a:cubicBezTo>
                  <a:pt x="393811" y="131141"/>
                  <a:pt x="404125" y="128269"/>
                  <a:pt x="413067" y="122526"/>
                </a:cubicBezTo>
                <a:lnTo>
                  <a:pt x="413067" y="145212"/>
                </a:lnTo>
                <a:cubicBezTo>
                  <a:pt x="403423" y="150637"/>
                  <a:pt x="390777" y="153349"/>
                  <a:pt x="375129" y="153349"/>
                </a:cubicBezTo>
                <a:cubicBezTo>
                  <a:pt x="358268" y="153349"/>
                  <a:pt x="345160" y="148595"/>
                  <a:pt x="335803" y="139086"/>
                </a:cubicBezTo>
                <a:cubicBezTo>
                  <a:pt x="326446" y="129578"/>
                  <a:pt x="321768" y="116336"/>
                  <a:pt x="321768" y="99361"/>
                </a:cubicBezTo>
                <a:cubicBezTo>
                  <a:pt x="321768" y="82450"/>
                  <a:pt x="326750" y="68713"/>
                  <a:pt x="336713" y="58152"/>
                </a:cubicBezTo>
                <a:cubicBezTo>
                  <a:pt x="346676" y="47590"/>
                  <a:pt x="359194" y="42310"/>
                  <a:pt x="374267" y="42310"/>
                </a:cubicBezTo>
                <a:cubicBezTo>
                  <a:pt x="389276" y="42310"/>
                  <a:pt x="401012" y="46857"/>
                  <a:pt x="409474" y="55950"/>
                </a:cubicBezTo>
                <a:cubicBezTo>
                  <a:pt x="417937" y="65044"/>
                  <a:pt x="422168" y="77536"/>
                  <a:pt x="422168" y="93426"/>
                </a:cubicBezTo>
                <a:lnTo>
                  <a:pt x="422168" y="106540"/>
                </a:lnTo>
                <a:moveTo>
                  <a:pt x="393332" y="87204"/>
                </a:moveTo>
                <a:cubicBezTo>
                  <a:pt x="393332" y="71378"/>
                  <a:pt x="386913" y="63465"/>
                  <a:pt x="374076" y="63465"/>
                </a:cubicBezTo>
                <a:cubicBezTo>
                  <a:pt x="368775" y="63465"/>
                  <a:pt x="364080" y="65634"/>
                  <a:pt x="359993" y="69974"/>
                </a:cubicBezTo>
                <a:cubicBezTo>
                  <a:pt x="355905" y="74313"/>
                  <a:pt x="353351" y="80057"/>
                  <a:pt x="352329" y="87204"/>
                </a:cubicBezTo>
                <a:lnTo>
                  <a:pt x="393332" y="87204"/>
                </a:lnTo>
                <a:close/>
                <a:moveTo>
                  <a:pt x="509820" y="72941"/>
                </a:moveTo>
                <a:cubicBezTo>
                  <a:pt x="506052" y="70772"/>
                  <a:pt x="501486" y="69687"/>
                  <a:pt x="496121" y="69687"/>
                </a:cubicBezTo>
                <a:cubicBezTo>
                  <a:pt x="489095" y="69687"/>
                  <a:pt x="483523" y="72367"/>
                  <a:pt x="479403" y="77727"/>
                </a:cubicBezTo>
                <a:cubicBezTo>
                  <a:pt x="475284" y="83088"/>
                  <a:pt x="473224" y="90459"/>
                  <a:pt x="473224" y="99840"/>
                </a:cubicBezTo>
                <a:lnTo>
                  <a:pt x="473224" y="150764"/>
                </a:lnTo>
                <a:lnTo>
                  <a:pt x="442280" y="150764"/>
                </a:lnTo>
                <a:lnTo>
                  <a:pt x="442280" y="44894"/>
                </a:lnTo>
                <a:lnTo>
                  <a:pt x="473224" y="44894"/>
                </a:lnTo>
                <a:lnTo>
                  <a:pt x="473224" y="64805"/>
                </a:lnTo>
                <a:lnTo>
                  <a:pt x="473607" y="64805"/>
                </a:lnTo>
                <a:cubicBezTo>
                  <a:pt x="478717" y="50319"/>
                  <a:pt x="488010" y="43076"/>
                  <a:pt x="501486" y="43076"/>
                </a:cubicBezTo>
                <a:cubicBezTo>
                  <a:pt x="505126" y="43076"/>
                  <a:pt x="507904" y="43490"/>
                  <a:pt x="509820" y="44320"/>
                </a:cubicBezTo>
                <a:lnTo>
                  <a:pt x="509820" y="72941"/>
                </a:lnTo>
                <a:close/>
                <a:moveTo>
                  <a:pt x="577711" y="78589"/>
                </a:moveTo>
                <a:cubicBezTo>
                  <a:pt x="577711" y="55360"/>
                  <a:pt x="584497" y="36455"/>
                  <a:pt x="598069" y="21873"/>
                </a:cubicBezTo>
                <a:cubicBezTo>
                  <a:pt x="611641" y="7291"/>
                  <a:pt x="629571" y="0"/>
                  <a:pt x="651861" y="0"/>
                </a:cubicBezTo>
                <a:cubicBezTo>
                  <a:pt x="673065" y="0"/>
                  <a:pt x="690134" y="7052"/>
                  <a:pt x="703067" y="21155"/>
                </a:cubicBezTo>
                <a:cubicBezTo>
                  <a:pt x="716000" y="35258"/>
                  <a:pt x="722467" y="53382"/>
                  <a:pt x="722467" y="75526"/>
                </a:cubicBezTo>
                <a:cubicBezTo>
                  <a:pt x="722467" y="98627"/>
                  <a:pt x="715745" y="117373"/>
                  <a:pt x="702301" y="131763"/>
                </a:cubicBezTo>
                <a:cubicBezTo>
                  <a:pt x="688857" y="146154"/>
                  <a:pt x="671245" y="153349"/>
                  <a:pt x="649466" y="153349"/>
                </a:cubicBezTo>
                <a:cubicBezTo>
                  <a:pt x="628198" y="153349"/>
                  <a:pt x="610922" y="146377"/>
                  <a:pt x="597638" y="132433"/>
                </a:cubicBezTo>
                <a:cubicBezTo>
                  <a:pt x="584353" y="118490"/>
                  <a:pt x="577711" y="100541"/>
                  <a:pt x="577711" y="78589"/>
                </a:cubicBezTo>
                <a:moveTo>
                  <a:pt x="610954" y="76866"/>
                </a:moveTo>
                <a:cubicBezTo>
                  <a:pt x="610954" y="91288"/>
                  <a:pt x="614435" y="103078"/>
                  <a:pt x="621396" y="112236"/>
                </a:cubicBezTo>
                <a:cubicBezTo>
                  <a:pt x="628358" y="121393"/>
                  <a:pt x="637906" y="125972"/>
                  <a:pt x="650041" y="125972"/>
                </a:cubicBezTo>
                <a:cubicBezTo>
                  <a:pt x="662431" y="125972"/>
                  <a:pt x="672075" y="121585"/>
                  <a:pt x="678973" y="112810"/>
                </a:cubicBezTo>
                <a:cubicBezTo>
                  <a:pt x="685871" y="104035"/>
                  <a:pt x="689320" y="92245"/>
                  <a:pt x="689320" y="77440"/>
                </a:cubicBezTo>
                <a:cubicBezTo>
                  <a:pt x="689320" y="61997"/>
                  <a:pt x="685967" y="49792"/>
                  <a:pt x="679261" y="40826"/>
                </a:cubicBezTo>
                <a:cubicBezTo>
                  <a:pt x="672554" y="31860"/>
                  <a:pt x="663102" y="27377"/>
                  <a:pt x="650903" y="27377"/>
                </a:cubicBezTo>
                <a:cubicBezTo>
                  <a:pt x="638513" y="27377"/>
                  <a:pt x="628757" y="31972"/>
                  <a:pt x="621636" y="41161"/>
                </a:cubicBezTo>
                <a:cubicBezTo>
                  <a:pt x="614515" y="50351"/>
                  <a:pt x="610954" y="62252"/>
                  <a:pt x="610954" y="76866"/>
                </a:cubicBezTo>
                <a:close/>
                <a:moveTo>
                  <a:pt x="845118" y="150764"/>
                </a:moveTo>
                <a:lnTo>
                  <a:pt x="814366" y="150764"/>
                </a:lnTo>
                <a:lnTo>
                  <a:pt x="814366" y="91703"/>
                </a:lnTo>
                <a:cubicBezTo>
                  <a:pt x="814366" y="74600"/>
                  <a:pt x="808203" y="66049"/>
                  <a:pt x="795876" y="66049"/>
                </a:cubicBezTo>
                <a:cubicBezTo>
                  <a:pt x="790000" y="66049"/>
                  <a:pt x="785114" y="68331"/>
                  <a:pt x="781218" y="72893"/>
                </a:cubicBezTo>
                <a:cubicBezTo>
                  <a:pt x="777322" y="77456"/>
                  <a:pt x="775375" y="83279"/>
                  <a:pt x="775375" y="90363"/>
                </a:cubicBezTo>
                <a:lnTo>
                  <a:pt x="775375" y="150764"/>
                </a:lnTo>
                <a:lnTo>
                  <a:pt x="744431" y="150764"/>
                </a:lnTo>
                <a:lnTo>
                  <a:pt x="744431" y="44894"/>
                </a:lnTo>
                <a:lnTo>
                  <a:pt x="775375" y="44894"/>
                </a:lnTo>
                <a:lnTo>
                  <a:pt x="775375" y="61742"/>
                </a:lnTo>
                <a:lnTo>
                  <a:pt x="775758" y="61742"/>
                </a:lnTo>
                <a:cubicBezTo>
                  <a:pt x="783486" y="48787"/>
                  <a:pt x="794854" y="42310"/>
                  <a:pt x="809863" y="42310"/>
                </a:cubicBezTo>
                <a:cubicBezTo>
                  <a:pt x="833366" y="42310"/>
                  <a:pt x="845118" y="56860"/>
                  <a:pt x="845118" y="85960"/>
                </a:cubicBezTo>
                <a:lnTo>
                  <a:pt x="845118" y="150764"/>
                </a:lnTo>
                <a:close/>
                <a:moveTo>
                  <a:pt x="965646" y="106540"/>
                </a:moveTo>
                <a:lnTo>
                  <a:pt x="895903" y="106540"/>
                </a:lnTo>
                <a:cubicBezTo>
                  <a:pt x="896989" y="122941"/>
                  <a:pt x="906888" y="131141"/>
                  <a:pt x="925601" y="131141"/>
                </a:cubicBezTo>
                <a:cubicBezTo>
                  <a:pt x="937289" y="131141"/>
                  <a:pt x="947604" y="128269"/>
                  <a:pt x="956545" y="122526"/>
                </a:cubicBezTo>
                <a:lnTo>
                  <a:pt x="956545" y="145212"/>
                </a:lnTo>
                <a:cubicBezTo>
                  <a:pt x="946901" y="150637"/>
                  <a:pt x="934256" y="153349"/>
                  <a:pt x="918608" y="153349"/>
                </a:cubicBezTo>
                <a:cubicBezTo>
                  <a:pt x="901747" y="153349"/>
                  <a:pt x="888638" y="148595"/>
                  <a:pt x="879281" y="139086"/>
                </a:cubicBezTo>
                <a:cubicBezTo>
                  <a:pt x="869925" y="129578"/>
                  <a:pt x="865246" y="116336"/>
                  <a:pt x="865246" y="99361"/>
                </a:cubicBezTo>
                <a:cubicBezTo>
                  <a:pt x="865246" y="82450"/>
                  <a:pt x="870228" y="68713"/>
                  <a:pt x="880192" y="58152"/>
                </a:cubicBezTo>
                <a:cubicBezTo>
                  <a:pt x="890155" y="47590"/>
                  <a:pt x="902673" y="42310"/>
                  <a:pt x="917746" y="42310"/>
                </a:cubicBezTo>
                <a:cubicBezTo>
                  <a:pt x="932755" y="42310"/>
                  <a:pt x="944490" y="46857"/>
                  <a:pt x="952953" y="55950"/>
                </a:cubicBezTo>
                <a:cubicBezTo>
                  <a:pt x="961415" y="65044"/>
                  <a:pt x="965646" y="77536"/>
                  <a:pt x="965646" y="93426"/>
                </a:cubicBezTo>
                <a:lnTo>
                  <a:pt x="965646" y="106540"/>
                </a:lnTo>
                <a:moveTo>
                  <a:pt x="936810" y="87204"/>
                </a:moveTo>
                <a:cubicBezTo>
                  <a:pt x="936810" y="71378"/>
                  <a:pt x="930392" y="63465"/>
                  <a:pt x="917554" y="63465"/>
                </a:cubicBezTo>
                <a:cubicBezTo>
                  <a:pt x="912253" y="63465"/>
                  <a:pt x="907559" y="65634"/>
                  <a:pt x="903471" y="69974"/>
                </a:cubicBezTo>
                <a:cubicBezTo>
                  <a:pt x="899384" y="74313"/>
                  <a:pt x="896829" y="80057"/>
                  <a:pt x="895807" y="87204"/>
                </a:cubicBezTo>
                <a:lnTo>
                  <a:pt x="936810" y="8720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LayerTwo">
            <a:extLst xmlns:a="http://schemas.openxmlformats.org/drawingml/2006/main">
              <a:ext uri="{FF2B5EF4-FFF2-40B4-BE49-F238E27FC236}">
                <a16:creationId xmlns:a16="http://schemas.microsoft.com/office/drawing/2014/main" id="{E17F4C91-8191-489F-8FE4-5195F64E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142" y="2641193"/>
            <a:ext cx="970153" cy="197956"/>
          </a:xfrm>
          <a:custGeom xmlns:a="http://schemas.openxmlformats.org/drawingml/2006/main">
            <a:pathLst>
              <a:path w="970153" h="197956">
                <a:moveTo>
                  <a:pt x="87084" y="148276"/>
                </a:moveTo>
                <a:lnTo>
                  <a:pt x="0" y="148276"/>
                </a:lnTo>
                <a:lnTo>
                  <a:pt x="0" y="0"/>
                </a:lnTo>
                <a:lnTo>
                  <a:pt x="31615" y="0"/>
                </a:lnTo>
                <a:lnTo>
                  <a:pt x="31615" y="122430"/>
                </a:lnTo>
                <a:lnTo>
                  <a:pt x="87084" y="122430"/>
                </a:lnTo>
                <a:lnTo>
                  <a:pt x="87084" y="148276"/>
                </a:lnTo>
                <a:close/>
                <a:moveTo>
                  <a:pt x="106844" y="48819"/>
                </a:moveTo>
                <a:cubicBezTo>
                  <a:pt x="111634" y="46139"/>
                  <a:pt x="118036" y="43969"/>
                  <a:pt x="126052" y="42310"/>
                </a:cubicBezTo>
                <a:cubicBezTo>
                  <a:pt x="134067" y="40651"/>
                  <a:pt x="140917" y="39821"/>
                  <a:pt x="146601" y="39821"/>
                </a:cubicBezTo>
                <a:cubicBezTo>
                  <a:pt x="176236" y="39821"/>
                  <a:pt x="191053" y="54658"/>
                  <a:pt x="191053" y="84332"/>
                </a:cubicBezTo>
                <a:lnTo>
                  <a:pt x="191053" y="148276"/>
                </a:lnTo>
                <a:lnTo>
                  <a:pt x="161642" y="148276"/>
                </a:lnTo>
                <a:lnTo>
                  <a:pt x="161642" y="132864"/>
                </a:lnTo>
                <a:lnTo>
                  <a:pt x="161259" y="132864"/>
                </a:lnTo>
                <a:cubicBezTo>
                  <a:pt x="154042" y="144861"/>
                  <a:pt x="143472" y="150860"/>
                  <a:pt x="129549" y="150860"/>
                </a:cubicBezTo>
                <a:cubicBezTo>
                  <a:pt x="119521" y="150860"/>
                  <a:pt x="111490" y="148004"/>
                  <a:pt x="105454" y="142293"/>
                </a:cubicBezTo>
                <a:cubicBezTo>
                  <a:pt x="99419" y="136581"/>
                  <a:pt x="96401" y="128812"/>
                  <a:pt x="96401" y="118984"/>
                </a:cubicBezTo>
                <a:cubicBezTo>
                  <a:pt x="96401" y="98691"/>
                  <a:pt x="108504" y="86885"/>
                  <a:pt x="132710" y="83567"/>
                </a:cubicBezTo>
                <a:lnTo>
                  <a:pt x="161834" y="79642"/>
                </a:lnTo>
                <a:cubicBezTo>
                  <a:pt x="161834" y="67325"/>
                  <a:pt x="155415" y="61167"/>
                  <a:pt x="142578" y="61167"/>
                </a:cubicBezTo>
                <a:cubicBezTo>
                  <a:pt x="129932" y="61167"/>
                  <a:pt x="118020" y="64996"/>
                  <a:pt x="106844" y="72654"/>
                </a:cubicBezTo>
                <a:lnTo>
                  <a:pt x="106844" y="48819"/>
                </a:lnTo>
                <a:moveTo>
                  <a:pt x="141811" y="100318"/>
                </a:moveTo>
                <a:cubicBezTo>
                  <a:pt x="130634" y="101786"/>
                  <a:pt x="125046" y="106827"/>
                  <a:pt x="125046" y="115442"/>
                </a:cubicBezTo>
                <a:cubicBezTo>
                  <a:pt x="125046" y="119399"/>
                  <a:pt x="126403" y="122590"/>
                  <a:pt x="129117" y="125015"/>
                </a:cubicBezTo>
                <a:cubicBezTo>
                  <a:pt x="131832" y="127440"/>
                  <a:pt x="135488" y="128652"/>
                  <a:pt x="140087" y="128652"/>
                </a:cubicBezTo>
                <a:cubicBezTo>
                  <a:pt x="146410" y="128652"/>
                  <a:pt x="151615" y="126419"/>
                  <a:pt x="155702" y="121952"/>
                </a:cubicBezTo>
                <a:cubicBezTo>
                  <a:pt x="159790" y="117485"/>
                  <a:pt x="161834" y="111933"/>
                  <a:pt x="161834" y="105296"/>
                </a:cubicBezTo>
                <a:lnTo>
                  <a:pt x="161834" y="97734"/>
                </a:lnTo>
                <a:lnTo>
                  <a:pt x="141811" y="100318"/>
                </a:lnTo>
                <a:close/>
                <a:moveTo>
                  <a:pt x="316720" y="42405"/>
                </a:moveTo>
                <a:lnTo>
                  <a:pt x="273035" y="157752"/>
                </a:lnTo>
                <a:cubicBezTo>
                  <a:pt x="262880" y="184555"/>
                  <a:pt x="247679" y="197956"/>
                  <a:pt x="227433" y="197956"/>
                </a:cubicBezTo>
                <a:cubicBezTo>
                  <a:pt x="219450" y="197956"/>
                  <a:pt x="213254" y="197126"/>
                  <a:pt x="208848" y="195467"/>
                </a:cubicBezTo>
                <a:lnTo>
                  <a:pt x="208848" y="170675"/>
                </a:lnTo>
                <a:cubicBezTo>
                  <a:pt x="212999" y="173036"/>
                  <a:pt x="217566" y="174217"/>
                  <a:pt x="222547" y="174217"/>
                </a:cubicBezTo>
                <a:cubicBezTo>
                  <a:pt x="230978" y="174217"/>
                  <a:pt x="236917" y="170132"/>
                  <a:pt x="240366" y="161964"/>
                </a:cubicBezTo>
                <a:lnTo>
                  <a:pt x="246210" y="148084"/>
                </a:lnTo>
                <a:lnTo>
                  <a:pt x="203387" y="42405"/>
                </a:lnTo>
                <a:lnTo>
                  <a:pt x="237684" y="42405"/>
                </a:lnTo>
                <a:lnTo>
                  <a:pt x="258377" y="108742"/>
                </a:lnTo>
                <a:cubicBezTo>
                  <a:pt x="259654" y="112762"/>
                  <a:pt x="260580" y="117261"/>
                  <a:pt x="261155" y="122239"/>
                </a:cubicBezTo>
                <a:lnTo>
                  <a:pt x="261730" y="122239"/>
                </a:lnTo>
                <a:cubicBezTo>
                  <a:pt x="262177" y="118857"/>
                  <a:pt x="263231" y="114421"/>
                  <a:pt x="264892" y="108933"/>
                </a:cubicBezTo>
                <a:lnTo>
                  <a:pt x="286064" y="42405"/>
                </a:lnTo>
                <a:lnTo>
                  <a:pt x="316720" y="42405"/>
                </a:lnTo>
                <a:close/>
                <a:moveTo>
                  <a:pt x="422168" y="104051"/>
                </a:moveTo>
                <a:lnTo>
                  <a:pt x="352425" y="104051"/>
                </a:lnTo>
                <a:cubicBezTo>
                  <a:pt x="353511" y="120452"/>
                  <a:pt x="363410" y="128652"/>
                  <a:pt x="382123" y="128652"/>
                </a:cubicBezTo>
                <a:cubicBezTo>
                  <a:pt x="393811" y="128652"/>
                  <a:pt x="404126" y="125781"/>
                  <a:pt x="413067" y="120037"/>
                </a:cubicBezTo>
                <a:lnTo>
                  <a:pt x="413067" y="142724"/>
                </a:lnTo>
                <a:cubicBezTo>
                  <a:pt x="403423" y="148148"/>
                  <a:pt x="390777" y="150860"/>
                  <a:pt x="375130" y="150860"/>
                </a:cubicBezTo>
                <a:cubicBezTo>
                  <a:pt x="358269" y="150860"/>
                  <a:pt x="345160" y="146106"/>
                  <a:pt x="335803" y="136597"/>
                </a:cubicBezTo>
                <a:cubicBezTo>
                  <a:pt x="326447" y="127089"/>
                  <a:pt x="321768" y="113847"/>
                  <a:pt x="321768" y="96872"/>
                </a:cubicBezTo>
                <a:cubicBezTo>
                  <a:pt x="321768" y="79961"/>
                  <a:pt x="326750" y="66225"/>
                  <a:pt x="336713" y="55663"/>
                </a:cubicBezTo>
                <a:cubicBezTo>
                  <a:pt x="346677" y="45102"/>
                  <a:pt x="359195" y="39821"/>
                  <a:pt x="374268" y="39821"/>
                </a:cubicBezTo>
                <a:cubicBezTo>
                  <a:pt x="389276" y="39821"/>
                  <a:pt x="401012" y="44368"/>
                  <a:pt x="409475" y="53462"/>
                </a:cubicBezTo>
                <a:cubicBezTo>
                  <a:pt x="417937" y="62555"/>
                  <a:pt x="422168" y="75047"/>
                  <a:pt x="422168" y="90937"/>
                </a:cubicBezTo>
                <a:lnTo>
                  <a:pt x="422168" y="104051"/>
                </a:lnTo>
                <a:moveTo>
                  <a:pt x="393332" y="84715"/>
                </a:moveTo>
                <a:cubicBezTo>
                  <a:pt x="393332" y="68889"/>
                  <a:pt x="386913" y="60976"/>
                  <a:pt x="374076" y="60976"/>
                </a:cubicBezTo>
                <a:cubicBezTo>
                  <a:pt x="368775" y="60976"/>
                  <a:pt x="364081" y="63146"/>
                  <a:pt x="359993" y="67485"/>
                </a:cubicBezTo>
                <a:cubicBezTo>
                  <a:pt x="355906" y="71824"/>
                  <a:pt x="353351" y="77568"/>
                  <a:pt x="352329" y="84715"/>
                </a:cubicBezTo>
                <a:lnTo>
                  <a:pt x="393332" y="84715"/>
                </a:lnTo>
                <a:close/>
                <a:moveTo>
                  <a:pt x="509820" y="70452"/>
                </a:moveTo>
                <a:cubicBezTo>
                  <a:pt x="506052" y="68283"/>
                  <a:pt x="501486" y="67198"/>
                  <a:pt x="496121" y="67198"/>
                </a:cubicBezTo>
                <a:cubicBezTo>
                  <a:pt x="489095" y="67198"/>
                  <a:pt x="483523" y="69878"/>
                  <a:pt x="479403" y="75239"/>
                </a:cubicBezTo>
                <a:cubicBezTo>
                  <a:pt x="475284" y="80599"/>
                  <a:pt x="473224" y="87970"/>
                  <a:pt x="473224" y="97351"/>
                </a:cubicBezTo>
                <a:lnTo>
                  <a:pt x="473224" y="148276"/>
                </a:lnTo>
                <a:lnTo>
                  <a:pt x="442280" y="148276"/>
                </a:lnTo>
                <a:lnTo>
                  <a:pt x="442280" y="42405"/>
                </a:lnTo>
                <a:lnTo>
                  <a:pt x="473224" y="42405"/>
                </a:lnTo>
                <a:lnTo>
                  <a:pt x="473224" y="62316"/>
                </a:lnTo>
                <a:lnTo>
                  <a:pt x="473607" y="62316"/>
                </a:lnTo>
                <a:cubicBezTo>
                  <a:pt x="478717" y="47830"/>
                  <a:pt x="488010" y="40587"/>
                  <a:pt x="501486" y="40587"/>
                </a:cubicBezTo>
                <a:cubicBezTo>
                  <a:pt x="505126" y="40587"/>
                  <a:pt x="507904" y="41002"/>
                  <a:pt x="509820" y="41831"/>
                </a:cubicBezTo>
                <a:lnTo>
                  <a:pt x="509820" y="70452"/>
                </a:lnTo>
                <a:close/>
                <a:moveTo>
                  <a:pt x="689415" y="25845"/>
                </a:moveTo>
                <a:lnTo>
                  <a:pt x="647071" y="25845"/>
                </a:lnTo>
                <a:lnTo>
                  <a:pt x="647071" y="148276"/>
                </a:lnTo>
                <a:lnTo>
                  <a:pt x="615361" y="148276"/>
                </a:lnTo>
                <a:lnTo>
                  <a:pt x="615361" y="25845"/>
                </a:lnTo>
                <a:lnTo>
                  <a:pt x="573112" y="25845"/>
                </a:lnTo>
                <a:lnTo>
                  <a:pt x="573112" y="0"/>
                </a:lnTo>
                <a:lnTo>
                  <a:pt x="689415" y="0"/>
                </a:lnTo>
                <a:lnTo>
                  <a:pt x="689415" y="25845"/>
                </a:lnTo>
                <a:close/>
                <a:moveTo>
                  <a:pt x="848102" y="42405"/>
                </a:moveTo>
                <a:lnTo>
                  <a:pt x="817446" y="148276"/>
                </a:lnTo>
                <a:lnTo>
                  <a:pt x="784969" y="148276"/>
                </a:lnTo>
                <a:lnTo>
                  <a:pt x="768683" y="84715"/>
                </a:lnTo>
                <a:cubicBezTo>
                  <a:pt x="767597" y="80440"/>
                  <a:pt x="767022" y="76068"/>
                  <a:pt x="766958" y="71601"/>
                </a:cubicBezTo>
                <a:lnTo>
                  <a:pt x="766288" y="71601"/>
                </a:lnTo>
                <a:cubicBezTo>
                  <a:pt x="765841" y="76643"/>
                  <a:pt x="765170" y="80886"/>
                  <a:pt x="764276" y="84332"/>
                </a:cubicBezTo>
                <a:lnTo>
                  <a:pt x="746744" y="148276"/>
                </a:lnTo>
                <a:lnTo>
                  <a:pt x="714651" y="148276"/>
                </a:lnTo>
                <a:lnTo>
                  <a:pt x="684473" y="42405"/>
                </a:lnTo>
                <a:lnTo>
                  <a:pt x="716088" y="42405"/>
                </a:lnTo>
                <a:lnTo>
                  <a:pt x="731512" y="112666"/>
                </a:lnTo>
                <a:cubicBezTo>
                  <a:pt x="732150" y="115474"/>
                  <a:pt x="732661" y="119335"/>
                  <a:pt x="733044" y="124249"/>
                </a:cubicBezTo>
                <a:lnTo>
                  <a:pt x="733715" y="124249"/>
                </a:lnTo>
                <a:cubicBezTo>
                  <a:pt x="734034" y="119527"/>
                  <a:pt x="734641" y="115538"/>
                  <a:pt x="735535" y="112284"/>
                </a:cubicBezTo>
                <a:lnTo>
                  <a:pt x="754504" y="42405"/>
                </a:lnTo>
                <a:lnTo>
                  <a:pt x="783819" y="42405"/>
                </a:lnTo>
                <a:lnTo>
                  <a:pt x="800776" y="112762"/>
                </a:lnTo>
                <a:cubicBezTo>
                  <a:pt x="801223" y="114677"/>
                  <a:pt x="801702" y="118569"/>
                  <a:pt x="802213" y="124440"/>
                </a:cubicBezTo>
                <a:lnTo>
                  <a:pt x="802980" y="124440"/>
                </a:lnTo>
                <a:cubicBezTo>
                  <a:pt x="803171" y="121058"/>
                  <a:pt x="803714" y="117165"/>
                  <a:pt x="804608" y="112762"/>
                </a:cubicBezTo>
                <a:lnTo>
                  <a:pt x="819362" y="42405"/>
                </a:lnTo>
                <a:lnTo>
                  <a:pt x="848102" y="42405"/>
                </a:lnTo>
                <a:close/>
                <a:moveTo>
                  <a:pt x="856724" y="95819"/>
                </a:moveTo>
                <a:cubicBezTo>
                  <a:pt x="856724" y="78397"/>
                  <a:pt x="861945" y="64709"/>
                  <a:pt x="872388" y="54754"/>
                </a:cubicBezTo>
                <a:cubicBezTo>
                  <a:pt x="882830" y="44799"/>
                  <a:pt x="896865" y="39821"/>
                  <a:pt x="914492" y="39821"/>
                </a:cubicBezTo>
                <a:cubicBezTo>
                  <a:pt x="931545" y="39821"/>
                  <a:pt x="945085" y="44719"/>
                  <a:pt x="955112" y="54514"/>
                </a:cubicBezTo>
                <a:cubicBezTo>
                  <a:pt x="965139" y="64310"/>
                  <a:pt x="970153" y="77472"/>
                  <a:pt x="970153" y="94000"/>
                </a:cubicBezTo>
                <a:cubicBezTo>
                  <a:pt x="970153" y="111358"/>
                  <a:pt x="965012" y="125174"/>
                  <a:pt x="954729" y="135449"/>
                </a:cubicBezTo>
                <a:cubicBezTo>
                  <a:pt x="944446" y="145723"/>
                  <a:pt x="930523" y="150860"/>
                  <a:pt x="912959" y="150860"/>
                </a:cubicBezTo>
                <a:cubicBezTo>
                  <a:pt x="895715" y="150860"/>
                  <a:pt x="882032" y="145930"/>
                  <a:pt x="871909" y="136071"/>
                </a:cubicBezTo>
                <a:cubicBezTo>
                  <a:pt x="861785" y="126211"/>
                  <a:pt x="856724" y="112794"/>
                  <a:pt x="856724" y="95819"/>
                </a:cubicBezTo>
                <a:moveTo>
                  <a:pt x="888051" y="95436"/>
                </a:moveTo>
                <a:cubicBezTo>
                  <a:pt x="888051" y="116559"/>
                  <a:pt x="896673" y="127121"/>
                  <a:pt x="913918" y="127121"/>
                </a:cubicBezTo>
                <a:cubicBezTo>
                  <a:pt x="930459" y="127121"/>
                  <a:pt x="938730" y="116272"/>
                  <a:pt x="938730" y="94575"/>
                </a:cubicBezTo>
                <a:cubicBezTo>
                  <a:pt x="938730" y="73898"/>
                  <a:pt x="930395" y="63560"/>
                  <a:pt x="913726" y="63560"/>
                </a:cubicBezTo>
                <a:cubicBezTo>
                  <a:pt x="905615" y="63560"/>
                  <a:pt x="899308" y="66336"/>
                  <a:pt x="894805" y="71888"/>
                </a:cubicBezTo>
                <a:cubicBezTo>
                  <a:pt x="890302" y="77440"/>
                  <a:pt x="888051" y="85290"/>
                  <a:pt x="888051" y="95436"/>
                </a:cubicBez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764D2-D297-4EDD-BD77-7BCF444B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596" y="379791"/>
            <a:ext cx="15696" cy="4444589"/>
          </a:xfrm>
          <a:custGeom xmlns:a="http://schemas.openxmlformats.org/drawingml/2006/main">
            <a:pathLst>
              <a:path w="15696" h="4444589">
                <a:moveTo>
                  <a:pt x="15696" y="0"/>
                </a:moveTo>
                <a:lnTo>
                  <a:pt x="15696" y="62733"/>
                </a:lnTo>
                <a:lnTo>
                  <a:pt x="0" y="62733"/>
                </a:lnTo>
                <a:lnTo>
                  <a:pt x="0" y="0"/>
                </a:lnTo>
                <a:moveTo>
                  <a:pt x="15696" y="101942"/>
                </a:moveTo>
                <a:lnTo>
                  <a:pt x="15696" y="164675"/>
                </a:lnTo>
                <a:lnTo>
                  <a:pt x="0" y="164675"/>
                </a:lnTo>
                <a:lnTo>
                  <a:pt x="0" y="101942"/>
                </a:lnTo>
                <a:moveTo>
                  <a:pt x="15696" y="203883"/>
                </a:moveTo>
                <a:lnTo>
                  <a:pt x="15696" y="266616"/>
                </a:lnTo>
                <a:lnTo>
                  <a:pt x="0" y="266616"/>
                </a:lnTo>
                <a:lnTo>
                  <a:pt x="0" y="203883"/>
                </a:lnTo>
                <a:moveTo>
                  <a:pt x="15696" y="305825"/>
                </a:moveTo>
                <a:lnTo>
                  <a:pt x="15696" y="368558"/>
                </a:lnTo>
                <a:lnTo>
                  <a:pt x="0" y="368558"/>
                </a:lnTo>
                <a:lnTo>
                  <a:pt x="0" y="305825"/>
                </a:lnTo>
                <a:moveTo>
                  <a:pt x="15696" y="407766"/>
                </a:moveTo>
                <a:lnTo>
                  <a:pt x="15696" y="470500"/>
                </a:lnTo>
                <a:lnTo>
                  <a:pt x="0" y="470500"/>
                </a:lnTo>
                <a:lnTo>
                  <a:pt x="0" y="407766"/>
                </a:lnTo>
                <a:moveTo>
                  <a:pt x="15696" y="509708"/>
                </a:moveTo>
                <a:lnTo>
                  <a:pt x="15696" y="572441"/>
                </a:lnTo>
                <a:lnTo>
                  <a:pt x="0" y="572441"/>
                </a:lnTo>
                <a:lnTo>
                  <a:pt x="0" y="509708"/>
                </a:lnTo>
                <a:moveTo>
                  <a:pt x="15696" y="611650"/>
                </a:moveTo>
                <a:lnTo>
                  <a:pt x="15696" y="674383"/>
                </a:lnTo>
                <a:lnTo>
                  <a:pt x="0" y="674383"/>
                </a:lnTo>
                <a:lnTo>
                  <a:pt x="0" y="611650"/>
                </a:lnTo>
                <a:moveTo>
                  <a:pt x="15696" y="713591"/>
                </a:moveTo>
                <a:lnTo>
                  <a:pt x="15696" y="776325"/>
                </a:lnTo>
                <a:lnTo>
                  <a:pt x="0" y="776325"/>
                </a:lnTo>
                <a:lnTo>
                  <a:pt x="0" y="713591"/>
                </a:lnTo>
                <a:moveTo>
                  <a:pt x="15696" y="815533"/>
                </a:moveTo>
                <a:lnTo>
                  <a:pt x="15696" y="878266"/>
                </a:lnTo>
                <a:lnTo>
                  <a:pt x="0" y="878266"/>
                </a:lnTo>
                <a:lnTo>
                  <a:pt x="0" y="815533"/>
                </a:lnTo>
                <a:moveTo>
                  <a:pt x="15696" y="917474"/>
                </a:moveTo>
                <a:lnTo>
                  <a:pt x="15696" y="980208"/>
                </a:lnTo>
                <a:lnTo>
                  <a:pt x="0" y="980208"/>
                </a:lnTo>
                <a:lnTo>
                  <a:pt x="0" y="917474"/>
                </a:lnTo>
                <a:moveTo>
                  <a:pt x="15696" y="1019416"/>
                </a:moveTo>
                <a:lnTo>
                  <a:pt x="15696" y="1082149"/>
                </a:lnTo>
                <a:lnTo>
                  <a:pt x="0" y="1082149"/>
                </a:lnTo>
                <a:lnTo>
                  <a:pt x="0" y="1019416"/>
                </a:lnTo>
                <a:moveTo>
                  <a:pt x="15696" y="1121358"/>
                </a:moveTo>
                <a:lnTo>
                  <a:pt x="15696" y="1184091"/>
                </a:lnTo>
                <a:lnTo>
                  <a:pt x="0" y="1184091"/>
                </a:lnTo>
                <a:lnTo>
                  <a:pt x="0" y="1121358"/>
                </a:lnTo>
                <a:moveTo>
                  <a:pt x="15696" y="1223299"/>
                </a:moveTo>
                <a:lnTo>
                  <a:pt x="15696" y="1286032"/>
                </a:lnTo>
                <a:lnTo>
                  <a:pt x="0" y="1286032"/>
                </a:lnTo>
                <a:lnTo>
                  <a:pt x="0" y="1223299"/>
                </a:lnTo>
                <a:moveTo>
                  <a:pt x="15696" y="1325241"/>
                </a:moveTo>
                <a:lnTo>
                  <a:pt x="15696" y="1387974"/>
                </a:lnTo>
                <a:lnTo>
                  <a:pt x="0" y="1387974"/>
                </a:lnTo>
                <a:lnTo>
                  <a:pt x="0" y="1325241"/>
                </a:lnTo>
                <a:moveTo>
                  <a:pt x="15696" y="1427182"/>
                </a:moveTo>
                <a:lnTo>
                  <a:pt x="15696" y="1489916"/>
                </a:lnTo>
                <a:lnTo>
                  <a:pt x="0" y="1489916"/>
                </a:lnTo>
                <a:lnTo>
                  <a:pt x="0" y="1427182"/>
                </a:lnTo>
                <a:moveTo>
                  <a:pt x="15696" y="1529124"/>
                </a:moveTo>
                <a:lnTo>
                  <a:pt x="15696" y="1591857"/>
                </a:lnTo>
                <a:lnTo>
                  <a:pt x="0" y="1591857"/>
                </a:lnTo>
                <a:lnTo>
                  <a:pt x="0" y="1529124"/>
                </a:lnTo>
                <a:moveTo>
                  <a:pt x="15696" y="1631065"/>
                </a:moveTo>
                <a:lnTo>
                  <a:pt x="15696" y="1693799"/>
                </a:lnTo>
                <a:lnTo>
                  <a:pt x="0" y="1693799"/>
                </a:lnTo>
                <a:lnTo>
                  <a:pt x="0" y="1631065"/>
                </a:lnTo>
                <a:moveTo>
                  <a:pt x="15696" y="1733007"/>
                </a:moveTo>
                <a:lnTo>
                  <a:pt x="15696" y="1795740"/>
                </a:lnTo>
                <a:lnTo>
                  <a:pt x="0" y="1795740"/>
                </a:lnTo>
                <a:lnTo>
                  <a:pt x="0" y="1733007"/>
                </a:lnTo>
                <a:moveTo>
                  <a:pt x="15696" y="1834949"/>
                </a:moveTo>
                <a:lnTo>
                  <a:pt x="15696" y="1897682"/>
                </a:lnTo>
                <a:lnTo>
                  <a:pt x="0" y="1897682"/>
                </a:lnTo>
                <a:lnTo>
                  <a:pt x="0" y="1834949"/>
                </a:lnTo>
                <a:moveTo>
                  <a:pt x="15696" y="1936890"/>
                </a:moveTo>
                <a:lnTo>
                  <a:pt x="15696" y="1999624"/>
                </a:lnTo>
                <a:lnTo>
                  <a:pt x="0" y="1999624"/>
                </a:lnTo>
                <a:lnTo>
                  <a:pt x="0" y="1936890"/>
                </a:lnTo>
                <a:moveTo>
                  <a:pt x="15696" y="2038832"/>
                </a:moveTo>
                <a:lnTo>
                  <a:pt x="15696" y="2101565"/>
                </a:lnTo>
                <a:lnTo>
                  <a:pt x="0" y="2101565"/>
                </a:lnTo>
                <a:lnTo>
                  <a:pt x="0" y="2038832"/>
                </a:lnTo>
                <a:moveTo>
                  <a:pt x="15696" y="2140774"/>
                </a:moveTo>
                <a:lnTo>
                  <a:pt x="15696" y="2203507"/>
                </a:lnTo>
                <a:lnTo>
                  <a:pt x="0" y="2203507"/>
                </a:lnTo>
                <a:lnTo>
                  <a:pt x="0" y="2140774"/>
                </a:lnTo>
                <a:moveTo>
                  <a:pt x="15696" y="2242715"/>
                </a:moveTo>
                <a:lnTo>
                  <a:pt x="15696" y="2305448"/>
                </a:lnTo>
                <a:lnTo>
                  <a:pt x="0" y="2305448"/>
                </a:lnTo>
                <a:lnTo>
                  <a:pt x="0" y="2242715"/>
                </a:lnTo>
                <a:moveTo>
                  <a:pt x="15696" y="2344657"/>
                </a:moveTo>
                <a:lnTo>
                  <a:pt x="15696" y="2407390"/>
                </a:lnTo>
                <a:lnTo>
                  <a:pt x="0" y="2407390"/>
                </a:lnTo>
                <a:lnTo>
                  <a:pt x="0" y="2344657"/>
                </a:lnTo>
                <a:moveTo>
                  <a:pt x="15696" y="2446598"/>
                </a:moveTo>
                <a:lnTo>
                  <a:pt x="15696" y="2509332"/>
                </a:lnTo>
                <a:lnTo>
                  <a:pt x="0" y="2509332"/>
                </a:lnTo>
                <a:lnTo>
                  <a:pt x="0" y="2446598"/>
                </a:lnTo>
                <a:moveTo>
                  <a:pt x="15696" y="2548540"/>
                </a:moveTo>
                <a:lnTo>
                  <a:pt x="15696" y="2611273"/>
                </a:lnTo>
                <a:lnTo>
                  <a:pt x="0" y="2611273"/>
                </a:lnTo>
                <a:lnTo>
                  <a:pt x="0" y="2548540"/>
                </a:lnTo>
                <a:moveTo>
                  <a:pt x="15696" y="2650482"/>
                </a:moveTo>
                <a:lnTo>
                  <a:pt x="15696" y="2713215"/>
                </a:lnTo>
                <a:lnTo>
                  <a:pt x="0" y="2713215"/>
                </a:lnTo>
                <a:lnTo>
                  <a:pt x="0" y="2650482"/>
                </a:lnTo>
                <a:moveTo>
                  <a:pt x="15696" y="2752423"/>
                </a:moveTo>
                <a:lnTo>
                  <a:pt x="15696" y="2815156"/>
                </a:lnTo>
                <a:lnTo>
                  <a:pt x="0" y="2815156"/>
                </a:lnTo>
                <a:lnTo>
                  <a:pt x="0" y="2752423"/>
                </a:lnTo>
                <a:moveTo>
                  <a:pt x="15696" y="2854365"/>
                </a:moveTo>
                <a:lnTo>
                  <a:pt x="15696" y="2917098"/>
                </a:lnTo>
                <a:lnTo>
                  <a:pt x="0" y="2917098"/>
                </a:lnTo>
                <a:lnTo>
                  <a:pt x="0" y="2854365"/>
                </a:lnTo>
                <a:moveTo>
                  <a:pt x="15696" y="2956306"/>
                </a:moveTo>
                <a:lnTo>
                  <a:pt x="15696" y="3019040"/>
                </a:lnTo>
                <a:lnTo>
                  <a:pt x="0" y="3019040"/>
                </a:lnTo>
                <a:lnTo>
                  <a:pt x="0" y="2956306"/>
                </a:lnTo>
                <a:moveTo>
                  <a:pt x="15696" y="3058248"/>
                </a:moveTo>
                <a:lnTo>
                  <a:pt x="15696" y="3120981"/>
                </a:lnTo>
                <a:lnTo>
                  <a:pt x="0" y="3120981"/>
                </a:lnTo>
                <a:lnTo>
                  <a:pt x="0" y="3058248"/>
                </a:lnTo>
                <a:moveTo>
                  <a:pt x="15696" y="3160190"/>
                </a:moveTo>
                <a:lnTo>
                  <a:pt x="15696" y="3222923"/>
                </a:lnTo>
                <a:lnTo>
                  <a:pt x="0" y="3222923"/>
                </a:lnTo>
                <a:lnTo>
                  <a:pt x="0" y="3160190"/>
                </a:lnTo>
                <a:moveTo>
                  <a:pt x="15696" y="3262131"/>
                </a:moveTo>
                <a:lnTo>
                  <a:pt x="15696" y="3324865"/>
                </a:lnTo>
                <a:lnTo>
                  <a:pt x="0" y="3324865"/>
                </a:lnTo>
                <a:lnTo>
                  <a:pt x="0" y="3262131"/>
                </a:lnTo>
                <a:moveTo>
                  <a:pt x="15696" y="3364073"/>
                </a:moveTo>
                <a:lnTo>
                  <a:pt x="15696" y="3426806"/>
                </a:lnTo>
                <a:lnTo>
                  <a:pt x="0" y="3426806"/>
                </a:lnTo>
                <a:lnTo>
                  <a:pt x="0" y="3364073"/>
                </a:lnTo>
                <a:moveTo>
                  <a:pt x="15696" y="3466014"/>
                </a:moveTo>
                <a:lnTo>
                  <a:pt x="15696" y="3528748"/>
                </a:lnTo>
                <a:lnTo>
                  <a:pt x="0" y="3528748"/>
                </a:lnTo>
                <a:lnTo>
                  <a:pt x="0" y="3466014"/>
                </a:lnTo>
                <a:moveTo>
                  <a:pt x="15696" y="3567956"/>
                </a:moveTo>
                <a:lnTo>
                  <a:pt x="15696" y="3630689"/>
                </a:lnTo>
                <a:lnTo>
                  <a:pt x="0" y="3630689"/>
                </a:lnTo>
                <a:lnTo>
                  <a:pt x="0" y="3567956"/>
                </a:lnTo>
                <a:moveTo>
                  <a:pt x="15696" y="3669898"/>
                </a:moveTo>
                <a:lnTo>
                  <a:pt x="15696" y="3732631"/>
                </a:lnTo>
                <a:lnTo>
                  <a:pt x="0" y="3732631"/>
                </a:lnTo>
                <a:lnTo>
                  <a:pt x="0" y="3669898"/>
                </a:lnTo>
                <a:moveTo>
                  <a:pt x="15696" y="3771839"/>
                </a:moveTo>
                <a:lnTo>
                  <a:pt x="15696" y="3834573"/>
                </a:lnTo>
                <a:lnTo>
                  <a:pt x="0" y="3834573"/>
                </a:lnTo>
                <a:lnTo>
                  <a:pt x="0" y="3771839"/>
                </a:lnTo>
                <a:moveTo>
                  <a:pt x="15696" y="3873781"/>
                </a:moveTo>
                <a:lnTo>
                  <a:pt x="15696" y="3936514"/>
                </a:lnTo>
                <a:lnTo>
                  <a:pt x="0" y="3936514"/>
                </a:lnTo>
                <a:lnTo>
                  <a:pt x="0" y="3873781"/>
                </a:lnTo>
                <a:moveTo>
                  <a:pt x="15696" y="3975723"/>
                </a:moveTo>
                <a:lnTo>
                  <a:pt x="15696" y="4038456"/>
                </a:lnTo>
                <a:lnTo>
                  <a:pt x="0" y="4038456"/>
                </a:lnTo>
                <a:lnTo>
                  <a:pt x="0" y="3975723"/>
                </a:lnTo>
                <a:moveTo>
                  <a:pt x="15696" y="4077664"/>
                </a:moveTo>
                <a:lnTo>
                  <a:pt x="15696" y="4140397"/>
                </a:lnTo>
                <a:lnTo>
                  <a:pt x="0" y="4140397"/>
                </a:lnTo>
                <a:lnTo>
                  <a:pt x="0" y="4077664"/>
                </a:lnTo>
                <a:moveTo>
                  <a:pt x="15696" y="4179606"/>
                </a:moveTo>
                <a:lnTo>
                  <a:pt x="15696" y="4242339"/>
                </a:lnTo>
                <a:lnTo>
                  <a:pt x="0" y="4242339"/>
                </a:lnTo>
                <a:lnTo>
                  <a:pt x="0" y="4179606"/>
                </a:lnTo>
                <a:moveTo>
                  <a:pt x="15696" y="4281547"/>
                </a:moveTo>
                <a:lnTo>
                  <a:pt x="15696" y="4344280"/>
                </a:lnTo>
                <a:lnTo>
                  <a:pt x="0" y="4344280"/>
                </a:lnTo>
                <a:lnTo>
                  <a:pt x="0" y="4281547"/>
                </a:lnTo>
                <a:moveTo>
                  <a:pt x="15696" y="4383489"/>
                </a:moveTo>
                <a:lnTo>
                  <a:pt x="15696" y="4444589"/>
                </a:lnTo>
                <a:lnTo>
                  <a:pt x="0" y="4444589"/>
                </a:lnTo>
                <a:lnTo>
                  <a:pt x="0" y="4383489"/>
                </a:lnTo>
              </a:path>
            </a:pathLst>
          </a:custGeom>
          <a:solidFill xmlns:a="http://schemas.openxmlformats.org/drawingml/2006/main">
            <a:srgbClr val="4CCB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FBD3E-8AB4-42FB-8A20-7429326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1" y="388504"/>
            <a:ext cx="15696" cy="4435876"/>
          </a:xfrm>
          <a:custGeom xmlns:a="http://schemas.openxmlformats.org/drawingml/2006/main">
            <a:pathLst>
              <a:path w="15696" h="4435876">
                <a:moveTo>
                  <a:pt x="15696" y="0"/>
                </a:moveTo>
                <a:lnTo>
                  <a:pt x="15696" y="62733"/>
                </a:lnTo>
                <a:lnTo>
                  <a:pt x="0" y="62733"/>
                </a:lnTo>
                <a:lnTo>
                  <a:pt x="0" y="0"/>
                </a:lnTo>
                <a:lnTo>
                  <a:pt x="15696" y="0"/>
                </a:lnTo>
                <a:close/>
                <a:moveTo>
                  <a:pt x="15696" y="101942"/>
                </a:moveTo>
                <a:lnTo>
                  <a:pt x="15696" y="164675"/>
                </a:lnTo>
                <a:lnTo>
                  <a:pt x="0" y="164675"/>
                </a:lnTo>
                <a:lnTo>
                  <a:pt x="0" y="101942"/>
                </a:lnTo>
                <a:lnTo>
                  <a:pt x="15696" y="101942"/>
                </a:lnTo>
                <a:close/>
                <a:moveTo>
                  <a:pt x="15696" y="203883"/>
                </a:moveTo>
                <a:lnTo>
                  <a:pt x="15696" y="266617"/>
                </a:lnTo>
                <a:lnTo>
                  <a:pt x="0" y="266617"/>
                </a:lnTo>
                <a:lnTo>
                  <a:pt x="0" y="203883"/>
                </a:lnTo>
                <a:lnTo>
                  <a:pt x="15696" y="203883"/>
                </a:lnTo>
                <a:close/>
                <a:moveTo>
                  <a:pt x="15696" y="305825"/>
                </a:moveTo>
                <a:lnTo>
                  <a:pt x="15696" y="368558"/>
                </a:lnTo>
                <a:lnTo>
                  <a:pt x="0" y="368558"/>
                </a:lnTo>
                <a:lnTo>
                  <a:pt x="0" y="305825"/>
                </a:lnTo>
                <a:lnTo>
                  <a:pt x="15696" y="305825"/>
                </a:lnTo>
                <a:close/>
                <a:moveTo>
                  <a:pt x="15696" y="407766"/>
                </a:moveTo>
                <a:lnTo>
                  <a:pt x="15696" y="470500"/>
                </a:lnTo>
                <a:lnTo>
                  <a:pt x="0" y="470500"/>
                </a:lnTo>
                <a:lnTo>
                  <a:pt x="0" y="407766"/>
                </a:lnTo>
                <a:lnTo>
                  <a:pt x="15696" y="407766"/>
                </a:lnTo>
                <a:close/>
                <a:moveTo>
                  <a:pt x="15696" y="509708"/>
                </a:moveTo>
                <a:lnTo>
                  <a:pt x="15696" y="572441"/>
                </a:lnTo>
                <a:lnTo>
                  <a:pt x="0" y="572441"/>
                </a:lnTo>
                <a:lnTo>
                  <a:pt x="0" y="509708"/>
                </a:lnTo>
                <a:lnTo>
                  <a:pt x="15696" y="509708"/>
                </a:lnTo>
                <a:close/>
                <a:moveTo>
                  <a:pt x="15696" y="611650"/>
                </a:moveTo>
                <a:lnTo>
                  <a:pt x="15696" y="674383"/>
                </a:lnTo>
                <a:lnTo>
                  <a:pt x="0" y="674383"/>
                </a:lnTo>
                <a:lnTo>
                  <a:pt x="0" y="611650"/>
                </a:lnTo>
                <a:lnTo>
                  <a:pt x="15696" y="611650"/>
                </a:lnTo>
                <a:close/>
                <a:moveTo>
                  <a:pt x="15696" y="713591"/>
                </a:moveTo>
                <a:lnTo>
                  <a:pt x="15696" y="776325"/>
                </a:lnTo>
                <a:lnTo>
                  <a:pt x="0" y="776325"/>
                </a:lnTo>
                <a:lnTo>
                  <a:pt x="0" y="713591"/>
                </a:lnTo>
                <a:lnTo>
                  <a:pt x="15696" y="713591"/>
                </a:lnTo>
                <a:close/>
                <a:moveTo>
                  <a:pt x="15696" y="815533"/>
                </a:moveTo>
                <a:lnTo>
                  <a:pt x="15696" y="878266"/>
                </a:lnTo>
                <a:lnTo>
                  <a:pt x="0" y="878266"/>
                </a:lnTo>
                <a:lnTo>
                  <a:pt x="0" y="815533"/>
                </a:lnTo>
                <a:lnTo>
                  <a:pt x="15696" y="815533"/>
                </a:lnTo>
                <a:close/>
                <a:moveTo>
                  <a:pt x="15696" y="917475"/>
                </a:moveTo>
                <a:lnTo>
                  <a:pt x="15696" y="980208"/>
                </a:lnTo>
                <a:lnTo>
                  <a:pt x="0" y="980208"/>
                </a:lnTo>
                <a:lnTo>
                  <a:pt x="0" y="917475"/>
                </a:lnTo>
                <a:lnTo>
                  <a:pt x="15696" y="917475"/>
                </a:lnTo>
                <a:close/>
                <a:moveTo>
                  <a:pt x="15696" y="1019416"/>
                </a:moveTo>
                <a:lnTo>
                  <a:pt x="15696" y="1082149"/>
                </a:lnTo>
                <a:lnTo>
                  <a:pt x="0" y="1082149"/>
                </a:lnTo>
                <a:lnTo>
                  <a:pt x="0" y="1019416"/>
                </a:lnTo>
                <a:lnTo>
                  <a:pt x="15696" y="1019416"/>
                </a:lnTo>
                <a:close/>
                <a:moveTo>
                  <a:pt x="15696" y="1121358"/>
                </a:moveTo>
                <a:lnTo>
                  <a:pt x="15696" y="1184091"/>
                </a:lnTo>
                <a:lnTo>
                  <a:pt x="0" y="1184091"/>
                </a:lnTo>
                <a:lnTo>
                  <a:pt x="0" y="1121358"/>
                </a:lnTo>
                <a:lnTo>
                  <a:pt x="15696" y="1121358"/>
                </a:lnTo>
                <a:close/>
                <a:moveTo>
                  <a:pt x="15696" y="1223299"/>
                </a:moveTo>
                <a:lnTo>
                  <a:pt x="15696" y="1286033"/>
                </a:lnTo>
                <a:lnTo>
                  <a:pt x="0" y="1286033"/>
                </a:lnTo>
                <a:lnTo>
                  <a:pt x="0" y="1223299"/>
                </a:lnTo>
                <a:lnTo>
                  <a:pt x="15696" y="1223299"/>
                </a:lnTo>
                <a:close/>
                <a:moveTo>
                  <a:pt x="15696" y="1325241"/>
                </a:moveTo>
                <a:lnTo>
                  <a:pt x="15696" y="1387974"/>
                </a:lnTo>
                <a:lnTo>
                  <a:pt x="0" y="1387974"/>
                </a:lnTo>
                <a:lnTo>
                  <a:pt x="0" y="1325241"/>
                </a:lnTo>
                <a:lnTo>
                  <a:pt x="15696" y="1325241"/>
                </a:lnTo>
                <a:close/>
                <a:moveTo>
                  <a:pt x="15696" y="1427183"/>
                </a:moveTo>
                <a:lnTo>
                  <a:pt x="15696" y="1489916"/>
                </a:lnTo>
                <a:lnTo>
                  <a:pt x="0" y="1489916"/>
                </a:lnTo>
                <a:lnTo>
                  <a:pt x="0" y="1427183"/>
                </a:lnTo>
                <a:lnTo>
                  <a:pt x="15696" y="1427183"/>
                </a:lnTo>
                <a:close/>
                <a:moveTo>
                  <a:pt x="15696" y="1529124"/>
                </a:moveTo>
                <a:lnTo>
                  <a:pt x="15696" y="1591858"/>
                </a:lnTo>
                <a:lnTo>
                  <a:pt x="0" y="1591858"/>
                </a:lnTo>
                <a:lnTo>
                  <a:pt x="0" y="1529124"/>
                </a:lnTo>
                <a:lnTo>
                  <a:pt x="15696" y="1529124"/>
                </a:lnTo>
                <a:close/>
                <a:moveTo>
                  <a:pt x="15696" y="1631066"/>
                </a:moveTo>
                <a:lnTo>
                  <a:pt x="15696" y="1693799"/>
                </a:lnTo>
                <a:lnTo>
                  <a:pt x="0" y="1693799"/>
                </a:lnTo>
                <a:lnTo>
                  <a:pt x="0" y="1631066"/>
                </a:lnTo>
                <a:lnTo>
                  <a:pt x="15696" y="1631066"/>
                </a:lnTo>
                <a:close/>
                <a:moveTo>
                  <a:pt x="15696" y="1733008"/>
                </a:moveTo>
                <a:lnTo>
                  <a:pt x="15696" y="1795741"/>
                </a:lnTo>
                <a:lnTo>
                  <a:pt x="0" y="1795741"/>
                </a:lnTo>
                <a:lnTo>
                  <a:pt x="0" y="1733008"/>
                </a:lnTo>
                <a:lnTo>
                  <a:pt x="15696" y="1733008"/>
                </a:lnTo>
                <a:close/>
                <a:moveTo>
                  <a:pt x="15696" y="1834949"/>
                </a:moveTo>
                <a:lnTo>
                  <a:pt x="15696" y="1897683"/>
                </a:lnTo>
                <a:lnTo>
                  <a:pt x="0" y="1897683"/>
                </a:lnTo>
                <a:lnTo>
                  <a:pt x="0" y="1834949"/>
                </a:lnTo>
                <a:lnTo>
                  <a:pt x="15696" y="1834949"/>
                </a:lnTo>
                <a:close/>
                <a:moveTo>
                  <a:pt x="15696" y="1936891"/>
                </a:moveTo>
                <a:lnTo>
                  <a:pt x="15696" y="1999624"/>
                </a:lnTo>
                <a:lnTo>
                  <a:pt x="0" y="1999624"/>
                </a:lnTo>
                <a:lnTo>
                  <a:pt x="0" y="1936891"/>
                </a:lnTo>
                <a:lnTo>
                  <a:pt x="15696" y="1936891"/>
                </a:lnTo>
                <a:close/>
                <a:moveTo>
                  <a:pt x="15696" y="2038832"/>
                </a:moveTo>
                <a:lnTo>
                  <a:pt x="15696" y="2101566"/>
                </a:lnTo>
                <a:lnTo>
                  <a:pt x="0" y="2101566"/>
                </a:lnTo>
                <a:lnTo>
                  <a:pt x="0" y="2038832"/>
                </a:lnTo>
                <a:lnTo>
                  <a:pt x="15696" y="2038832"/>
                </a:lnTo>
                <a:close/>
                <a:moveTo>
                  <a:pt x="15696" y="2140774"/>
                </a:moveTo>
                <a:lnTo>
                  <a:pt x="15696" y="2203507"/>
                </a:lnTo>
                <a:lnTo>
                  <a:pt x="0" y="2203507"/>
                </a:lnTo>
                <a:lnTo>
                  <a:pt x="0" y="2140774"/>
                </a:lnTo>
                <a:lnTo>
                  <a:pt x="15696" y="2140774"/>
                </a:lnTo>
                <a:close/>
                <a:moveTo>
                  <a:pt x="15696" y="2242716"/>
                </a:moveTo>
                <a:lnTo>
                  <a:pt x="15696" y="2305449"/>
                </a:lnTo>
                <a:lnTo>
                  <a:pt x="0" y="2305449"/>
                </a:lnTo>
                <a:lnTo>
                  <a:pt x="0" y="2242716"/>
                </a:lnTo>
                <a:lnTo>
                  <a:pt x="15696" y="2242716"/>
                </a:lnTo>
                <a:close/>
                <a:moveTo>
                  <a:pt x="15696" y="2344657"/>
                </a:moveTo>
                <a:lnTo>
                  <a:pt x="15696" y="2407391"/>
                </a:lnTo>
                <a:lnTo>
                  <a:pt x="0" y="2407391"/>
                </a:lnTo>
                <a:lnTo>
                  <a:pt x="0" y="2344657"/>
                </a:lnTo>
                <a:lnTo>
                  <a:pt x="15696" y="2344657"/>
                </a:lnTo>
                <a:close/>
                <a:moveTo>
                  <a:pt x="15696" y="2446599"/>
                </a:moveTo>
                <a:lnTo>
                  <a:pt x="15696" y="2509332"/>
                </a:lnTo>
                <a:lnTo>
                  <a:pt x="0" y="2509332"/>
                </a:lnTo>
                <a:lnTo>
                  <a:pt x="0" y="2446599"/>
                </a:lnTo>
                <a:lnTo>
                  <a:pt x="15696" y="2446599"/>
                </a:lnTo>
                <a:close/>
                <a:moveTo>
                  <a:pt x="15696" y="2548541"/>
                </a:moveTo>
                <a:lnTo>
                  <a:pt x="15696" y="2611274"/>
                </a:lnTo>
                <a:lnTo>
                  <a:pt x="0" y="2611274"/>
                </a:lnTo>
                <a:lnTo>
                  <a:pt x="0" y="2548541"/>
                </a:lnTo>
                <a:lnTo>
                  <a:pt x="15696" y="2548541"/>
                </a:lnTo>
                <a:close/>
                <a:moveTo>
                  <a:pt x="15696" y="2650482"/>
                </a:moveTo>
                <a:lnTo>
                  <a:pt x="15696" y="2713215"/>
                </a:lnTo>
                <a:lnTo>
                  <a:pt x="0" y="2713215"/>
                </a:lnTo>
                <a:lnTo>
                  <a:pt x="0" y="2650482"/>
                </a:lnTo>
                <a:lnTo>
                  <a:pt x="15696" y="2650482"/>
                </a:lnTo>
                <a:close/>
                <a:moveTo>
                  <a:pt x="15696" y="2752424"/>
                </a:moveTo>
                <a:lnTo>
                  <a:pt x="15696" y="2815157"/>
                </a:lnTo>
                <a:lnTo>
                  <a:pt x="0" y="2815157"/>
                </a:lnTo>
                <a:lnTo>
                  <a:pt x="0" y="2752424"/>
                </a:lnTo>
                <a:lnTo>
                  <a:pt x="15696" y="2752424"/>
                </a:lnTo>
                <a:close/>
                <a:moveTo>
                  <a:pt x="15696" y="2854365"/>
                </a:moveTo>
                <a:lnTo>
                  <a:pt x="15696" y="2917099"/>
                </a:lnTo>
                <a:lnTo>
                  <a:pt x="0" y="2917099"/>
                </a:lnTo>
                <a:lnTo>
                  <a:pt x="0" y="2854365"/>
                </a:lnTo>
                <a:lnTo>
                  <a:pt x="15696" y="2854365"/>
                </a:lnTo>
                <a:close/>
                <a:moveTo>
                  <a:pt x="15696" y="2956307"/>
                </a:moveTo>
                <a:lnTo>
                  <a:pt x="15696" y="3019040"/>
                </a:lnTo>
                <a:lnTo>
                  <a:pt x="0" y="3019040"/>
                </a:lnTo>
                <a:lnTo>
                  <a:pt x="0" y="2956307"/>
                </a:lnTo>
                <a:lnTo>
                  <a:pt x="15696" y="2956307"/>
                </a:lnTo>
                <a:close/>
                <a:moveTo>
                  <a:pt x="15696" y="3058249"/>
                </a:moveTo>
                <a:lnTo>
                  <a:pt x="15696" y="3120982"/>
                </a:lnTo>
                <a:lnTo>
                  <a:pt x="0" y="3120982"/>
                </a:lnTo>
                <a:lnTo>
                  <a:pt x="0" y="3058249"/>
                </a:lnTo>
                <a:lnTo>
                  <a:pt x="15696" y="3058249"/>
                </a:lnTo>
                <a:close/>
                <a:moveTo>
                  <a:pt x="15696" y="3160190"/>
                </a:moveTo>
                <a:lnTo>
                  <a:pt x="15696" y="3222923"/>
                </a:lnTo>
                <a:lnTo>
                  <a:pt x="0" y="3222923"/>
                </a:lnTo>
                <a:lnTo>
                  <a:pt x="0" y="3160190"/>
                </a:lnTo>
                <a:lnTo>
                  <a:pt x="15696" y="3160190"/>
                </a:lnTo>
                <a:close/>
                <a:moveTo>
                  <a:pt x="15696" y="3262132"/>
                </a:moveTo>
                <a:lnTo>
                  <a:pt x="15696" y="3324865"/>
                </a:lnTo>
                <a:lnTo>
                  <a:pt x="0" y="3324865"/>
                </a:lnTo>
                <a:lnTo>
                  <a:pt x="0" y="3262132"/>
                </a:lnTo>
                <a:lnTo>
                  <a:pt x="15696" y="3262132"/>
                </a:lnTo>
                <a:close/>
                <a:moveTo>
                  <a:pt x="15696" y="3364073"/>
                </a:moveTo>
                <a:lnTo>
                  <a:pt x="15696" y="3426807"/>
                </a:lnTo>
                <a:lnTo>
                  <a:pt x="0" y="3426807"/>
                </a:lnTo>
                <a:lnTo>
                  <a:pt x="0" y="3364073"/>
                </a:lnTo>
                <a:lnTo>
                  <a:pt x="15696" y="3364073"/>
                </a:lnTo>
                <a:close/>
                <a:moveTo>
                  <a:pt x="15696" y="3466015"/>
                </a:moveTo>
                <a:lnTo>
                  <a:pt x="15696" y="3528748"/>
                </a:lnTo>
                <a:lnTo>
                  <a:pt x="0" y="3528748"/>
                </a:lnTo>
                <a:lnTo>
                  <a:pt x="0" y="3466015"/>
                </a:lnTo>
                <a:lnTo>
                  <a:pt x="15696" y="3466015"/>
                </a:lnTo>
                <a:close/>
                <a:moveTo>
                  <a:pt x="15696" y="3567957"/>
                </a:moveTo>
                <a:lnTo>
                  <a:pt x="15696" y="3630690"/>
                </a:lnTo>
                <a:lnTo>
                  <a:pt x="0" y="3630690"/>
                </a:lnTo>
                <a:lnTo>
                  <a:pt x="0" y="3567957"/>
                </a:lnTo>
                <a:lnTo>
                  <a:pt x="15696" y="3567957"/>
                </a:lnTo>
                <a:close/>
                <a:moveTo>
                  <a:pt x="15696" y="3669898"/>
                </a:moveTo>
                <a:lnTo>
                  <a:pt x="15696" y="3732632"/>
                </a:lnTo>
                <a:lnTo>
                  <a:pt x="0" y="3732632"/>
                </a:lnTo>
                <a:lnTo>
                  <a:pt x="0" y="3669898"/>
                </a:lnTo>
                <a:lnTo>
                  <a:pt x="15696" y="3669898"/>
                </a:lnTo>
                <a:close/>
                <a:moveTo>
                  <a:pt x="15696" y="3771840"/>
                </a:moveTo>
                <a:lnTo>
                  <a:pt x="15696" y="3834573"/>
                </a:lnTo>
                <a:lnTo>
                  <a:pt x="0" y="3834573"/>
                </a:lnTo>
                <a:lnTo>
                  <a:pt x="0" y="3771840"/>
                </a:lnTo>
                <a:lnTo>
                  <a:pt x="15696" y="3771840"/>
                </a:lnTo>
                <a:close/>
                <a:moveTo>
                  <a:pt x="15696" y="3873782"/>
                </a:moveTo>
                <a:lnTo>
                  <a:pt x="15696" y="3936515"/>
                </a:lnTo>
                <a:lnTo>
                  <a:pt x="0" y="3936515"/>
                </a:lnTo>
                <a:lnTo>
                  <a:pt x="0" y="3873782"/>
                </a:lnTo>
                <a:lnTo>
                  <a:pt x="15696" y="3873782"/>
                </a:lnTo>
                <a:close/>
                <a:moveTo>
                  <a:pt x="15696" y="3975723"/>
                </a:moveTo>
                <a:lnTo>
                  <a:pt x="15696" y="4038456"/>
                </a:lnTo>
                <a:lnTo>
                  <a:pt x="0" y="4038456"/>
                </a:lnTo>
                <a:lnTo>
                  <a:pt x="0" y="3975723"/>
                </a:lnTo>
                <a:lnTo>
                  <a:pt x="15696" y="3975723"/>
                </a:lnTo>
                <a:close/>
                <a:moveTo>
                  <a:pt x="15696" y="4077665"/>
                </a:moveTo>
                <a:lnTo>
                  <a:pt x="15696" y="4140398"/>
                </a:lnTo>
                <a:lnTo>
                  <a:pt x="0" y="4140398"/>
                </a:lnTo>
                <a:lnTo>
                  <a:pt x="0" y="4077665"/>
                </a:lnTo>
                <a:lnTo>
                  <a:pt x="15696" y="4077665"/>
                </a:lnTo>
                <a:close/>
                <a:moveTo>
                  <a:pt x="15696" y="4179606"/>
                </a:moveTo>
                <a:lnTo>
                  <a:pt x="15696" y="4242340"/>
                </a:lnTo>
                <a:lnTo>
                  <a:pt x="0" y="4242340"/>
                </a:lnTo>
                <a:lnTo>
                  <a:pt x="0" y="4179606"/>
                </a:lnTo>
                <a:lnTo>
                  <a:pt x="15696" y="4179606"/>
                </a:lnTo>
                <a:close/>
                <a:moveTo>
                  <a:pt x="15696" y="4281548"/>
                </a:moveTo>
                <a:lnTo>
                  <a:pt x="15696" y="4344281"/>
                </a:lnTo>
                <a:lnTo>
                  <a:pt x="0" y="4344281"/>
                </a:lnTo>
                <a:lnTo>
                  <a:pt x="0" y="4281548"/>
                </a:lnTo>
                <a:lnTo>
                  <a:pt x="15696" y="4281548"/>
                </a:lnTo>
                <a:close/>
                <a:moveTo>
                  <a:pt x="15696" y="4383490"/>
                </a:moveTo>
                <a:lnTo>
                  <a:pt x="15696" y="4435876"/>
                </a:lnTo>
                <a:lnTo>
                  <a:pt x="0" y="4435876"/>
                </a:lnTo>
                <a:lnTo>
                  <a:pt x="0" y="4383490"/>
                </a:lnTo>
                <a:lnTo>
                  <a:pt x="15696" y="4383490"/>
                </a:lnTo>
                <a:close/>
              </a:path>
            </a:pathLst>
          </a:custGeom>
          <a:solidFill xmlns:a="http://schemas.openxmlformats.org/drawingml/2006/main">
            <a:srgbClr val="4CCB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558BB-894E-4D89-B87E-4AD89A7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527" y="2862984"/>
            <a:ext cx="5368074" cy="15683"/>
          </a:xfrm>
          <a:custGeom xmlns:a="http://schemas.openxmlformats.org/drawingml/2006/main">
            <a:pathLst>
              <a:path w="5368074" h="15683">
                <a:moveTo>
                  <a:pt x="0" y="0"/>
                </a:moveTo>
                <a:lnTo>
                  <a:pt x="62784" y="0"/>
                </a:lnTo>
                <a:lnTo>
                  <a:pt x="62784" y="15683"/>
                </a:lnTo>
                <a:lnTo>
                  <a:pt x="0" y="15683"/>
                </a:lnTo>
                <a:moveTo>
                  <a:pt x="102025" y="0"/>
                </a:moveTo>
                <a:lnTo>
                  <a:pt x="164809" y="0"/>
                </a:lnTo>
                <a:lnTo>
                  <a:pt x="164809" y="15683"/>
                </a:lnTo>
                <a:lnTo>
                  <a:pt x="102025" y="15683"/>
                </a:lnTo>
                <a:moveTo>
                  <a:pt x="204050" y="0"/>
                </a:moveTo>
                <a:lnTo>
                  <a:pt x="266834" y="0"/>
                </a:lnTo>
                <a:lnTo>
                  <a:pt x="266834" y="15683"/>
                </a:lnTo>
                <a:lnTo>
                  <a:pt x="204050" y="15683"/>
                </a:lnTo>
                <a:moveTo>
                  <a:pt x="306074" y="0"/>
                </a:moveTo>
                <a:lnTo>
                  <a:pt x="368859" y="0"/>
                </a:lnTo>
                <a:lnTo>
                  <a:pt x="368859" y="15683"/>
                </a:lnTo>
                <a:lnTo>
                  <a:pt x="306074" y="15683"/>
                </a:lnTo>
                <a:moveTo>
                  <a:pt x="408099" y="0"/>
                </a:moveTo>
                <a:lnTo>
                  <a:pt x="470884" y="0"/>
                </a:lnTo>
                <a:lnTo>
                  <a:pt x="470884" y="15683"/>
                </a:lnTo>
                <a:lnTo>
                  <a:pt x="408099" y="15683"/>
                </a:lnTo>
                <a:moveTo>
                  <a:pt x="510124" y="0"/>
                </a:moveTo>
                <a:lnTo>
                  <a:pt x="572909" y="0"/>
                </a:lnTo>
                <a:lnTo>
                  <a:pt x="572909" y="15683"/>
                </a:lnTo>
                <a:lnTo>
                  <a:pt x="510124" y="15683"/>
                </a:lnTo>
                <a:moveTo>
                  <a:pt x="612149" y="0"/>
                </a:moveTo>
                <a:lnTo>
                  <a:pt x="674933" y="0"/>
                </a:lnTo>
                <a:lnTo>
                  <a:pt x="674933" y="15683"/>
                </a:lnTo>
                <a:lnTo>
                  <a:pt x="612149" y="15683"/>
                </a:lnTo>
                <a:moveTo>
                  <a:pt x="714174" y="0"/>
                </a:moveTo>
                <a:lnTo>
                  <a:pt x="776958" y="0"/>
                </a:lnTo>
                <a:lnTo>
                  <a:pt x="776958" y="15683"/>
                </a:lnTo>
                <a:lnTo>
                  <a:pt x="714174" y="15683"/>
                </a:lnTo>
                <a:moveTo>
                  <a:pt x="816198" y="0"/>
                </a:moveTo>
                <a:lnTo>
                  <a:pt x="878983" y="0"/>
                </a:lnTo>
                <a:lnTo>
                  <a:pt x="878983" y="15683"/>
                </a:lnTo>
                <a:lnTo>
                  <a:pt x="816198" y="15683"/>
                </a:lnTo>
                <a:moveTo>
                  <a:pt x="918223" y="0"/>
                </a:moveTo>
                <a:lnTo>
                  <a:pt x="981008" y="0"/>
                </a:lnTo>
                <a:lnTo>
                  <a:pt x="981008" y="15683"/>
                </a:lnTo>
                <a:lnTo>
                  <a:pt x="918223" y="15683"/>
                </a:lnTo>
                <a:moveTo>
                  <a:pt x="1020248" y="0"/>
                </a:moveTo>
                <a:lnTo>
                  <a:pt x="1083033" y="0"/>
                </a:lnTo>
                <a:lnTo>
                  <a:pt x="1083033" y="15683"/>
                </a:lnTo>
                <a:lnTo>
                  <a:pt x="1020248" y="15683"/>
                </a:lnTo>
                <a:moveTo>
                  <a:pt x="1122273" y="0"/>
                </a:moveTo>
                <a:lnTo>
                  <a:pt x="1185057" y="0"/>
                </a:lnTo>
                <a:lnTo>
                  <a:pt x="1185057" y="15683"/>
                </a:lnTo>
                <a:lnTo>
                  <a:pt x="1122273" y="15683"/>
                </a:lnTo>
                <a:moveTo>
                  <a:pt x="1224298" y="0"/>
                </a:moveTo>
                <a:lnTo>
                  <a:pt x="1287082" y="0"/>
                </a:lnTo>
                <a:lnTo>
                  <a:pt x="1287082" y="15683"/>
                </a:lnTo>
                <a:lnTo>
                  <a:pt x="1224298" y="15683"/>
                </a:lnTo>
                <a:moveTo>
                  <a:pt x="1326322" y="0"/>
                </a:moveTo>
                <a:lnTo>
                  <a:pt x="1389107" y="0"/>
                </a:lnTo>
                <a:lnTo>
                  <a:pt x="1389107" y="15683"/>
                </a:lnTo>
                <a:lnTo>
                  <a:pt x="1326322" y="15683"/>
                </a:lnTo>
                <a:moveTo>
                  <a:pt x="1428347" y="0"/>
                </a:moveTo>
                <a:lnTo>
                  <a:pt x="1491132" y="0"/>
                </a:lnTo>
                <a:lnTo>
                  <a:pt x="1491132" y="15683"/>
                </a:lnTo>
                <a:lnTo>
                  <a:pt x="1428347" y="15683"/>
                </a:lnTo>
                <a:moveTo>
                  <a:pt x="1530372" y="0"/>
                </a:moveTo>
                <a:lnTo>
                  <a:pt x="1593157" y="0"/>
                </a:lnTo>
                <a:lnTo>
                  <a:pt x="1593157" y="15683"/>
                </a:lnTo>
                <a:lnTo>
                  <a:pt x="1530372" y="15683"/>
                </a:lnTo>
                <a:moveTo>
                  <a:pt x="1632397" y="0"/>
                </a:moveTo>
                <a:lnTo>
                  <a:pt x="1695181" y="0"/>
                </a:lnTo>
                <a:lnTo>
                  <a:pt x="1695181" y="15683"/>
                </a:lnTo>
                <a:lnTo>
                  <a:pt x="1632397" y="15683"/>
                </a:lnTo>
                <a:moveTo>
                  <a:pt x="1734422" y="0"/>
                </a:moveTo>
                <a:lnTo>
                  <a:pt x="1797206" y="0"/>
                </a:lnTo>
                <a:lnTo>
                  <a:pt x="1797206" y="15683"/>
                </a:lnTo>
                <a:lnTo>
                  <a:pt x="1734422" y="15683"/>
                </a:lnTo>
                <a:moveTo>
                  <a:pt x="1836447" y="0"/>
                </a:moveTo>
                <a:lnTo>
                  <a:pt x="1899231" y="0"/>
                </a:lnTo>
                <a:lnTo>
                  <a:pt x="1899231" y="15683"/>
                </a:lnTo>
                <a:lnTo>
                  <a:pt x="1836447" y="15683"/>
                </a:lnTo>
                <a:moveTo>
                  <a:pt x="1938471" y="0"/>
                </a:moveTo>
                <a:lnTo>
                  <a:pt x="2001256" y="0"/>
                </a:lnTo>
                <a:lnTo>
                  <a:pt x="2001256" y="15683"/>
                </a:lnTo>
                <a:lnTo>
                  <a:pt x="1938471" y="15683"/>
                </a:lnTo>
                <a:moveTo>
                  <a:pt x="2040496" y="0"/>
                </a:moveTo>
                <a:lnTo>
                  <a:pt x="2103281" y="0"/>
                </a:lnTo>
                <a:lnTo>
                  <a:pt x="2103281" y="15683"/>
                </a:lnTo>
                <a:lnTo>
                  <a:pt x="2040496" y="15683"/>
                </a:lnTo>
                <a:moveTo>
                  <a:pt x="2142521" y="0"/>
                </a:moveTo>
                <a:lnTo>
                  <a:pt x="2205305" y="0"/>
                </a:lnTo>
                <a:lnTo>
                  <a:pt x="2205305" y="15683"/>
                </a:lnTo>
                <a:lnTo>
                  <a:pt x="2142521" y="15683"/>
                </a:lnTo>
                <a:moveTo>
                  <a:pt x="2244546" y="0"/>
                </a:moveTo>
                <a:lnTo>
                  <a:pt x="2307330" y="0"/>
                </a:lnTo>
                <a:lnTo>
                  <a:pt x="2307330" y="15683"/>
                </a:lnTo>
                <a:lnTo>
                  <a:pt x="2244546" y="15683"/>
                </a:lnTo>
                <a:moveTo>
                  <a:pt x="2346571" y="0"/>
                </a:moveTo>
                <a:lnTo>
                  <a:pt x="2409355" y="0"/>
                </a:lnTo>
                <a:lnTo>
                  <a:pt x="2409355" y="15683"/>
                </a:lnTo>
                <a:lnTo>
                  <a:pt x="2346571" y="15683"/>
                </a:lnTo>
                <a:moveTo>
                  <a:pt x="2448595" y="0"/>
                </a:moveTo>
                <a:lnTo>
                  <a:pt x="2511380" y="0"/>
                </a:lnTo>
                <a:lnTo>
                  <a:pt x="2511380" y="15683"/>
                </a:lnTo>
                <a:lnTo>
                  <a:pt x="2448595" y="15683"/>
                </a:lnTo>
                <a:moveTo>
                  <a:pt x="2550620" y="0"/>
                </a:moveTo>
                <a:lnTo>
                  <a:pt x="2613405" y="0"/>
                </a:lnTo>
                <a:lnTo>
                  <a:pt x="2613405" y="15683"/>
                </a:lnTo>
                <a:lnTo>
                  <a:pt x="2550620" y="15683"/>
                </a:lnTo>
                <a:moveTo>
                  <a:pt x="2652645" y="0"/>
                </a:moveTo>
                <a:lnTo>
                  <a:pt x="2715429" y="0"/>
                </a:lnTo>
                <a:lnTo>
                  <a:pt x="2715429" y="15683"/>
                </a:lnTo>
                <a:lnTo>
                  <a:pt x="2652645" y="15683"/>
                </a:lnTo>
                <a:moveTo>
                  <a:pt x="2754670" y="0"/>
                </a:moveTo>
                <a:lnTo>
                  <a:pt x="2817454" y="0"/>
                </a:lnTo>
                <a:lnTo>
                  <a:pt x="2817454" y="15683"/>
                </a:lnTo>
                <a:lnTo>
                  <a:pt x="2754670" y="15683"/>
                </a:lnTo>
                <a:moveTo>
                  <a:pt x="2856695" y="0"/>
                </a:moveTo>
                <a:lnTo>
                  <a:pt x="2919479" y="0"/>
                </a:lnTo>
                <a:lnTo>
                  <a:pt x="2919479" y="15683"/>
                </a:lnTo>
                <a:lnTo>
                  <a:pt x="2856695" y="15683"/>
                </a:lnTo>
                <a:moveTo>
                  <a:pt x="2958719" y="0"/>
                </a:moveTo>
                <a:lnTo>
                  <a:pt x="3021504" y="0"/>
                </a:lnTo>
                <a:lnTo>
                  <a:pt x="3021504" y="15683"/>
                </a:lnTo>
                <a:lnTo>
                  <a:pt x="2958719" y="15683"/>
                </a:lnTo>
                <a:moveTo>
                  <a:pt x="3060744" y="0"/>
                </a:moveTo>
                <a:lnTo>
                  <a:pt x="3123529" y="0"/>
                </a:lnTo>
                <a:lnTo>
                  <a:pt x="3123529" y="15683"/>
                </a:lnTo>
                <a:lnTo>
                  <a:pt x="3060744" y="15683"/>
                </a:lnTo>
                <a:moveTo>
                  <a:pt x="3162769" y="0"/>
                </a:moveTo>
                <a:lnTo>
                  <a:pt x="3225553" y="0"/>
                </a:lnTo>
                <a:lnTo>
                  <a:pt x="3225553" y="15683"/>
                </a:lnTo>
                <a:lnTo>
                  <a:pt x="3162769" y="15683"/>
                </a:lnTo>
                <a:moveTo>
                  <a:pt x="3264794" y="0"/>
                </a:moveTo>
                <a:lnTo>
                  <a:pt x="3327578" y="0"/>
                </a:lnTo>
                <a:lnTo>
                  <a:pt x="3327578" y="15683"/>
                </a:lnTo>
                <a:lnTo>
                  <a:pt x="3264794" y="15683"/>
                </a:lnTo>
                <a:moveTo>
                  <a:pt x="3366819" y="0"/>
                </a:moveTo>
                <a:lnTo>
                  <a:pt x="3429603" y="0"/>
                </a:lnTo>
                <a:lnTo>
                  <a:pt x="3429603" y="15683"/>
                </a:lnTo>
                <a:lnTo>
                  <a:pt x="3366819" y="15683"/>
                </a:lnTo>
                <a:moveTo>
                  <a:pt x="3468843" y="0"/>
                </a:moveTo>
                <a:lnTo>
                  <a:pt x="3531628" y="0"/>
                </a:lnTo>
                <a:lnTo>
                  <a:pt x="3531628" y="15683"/>
                </a:lnTo>
                <a:lnTo>
                  <a:pt x="3468843" y="15683"/>
                </a:lnTo>
                <a:moveTo>
                  <a:pt x="3570868" y="0"/>
                </a:moveTo>
                <a:lnTo>
                  <a:pt x="3633653" y="0"/>
                </a:lnTo>
                <a:lnTo>
                  <a:pt x="3633653" y="15683"/>
                </a:lnTo>
                <a:lnTo>
                  <a:pt x="3570868" y="15683"/>
                </a:lnTo>
                <a:moveTo>
                  <a:pt x="3672893" y="0"/>
                </a:moveTo>
                <a:lnTo>
                  <a:pt x="3735678" y="0"/>
                </a:lnTo>
                <a:lnTo>
                  <a:pt x="3735678" y="15683"/>
                </a:lnTo>
                <a:lnTo>
                  <a:pt x="3672893" y="15683"/>
                </a:lnTo>
                <a:moveTo>
                  <a:pt x="3774918" y="0"/>
                </a:moveTo>
                <a:lnTo>
                  <a:pt x="3837702" y="0"/>
                </a:lnTo>
                <a:lnTo>
                  <a:pt x="3837702" y="15683"/>
                </a:lnTo>
                <a:lnTo>
                  <a:pt x="3774918" y="15683"/>
                </a:lnTo>
                <a:moveTo>
                  <a:pt x="3876943" y="0"/>
                </a:moveTo>
                <a:lnTo>
                  <a:pt x="3939727" y="0"/>
                </a:lnTo>
                <a:lnTo>
                  <a:pt x="3939727" y="15683"/>
                </a:lnTo>
                <a:lnTo>
                  <a:pt x="3876943" y="15683"/>
                </a:lnTo>
                <a:moveTo>
                  <a:pt x="3978967" y="0"/>
                </a:moveTo>
                <a:lnTo>
                  <a:pt x="4041752" y="0"/>
                </a:lnTo>
                <a:lnTo>
                  <a:pt x="4041752" y="15683"/>
                </a:lnTo>
                <a:lnTo>
                  <a:pt x="3978967" y="15683"/>
                </a:lnTo>
                <a:moveTo>
                  <a:pt x="4080992" y="0"/>
                </a:moveTo>
                <a:lnTo>
                  <a:pt x="4143777" y="0"/>
                </a:lnTo>
                <a:lnTo>
                  <a:pt x="4143777" y="15683"/>
                </a:lnTo>
                <a:lnTo>
                  <a:pt x="4080992" y="15683"/>
                </a:lnTo>
                <a:moveTo>
                  <a:pt x="4183017" y="0"/>
                </a:moveTo>
                <a:lnTo>
                  <a:pt x="4245802" y="0"/>
                </a:lnTo>
                <a:lnTo>
                  <a:pt x="4245802" y="15683"/>
                </a:lnTo>
                <a:lnTo>
                  <a:pt x="4183017" y="15683"/>
                </a:lnTo>
                <a:moveTo>
                  <a:pt x="4285042" y="0"/>
                </a:moveTo>
                <a:lnTo>
                  <a:pt x="4347826" y="0"/>
                </a:lnTo>
                <a:lnTo>
                  <a:pt x="4347826" y="15683"/>
                </a:lnTo>
                <a:lnTo>
                  <a:pt x="4285042" y="15683"/>
                </a:lnTo>
                <a:moveTo>
                  <a:pt x="4387067" y="0"/>
                </a:moveTo>
                <a:lnTo>
                  <a:pt x="4449851" y="0"/>
                </a:lnTo>
                <a:lnTo>
                  <a:pt x="4449851" y="15683"/>
                </a:lnTo>
                <a:lnTo>
                  <a:pt x="4387067" y="15683"/>
                </a:lnTo>
                <a:moveTo>
                  <a:pt x="4489091" y="0"/>
                </a:moveTo>
                <a:lnTo>
                  <a:pt x="4551876" y="0"/>
                </a:lnTo>
                <a:lnTo>
                  <a:pt x="4551876" y="15683"/>
                </a:lnTo>
                <a:lnTo>
                  <a:pt x="4489091" y="15683"/>
                </a:lnTo>
                <a:moveTo>
                  <a:pt x="4591116" y="0"/>
                </a:moveTo>
                <a:lnTo>
                  <a:pt x="4653901" y="0"/>
                </a:lnTo>
                <a:lnTo>
                  <a:pt x="4653901" y="15683"/>
                </a:lnTo>
                <a:lnTo>
                  <a:pt x="4591116" y="15683"/>
                </a:lnTo>
                <a:moveTo>
                  <a:pt x="4693141" y="0"/>
                </a:moveTo>
                <a:lnTo>
                  <a:pt x="4755926" y="0"/>
                </a:lnTo>
                <a:lnTo>
                  <a:pt x="4755926" y="15683"/>
                </a:lnTo>
                <a:lnTo>
                  <a:pt x="4693141" y="15683"/>
                </a:lnTo>
                <a:moveTo>
                  <a:pt x="4795166" y="0"/>
                </a:moveTo>
                <a:lnTo>
                  <a:pt x="4857950" y="0"/>
                </a:lnTo>
                <a:lnTo>
                  <a:pt x="4857950" y="15683"/>
                </a:lnTo>
                <a:lnTo>
                  <a:pt x="4795166" y="15683"/>
                </a:lnTo>
                <a:moveTo>
                  <a:pt x="4897191" y="0"/>
                </a:moveTo>
                <a:lnTo>
                  <a:pt x="4959975" y="0"/>
                </a:lnTo>
                <a:lnTo>
                  <a:pt x="4959975" y="15683"/>
                </a:lnTo>
                <a:lnTo>
                  <a:pt x="4897191" y="15683"/>
                </a:lnTo>
                <a:moveTo>
                  <a:pt x="4999216" y="0"/>
                </a:moveTo>
                <a:lnTo>
                  <a:pt x="5062000" y="0"/>
                </a:lnTo>
                <a:lnTo>
                  <a:pt x="5062000" y="15683"/>
                </a:lnTo>
                <a:lnTo>
                  <a:pt x="4999216" y="15683"/>
                </a:lnTo>
                <a:moveTo>
                  <a:pt x="5101240" y="0"/>
                </a:moveTo>
                <a:lnTo>
                  <a:pt x="5164025" y="0"/>
                </a:lnTo>
                <a:lnTo>
                  <a:pt x="5164025" y="15683"/>
                </a:lnTo>
                <a:lnTo>
                  <a:pt x="5101240" y="15683"/>
                </a:lnTo>
                <a:moveTo>
                  <a:pt x="5203265" y="0"/>
                </a:moveTo>
                <a:lnTo>
                  <a:pt x="5266050" y="0"/>
                </a:lnTo>
                <a:lnTo>
                  <a:pt x="5266050" y="15683"/>
                </a:lnTo>
                <a:lnTo>
                  <a:pt x="5203265" y="15683"/>
                </a:lnTo>
                <a:moveTo>
                  <a:pt x="5305290" y="0"/>
                </a:moveTo>
                <a:lnTo>
                  <a:pt x="5368074" y="0"/>
                </a:lnTo>
                <a:lnTo>
                  <a:pt x="5368074" y="15683"/>
                </a:lnTo>
                <a:lnTo>
                  <a:pt x="5305290" y="15683"/>
                </a:lnTo>
              </a:path>
            </a:pathLst>
          </a:custGeom>
          <a:solidFill xmlns:a="http://schemas.openxmlformats.org/drawingml/2006/main">
            <a:srgbClr val="4CCB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2FCD0-127A-40F4-B067-DFFD86B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58" y="107620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B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AC16C-67F1-4F43-89B0-002BF9F5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58" y="107620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7B742-BEA0-4839-9A8B-AE485AC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30" y="107620"/>
            <a:ext cx="156961" cy="156833"/>
          </a:xfrm>
          <a:custGeom xmlns:a="http://schemas.openxmlformats.org/drawingml/2006/main">
            <a:pathLst>
              <a:path w="156961" h="156833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F6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9EF1A-E364-4F1B-901C-57C119CF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30" y="107620"/>
            <a:ext cx="156961" cy="156833"/>
          </a:xfrm>
          <a:custGeom xmlns:a="http://schemas.openxmlformats.org/drawingml/2006/main">
            <a:pathLst>
              <a:path w="156961" h="156833" fill="none">
                <a:moveTo>
                  <a:pt x="0" y="0"/>
                </a:moveTo>
                <a:lnTo>
                  <a:pt x="156961" y="0"/>
                </a:lnTo>
                <a:lnTo>
                  <a:pt x="156961" y="156833"/>
                </a:lnTo>
                <a:lnTo>
                  <a:pt x="0" y="1568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90" cap="flat">
            <a:solidFill>
              <a:srgbClr val="212930"/>
            </a:solidFill>
            <a:miter/>
          </a:ln>
        </p:spPr>
      </p:sp>
      <p:sp>
        <p:nvSpPr>
          <p:cNvPr id="274" name="Text Soft/Hardfinalizedblock">
            <a:extLst xmlns:a="http://schemas.openxmlformats.org/drawingml/2006/main">
              <a:ext uri="{FF2B5EF4-FFF2-40B4-BE49-F238E27FC236}">
                <a16:creationId xmlns:a16="http://schemas.microsoft.com/office/drawing/2014/main" id="{5E0EAE4C-6189-479A-A297-F2FBE552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438" y="141981"/>
            <a:ext cx="1450156" cy="102922"/>
          </a:xfrm>
          <a:custGeom xmlns:a="http://schemas.openxmlformats.org/drawingml/2006/main">
            <a:pathLst>
              <a:path w="1450156" h="102922">
                <a:moveTo>
                  <a:pt x="322" y="68239"/>
                </a:moveTo>
                <a:cubicBezTo>
                  <a:pt x="7010" y="73779"/>
                  <a:pt x="14610" y="76548"/>
                  <a:pt x="23123" y="76548"/>
                </a:cubicBezTo>
                <a:cubicBezTo>
                  <a:pt x="27951" y="76548"/>
                  <a:pt x="31581" y="75717"/>
                  <a:pt x="34013" y="74055"/>
                </a:cubicBezTo>
                <a:cubicBezTo>
                  <a:pt x="36445" y="72394"/>
                  <a:pt x="37662" y="70258"/>
                  <a:pt x="37662" y="67650"/>
                </a:cubicBezTo>
                <a:cubicBezTo>
                  <a:pt x="37662" y="65398"/>
                  <a:pt x="36696" y="63272"/>
                  <a:pt x="34764" y="61271"/>
                </a:cubicBezTo>
                <a:cubicBezTo>
                  <a:pt x="32833" y="59269"/>
                  <a:pt x="27736" y="56553"/>
                  <a:pt x="19475" y="53123"/>
                </a:cubicBezTo>
                <a:cubicBezTo>
                  <a:pt x="6492" y="47619"/>
                  <a:pt x="0" y="39614"/>
                  <a:pt x="0" y="29108"/>
                </a:cubicBezTo>
                <a:cubicBezTo>
                  <a:pt x="0" y="21388"/>
                  <a:pt x="2942" y="15394"/>
                  <a:pt x="8825" y="11123"/>
                </a:cubicBezTo>
                <a:cubicBezTo>
                  <a:pt x="14709" y="6853"/>
                  <a:pt x="22497" y="4717"/>
                  <a:pt x="32189" y="4717"/>
                </a:cubicBezTo>
                <a:cubicBezTo>
                  <a:pt x="40308" y="4717"/>
                  <a:pt x="47122" y="5771"/>
                  <a:pt x="52630" y="7880"/>
                </a:cubicBezTo>
                <a:lnTo>
                  <a:pt x="52630" y="24498"/>
                </a:lnTo>
                <a:cubicBezTo>
                  <a:pt x="47050" y="20709"/>
                  <a:pt x="40523" y="18815"/>
                  <a:pt x="33048" y="18815"/>
                </a:cubicBezTo>
                <a:cubicBezTo>
                  <a:pt x="28684" y="18815"/>
                  <a:pt x="25197" y="19611"/>
                  <a:pt x="22586" y="21201"/>
                </a:cubicBezTo>
                <a:cubicBezTo>
                  <a:pt x="19975" y="22791"/>
                  <a:pt x="18670" y="24926"/>
                  <a:pt x="18670" y="27607"/>
                </a:cubicBezTo>
                <a:cubicBezTo>
                  <a:pt x="18670" y="29751"/>
                  <a:pt x="19564" y="31725"/>
                  <a:pt x="21352" y="33530"/>
                </a:cubicBezTo>
                <a:cubicBezTo>
                  <a:pt x="23141" y="35335"/>
                  <a:pt x="27558" y="37774"/>
                  <a:pt x="34604" y="40847"/>
                </a:cubicBezTo>
                <a:cubicBezTo>
                  <a:pt x="42865" y="44385"/>
                  <a:pt x="48543" y="48120"/>
                  <a:pt x="51637" y="52051"/>
                </a:cubicBezTo>
                <a:cubicBezTo>
                  <a:pt x="54731" y="55982"/>
                  <a:pt x="56278" y="60663"/>
                  <a:pt x="56278" y="66095"/>
                </a:cubicBezTo>
                <a:cubicBezTo>
                  <a:pt x="56278" y="74064"/>
                  <a:pt x="53452" y="80140"/>
                  <a:pt x="47801" y="84321"/>
                </a:cubicBezTo>
                <a:cubicBezTo>
                  <a:pt x="42150" y="88502"/>
                  <a:pt x="34121" y="90593"/>
                  <a:pt x="23713" y="90593"/>
                </a:cubicBezTo>
                <a:cubicBezTo>
                  <a:pt x="14199" y="90593"/>
                  <a:pt x="6402" y="89056"/>
                  <a:pt x="322" y="85983"/>
                </a:cubicBezTo>
                <a:lnTo>
                  <a:pt x="322" y="68239"/>
                </a:lnTo>
                <a:close/>
                <a:moveTo>
                  <a:pt x="65017" y="59770"/>
                </a:moveTo>
                <a:cubicBezTo>
                  <a:pt x="65017" y="50014"/>
                  <a:pt x="67941" y="42348"/>
                  <a:pt x="73789" y="36773"/>
                </a:cubicBezTo>
                <a:cubicBezTo>
                  <a:pt x="79637" y="31198"/>
                  <a:pt x="87496" y="28411"/>
                  <a:pt x="97368" y="28411"/>
                </a:cubicBezTo>
                <a:cubicBezTo>
                  <a:pt x="106917" y="28411"/>
                  <a:pt x="114499" y="31153"/>
                  <a:pt x="120115" y="36639"/>
                </a:cubicBezTo>
                <a:cubicBezTo>
                  <a:pt x="125730" y="42125"/>
                  <a:pt x="128538" y="49495"/>
                  <a:pt x="128538" y="58751"/>
                </a:cubicBezTo>
                <a:cubicBezTo>
                  <a:pt x="128538" y="68472"/>
                  <a:pt x="125658" y="76209"/>
                  <a:pt x="119900" y="81962"/>
                </a:cubicBezTo>
                <a:cubicBezTo>
                  <a:pt x="114142" y="87716"/>
                  <a:pt x="106345" y="90593"/>
                  <a:pt x="96509" y="90593"/>
                </a:cubicBezTo>
                <a:cubicBezTo>
                  <a:pt x="86852" y="90593"/>
                  <a:pt x="79190" y="87832"/>
                  <a:pt x="73521" y="82311"/>
                </a:cubicBezTo>
                <a:cubicBezTo>
                  <a:pt x="67852" y="76789"/>
                  <a:pt x="65017" y="69276"/>
                  <a:pt x="65017" y="59770"/>
                </a:cubicBezTo>
                <a:moveTo>
                  <a:pt x="82561" y="59555"/>
                </a:moveTo>
                <a:cubicBezTo>
                  <a:pt x="82561" y="71384"/>
                  <a:pt x="87389" y="77299"/>
                  <a:pt x="97046" y="77299"/>
                </a:cubicBezTo>
                <a:cubicBezTo>
                  <a:pt x="106309" y="77299"/>
                  <a:pt x="110941" y="71223"/>
                  <a:pt x="110941" y="59073"/>
                </a:cubicBezTo>
                <a:cubicBezTo>
                  <a:pt x="110941" y="47494"/>
                  <a:pt x="106273" y="41705"/>
                  <a:pt x="96938" y="41705"/>
                </a:cubicBezTo>
                <a:cubicBezTo>
                  <a:pt x="92396" y="41705"/>
                  <a:pt x="88864" y="43259"/>
                  <a:pt x="86343" y="46368"/>
                </a:cubicBezTo>
                <a:cubicBezTo>
                  <a:pt x="83821" y="49478"/>
                  <a:pt x="82561" y="53873"/>
                  <a:pt x="82561" y="59555"/>
                </a:cubicBezTo>
                <a:close/>
                <a:moveTo>
                  <a:pt x="176559" y="14741"/>
                </a:moveTo>
                <a:cubicBezTo>
                  <a:pt x="174198" y="13812"/>
                  <a:pt x="171963" y="13348"/>
                  <a:pt x="169853" y="13348"/>
                </a:cubicBezTo>
                <a:cubicBezTo>
                  <a:pt x="163916" y="13348"/>
                  <a:pt x="160947" y="16635"/>
                  <a:pt x="160947" y="23211"/>
                </a:cubicBezTo>
                <a:lnTo>
                  <a:pt x="160947" y="29858"/>
                </a:lnTo>
                <a:lnTo>
                  <a:pt x="174466" y="29858"/>
                </a:lnTo>
                <a:lnTo>
                  <a:pt x="174466" y="42777"/>
                </a:lnTo>
                <a:lnTo>
                  <a:pt x="160947" y="42777"/>
                </a:lnTo>
                <a:lnTo>
                  <a:pt x="160947" y="89145"/>
                </a:lnTo>
                <a:lnTo>
                  <a:pt x="143618" y="89145"/>
                </a:lnTo>
                <a:lnTo>
                  <a:pt x="143618" y="42777"/>
                </a:lnTo>
                <a:lnTo>
                  <a:pt x="133693" y="42777"/>
                </a:lnTo>
                <a:lnTo>
                  <a:pt x="133693" y="29858"/>
                </a:lnTo>
                <a:lnTo>
                  <a:pt x="143618" y="29858"/>
                </a:lnTo>
                <a:lnTo>
                  <a:pt x="143618" y="22246"/>
                </a:lnTo>
                <a:cubicBezTo>
                  <a:pt x="143618" y="15492"/>
                  <a:pt x="145818" y="10096"/>
                  <a:pt x="150217" y="6057"/>
                </a:cubicBezTo>
                <a:cubicBezTo>
                  <a:pt x="154616" y="2019"/>
                  <a:pt x="160393" y="0"/>
                  <a:pt x="167546" y="0"/>
                </a:cubicBezTo>
                <a:cubicBezTo>
                  <a:pt x="171194" y="0"/>
                  <a:pt x="174198" y="375"/>
                  <a:pt x="176559" y="1126"/>
                </a:cubicBezTo>
                <a:lnTo>
                  <a:pt x="176559" y="14741"/>
                </a:lnTo>
                <a:close/>
                <a:moveTo>
                  <a:pt x="220658" y="88448"/>
                </a:moveTo>
                <a:cubicBezTo>
                  <a:pt x="218047" y="89878"/>
                  <a:pt x="214095" y="90593"/>
                  <a:pt x="208802" y="90593"/>
                </a:cubicBezTo>
                <a:cubicBezTo>
                  <a:pt x="196212" y="90593"/>
                  <a:pt x="189917" y="83981"/>
                  <a:pt x="189917" y="70759"/>
                </a:cubicBezTo>
                <a:lnTo>
                  <a:pt x="189917" y="42777"/>
                </a:lnTo>
                <a:lnTo>
                  <a:pt x="180153" y="42777"/>
                </a:lnTo>
                <a:lnTo>
                  <a:pt x="180153" y="29858"/>
                </a:lnTo>
                <a:lnTo>
                  <a:pt x="189917" y="29858"/>
                </a:lnTo>
                <a:lnTo>
                  <a:pt x="189917" y="16832"/>
                </a:lnTo>
                <a:lnTo>
                  <a:pt x="207139" y="11900"/>
                </a:lnTo>
                <a:lnTo>
                  <a:pt x="207139" y="29858"/>
                </a:lnTo>
                <a:lnTo>
                  <a:pt x="220658" y="29858"/>
                </a:lnTo>
                <a:lnTo>
                  <a:pt x="220658" y="42777"/>
                </a:lnTo>
                <a:lnTo>
                  <a:pt x="207139" y="42777"/>
                </a:lnTo>
                <a:lnTo>
                  <a:pt x="207139" y="67757"/>
                </a:lnTo>
                <a:cubicBezTo>
                  <a:pt x="207139" y="74082"/>
                  <a:pt x="209642" y="77245"/>
                  <a:pt x="214650" y="77245"/>
                </a:cubicBezTo>
                <a:cubicBezTo>
                  <a:pt x="216581" y="77245"/>
                  <a:pt x="218584" y="76673"/>
                  <a:pt x="220658" y="75530"/>
                </a:cubicBezTo>
                <a:lnTo>
                  <a:pt x="220658" y="88448"/>
                </a:lnTo>
                <a:close/>
                <a:moveTo>
                  <a:pt x="309296" y="6111"/>
                </a:moveTo>
                <a:lnTo>
                  <a:pt x="268898" y="102922"/>
                </a:lnTo>
                <a:lnTo>
                  <a:pt x="253393" y="102922"/>
                </a:lnTo>
                <a:lnTo>
                  <a:pt x="293630" y="6111"/>
                </a:lnTo>
                <a:lnTo>
                  <a:pt x="309296" y="6111"/>
                </a:lnTo>
                <a:close/>
                <a:moveTo>
                  <a:pt x="421208" y="89145"/>
                </a:moveTo>
                <a:lnTo>
                  <a:pt x="403503" y="89145"/>
                </a:lnTo>
                <a:lnTo>
                  <a:pt x="403503" y="54892"/>
                </a:lnTo>
                <a:lnTo>
                  <a:pt x="368095" y="54892"/>
                </a:lnTo>
                <a:lnTo>
                  <a:pt x="368095" y="89145"/>
                </a:lnTo>
                <a:lnTo>
                  <a:pt x="350391" y="89145"/>
                </a:lnTo>
                <a:lnTo>
                  <a:pt x="350391" y="6111"/>
                </a:lnTo>
                <a:lnTo>
                  <a:pt x="368095" y="6111"/>
                </a:lnTo>
                <a:lnTo>
                  <a:pt x="368095" y="39614"/>
                </a:lnTo>
                <a:lnTo>
                  <a:pt x="403503" y="39614"/>
                </a:lnTo>
                <a:lnTo>
                  <a:pt x="403503" y="6111"/>
                </a:lnTo>
                <a:lnTo>
                  <a:pt x="421208" y="6111"/>
                </a:lnTo>
                <a:lnTo>
                  <a:pt x="421208" y="89145"/>
                </a:lnTo>
                <a:close/>
                <a:moveTo>
                  <a:pt x="440328" y="33450"/>
                </a:moveTo>
                <a:cubicBezTo>
                  <a:pt x="443011" y="31949"/>
                  <a:pt x="446596" y="30734"/>
                  <a:pt x="451085" y="29804"/>
                </a:cubicBezTo>
                <a:cubicBezTo>
                  <a:pt x="455574" y="28875"/>
                  <a:pt x="459410" y="28411"/>
                  <a:pt x="462593" y="28411"/>
                </a:cubicBezTo>
                <a:cubicBezTo>
                  <a:pt x="479188" y="28411"/>
                  <a:pt x="487486" y="36719"/>
                  <a:pt x="487486" y="53337"/>
                </a:cubicBezTo>
                <a:lnTo>
                  <a:pt x="487486" y="89145"/>
                </a:lnTo>
                <a:lnTo>
                  <a:pt x="471016" y="89145"/>
                </a:lnTo>
                <a:lnTo>
                  <a:pt x="471016" y="80515"/>
                </a:lnTo>
                <a:lnTo>
                  <a:pt x="470801" y="80515"/>
                </a:lnTo>
                <a:cubicBezTo>
                  <a:pt x="466759" y="87233"/>
                  <a:pt x="460840" y="90593"/>
                  <a:pt x="453043" y="90593"/>
                </a:cubicBezTo>
                <a:cubicBezTo>
                  <a:pt x="447428" y="90593"/>
                  <a:pt x="442930" y="88993"/>
                  <a:pt x="439551" y="85795"/>
                </a:cubicBezTo>
                <a:cubicBezTo>
                  <a:pt x="436171" y="82597"/>
                  <a:pt x="434481" y="78246"/>
                  <a:pt x="434481" y="72742"/>
                </a:cubicBezTo>
                <a:cubicBezTo>
                  <a:pt x="434481" y="61378"/>
                  <a:pt x="441258" y="54767"/>
                  <a:pt x="454814" y="52908"/>
                </a:cubicBezTo>
                <a:lnTo>
                  <a:pt x="471123" y="50710"/>
                </a:lnTo>
                <a:cubicBezTo>
                  <a:pt x="471123" y="43813"/>
                  <a:pt x="467528" y="40365"/>
                  <a:pt x="460339" y="40365"/>
                </a:cubicBezTo>
                <a:cubicBezTo>
                  <a:pt x="453258" y="40365"/>
                  <a:pt x="446587" y="42509"/>
                  <a:pt x="440328" y="46797"/>
                </a:cubicBezTo>
                <a:lnTo>
                  <a:pt x="440328" y="33450"/>
                </a:lnTo>
                <a:moveTo>
                  <a:pt x="459910" y="62289"/>
                </a:moveTo>
                <a:cubicBezTo>
                  <a:pt x="453651" y="63111"/>
                  <a:pt x="450522" y="65934"/>
                  <a:pt x="450522" y="70759"/>
                </a:cubicBezTo>
                <a:cubicBezTo>
                  <a:pt x="450522" y="72974"/>
                  <a:pt x="451282" y="74761"/>
                  <a:pt x="452802" y="76119"/>
                </a:cubicBezTo>
                <a:cubicBezTo>
                  <a:pt x="454322" y="77477"/>
                  <a:pt x="456369" y="78156"/>
                  <a:pt x="458945" y="78156"/>
                </a:cubicBezTo>
                <a:cubicBezTo>
                  <a:pt x="462485" y="78156"/>
                  <a:pt x="465400" y="76905"/>
                  <a:pt x="467689" y="74404"/>
                </a:cubicBezTo>
                <a:cubicBezTo>
                  <a:pt x="469978" y="71902"/>
                  <a:pt x="471123" y="68793"/>
                  <a:pt x="471123" y="65077"/>
                </a:cubicBezTo>
                <a:lnTo>
                  <a:pt x="471123" y="60842"/>
                </a:lnTo>
                <a:lnTo>
                  <a:pt x="459910" y="62289"/>
                </a:lnTo>
                <a:close/>
                <a:moveTo>
                  <a:pt x="540209" y="45564"/>
                </a:moveTo>
                <a:cubicBezTo>
                  <a:pt x="538098" y="44349"/>
                  <a:pt x="535541" y="43742"/>
                  <a:pt x="532537" y="43742"/>
                </a:cubicBezTo>
                <a:cubicBezTo>
                  <a:pt x="528603" y="43742"/>
                  <a:pt x="525482" y="45243"/>
                  <a:pt x="523175" y="48245"/>
                </a:cubicBezTo>
                <a:cubicBezTo>
                  <a:pt x="520868" y="51246"/>
                  <a:pt x="519715" y="55374"/>
                  <a:pt x="519715" y="60627"/>
                </a:cubicBezTo>
                <a:lnTo>
                  <a:pt x="519715" y="89145"/>
                </a:lnTo>
                <a:lnTo>
                  <a:pt x="502386" y="89145"/>
                </a:lnTo>
                <a:lnTo>
                  <a:pt x="502386" y="29858"/>
                </a:lnTo>
                <a:lnTo>
                  <a:pt x="519715" y="29858"/>
                </a:lnTo>
                <a:lnTo>
                  <a:pt x="519715" y="41008"/>
                </a:lnTo>
                <a:lnTo>
                  <a:pt x="519929" y="41008"/>
                </a:lnTo>
                <a:cubicBezTo>
                  <a:pt x="522791" y="32896"/>
                  <a:pt x="527995" y="28840"/>
                  <a:pt x="535541" y="28840"/>
                </a:cubicBezTo>
                <a:cubicBezTo>
                  <a:pt x="537580" y="28840"/>
                  <a:pt x="539136" y="29072"/>
                  <a:pt x="540209" y="29536"/>
                </a:cubicBezTo>
                <a:lnTo>
                  <a:pt x="540209" y="45564"/>
                </a:lnTo>
                <a:close/>
                <a:moveTo>
                  <a:pt x="605589" y="89145"/>
                </a:moveTo>
                <a:lnTo>
                  <a:pt x="588314" y="89145"/>
                </a:lnTo>
                <a:lnTo>
                  <a:pt x="588314" y="80783"/>
                </a:lnTo>
                <a:lnTo>
                  <a:pt x="588045" y="80783"/>
                </a:lnTo>
                <a:cubicBezTo>
                  <a:pt x="583861" y="87323"/>
                  <a:pt x="577673" y="90593"/>
                  <a:pt x="569483" y="90593"/>
                </a:cubicBezTo>
                <a:cubicBezTo>
                  <a:pt x="561936" y="90593"/>
                  <a:pt x="555937" y="87930"/>
                  <a:pt x="551484" y="82605"/>
                </a:cubicBezTo>
                <a:cubicBezTo>
                  <a:pt x="547031" y="77281"/>
                  <a:pt x="544804" y="70026"/>
                  <a:pt x="544804" y="60842"/>
                </a:cubicBezTo>
                <a:cubicBezTo>
                  <a:pt x="544804" y="51121"/>
                  <a:pt x="547299" y="43286"/>
                  <a:pt x="552288" y="37336"/>
                </a:cubicBezTo>
                <a:cubicBezTo>
                  <a:pt x="557278" y="31386"/>
                  <a:pt x="563796" y="28411"/>
                  <a:pt x="571843" y="28411"/>
                </a:cubicBezTo>
                <a:cubicBezTo>
                  <a:pt x="579569" y="28411"/>
                  <a:pt x="584970" y="31198"/>
                  <a:pt x="588045" y="36773"/>
                </a:cubicBezTo>
                <a:lnTo>
                  <a:pt x="588314" y="36773"/>
                </a:lnTo>
                <a:lnTo>
                  <a:pt x="588314" y="1394"/>
                </a:lnTo>
                <a:lnTo>
                  <a:pt x="605589" y="1394"/>
                </a:lnTo>
                <a:lnTo>
                  <a:pt x="605589" y="89145"/>
                </a:lnTo>
                <a:moveTo>
                  <a:pt x="588582" y="55588"/>
                </a:moveTo>
                <a:cubicBezTo>
                  <a:pt x="588582" y="51586"/>
                  <a:pt x="587375" y="48271"/>
                  <a:pt x="584961" y="45645"/>
                </a:cubicBezTo>
                <a:cubicBezTo>
                  <a:pt x="582546" y="43018"/>
                  <a:pt x="579533" y="41705"/>
                  <a:pt x="575921" y="41705"/>
                </a:cubicBezTo>
                <a:cubicBezTo>
                  <a:pt x="571700" y="41705"/>
                  <a:pt x="568383" y="43375"/>
                  <a:pt x="565969" y="46717"/>
                </a:cubicBezTo>
                <a:cubicBezTo>
                  <a:pt x="563555" y="50058"/>
                  <a:pt x="562348" y="54588"/>
                  <a:pt x="562348" y="60306"/>
                </a:cubicBezTo>
                <a:cubicBezTo>
                  <a:pt x="562348" y="65738"/>
                  <a:pt x="563510" y="69928"/>
                  <a:pt x="565835" y="72876"/>
                </a:cubicBezTo>
                <a:cubicBezTo>
                  <a:pt x="568160" y="75824"/>
                  <a:pt x="571361" y="77299"/>
                  <a:pt x="575438" y="77299"/>
                </a:cubicBezTo>
                <a:cubicBezTo>
                  <a:pt x="579265" y="77299"/>
                  <a:pt x="582412" y="75744"/>
                  <a:pt x="584880" y="72635"/>
                </a:cubicBezTo>
                <a:cubicBezTo>
                  <a:pt x="587348" y="69526"/>
                  <a:pt x="588582" y="65488"/>
                  <a:pt x="588582" y="60520"/>
                </a:cubicBezTo>
                <a:lnTo>
                  <a:pt x="588582" y="55588"/>
                </a:lnTo>
                <a:close/>
                <a:moveTo>
                  <a:pt x="691814" y="14741"/>
                </a:moveTo>
                <a:cubicBezTo>
                  <a:pt x="689454" y="13812"/>
                  <a:pt x="687218" y="13348"/>
                  <a:pt x="685108" y="13348"/>
                </a:cubicBezTo>
                <a:cubicBezTo>
                  <a:pt x="679171" y="13348"/>
                  <a:pt x="676202" y="16635"/>
                  <a:pt x="676202" y="23211"/>
                </a:cubicBezTo>
                <a:lnTo>
                  <a:pt x="676202" y="29858"/>
                </a:lnTo>
                <a:lnTo>
                  <a:pt x="689722" y="29858"/>
                </a:lnTo>
                <a:lnTo>
                  <a:pt x="689722" y="42777"/>
                </a:lnTo>
                <a:lnTo>
                  <a:pt x="676202" y="42777"/>
                </a:lnTo>
                <a:lnTo>
                  <a:pt x="676202" y="89145"/>
                </a:lnTo>
                <a:lnTo>
                  <a:pt x="658874" y="89145"/>
                </a:lnTo>
                <a:lnTo>
                  <a:pt x="658874" y="42777"/>
                </a:lnTo>
                <a:lnTo>
                  <a:pt x="648949" y="42777"/>
                </a:lnTo>
                <a:lnTo>
                  <a:pt x="648949" y="29858"/>
                </a:lnTo>
                <a:lnTo>
                  <a:pt x="658874" y="29858"/>
                </a:lnTo>
                <a:lnTo>
                  <a:pt x="658874" y="22246"/>
                </a:lnTo>
                <a:cubicBezTo>
                  <a:pt x="658874" y="15492"/>
                  <a:pt x="661074" y="10096"/>
                  <a:pt x="665473" y="6057"/>
                </a:cubicBezTo>
                <a:cubicBezTo>
                  <a:pt x="669872" y="2019"/>
                  <a:pt x="675648" y="0"/>
                  <a:pt x="682801" y="0"/>
                </a:cubicBezTo>
                <a:cubicBezTo>
                  <a:pt x="686449" y="0"/>
                  <a:pt x="689454" y="375"/>
                  <a:pt x="691814" y="1126"/>
                </a:cubicBezTo>
                <a:lnTo>
                  <a:pt x="691814" y="14741"/>
                </a:lnTo>
                <a:close/>
                <a:moveTo>
                  <a:pt x="697096" y="10721"/>
                </a:moveTo>
                <a:cubicBezTo>
                  <a:pt x="697096" y="8076"/>
                  <a:pt x="698035" y="5923"/>
                  <a:pt x="699912" y="4262"/>
                </a:cubicBezTo>
                <a:cubicBezTo>
                  <a:pt x="701790" y="2600"/>
                  <a:pt x="704195" y="1769"/>
                  <a:pt x="707128" y="1769"/>
                </a:cubicBezTo>
                <a:cubicBezTo>
                  <a:pt x="710132" y="1769"/>
                  <a:pt x="712564" y="2618"/>
                  <a:pt x="714424" y="4315"/>
                </a:cubicBezTo>
                <a:cubicBezTo>
                  <a:pt x="716284" y="6013"/>
                  <a:pt x="717214" y="8148"/>
                  <a:pt x="717214" y="10721"/>
                </a:cubicBezTo>
                <a:cubicBezTo>
                  <a:pt x="717214" y="13330"/>
                  <a:pt x="716266" y="15501"/>
                  <a:pt x="714371" y="17234"/>
                </a:cubicBezTo>
                <a:cubicBezTo>
                  <a:pt x="712475" y="18967"/>
                  <a:pt x="710061" y="19834"/>
                  <a:pt x="707128" y="19834"/>
                </a:cubicBezTo>
                <a:cubicBezTo>
                  <a:pt x="704231" y="19834"/>
                  <a:pt x="701835" y="18958"/>
                  <a:pt x="699939" y="17207"/>
                </a:cubicBezTo>
                <a:cubicBezTo>
                  <a:pt x="698043" y="15456"/>
                  <a:pt x="697096" y="13294"/>
                  <a:pt x="697096" y="10721"/>
                </a:cubicBezTo>
                <a:moveTo>
                  <a:pt x="698383" y="89145"/>
                </a:moveTo>
                <a:lnTo>
                  <a:pt x="698383" y="29858"/>
                </a:lnTo>
                <a:lnTo>
                  <a:pt x="715658" y="29858"/>
                </a:lnTo>
                <a:lnTo>
                  <a:pt x="715658" y="89145"/>
                </a:lnTo>
                <a:lnTo>
                  <a:pt x="698383" y="89145"/>
                </a:lnTo>
                <a:close/>
                <a:moveTo>
                  <a:pt x="787559" y="89145"/>
                </a:moveTo>
                <a:lnTo>
                  <a:pt x="770337" y="89145"/>
                </a:lnTo>
                <a:lnTo>
                  <a:pt x="770337" y="56071"/>
                </a:lnTo>
                <a:cubicBezTo>
                  <a:pt x="770337" y="46493"/>
                  <a:pt x="766886" y="41705"/>
                  <a:pt x="759983" y="41705"/>
                </a:cubicBezTo>
                <a:cubicBezTo>
                  <a:pt x="756693" y="41705"/>
                  <a:pt x="753956" y="42982"/>
                  <a:pt x="751775" y="45538"/>
                </a:cubicBezTo>
                <a:cubicBezTo>
                  <a:pt x="749593" y="48093"/>
                  <a:pt x="748502" y="51354"/>
                  <a:pt x="748502" y="55320"/>
                </a:cubicBezTo>
                <a:lnTo>
                  <a:pt x="748502" y="89145"/>
                </a:lnTo>
                <a:lnTo>
                  <a:pt x="731174" y="89145"/>
                </a:lnTo>
                <a:lnTo>
                  <a:pt x="731174" y="29858"/>
                </a:lnTo>
                <a:lnTo>
                  <a:pt x="748502" y="29858"/>
                </a:lnTo>
                <a:lnTo>
                  <a:pt x="748502" y="39293"/>
                </a:lnTo>
                <a:lnTo>
                  <a:pt x="748717" y="39293"/>
                </a:lnTo>
                <a:cubicBezTo>
                  <a:pt x="753044" y="32038"/>
                  <a:pt x="759411" y="28411"/>
                  <a:pt x="767816" y="28411"/>
                </a:cubicBezTo>
                <a:cubicBezTo>
                  <a:pt x="780978" y="28411"/>
                  <a:pt x="787559" y="36559"/>
                  <a:pt x="787559" y="52855"/>
                </a:cubicBezTo>
                <a:lnTo>
                  <a:pt x="787559" y="89145"/>
                </a:lnTo>
                <a:close/>
                <a:moveTo>
                  <a:pt x="803820" y="33450"/>
                </a:moveTo>
                <a:cubicBezTo>
                  <a:pt x="806502" y="31949"/>
                  <a:pt x="810088" y="30734"/>
                  <a:pt x="814576" y="29804"/>
                </a:cubicBezTo>
                <a:cubicBezTo>
                  <a:pt x="819065" y="28875"/>
                  <a:pt x="822901" y="28411"/>
                  <a:pt x="826084" y="28411"/>
                </a:cubicBezTo>
                <a:cubicBezTo>
                  <a:pt x="842679" y="28411"/>
                  <a:pt x="850977" y="36719"/>
                  <a:pt x="850977" y="53337"/>
                </a:cubicBezTo>
                <a:lnTo>
                  <a:pt x="850977" y="89145"/>
                </a:lnTo>
                <a:lnTo>
                  <a:pt x="834507" y="89145"/>
                </a:lnTo>
                <a:lnTo>
                  <a:pt x="834507" y="80515"/>
                </a:lnTo>
                <a:lnTo>
                  <a:pt x="834292" y="80515"/>
                </a:lnTo>
                <a:cubicBezTo>
                  <a:pt x="830251" y="87233"/>
                  <a:pt x="824332" y="90593"/>
                  <a:pt x="816535" y="90593"/>
                </a:cubicBezTo>
                <a:cubicBezTo>
                  <a:pt x="810919" y="90593"/>
                  <a:pt x="806422" y="88993"/>
                  <a:pt x="803042" y="85795"/>
                </a:cubicBezTo>
                <a:cubicBezTo>
                  <a:pt x="799662" y="82597"/>
                  <a:pt x="797972" y="78246"/>
                  <a:pt x="797972" y="72742"/>
                </a:cubicBezTo>
                <a:cubicBezTo>
                  <a:pt x="797972" y="61378"/>
                  <a:pt x="804750" y="54767"/>
                  <a:pt x="818305" y="52908"/>
                </a:cubicBezTo>
                <a:lnTo>
                  <a:pt x="834614" y="50710"/>
                </a:lnTo>
                <a:cubicBezTo>
                  <a:pt x="834614" y="43813"/>
                  <a:pt x="831020" y="40365"/>
                  <a:pt x="823831" y="40365"/>
                </a:cubicBezTo>
                <a:cubicBezTo>
                  <a:pt x="816749" y="40365"/>
                  <a:pt x="810079" y="42509"/>
                  <a:pt x="803820" y="46797"/>
                </a:cubicBezTo>
                <a:lnTo>
                  <a:pt x="803820" y="33450"/>
                </a:lnTo>
                <a:moveTo>
                  <a:pt x="823402" y="62289"/>
                </a:moveTo>
                <a:cubicBezTo>
                  <a:pt x="817143" y="63111"/>
                  <a:pt x="814013" y="65934"/>
                  <a:pt x="814013" y="70759"/>
                </a:cubicBezTo>
                <a:cubicBezTo>
                  <a:pt x="814013" y="72974"/>
                  <a:pt x="814773" y="74761"/>
                  <a:pt x="816293" y="76119"/>
                </a:cubicBezTo>
                <a:cubicBezTo>
                  <a:pt x="817813" y="77477"/>
                  <a:pt x="819861" y="78156"/>
                  <a:pt x="822436" y="78156"/>
                </a:cubicBezTo>
                <a:cubicBezTo>
                  <a:pt x="825977" y="78156"/>
                  <a:pt x="828892" y="76905"/>
                  <a:pt x="831181" y="74404"/>
                </a:cubicBezTo>
                <a:cubicBezTo>
                  <a:pt x="833470" y="71902"/>
                  <a:pt x="834614" y="68793"/>
                  <a:pt x="834614" y="65077"/>
                </a:cubicBezTo>
                <a:lnTo>
                  <a:pt x="834614" y="60842"/>
                </a:lnTo>
                <a:lnTo>
                  <a:pt x="823402" y="62289"/>
                </a:lnTo>
                <a:close/>
                <a:moveTo>
                  <a:pt x="865609" y="89145"/>
                </a:moveTo>
                <a:lnTo>
                  <a:pt x="865609" y="1394"/>
                </a:lnTo>
                <a:lnTo>
                  <a:pt x="882884" y="1394"/>
                </a:lnTo>
                <a:lnTo>
                  <a:pt x="882884" y="89145"/>
                </a:lnTo>
                <a:lnTo>
                  <a:pt x="865609" y="89145"/>
                </a:lnTo>
                <a:close/>
                <a:moveTo>
                  <a:pt x="896845" y="10721"/>
                </a:moveTo>
                <a:cubicBezTo>
                  <a:pt x="896845" y="8076"/>
                  <a:pt x="897784" y="5923"/>
                  <a:pt x="899661" y="4262"/>
                </a:cubicBezTo>
                <a:cubicBezTo>
                  <a:pt x="901539" y="2600"/>
                  <a:pt x="903944" y="1769"/>
                  <a:pt x="906877" y="1769"/>
                </a:cubicBezTo>
                <a:cubicBezTo>
                  <a:pt x="909881" y="1769"/>
                  <a:pt x="912313" y="2618"/>
                  <a:pt x="914173" y="4315"/>
                </a:cubicBezTo>
                <a:cubicBezTo>
                  <a:pt x="916033" y="6013"/>
                  <a:pt x="916963" y="8148"/>
                  <a:pt x="916963" y="10721"/>
                </a:cubicBezTo>
                <a:cubicBezTo>
                  <a:pt x="916963" y="13330"/>
                  <a:pt x="916015" y="15501"/>
                  <a:pt x="914120" y="17234"/>
                </a:cubicBezTo>
                <a:cubicBezTo>
                  <a:pt x="912224" y="18967"/>
                  <a:pt x="909810" y="19834"/>
                  <a:pt x="906877" y="19834"/>
                </a:cubicBezTo>
                <a:cubicBezTo>
                  <a:pt x="903980" y="19834"/>
                  <a:pt x="901584" y="18958"/>
                  <a:pt x="899688" y="17207"/>
                </a:cubicBezTo>
                <a:cubicBezTo>
                  <a:pt x="897792" y="15456"/>
                  <a:pt x="896845" y="13294"/>
                  <a:pt x="896845" y="10721"/>
                </a:cubicBezTo>
                <a:moveTo>
                  <a:pt x="898132" y="89145"/>
                </a:moveTo>
                <a:lnTo>
                  <a:pt x="898132" y="29858"/>
                </a:lnTo>
                <a:lnTo>
                  <a:pt x="915407" y="29858"/>
                </a:lnTo>
                <a:lnTo>
                  <a:pt x="915407" y="89145"/>
                </a:lnTo>
                <a:lnTo>
                  <a:pt x="898132" y="89145"/>
                </a:lnTo>
                <a:close/>
                <a:moveTo>
                  <a:pt x="977275" y="89145"/>
                </a:moveTo>
                <a:lnTo>
                  <a:pt x="924539" y="89145"/>
                </a:lnTo>
                <a:lnTo>
                  <a:pt x="924539" y="82123"/>
                </a:lnTo>
                <a:lnTo>
                  <a:pt x="954904" y="42777"/>
                </a:lnTo>
                <a:lnTo>
                  <a:pt x="927543" y="42777"/>
                </a:lnTo>
                <a:lnTo>
                  <a:pt x="927543" y="29858"/>
                </a:lnTo>
                <a:lnTo>
                  <a:pt x="977114" y="29858"/>
                </a:lnTo>
                <a:lnTo>
                  <a:pt x="977114" y="38220"/>
                </a:lnTo>
                <a:lnTo>
                  <a:pt x="948090" y="76226"/>
                </a:lnTo>
                <a:lnTo>
                  <a:pt x="977275" y="76226"/>
                </a:lnTo>
                <a:lnTo>
                  <a:pt x="977275" y="89145"/>
                </a:lnTo>
                <a:close/>
                <a:moveTo>
                  <a:pt x="1040080" y="64380"/>
                </a:moveTo>
                <a:lnTo>
                  <a:pt x="1001024" y="64380"/>
                </a:lnTo>
                <a:cubicBezTo>
                  <a:pt x="1001632" y="73564"/>
                  <a:pt x="1007176" y="78156"/>
                  <a:pt x="1017655" y="78156"/>
                </a:cubicBezTo>
                <a:cubicBezTo>
                  <a:pt x="1024200" y="78156"/>
                  <a:pt x="1029977" y="76548"/>
                  <a:pt x="1034984" y="73332"/>
                </a:cubicBezTo>
                <a:lnTo>
                  <a:pt x="1034984" y="86036"/>
                </a:lnTo>
                <a:cubicBezTo>
                  <a:pt x="1029583" y="89074"/>
                  <a:pt x="1022502" y="90593"/>
                  <a:pt x="1013739" y="90593"/>
                </a:cubicBezTo>
                <a:cubicBezTo>
                  <a:pt x="1004297" y="90593"/>
                  <a:pt x="996956" y="87930"/>
                  <a:pt x="991716" y="82605"/>
                </a:cubicBezTo>
                <a:cubicBezTo>
                  <a:pt x="986476" y="77281"/>
                  <a:pt x="983856" y="69865"/>
                  <a:pt x="983856" y="60359"/>
                </a:cubicBezTo>
                <a:cubicBezTo>
                  <a:pt x="983856" y="50889"/>
                  <a:pt x="986646" y="43197"/>
                  <a:pt x="992226" y="37282"/>
                </a:cubicBezTo>
                <a:cubicBezTo>
                  <a:pt x="997805" y="31368"/>
                  <a:pt x="1004815" y="28411"/>
                  <a:pt x="1013256" y="28411"/>
                </a:cubicBezTo>
                <a:cubicBezTo>
                  <a:pt x="1021661" y="28411"/>
                  <a:pt x="1028233" y="30957"/>
                  <a:pt x="1032972" y="36049"/>
                </a:cubicBezTo>
                <a:cubicBezTo>
                  <a:pt x="1037711" y="41142"/>
                  <a:pt x="1040080" y="48137"/>
                  <a:pt x="1040080" y="57036"/>
                </a:cubicBezTo>
                <a:lnTo>
                  <a:pt x="1040080" y="64380"/>
                </a:lnTo>
                <a:moveTo>
                  <a:pt x="1023932" y="53552"/>
                </a:moveTo>
                <a:cubicBezTo>
                  <a:pt x="1023932" y="44689"/>
                  <a:pt x="1020338" y="40257"/>
                  <a:pt x="1013149" y="40257"/>
                </a:cubicBezTo>
                <a:cubicBezTo>
                  <a:pt x="1010180" y="40257"/>
                  <a:pt x="1007551" y="41472"/>
                  <a:pt x="1005262" y="43903"/>
                </a:cubicBezTo>
                <a:cubicBezTo>
                  <a:pt x="1002973" y="46333"/>
                  <a:pt x="1001543" y="49549"/>
                  <a:pt x="1000970" y="53552"/>
                </a:cubicBezTo>
                <a:lnTo>
                  <a:pt x="1023932" y="53552"/>
                </a:lnTo>
                <a:close/>
                <a:moveTo>
                  <a:pt x="1108586" y="89145"/>
                </a:moveTo>
                <a:lnTo>
                  <a:pt x="1091311" y="89145"/>
                </a:lnTo>
                <a:lnTo>
                  <a:pt x="1091311" y="80783"/>
                </a:lnTo>
                <a:lnTo>
                  <a:pt x="1091043" y="80783"/>
                </a:lnTo>
                <a:cubicBezTo>
                  <a:pt x="1086859" y="87323"/>
                  <a:pt x="1080671" y="90593"/>
                  <a:pt x="1072481" y="90593"/>
                </a:cubicBezTo>
                <a:cubicBezTo>
                  <a:pt x="1064934" y="90593"/>
                  <a:pt x="1058934" y="87930"/>
                  <a:pt x="1054481" y="82605"/>
                </a:cubicBezTo>
                <a:cubicBezTo>
                  <a:pt x="1050029" y="77281"/>
                  <a:pt x="1047802" y="70026"/>
                  <a:pt x="1047802" y="60842"/>
                </a:cubicBezTo>
                <a:cubicBezTo>
                  <a:pt x="1047802" y="51121"/>
                  <a:pt x="1050297" y="43286"/>
                  <a:pt x="1055286" y="37336"/>
                </a:cubicBezTo>
                <a:cubicBezTo>
                  <a:pt x="1060276" y="31386"/>
                  <a:pt x="1066794" y="28411"/>
                  <a:pt x="1074841" y="28411"/>
                </a:cubicBezTo>
                <a:cubicBezTo>
                  <a:pt x="1082567" y="28411"/>
                  <a:pt x="1087967" y="31198"/>
                  <a:pt x="1091043" y="36773"/>
                </a:cubicBezTo>
                <a:lnTo>
                  <a:pt x="1091311" y="36773"/>
                </a:lnTo>
                <a:lnTo>
                  <a:pt x="1091311" y="1394"/>
                </a:lnTo>
                <a:lnTo>
                  <a:pt x="1108586" y="1394"/>
                </a:lnTo>
                <a:lnTo>
                  <a:pt x="1108586" y="89145"/>
                </a:lnTo>
                <a:moveTo>
                  <a:pt x="1091580" y="55588"/>
                </a:moveTo>
                <a:cubicBezTo>
                  <a:pt x="1091580" y="51586"/>
                  <a:pt x="1090373" y="48271"/>
                  <a:pt x="1087958" y="45645"/>
                </a:cubicBezTo>
                <a:cubicBezTo>
                  <a:pt x="1085544" y="43018"/>
                  <a:pt x="1082531" y="41705"/>
                  <a:pt x="1078919" y="41705"/>
                </a:cubicBezTo>
                <a:cubicBezTo>
                  <a:pt x="1074698" y="41705"/>
                  <a:pt x="1071381" y="43375"/>
                  <a:pt x="1068967" y="46717"/>
                </a:cubicBezTo>
                <a:cubicBezTo>
                  <a:pt x="1066552" y="50058"/>
                  <a:pt x="1065345" y="54588"/>
                  <a:pt x="1065345" y="60306"/>
                </a:cubicBezTo>
                <a:cubicBezTo>
                  <a:pt x="1065345" y="65738"/>
                  <a:pt x="1066508" y="69928"/>
                  <a:pt x="1068833" y="72876"/>
                </a:cubicBezTo>
                <a:cubicBezTo>
                  <a:pt x="1071157" y="75824"/>
                  <a:pt x="1074358" y="77299"/>
                  <a:pt x="1078436" y="77299"/>
                </a:cubicBezTo>
                <a:cubicBezTo>
                  <a:pt x="1082263" y="77299"/>
                  <a:pt x="1085410" y="75744"/>
                  <a:pt x="1087878" y="72635"/>
                </a:cubicBezTo>
                <a:cubicBezTo>
                  <a:pt x="1090346" y="69526"/>
                  <a:pt x="1091580" y="65488"/>
                  <a:pt x="1091580" y="60520"/>
                </a:cubicBezTo>
                <a:lnTo>
                  <a:pt x="1091580" y="55588"/>
                </a:lnTo>
                <a:close/>
                <a:moveTo>
                  <a:pt x="1174479" y="82016"/>
                </a:moveTo>
                <a:lnTo>
                  <a:pt x="1174479" y="89145"/>
                </a:lnTo>
                <a:lnTo>
                  <a:pt x="1157151" y="89145"/>
                </a:lnTo>
                <a:lnTo>
                  <a:pt x="1157151" y="1394"/>
                </a:lnTo>
                <a:lnTo>
                  <a:pt x="1174479" y="1394"/>
                </a:lnTo>
                <a:lnTo>
                  <a:pt x="1174479" y="38917"/>
                </a:lnTo>
                <a:lnTo>
                  <a:pt x="1174694" y="38917"/>
                </a:lnTo>
                <a:cubicBezTo>
                  <a:pt x="1179236" y="31913"/>
                  <a:pt x="1185710" y="28411"/>
                  <a:pt x="1194115" y="28411"/>
                </a:cubicBezTo>
                <a:cubicBezTo>
                  <a:pt x="1201590" y="28411"/>
                  <a:pt x="1207447" y="31019"/>
                  <a:pt x="1211685" y="36237"/>
                </a:cubicBezTo>
                <a:cubicBezTo>
                  <a:pt x="1215923" y="41455"/>
                  <a:pt x="1218042" y="48656"/>
                  <a:pt x="1218042" y="57840"/>
                </a:cubicBezTo>
                <a:cubicBezTo>
                  <a:pt x="1218042" y="67668"/>
                  <a:pt x="1215610" y="75583"/>
                  <a:pt x="1210746" y="81587"/>
                </a:cubicBezTo>
                <a:cubicBezTo>
                  <a:pt x="1205882" y="87591"/>
                  <a:pt x="1199426" y="90593"/>
                  <a:pt x="1191379" y="90593"/>
                </a:cubicBezTo>
                <a:cubicBezTo>
                  <a:pt x="1184011" y="90593"/>
                  <a:pt x="1178449" y="87734"/>
                  <a:pt x="1174694" y="82016"/>
                </a:cubicBezTo>
                <a:lnTo>
                  <a:pt x="1174479" y="82016"/>
                </a:lnTo>
                <a:moveTo>
                  <a:pt x="1174211" y="63522"/>
                </a:moveTo>
                <a:cubicBezTo>
                  <a:pt x="1174211" y="67417"/>
                  <a:pt x="1175374" y="70687"/>
                  <a:pt x="1177698" y="73332"/>
                </a:cubicBezTo>
                <a:cubicBezTo>
                  <a:pt x="1180023" y="75976"/>
                  <a:pt x="1182974" y="77299"/>
                  <a:pt x="1186550" y="77299"/>
                </a:cubicBezTo>
                <a:cubicBezTo>
                  <a:pt x="1190878" y="77299"/>
                  <a:pt x="1194249" y="75619"/>
                  <a:pt x="1196663" y="72260"/>
                </a:cubicBezTo>
                <a:cubicBezTo>
                  <a:pt x="1199077" y="68900"/>
                  <a:pt x="1200284" y="64147"/>
                  <a:pt x="1200284" y="58001"/>
                </a:cubicBezTo>
                <a:cubicBezTo>
                  <a:pt x="1200284" y="52890"/>
                  <a:pt x="1199185" y="48897"/>
                  <a:pt x="1196985" y="46020"/>
                </a:cubicBezTo>
                <a:cubicBezTo>
                  <a:pt x="1194785" y="43143"/>
                  <a:pt x="1191647" y="41705"/>
                  <a:pt x="1187570" y="41705"/>
                </a:cubicBezTo>
                <a:cubicBezTo>
                  <a:pt x="1183707" y="41705"/>
                  <a:pt x="1180515" y="43152"/>
                  <a:pt x="1177993" y="46047"/>
                </a:cubicBezTo>
                <a:cubicBezTo>
                  <a:pt x="1175472" y="48941"/>
                  <a:pt x="1174211" y="52658"/>
                  <a:pt x="1174211" y="57197"/>
                </a:cubicBezTo>
                <a:lnTo>
                  <a:pt x="1174211" y="63522"/>
                </a:lnTo>
                <a:close/>
                <a:moveTo>
                  <a:pt x="1230058" y="89145"/>
                </a:moveTo>
                <a:lnTo>
                  <a:pt x="1230058" y="1394"/>
                </a:lnTo>
                <a:lnTo>
                  <a:pt x="1247333" y="1394"/>
                </a:lnTo>
                <a:lnTo>
                  <a:pt x="1247333" y="89145"/>
                </a:lnTo>
                <a:lnTo>
                  <a:pt x="1230058" y="89145"/>
                </a:lnTo>
                <a:close/>
                <a:moveTo>
                  <a:pt x="1259308" y="59770"/>
                </a:moveTo>
                <a:cubicBezTo>
                  <a:pt x="1259308" y="50014"/>
                  <a:pt x="1262232" y="42348"/>
                  <a:pt x="1268079" y="36773"/>
                </a:cubicBezTo>
                <a:cubicBezTo>
                  <a:pt x="1273927" y="31198"/>
                  <a:pt x="1281787" y="28411"/>
                  <a:pt x="1291658" y="28411"/>
                </a:cubicBezTo>
                <a:cubicBezTo>
                  <a:pt x="1301208" y="28411"/>
                  <a:pt x="1308790" y="31153"/>
                  <a:pt x="1314405" y="36639"/>
                </a:cubicBezTo>
                <a:cubicBezTo>
                  <a:pt x="1320020" y="42125"/>
                  <a:pt x="1322828" y="49495"/>
                  <a:pt x="1322828" y="58751"/>
                </a:cubicBezTo>
                <a:cubicBezTo>
                  <a:pt x="1322828" y="68472"/>
                  <a:pt x="1319949" y="76209"/>
                  <a:pt x="1314191" y="81962"/>
                </a:cubicBezTo>
                <a:cubicBezTo>
                  <a:pt x="1308432" y="87716"/>
                  <a:pt x="1300635" y="90593"/>
                  <a:pt x="1290800" y="90593"/>
                </a:cubicBezTo>
                <a:cubicBezTo>
                  <a:pt x="1281143" y="90593"/>
                  <a:pt x="1273480" y="87832"/>
                  <a:pt x="1267811" y="82311"/>
                </a:cubicBezTo>
                <a:cubicBezTo>
                  <a:pt x="1262142" y="76789"/>
                  <a:pt x="1259308" y="69276"/>
                  <a:pt x="1259308" y="59770"/>
                </a:cubicBezTo>
                <a:moveTo>
                  <a:pt x="1276851" y="59555"/>
                </a:moveTo>
                <a:cubicBezTo>
                  <a:pt x="1276851" y="71384"/>
                  <a:pt x="1281679" y="77299"/>
                  <a:pt x="1291336" y="77299"/>
                </a:cubicBezTo>
                <a:cubicBezTo>
                  <a:pt x="1300600" y="77299"/>
                  <a:pt x="1305231" y="71223"/>
                  <a:pt x="1305231" y="59073"/>
                </a:cubicBezTo>
                <a:cubicBezTo>
                  <a:pt x="1305231" y="47494"/>
                  <a:pt x="1300564" y="41705"/>
                  <a:pt x="1291229" y="41705"/>
                </a:cubicBezTo>
                <a:cubicBezTo>
                  <a:pt x="1286687" y="41705"/>
                  <a:pt x="1283155" y="43259"/>
                  <a:pt x="1280633" y="46368"/>
                </a:cubicBezTo>
                <a:cubicBezTo>
                  <a:pt x="1278112" y="49478"/>
                  <a:pt x="1276851" y="53873"/>
                  <a:pt x="1276851" y="59555"/>
                </a:cubicBezTo>
                <a:close/>
                <a:moveTo>
                  <a:pt x="1379510" y="86947"/>
                </a:moveTo>
                <a:cubicBezTo>
                  <a:pt x="1375361" y="89378"/>
                  <a:pt x="1369460" y="90593"/>
                  <a:pt x="1361806" y="90593"/>
                </a:cubicBezTo>
                <a:cubicBezTo>
                  <a:pt x="1352757" y="90593"/>
                  <a:pt x="1345443" y="87841"/>
                  <a:pt x="1339863" y="82337"/>
                </a:cubicBezTo>
                <a:cubicBezTo>
                  <a:pt x="1334284" y="76834"/>
                  <a:pt x="1331494" y="69705"/>
                  <a:pt x="1331494" y="60949"/>
                </a:cubicBezTo>
                <a:cubicBezTo>
                  <a:pt x="1331494" y="50871"/>
                  <a:pt x="1334499" y="42929"/>
                  <a:pt x="1340507" y="37122"/>
                </a:cubicBezTo>
                <a:cubicBezTo>
                  <a:pt x="1346516" y="31314"/>
                  <a:pt x="1354527" y="28411"/>
                  <a:pt x="1364542" y="28411"/>
                </a:cubicBezTo>
                <a:cubicBezTo>
                  <a:pt x="1371302" y="28411"/>
                  <a:pt x="1376309" y="29340"/>
                  <a:pt x="1379564" y="31198"/>
                </a:cubicBezTo>
                <a:lnTo>
                  <a:pt x="1379564" y="46047"/>
                </a:lnTo>
                <a:cubicBezTo>
                  <a:pt x="1375594" y="43152"/>
                  <a:pt x="1371266" y="41705"/>
                  <a:pt x="1366581" y="41705"/>
                </a:cubicBezTo>
                <a:cubicBezTo>
                  <a:pt x="1361287" y="41705"/>
                  <a:pt x="1357040" y="43313"/>
                  <a:pt x="1353839" y="46529"/>
                </a:cubicBezTo>
                <a:cubicBezTo>
                  <a:pt x="1350638" y="49746"/>
                  <a:pt x="1349037" y="54159"/>
                  <a:pt x="1349037" y="59770"/>
                </a:cubicBezTo>
                <a:cubicBezTo>
                  <a:pt x="1349037" y="65202"/>
                  <a:pt x="1350557" y="69481"/>
                  <a:pt x="1353598" y="72608"/>
                </a:cubicBezTo>
                <a:cubicBezTo>
                  <a:pt x="1356638" y="75735"/>
                  <a:pt x="1360769" y="77299"/>
                  <a:pt x="1365990" y="77299"/>
                </a:cubicBezTo>
                <a:cubicBezTo>
                  <a:pt x="1370604" y="77299"/>
                  <a:pt x="1375111" y="75833"/>
                  <a:pt x="1379510" y="72903"/>
                </a:cubicBezTo>
                <a:lnTo>
                  <a:pt x="1379510" y="86947"/>
                </a:lnTo>
                <a:close/>
                <a:moveTo>
                  <a:pt x="1450156" y="89145"/>
                </a:moveTo>
                <a:lnTo>
                  <a:pt x="1429125" y="89145"/>
                </a:lnTo>
                <a:lnTo>
                  <a:pt x="1409382" y="59823"/>
                </a:lnTo>
                <a:lnTo>
                  <a:pt x="1409168" y="59823"/>
                </a:lnTo>
                <a:lnTo>
                  <a:pt x="1409168" y="89145"/>
                </a:lnTo>
                <a:lnTo>
                  <a:pt x="1391839" y="89145"/>
                </a:lnTo>
                <a:lnTo>
                  <a:pt x="1391839" y="1394"/>
                </a:lnTo>
                <a:lnTo>
                  <a:pt x="1409168" y="1394"/>
                </a:lnTo>
                <a:lnTo>
                  <a:pt x="1409168" y="57250"/>
                </a:lnTo>
                <a:lnTo>
                  <a:pt x="1409382" y="57250"/>
                </a:lnTo>
                <a:lnTo>
                  <a:pt x="1427891" y="29858"/>
                </a:lnTo>
                <a:lnTo>
                  <a:pt x="1448546" y="29858"/>
                </a:lnTo>
                <a:lnTo>
                  <a:pt x="1426550" y="57840"/>
                </a:lnTo>
                <a:lnTo>
                  <a:pt x="1450156" y="8914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T">
            <a:extLst xmlns:a="http://schemas.openxmlformats.org/drawingml/2006/main">
              <a:ext uri="{FF2B5EF4-FFF2-40B4-BE49-F238E27FC236}">
                <a16:creationId xmlns:a16="http://schemas.microsoft.com/office/drawing/2014/main" id="{9C5A20AA-FAEE-49EE-A49E-F710A53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46" y="3162231"/>
            <a:ext cx="65130" cy="83034"/>
          </a:xfrm>
          <a:custGeom xmlns:a="http://schemas.openxmlformats.org/drawingml/2006/main">
            <a:pathLst>
              <a:path w="65130" h="83034">
                <a:moveTo>
                  <a:pt x="65130" y="14473"/>
                </a:moveTo>
                <a:lnTo>
                  <a:pt x="41417" y="14473"/>
                </a:lnTo>
                <a:lnTo>
                  <a:pt x="41417" y="83034"/>
                </a:lnTo>
                <a:lnTo>
                  <a:pt x="23659" y="83034"/>
                </a:lnTo>
                <a:lnTo>
                  <a:pt x="23659" y="14473"/>
                </a:lnTo>
                <a:lnTo>
                  <a:pt x="0" y="14473"/>
                </a:lnTo>
                <a:lnTo>
                  <a:pt x="0" y="0"/>
                </a:lnTo>
                <a:lnTo>
                  <a:pt x="65130" y="0"/>
                </a:lnTo>
                <a:lnTo>
                  <a:pt x="65130" y="14473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xns">
            <a:extLst xmlns:a="http://schemas.openxmlformats.org/drawingml/2006/main">
              <a:ext uri="{FF2B5EF4-FFF2-40B4-BE49-F238E27FC236}">
                <a16:creationId xmlns:a16="http://schemas.microsoft.com/office/drawing/2014/main" id="{33CAF40D-6ECF-4395-8BE3-91281E39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52" y="3184530"/>
            <a:ext cx="186118" cy="62182"/>
          </a:xfrm>
          <a:custGeom xmlns:a="http://schemas.openxmlformats.org/drawingml/2006/main">
            <a:pathLst>
              <a:path w="186118" h="62182">
                <a:moveTo>
                  <a:pt x="63091" y="1447"/>
                </a:moveTo>
                <a:lnTo>
                  <a:pt x="43456" y="30340"/>
                </a:lnTo>
                <a:lnTo>
                  <a:pt x="62930" y="60735"/>
                </a:lnTo>
                <a:lnTo>
                  <a:pt x="42919" y="60735"/>
                </a:lnTo>
                <a:lnTo>
                  <a:pt x="34067" y="44385"/>
                </a:lnTo>
                <a:cubicBezTo>
                  <a:pt x="32851" y="42134"/>
                  <a:pt x="32010" y="40365"/>
                  <a:pt x="31546" y="39078"/>
                </a:cubicBezTo>
                <a:lnTo>
                  <a:pt x="31331" y="39078"/>
                </a:lnTo>
                <a:cubicBezTo>
                  <a:pt x="30687" y="40793"/>
                  <a:pt x="29882" y="42509"/>
                  <a:pt x="28917" y="44224"/>
                </a:cubicBezTo>
                <a:lnTo>
                  <a:pt x="19904" y="60735"/>
                </a:lnTo>
                <a:lnTo>
                  <a:pt x="0" y="60735"/>
                </a:lnTo>
                <a:lnTo>
                  <a:pt x="20065" y="31252"/>
                </a:lnTo>
                <a:lnTo>
                  <a:pt x="1180" y="1447"/>
                </a:lnTo>
                <a:lnTo>
                  <a:pt x="21245" y="1447"/>
                </a:lnTo>
                <a:lnTo>
                  <a:pt x="30043" y="18494"/>
                </a:lnTo>
                <a:cubicBezTo>
                  <a:pt x="30902" y="20138"/>
                  <a:pt x="31706" y="21960"/>
                  <a:pt x="32458" y="23961"/>
                </a:cubicBezTo>
                <a:lnTo>
                  <a:pt x="32672" y="23961"/>
                </a:lnTo>
                <a:cubicBezTo>
                  <a:pt x="33030" y="22746"/>
                  <a:pt x="33852" y="20906"/>
                  <a:pt x="35140" y="18440"/>
                </a:cubicBezTo>
                <a:lnTo>
                  <a:pt x="44207" y="1447"/>
                </a:lnTo>
                <a:lnTo>
                  <a:pt x="63091" y="1447"/>
                </a:lnTo>
                <a:close/>
                <a:moveTo>
                  <a:pt x="128011" y="60735"/>
                </a:moveTo>
                <a:lnTo>
                  <a:pt x="110789" y="60735"/>
                </a:lnTo>
                <a:lnTo>
                  <a:pt x="110789" y="27660"/>
                </a:lnTo>
                <a:cubicBezTo>
                  <a:pt x="110789" y="18083"/>
                  <a:pt x="107338" y="13294"/>
                  <a:pt x="100435" y="13294"/>
                </a:cubicBezTo>
                <a:cubicBezTo>
                  <a:pt x="97145" y="13294"/>
                  <a:pt x="94409" y="14572"/>
                  <a:pt x="92227" y="17127"/>
                </a:cubicBezTo>
                <a:cubicBezTo>
                  <a:pt x="90045" y="19682"/>
                  <a:pt x="88954" y="22943"/>
                  <a:pt x="88954" y="26910"/>
                </a:cubicBezTo>
                <a:lnTo>
                  <a:pt x="88954" y="60735"/>
                </a:lnTo>
                <a:lnTo>
                  <a:pt x="71626" y="60735"/>
                </a:lnTo>
                <a:lnTo>
                  <a:pt x="71626" y="1447"/>
                </a:lnTo>
                <a:lnTo>
                  <a:pt x="88954" y="1447"/>
                </a:lnTo>
                <a:lnTo>
                  <a:pt x="88954" y="10882"/>
                </a:lnTo>
                <a:lnTo>
                  <a:pt x="89169" y="10882"/>
                </a:lnTo>
                <a:cubicBezTo>
                  <a:pt x="93496" y="3627"/>
                  <a:pt x="99863" y="0"/>
                  <a:pt x="108268" y="0"/>
                </a:cubicBezTo>
                <a:cubicBezTo>
                  <a:pt x="121430" y="0"/>
                  <a:pt x="128011" y="8148"/>
                  <a:pt x="128011" y="24444"/>
                </a:cubicBezTo>
                <a:lnTo>
                  <a:pt x="128011" y="60735"/>
                </a:lnTo>
                <a:close/>
                <a:moveTo>
                  <a:pt x="141268" y="44814"/>
                </a:moveTo>
                <a:cubicBezTo>
                  <a:pt x="147205" y="48423"/>
                  <a:pt x="153017" y="50228"/>
                  <a:pt x="158703" y="50228"/>
                </a:cubicBezTo>
                <a:cubicBezTo>
                  <a:pt x="165857" y="50228"/>
                  <a:pt x="169433" y="48316"/>
                  <a:pt x="169433" y="44492"/>
                </a:cubicBezTo>
                <a:cubicBezTo>
                  <a:pt x="169433" y="41776"/>
                  <a:pt x="166482" y="39507"/>
                  <a:pt x="160581" y="37684"/>
                </a:cubicBezTo>
                <a:cubicBezTo>
                  <a:pt x="153213" y="35397"/>
                  <a:pt x="148152" y="32851"/>
                  <a:pt x="145398" y="30046"/>
                </a:cubicBezTo>
                <a:cubicBezTo>
                  <a:pt x="142645" y="27240"/>
                  <a:pt x="141268" y="23443"/>
                  <a:pt x="141268" y="18655"/>
                </a:cubicBezTo>
                <a:cubicBezTo>
                  <a:pt x="141268" y="12829"/>
                  <a:pt x="143628" y="8264"/>
                  <a:pt x="148349" y="4958"/>
                </a:cubicBezTo>
                <a:cubicBezTo>
                  <a:pt x="153070" y="1653"/>
                  <a:pt x="159258" y="0"/>
                  <a:pt x="166912" y="0"/>
                </a:cubicBezTo>
                <a:cubicBezTo>
                  <a:pt x="172348" y="0"/>
                  <a:pt x="177588" y="804"/>
                  <a:pt x="182631" y="2412"/>
                </a:cubicBezTo>
                <a:lnTo>
                  <a:pt x="182631" y="16028"/>
                </a:lnTo>
                <a:cubicBezTo>
                  <a:pt x="178017" y="13312"/>
                  <a:pt x="172938" y="11954"/>
                  <a:pt x="167395" y="11954"/>
                </a:cubicBezTo>
                <a:cubicBezTo>
                  <a:pt x="164641" y="11954"/>
                  <a:pt x="162423" y="12445"/>
                  <a:pt x="160742" y="13428"/>
                </a:cubicBezTo>
                <a:cubicBezTo>
                  <a:pt x="159061" y="14411"/>
                  <a:pt x="158221" y="15706"/>
                  <a:pt x="158221" y="17314"/>
                </a:cubicBezTo>
                <a:cubicBezTo>
                  <a:pt x="158221" y="20030"/>
                  <a:pt x="160724" y="22228"/>
                  <a:pt x="165731" y="23908"/>
                </a:cubicBezTo>
                <a:cubicBezTo>
                  <a:pt x="171096" y="25695"/>
                  <a:pt x="175129" y="27321"/>
                  <a:pt x="177829" y="28786"/>
                </a:cubicBezTo>
                <a:cubicBezTo>
                  <a:pt x="180530" y="30251"/>
                  <a:pt x="182586" y="32181"/>
                  <a:pt x="183999" y="34575"/>
                </a:cubicBezTo>
                <a:cubicBezTo>
                  <a:pt x="185412" y="36970"/>
                  <a:pt x="186118" y="39739"/>
                  <a:pt x="186118" y="42884"/>
                </a:cubicBezTo>
                <a:cubicBezTo>
                  <a:pt x="186118" y="48995"/>
                  <a:pt x="183668" y="53739"/>
                  <a:pt x="178768" y="57116"/>
                </a:cubicBezTo>
                <a:cubicBezTo>
                  <a:pt x="173868" y="60493"/>
                  <a:pt x="167323" y="62182"/>
                  <a:pt x="159133" y="62182"/>
                </a:cubicBezTo>
                <a:cubicBezTo>
                  <a:pt x="152695" y="62182"/>
                  <a:pt x="146740" y="61163"/>
                  <a:pt x="141268" y="59126"/>
                </a:cubicBezTo>
                <a:lnTo>
                  <a:pt x="141268" y="44814"/>
                </a:lnTo>
                <a:close/>
              </a:path>
            </a:pathLst>
          </a:custGeom>
          <a:solidFill xmlns:a="http://schemas.openxmlformats.org/drawingml/2006/main">
            <a:srgbClr val="E74F4C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806800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2026-09-05T16:17:44.2630000Z</dcterms:created>
  <dcterms:modified xsi:type="dcterms:W3CDTF">2026-09-05T16:17:44.2630000Z</dcterms:modified>
</coreProperties>
</file>