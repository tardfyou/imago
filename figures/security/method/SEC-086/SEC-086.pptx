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6addfe9ec4752" /><Relationship Type="http://schemas.openxmlformats.org/officeDocument/2006/relationships/extended-properties" Target="/docProps/app.xml" Id="Ra5cb6598df704e44" /><Relationship Type="http://schemas.openxmlformats.org/officeDocument/2006/relationships/officeDocument" Target="/ppt/presentation.xml" Id="Rd671c2fb3c4a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fae67fd2949cf"/>
  </p:sldMasterIdLst>
  <p:notesMasterIdLst>
    <p:notesMasterId xmlns:r="http://schemas.openxmlformats.org/officeDocument/2006/relationships" r:id="Rf214630166ff4c87"/>
  </p:notesMasterIdLst>
  <p:sldIdLst>
    <p:sldId xmlns:r="http://schemas.openxmlformats.org/officeDocument/2006/relationships" id="256" r:id="R6f17ced20c734571"/>
  </p:sldIdLst>
  <p:sldSz cx="11172825" cy="434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bcf1b198b4b9c" /><Relationship Type="http://schemas.openxmlformats.org/officeDocument/2006/relationships/slideMaster" Target="/ppt/slideMasters/slideMaster1.xml" Id="R602fae67fd2949cf" /><Relationship Type="http://schemas.openxmlformats.org/officeDocument/2006/relationships/notesMaster" Target="/ppt/notesMasters/notesMaster1.xml" Id="Rf214630166ff4c87" /><Relationship Type="http://schemas.openxmlformats.org/officeDocument/2006/relationships/presProps" Target="/ppt/presProps.xml" Id="R61ed012313464722" /><Relationship Type="http://schemas.openxmlformats.org/officeDocument/2006/relationships/tableStyles" Target="/ppt/tableStyles.xml" Id="R9bcd32507b3b4efc" /><Relationship Type="http://schemas.openxmlformats.org/officeDocument/2006/relationships/slide" Target="/ppt/slides/slide1.xml" Id="R6f17ced20c7345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378a7e02a41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84036ad63a4822" /><Relationship Type="http://schemas.openxmlformats.org/officeDocument/2006/relationships/notesMaster" Target="/ppt/notesMasters/notesMaster1.xml" Id="Rd2b9cb345ddf40a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素材ID：SEC-086</ns1:t>
            </ns1:r>
          </ns1:p>
          <ns1:p>
            <ns1:r>
              <ns1:t>论文：Lutris: A Blockchain Combining Broadcast and Consensus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类型：方法细节</ns1:t>
            </ns1:r>
          </ns1:p>
          <ns1:p>
            <ns1:r>
              <ns1:t>借鉴点：横向多验证者轨道与纵向检查模块交叉，成束消息展示证书收集和广播，快路径绕过共识模块。</ns1:t>
            </ns1:r>
          </ns1:p>
          <ns1:p>
            <ns1:r>
              <ns1:t>论文URL：https://discovery.ucl.ac.uk/id/eprint/10219044/1/SuiLutris.pdf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ad5c9b7a5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6b6e7f44147b6" /><Relationship Type="http://schemas.openxmlformats.org/officeDocument/2006/relationships/slideLayout" Target="/ppt/slideLayouts/slideLayout1.xml" Id="Re2d86c7f0d75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86c7f0d75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bc9caa2594c58" /><Relationship Type="http://schemas.openxmlformats.org/officeDocument/2006/relationships/notesSlide" Target="/ppt/notesSlides/notesSlide1.xml" Id="R6cca5550870e48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CED57-126C-4ACF-9C89-80F1991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172825" cy="4343400"/>
          </a:xfrm>
          <a:custGeom xmlns:a="http://schemas.openxmlformats.org/drawingml/2006/main">
            <a:pathLst>
              <a:path w="11172825" h="4343400">
                <a:moveTo>
                  <a:pt x="11172825" y="4343400"/>
                </a:moveTo>
                <a:lnTo>
                  <a:pt x="11172825" y="0"/>
                </a:lnTo>
                <a:lnTo>
                  <a:pt x="0" y="0"/>
                </a:lnTo>
                <a:lnTo>
                  <a:pt x="0" y="4343400"/>
                </a:lnTo>
                <a:lnTo>
                  <a:pt x="11172825" y="4343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6FDA3-33DE-443C-9CA0-5F3ED357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03" y="1738935"/>
            <a:ext cx="9532121" cy="10"/>
          </a:xfrm>
          <a:custGeom xmlns:a="http://schemas.openxmlformats.org/drawingml/2006/main">
            <a:pathLst>
              <a:path w="9532121" h="1" fill="none">
                <a:moveTo>
                  <a:pt x="0" y="0"/>
                </a:moveTo>
                <a:lnTo>
                  <a:pt x="95321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7" cap="flat">
            <a:solidFill>
              <a:srgbClr val="999999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1A3B2-B32F-4352-B758-F7E3D30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03" y="1304669"/>
            <a:ext cx="9553834" cy="10"/>
          </a:xfrm>
          <a:custGeom xmlns:a="http://schemas.openxmlformats.org/drawingml/2006/main">
            <a:pathLst>
              <a:path w="9553834" h="1" fill="none">
                <a:moveTo>
                  <a:pt x="0" y="0"/>
                </a:moveTo>
                <a:lnTo>
                  <a:pt x="9553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7" cap="flat">
            <a:solidFill>
              <a:srgbClr val="999999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C7ADF-276B-4C04-9A3C-B1B7187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03" y="2173200"/>
            <a:ext cx="9553834" cy="10"/>
          </a:xfrm>
          <a:custGeom xmlns:a="http://schemas.openxmlformats.org/drawingml/2006/main">
            <a:pathLst>
              <a:path w="9553834" h="1" fill="none">
                <a:moveTo>
                  <a:pt x="0" y="0"/>
                </a:moveTo>
                <a:lnTo>
                  <a:pt x="9553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7" cap="flat">
            <a:solidFill>
              <a:srgbClr val="999999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E6ACF-E35F-43D2-827F-3F8A5FF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03" y="2607465"/>
            <a:ext cx="9553834" cy="10"/>
          </a:xfrm>
          <a:custGeom xmlns:a="http://schemas.openxmlformats.org/drawingml/2006/main">
            <a:pathLst>
              <a:path w="9553834" h="1" fill="none">
                <a:moveTo>
                  <a:pt x="0" y="0"/>
                </a:moveTo>
                <a:lnTo>
                  <a:pt x="9553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7" cap="flat">
            <a:solidFill>
              <a:srgbClr val="999999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4536F-3B3A-46EF-89A6-44089FE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03" y="3475995"/>
            <a:ext cx="9553834" cy="10"/>
          </a:xfrm>
          <a:custGeom xmlns:a="http://schemas.openxmlformats.org/drawingml/2006/main">
            <a:pathLst>
              <a:path w="9553834" h="1" fill="none">
                <a:moveTo>
                  <a:pt x="0" y="0"/>
                </a:moveTo>
                <a:lnTo>
                  <a:pt x="9553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7" cap="flat">
            <a:solidFill>
              <a:srgbClr val="999999"/>
            </a:solidFill>
            <a:miter/>
          </a:ln>
        </p:spPr>
      </p:sp>
      <p:sp>
        <p:nvSpPr>
          <p:cNvPr id="7" name="Text validator1">
            <a:extLst xmlns:a="http://schemas.openxmlformats.org/drawingml/2006/main">
              <a:ext uri="{FF2B5EF4-FFF2-40B4-BE49-F238E27FC236}">
                <a16:creationId xmlns:a16="http://schemas.microsoft.com/office/drawing/2014/main" id="{E4E98E54-C3DA-4567-A97C-740E03E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9" y="1218495"/>
            <a:ext cx="863141" cy="142748"/>
          </a:xfrm>
          <a:custGeom xmlns:a="http://schemas.openxmlformats.org/drawingml/2006/main">
            <a:pathLst>
              <a:path w="863141" h="142748">
                <a:moveTo>
                  <a:pt x="38550" y="140458"/>
                </a:moveTo>
                <a:lnTo>
                  <a:pt x="0" y="39122"/>
                </a:lnTo>
                <a:lnTo>
                  <a:pt x="18130" y="39122"/>
                </a:lnTo>
                <a:lnTo>
                  <a:pt x="39885" y="99809"/>
                </a:lnTo>
                <a:cubicBezTo>
                  <a:pt x="42239" y="106361"/>
                  <a:pt x="44402" y="113168"/>
                  <a:pt x="46374" y="120229"/>
                </a:cubicBezTo>
                <a:cubicBezTo>
                  <a:pt x="47901" y="114885"/>
                  <a:pt x="50032" y="108460"/>
                  <a:pt x="52767" y="100954"/>
                </a:cubicBezTo>
                <a:lnTo>
                  <a:pt x="75286" y="39122"/>
                </a:lnTo>
                <a:lnTo>
                  <a:pt x="92939" y="39122"/>
                </a:lnTo>
                <a:lnTo>
                  <a:pt x="54580" y="140458"/>
                </a:lnTo>
                <a:lnTo>
                  <a:pt x="38550" y="140458"/>
                </a:lnTo>
                <a:close/>
                <a:moveTo>
                  <a:pt x="174236" y="127946"/>
                </a:moveTo>
                <a:cubicBezTo>
                  <a:pt x="167875" y="133357"/>
                  <a:pt x="161752" y="137177"/>
                  <a:pt x="155868" y="139405"/>
                </a:cubicBezTo>
                <a:cubicBezTo>
                  <a:pt x="149984" y="141633"/>
                  <a:pt x="143670" y="142748"/>
                  <a:pt x="136927" y="142748"/>
                </a:cubicBezTo>
                <a:cubicBezTo>
                  <a:pt x="125795" y="142748"/>
                  <a:pt x="117239" y="140026"/>
                  <a:pt x="111259" y="134583"/>
                </a:cubicBezTo>
                <a:cubicBezTo>
                  <a:pt x="105280" y="129140"/>
                  <a:pt x="102290" y="122186"/>
                  <a:pt x="102290" y="113719"/>
                </a:cubicBezTo>
                <a:cubicBezTo>
                  <a:pt x="102290" y="108755"/>
                  <a:pt x="103419" y="104221"/>
                  <a:pt x="105677" y="100116"/>
                </a:cubicBezTo>
                <a:cubicBezTo>
                  <a:pt x="107935" y="96009"/>
                  <a:pt x="110893" y="92714"/>
                  <a:pt x="114551" y="90231"/>
                </a:cubicBezTo>
                <a:cubicBezTo>
                  <a:pt x="118209" y="87748"/>
                  <a:pt x="122328" y="85871"/>
                  <a:pt x="126908" y="84598"/>
                </a:cubicBezTo>
                <a:cubicBezTo>
                  <a:pt x="130280" y="83706"/>
                  <a:pt x="135369" y="82846"/>
                  <a:pt x="142175" y="82019"/>
                </a:cubicBezTo>
                <a:cubicBezTo>
                  <a:pt x="156043" y="80377"/>
                  <a:pt x="166253" y="78419"/>
                  <a:pt x="172805" y="76145"/>
                </a:cubicBezTo>
                <a:cubicBezTo>
                  <a:pt x="172868" y="73801"/>
                  <a:pt x="172900" y="72312"/>
                  <a:pt x="172900" y="71678"/>
                </a:cubicBezTo>
                <a:cubicBezTo>
                  <a:pt x="172900" y="64706"/>
                  <a:pt x="171278" y="59795"/>
                  <a:pt x="168034" y="56945"/>
                </a:cubicBezTo>
                <a:cubicBezTo>
                  <a:pt x="163645" y="53078"/>
                  <a:pt x="157124" y="51145"/>
                  <a:pt x="148473" y="51145"/>
                </a:cubicBezTo>
                <a:cubicBezTo>
                  <a:pt x="140394" y="51145"/>
                  <a:pt x="134430" y="52560"/>
                  <a:pt x="130582" y="55391"/>
                </a:cubicBezTo>
                <a:cubicBezTo>
                  <a:pt x="126733" y="58222"/>
                  <a:pt x="123886" y="63231"/>
                  <a:pt x="122042" y="70420"/>
                </a:cubicBezTo>
                <a:lnTo>
                  <a:pt x="105248" y="68130"/>
                </a:lnTo>
                <a:cubicBezTo>
                  <a:pt x="106775" y="60919"/>
                  <a:pt x="109287" y="55097"/>
                  <a:pt x="112786" y="50662"/>
                </a:cubicBezTo>
                <a:cubicBezTo>
                  <a:pt x="116285" y="46227"/>
                  <a:pt x="121342" y="42814"/>
                  <a:pt x="127958" y="40422"/>
                </a:cubicBezTo>
                <a:cubicBezTo>
                  <a:pt x="134573" y="38029"/>
                  <a:pt x="142239" y="36832"/>
                  <a:pt x="150954" y="36832"/>
                </a:cubicBezTo>
                <a:cubicBezTo>
                  <a:pt x="159605" y="36832"/>
                  <a:pt x="166634" y="37850"/>
                  <a:pt x="172042" y="39885"/>
                </a:cubicBezTo>
                <a:cubicBezTo>
                  <a:pt x="177449" y="41921"/>
                  <a:pt x="181424" y="44481"/>
                  <a:pt x="183969" y="47567"/>
                </a:cubicBezTo>
                <a:cubicBezTo>
                  <a:pt x="186513" y="50652"/>
                  <a:pt x="188295" y="54548"/>
                  <a:pt x="189312" y="59256"/>
                </a:cubicBezTo>
                <a:cubicBezTo>
                  <a:pt x="189885" y="62182"/>
                  <a:pt x="190171" y="67462"/>
                  <a:pt x="190171" y="75095"/>
                </a:cubicBezTo>
                <a:lnTo>
                  <a:pt x="190171" y="97996"/>
                </a:lnTo>
                <a:cubicBezTo>
                  <a:pt x="190171" y="113963"/>
                  <a:pt x="190537" y="124061"/>
                  <a:pt x="191269" y="128292"/>
                </a:cubicBezTo>
                <a:cubicBezTo>
                  <a:pt x="192000" y="132522"/>
                  <a:pt x="193447" y="136577"/>
                  <a:pt x="195610" y="140458"/>
                </a:cubicBezTo>
                <a:lnTo>
                  <a:pt x="177671" y="140458"/>
                </a:lnTo>
                <a:cubicBezTo>
                  <a:pt x="175890" y="136891"/>
                  <a:pt x="174745" y="132721"/>
                  <a:pt x="174236" y="127946"/>
                </a:cubicBezTo>
                <a:moveTo>
                  <a:pt x="172805" y="89504"/>
                </a:moveTo>
                <a:cubicBezTo>
                  <a:pt x="166571" y="92070"/>
                  <a:pt x="157220" y="94251"/>
                  <a:pt x="144752" y="96046"/>
                </a:cubicBezTo>
                <a:cubicBezTo>
                  <a:pt x="137690" y="97068"/>
                  <a:pt x="132697" y="98218"/>
                  <a:pt x="129771" y="99496"/>
                </a:cubicBezTo>
                <a:cubicBezTo>
                  <a:pt x="126844" y="100772"/>
                  <a:pt x="124586" y="102641"/>
                  <a:pt x="122996" y="105102"/>
                </a:cubicBezTo>
                <a:cubicBezTo>
                  <a:pt x="121406" y="107561"/>
                  <a:pt x="120610" y="110291"/>
                  <a:pt x="120610" y="113293"/>
                </a:cubicBezTo>
                <a:cubicBezTo>
                  <a:pt x="120610" y="117891"/>
                  <a:pt x="122344" y="121724"/>
                  <a:pt x="125811" y="124791"/>
                </a:cubicBezTo>
                <a:cubicBezTo>
                  <a:pt x="129278" y="127856"/>
                  <a:pt x="134351" y="129389"/>
                  <a:pt x="141030" y="129389"/>
                </a:cubicBezTo>
                <a:cubicBezTo>
                  <a:pt x="147646" y="129389"/>
                  <a:pt x="153530" y="127935"/>
                  <a:pt x="158683" y="125027"/>
                </a:cubicBezTo>
                <a:cubicBezTo>
                  <a:pt x="163835" y="122118"/>
                  <a:pt x="167620" y="118139"/>
                  <a:pt x="170038" y="113090"/>
                </a:cubicBezTo>
                <a:cubicBezTo>
                  <a:pt x="171882" y="109190"/>
                  <a:pt x="172805" y="103437"/>
                  <a:pt x="172805" y="95831"/>
                </a:cubicBezTo>
                <a:lnTo>
                  <a:pt x="172805" y="89504"/>
                </a:lnTo>
                <a:close/>
                <a:moveTo>
                  <a:pt x="216382" y="140458"/>
                </a:moveTo>
                <a:lnTo>
                  <a:pt x="216382" y="573"/>
                </a:lnTo>
                <a:lnTo>
                  <a:pt x="233557" y="573"/>
                </a:lnTo>
                <a:lnTo>
                  <a:pt x="233557" y="140458"/>
                </a:lnTo>
                <a:lnTo>
                  <a:pt x="216382" y="140458"/>
                </a:lnTo>
                <a:close/>
                <a:moveTo>
                  <a:pt x="260242" y="20420"/>
                </a:moveTo>
                <a:lnTo>
                  <a:pt x="260242" y="573"/>
                </a:lnTo>
                <a:lnTo>
                  <a:pt x="277418" y="573"/>
                </a:lnTo>
                <a:lnTo>
                  <a:pt x="277418" y="20420"/>
                </a:lnTo>
                <a:lnTo>
                  <a:pt x="260242" y="20420"/>
                </a:lnTo>
                <a:moveTo>
                  <a:pt x="260242" y="140458"/>
                </a:moveTo>
                <a:lnTo>
                  <a:pt x="260242" y="39122"/>
                </a:lnTo>
                <a:lnTo>
                  <a:pt x="277418" y="39122"/>
                </a:lnTo>
                <a:lnTo>
                  <a:pt x="277418" y="140458"/>
                </a:lnTo>
                <a:lnTo>
                  <a:pt x="260242" y="140458"/>
                </a:lnTo>
                <a:close/>
                <a:moveTo>
                  <a:pt x="369274" y="140458"/>
                </a:moveTo>
                <a:lnTo>
                  <a:pt x="369274" y="127671"/>
                </a:lnTo>
                <a:cubicBezTo>
                  <a:pt x="362849" y="137722"/>
                  <a:pt x="353402" y="142748"/>
                  <a:pt x="340934" y="142748"/>
                </a:cubicBezTo>
                <a:cubicBezTo>
                  <a:pt x="332855" y="142748"/>
                  <a:pt x="325429" y="140521"/>
                  <a:pt x="318654" y="136068"/>
                </a:cubicBezTo>
                <a:cubicBezTo>
                  <a:pt x="311879" y="131615"/>
                  <a:pt x="306631" y="125397"/>
                  <a:pt x="302910" y="117414"/>
                </a:cubicBezTo>
                <a:cubicBezTo>
                  <a:pt x="299188" y="109430"/>
                  <a:pt x="297327" y="100254"/>
                  <a:pt x="297327" y="89885"/>
                </a:cubicBezTo>
                <a:cubicBezTo>
                  <a:pt x="297327" y="79771"/>
                  <a:pt x="299013" y="70595"/>
                  <a:pt x="302385" y="62357"/>
                </a:cubicBezTo>
                <a:cubicBezTo>
                  <a:pt x="305756" y="54119"/>
                  <a:pt x="310813" y="47805"/>
                  <a:pt x="317556" y="43416"/>
                </a:cubicBezTo>
                <a:cubicBezTo>
                  <a:pt x="324299" y="39027"/>
                  <a:pt x="331838" y="36832"/>
                  <a:pt x="340171" y="36832"/>
                </a:cubicBezTo>
                <a:cubicBezTo>
                  <a:pt x="346278" y="36832"/>
                  <a:pt x="351717" y="38120"/>
                  <a:pt x="356488" y="40696"/>
                </a:cubicBezTo>
                <a:cubicBezTo>
                  <a:pt x="361259" y="43273"/>
                  <a:pt x="365139" y="46628"/>
                  <a:pt x="368129" y="50763"/>
                </a:cubicBezTo>
                <a:lnTo>
                  <a:pt x="368129" y="573"/>
                </a:lnTo>
                <a:lnTo>
                  <a:pt x="385209" y="573"/>
                </a:lnTo>
                <a:lnTo>
                  <a:pt x="385209" y="140458"/>
                </a:lnTo>
                <a:lnTo>
                  <a:pt x="369274" y="140458"/>
                </a:lnTo>
                <a:moveTo>
                  <a:pt x="314980" y="89838"/>
                </a:moveTo>
                <a:cubicBezTo>
                  <a:pt x="314980" y="102767"/>
                  <a:pt x="317715" y="112432"/>
                  <a:pt x="323186" y="118833"/>
                </a:cubicBezTo>
                <a:cubicBezTo>
                  <a:pt x="328657" y="125234"/>
                  <a:pt x="335114" y="128435"/>
                  <a:pt x="342556" y="128435"/>
                </a:cubicBezTo>
                <a:cubicBezTo>
                  <a:pt x="350063" y="128435"/>
                  <a:pt x="356440" y="125377"/>
                  <a:pt x="361688" y="119263"/>
                </a:cubicBezTo>
                <a:cubicBezTo>
                  <a:pt x="366936" y="113146"/>
                  <a:pt x="369560" y="103813"/>
                  <a:pt x="369560" y="91263"/>
                </a:cubicBezTo>
                <a:cubicBezTo>
                  <a:pt x="369560" y="77447"/>
                  <a:pt x="366888" y="67307"/>
                  <a:pt x="361545" y="60842"/>
                </a:cubicBezTo>
                <a:cubicBezTo>
                  <a:pt x="356201" y="54377"/>
                  <a:pt x="349617" y="51145"/>
                  <a:pt x="341793" y="51145"/>
                </a:cubicBezTo>
                <a:cubicBezTo>
                  <a:pt x="334159" y="51145"/>
                  <a:pt x="327782" y="54251"/>
                  <a:pt x="322661" y="60463"/>
                </a:cubicBezTo>
                <a:cubicBezTo>
                  <a:pt x="317541" y="66673"/>
                  <a:pt x="314980" y="76465"/>
                  <a:pt x="314980" y="89838"/>
                </a:cubicBezTo>
                <a:close/>
                <a:moveTo>
                  <a:pt x="478309" y="127946"/>
                </a:moveTo>
                <a:cubicBezTo>
                  <a:pt x="471947" y="133357"/>
                  <a:pt x="465825" y="137177"/>
                  <a:pt x="459940" y="139405"/>
                </a:cubicBezTo>
                <a:cubicBezTo>
                  <a:pt x="454056" y="141633"/>
                  <a:pt x="447743" y="142748"/>
                  <a:pt x="441000" y="142748"/>
                </a:cubicBezTo>
                <a:cubicBezTo>
                  <a:pt x="429867" y="142748"/>
                  <a:pt x="421311" y="140026"/>
                  <a:pt x="415332" y="134583"/>
                </a:cubicBezTo>
                <a:cubicBezTo>
                  <a:pt x="409352" y="129140"/>
                  <a:pt x="406362" y="122186"/>
                  <a:pt x="406362" y="113719"/>
                </a:cubicBezTo>
                <a:cubicBezTo>
                  <a:pt x="406362" y="108755"/>
                  <a:pt x="407491" y="104221"/>
                  <a:pt x="409750" y="100116"/>
                </a:cubicBezTo>
                <a:cubicBezTo>
                  <a:pt x="412008" y="96009"/>
                  <a:pt x="414966" y="92714"/>
                  <a:pt x="418624" y="90231"/>
                </a:cubicBezTo>
                <a:cubicBezTo>
                  <a:pt x="422282" y="87748"/>
                  <a:pt x="426400" y="85871"/>
                  <a:pt x="430981" y="84598"/>
                </a:cubicBezTo>
                <a:cubicBezTo>
                  <a:pt x="434352" y="83706"/>
                  <a:pt x="439441" y="82846"/>
                  <a:pt x="446248" y="82019"/>
                </a:cubicBezTo>
                <a:cubicBezTo>
                  <a:pt x="460115" y="80377"/>
                  <a:pt x="470325" y="78419"/>
                  <a:pt x="476877" y="76145"/>
                </a:cubicBezTo>
                <a:cubicBezTo>
                  <a:pt x="476941" y="73801"/>
                  <a:pt x="476973" y="72312"/>
                  <a:pt x="476973" y="71678"/>
                </a:cubicBezTo>
                <a:cubicBezTo>
                  <a:pt x="476973" y="64706"/>
                  <a:pt x="475351" y="59795"/>
                  <a:pt x="472106" y="56945"/>
                </a:cubicBezTo>
                <a:cubicBezTo>
                  <a:pt x="467717" y="53078"/>
                  <a:pt x="461197" y="51145"/>
                  <a:pt x="452545" y="51145"/>
                </a:cubicBezTo>
                <a:cubicBezTo>
                  <a:pt x="444467" y="51145"/>
                  <a:pt x="438503" y="52560"/>
                  <a:pt x="434654" y="55391"/>
                </a:cubicBezTo>
                <a:cubicBezTo>
                  <a:pt x="430806" y="58222"/>
                  <a:pt x="427959" y="63231"/>
                  <a:pt x="426114" y="70420"/>
                </a:cubicBezTo>
                <a:lnTo>
                  <a:pt x="409320" y="68130"/>
                </a:lnTo>
                <a:cubicBezTo>
                  <a:pt x="410847" y="60919"/>
                  <a:pt x="413360" y="55097"/>
                  <a:pt x="416859" y="50662"/>
                </a:cubicBezTo>
                <a:cubicBezTo>
                  <a:pt x="420357" y="46227"/>
                  <a:pt x="425414" y="42814"/>
                  <a:pt x="432030" y="40422"/>
                </a:cubicBezTo>
                <a:cubicBezTo>
                  <a:pt x="438646" y="38029"/>
                  <a:pt x="446311" y="36832"/>
                  <a:pt x="455026" y="36832"/>
                </a:cubicBezTo>
                <a:cubicBezTo>
                  <a:pt x="463678" y="36832"/>
                  <a:pt x="470707" y="37850"/>
                  <a:pt x="476114" y="39885"/>
                </a:cubicBezTo>
                <a:cubicBezTo>
                  <a:pt x="481521" y="41921"/>
                  <a:pt x="485497" y="44481"/>
                  <a:pt x="488042" y="47567"/>
                </a:cubicBezTo>
                <a:cubicBezTo>
                  <a:pt x="490586" y="50652"/>
                  <a:pt x="492367" y="54548"/>
                  <a:pt x="493385" y="59256"/>
                </a:cubicBezTo>
                <a:cubicBezTo>
                  <a:pt x="493958" y="62182"/>
                  <a:pt x="494244" y="67462"/>
                  <a:pt x="494244" y="75095"/>
                </a:cubicBezTo>
                <a:lnTo>
                  <a:pt x="494244" y="97996"/>
                </a:lnTo>
                <a:cubicBezTo>
                  <a:pt x="494244" y="113963"/>
                  <a:pt x="494610" y="124061"/>
                  <a:pt x="495341" y="128292"/>
                </a:cubicBezTo>
                <a:cubicBezTo>
                  <a:pt x="496073" y="132522"/>
                  <a:pt x="497520" y="136577"/>
                  <a:pt x="499683" y="140458"/>
                </a:cubicBezTo>
                <a:lnTo>
                  <a:pt x="481744" y="140458"/>
                </a:lnTo>
                <a:cubicBezTo>
                  <a:pt x="479963" y="136891"/>
                  <a:pt x="478818" y="132721"/>
                  <a:pt x="478309" y="127946"/>
                </a:cubicBezTo>
                <a:moveTo>
                  <a:pt x="476877" y="89504"/>
                </a:moveTo>
                <a:cubicBezTo>
                  <a:pt x="470643" y="92070"/>
                  <a:pt x="461292" y="94251"/>
                  <a:pt x="448824" y="96046"/>
                </a:cubicBezTo>
                <a:cubicBezTo>
                  <a:pt x="441763" y="97068"/>
                  <a:pt x="436769" y="98218"/>
                  <a:pt x="433843" y="99496"/>
                </a:cubicBezTo>
                <a:cubicBezTo>
                  <a:pt x="430917" y="100772"/>
                  <a:pt x="428659" y="102641"/>
                  <a:pt x="427068" y="105102"/>
                </a:cubicBezTo>
                <a:cubicBezTo>
                  <a:pt x="425478" y="107561"/>
                  <a:pt x="424683" y="110291"/>
                  <a:pt x="424683" y="113293"/>
                </a:cubicBezTo>
                <a:cubicBezTo>
                  <a:pt x="424683" y="117891"/>
                  <a:pt x="426416" y="121724"/>
                  <a:pt x="429883" y="124791"/>
                </a:cubicBezTo>
                <a:cubicBezTo>
                  <a:pt x="433350" y="127856"/>
                  <a:pt x="438423" y="129389"/>
                  <a:pt x="445103" y="129389"/>
                </a:cubicBezTo>
                <a:cubicBezTo>
                  <a:pt x="451718" y="129389"/>
                  <a:pt x="457603" y="127935"/>
                  <a:pt x="462755" y="125027"/>
                </a:cubicBezTo>
                <a:cubicBezTo>
                  <a:pt x="467908" y="122118"/>
                  <a:pt x="471693" y="118139"/>
                  <a:pt x="474110" y="113090"/>
                </a:cubicBezTo>
                <a:cubicBezTo>
                  <a:pt x="475955" y="109190"/>
                  <a:pt x="476877" y="103437"/>
                  <a:pt x="476877" y="95831"/>
                </a:cubicBezTo>
                <a:lnTo>
                  <a:pt x="476877" y="89504"/>
                </a:lnTo>
                <a:close/>
                <a:moveTo>
                  <a:pt x="558336" y="125286"/>
                </a:moveTo>
                <a:lnTo>
                  <a:pt x="560817" y="140458"/>
                </a:lnTo>
                <a:cubicBezTo>
                  <a:pt x="555982" y="141348"/>
                  <a:pt x="551657" y="141794"/>
                  <a:pt x="547840" y="141794"/>
                </a:cubicBezTo>
                <a:cubicBezTo>
                  <a:pt x="541606" y="141794"/>
                  <a:pt x="536771" y="140808"/>
                  <a:pt x="533336" y="138836"/>
                </a:cubicBezTo>
                <a:cubicBezTo>
                  <a:pt x="529901" y="136864"/>
                  <a:pt x="527484" y="134271"/>
                  <a:pt x="526084" y="131059"/>
                </a:cubicBezTo>
                <a:cubicBezTo>
                  <a:pt x="524685" y="127846"/>
                  <a:pt x="523985" y="121087"/>
                  <a:pt x="523985" y="110782"/>
                </a:cubicBezTo>
                <a:lnTo>
                  <a:pt x="523985" y="52481"/>
                </a:lnTo>
                <a:lnTo>
                  <a:pt x="511390" y="52481"/>
                </a:lnTo>
                <a:lnTo>
                  <a:pt x="511390" y="39122"/>
                </a:lnTo>
                <a:lnTo>
                  <a:pt x="523985" y="39122"/>
                </a:lnTo>
                <a:lnTo>
                  <a:pt x="523985" y="13958"/>
                </a:lnTo>
                <a:lnTo>
                  <a:pt x="541065" y="3626"/>
                </a:lnTo>
                <a:lnTo>
                  <a:pt x="541065" y="39122"/>
                </a:lnTo>
                <a:lnTo>
                  <a:pt x="558336" y="39122"/>
                </a:lnTo>
                <a:lnTo>
                  <a:pt x="558336" y="52481"/>
                </a:lnTo>
                <a:lnTo>
                  <a:pt x="541065" y="52481"/>
                </a:lnTo>
                <a:lnTo>
                  <a:pt x="541065" y="111736"/>
                </a:lnTo>
                <a:cubicBezTo>
                  <a:pt x="541065" y="116635"/>
                  <a:pt x="541367" y="119783"/>
                  <a:pt x="541972" y="121183"/>
                </a:cubicBezTo>
                <a:cubicBezTo>
                  <a:pt x="542576" y="122582"/>
                  <a:pt x="543562" y="123696"/>
                  <a:pt x="544930" y="124523"/>
                </a:cubicBezTo>
                <a:cubicBezTo>
                  <a:pt x="546297" y="125350"/>
                  <a:pt x="548253" y="125763"/>
                  <a:pt x="550798" y="125763"/>
                </a:cubicBezTo>
                <a:cubicBezTo>
                  <a:pt x="552706" y="125763"/>
                  <a:pt x="555219" y="125604"/>
                  <a:pt x="558336" y="125286"/>
                </a:cubicBezTo>
                <a:close/>
                <a:moveTo>
                  <a:pt x="568770" y="89790"/>
                </a:moveTo>
                <a:cubicBezTo>
                  <a:pt x="568770" y="71024"/>
                  <a:pt x="573986" y="57125"/>
                  <a:pt x="584418" y="48091"/>
                </a:cubicBezTo>
                <a:cubicBezTo>
                  <a:pt x="593133" y="40585"/>
                  <a:pt x="603757" y="36832"/>
                  <a:pt x="616289" y="36832"/>
                </a:cubicBezTo>
                <a:cubicBezTo>
                  <a:pt x="630220" y="36832"/>
                  <a:pt x="641607" y="41396"/>
                  <a:pt x="650449" y="50525"/>
                </a:cubicBezTo>
                <a:cubicBezTo>
                  <a:pt x="659291" y="59653"/>
                  <a:pt x="663712" y="72264"/>
                  <a:pt x="663712" y="88359"/>
                </a:cubicBezTo>
                <a:cubicBezTo>
                  <a:pt x="663712" y="101399"/>
                  <a:pt x="661756" y="111657"/>
                  <a:pt x="657844" y="119131"/>
                </a:cubicBezTo>
                <a:cubicBezTo>
                  <a:pt x="653932" y="126606"/>
                  <a:pt x="648238" y="132411"/>
                  <a:pt x="640764" y="136545"/>
                </a:cubicBezTo>
                <a:cubicBezTo>
                  <a:pt x="633289" y="140680"/>
                  <a:pt x="625131" y="142748"/>
                  <a:pt x="616289" y="142748"/>
                </a:cubicBezTo>
                <a:cubicBezTo>
                  <a:pt x="602103" y="142748"/>
                  <a:pt x="590637" y="138199"/>
                  <a:pt x="581890" y="129103"/>
                </a:cubicBezTo>
                <a:cubicBezTo>
                  <a:pt x="573143" y="120006"/>
                  <a:pt x="568770" y="106902"/>
                  <a:pt x="568770" y="89790"/>
                </a:cubicBezTo>
                <a:moveTo>
                  <a:pt x="586422" y="89742"/>
                </a:moveTo>
                <a:cubicBezTo>
                  <a:pt x="586422" y="102671"/>
                  <a:pt x="589253" y="112353"/>
                  <a:pt x="594915" y="118785"/>
                </a:cubicBezTo>
                <a:cubicBezTo>
                  <a:pt x="600576" y="125218"/>
                  <a:pt x="607701" y="128435"/>
                  <a:pt x="616289" y="128435"/>
                </a:cubicBezTo>
                <a:cubicBezTo>
                  <a:pt x="624813" y="128435"/>
                  <a:pt x="631906" y="125202"/>
                  <a:pt x="637567" y="118738"/>
                </a:cubicBezTo>
                <a:cubicBezTo>
                  <a:pt x="643229" y="112273"/>
                  <a:pt x="646059" y="102418"/>
                  <a:pt x="646059" y="89173"/>
                </a:cubicBezTo>
                <a:cubicBezTo>
                  <a:pt x="646059" y="76687"/>
                  <a:pt x="643213" y="67227"/>
                  <a:pt x="637519" y="60794"/>
                </a:cubicBezTo>
                <a:cubicBezTo>
                  <a:pt x="631826" y="54361"/>
                  <a:pt x="624749" y="51145"/>
                  <a:pt x="616289" y="51145"/>
                </a:cubicBezTo>
                <a:cubicBezTo>
                  <a:pt x="607701" y="51145"/>
                  <a:pt x="600576" y="54345"/>
                  <a:pt x="594915" y="60747"/>
                </a:cubicBezTo>
                <a:cubicBezTo>
                  <a:pt x="589253" y="67148"/>
                  <a:pt x="586422" y="76813"/>
                  <a:pt x="586422" y="89742"/>
                </a:cubicBezTo>
                <a:close/>
                <a:moveTo>
                  <a:pt x="683625" y="140458"/>
                </a:moveTo>
                <a:lnTo>
                  <a:pt x="683625" y="39122"/>
                </a:lnTo>
                <a:lnTo>
                  <a:pt x="699083" y="39122"/>
                </a:lnTo>
                <a:lnTo>
                  <a:pt x="699083" y="54389"/>
                </a:lnTo>
                <a:cubicBezTo>
                  <a:pt x="703027" y="47241"/>
                  <a:pt x="706669" y="42527"/>
                  <a:pt x="710009" y="40249"/>
                </a:cubicBezTo>
                <a:cubicBezTo>
                  <a:pt x="713348" y="37971"/>
                  <a:pt x="717022" y="36832"/>
                  <a:pt x="721030" y="36832"/>
                </a:cubicBezTo>
                <a:cubicBezTo>
                  <a:pt x="726818" y="36832"/>
                  <a:pt x="732703" y="38669"/>
                  <a:pt x="738682" y="42342"/>
                </a:cubicBezTo>
                <a:lnTo>
                  <a:pt x="732766" y="58206"/>
                </a:lnTo>
                <a:cubicBezTo>
                  <a:pt x="728568" y="55725"/>
                  <a:pt x="724369" y="54485"/>
                  <a:pt x="720171" y="54485"/>
                </a:cubicBezTo>
                <a:cubicBezTo>
                  <a:pt x="716418" y="54485"/>
                  <a:pt x="713046" y="55616"/>
                  <a:pt x="710056" y="57878"/>
                </a:cubicBezTo>
                <a:cubicBezTo>
                  <a:pt x="707066" y="60138"/>
                  <a:pt x="704935" y="63274"/>
                  <a:pt x="703663" y="67286"/>
                </a:cubicBezTo>
                <a:cubicBezTo>
                  <a:pt x="701755" y="73399"/>
                  <a:pt x="700801" y="80085"/>
                  <a:pt x="700801" y="87345"/>
                </a:cubicBezTo>
                <a:lnTo>
                  <a:pt x="700801" y="140458"/>
                </a:lnTo>
                <a:lnTo>
                  <a:pt x="683625" y="140458"/>
                </a:lnTo>
                <a:close/>
                <a:moveTo>
                  <a:pt x="863141" y="140458"/>
                </a:moveTo>
                <a:lnTo>
                  <a:pt x="845965" y="140458"/>
                </a:lnTo>
                <a:lnTo>
                  <a:pt x="845965" y="31011"/>
                </a:lnTo>
                <a:cubicBezTo>
                  <a:pt x="841830" y="34955"/>
                  <a:pt x="836407" y="38899"/>
                  <a:pt x="829696" y="42843"/>
                </a:cubicBezTo>
                <a:cubicBezTo>
                  <a:pt x="822985" y="46787"/>
                  <a:pt x="816958" y="49745"/>
                  <a:pt x="811614" y="51717"/>
                </a:cubicBezTo>
                <a:lnTo>
                  <a:pt x="811614" y="35114"/>
                </a:lnTo>
                <a:cubicBezTo>
                  <a:pt x="821220" y="30598"/>
                  <a:pt x="829617" y="25127"/>
                  <a:pt x="836805" y="18702"/>
                </a:cubicBezTo>
                <a:cubicBezTo>
                  <a:pt x="843993" y="12277"/>
                  <a:pt x="849082" y="6043"/>
                  <a:pt x="852072" y="0"/>
                </a:cubicBezTo>
                <a:lnTo>
                  <a:pt x="863141" y="0"/>
                </a:lnTo>
                <a:lnTo>
                  <a:pt x="863141" y="140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validator2">
            <a:extLst xmlns:a="http://schemas.openxmlformats.org/drawingml/2006/main">
              <a:ext uri="{FF2B5EF4-FFF2-40B4-BE49-F238E27FC236}">
                <a16:creationId xmlns:a16="http://schemas.microsoft.com/office/drawing/2014/main" id="{88E65F41-CDFB-4F8F-AC6E-F3B841C0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9" y="1652760"/>
            <a:ext cx="888713" cy="142748"/>
          </a:xfrm>
          <a:custGeom xmlns:a="http://schemas.openxmlformats.org/drawingml/2006/main">
            <a:pathLst>
              <a:path w="888713" h="142748">
                <a:moveTo>
                  <a:pt x="38550" y="140458"/>
                </a:moveTo>
                <a:lnTo>
                  <a:pt x="0" y="39122"/>
                </a:lnTo>
                <a:lnTo>
                  <a:pt x="18130" y="39122"/>
                </a:lnTo>
                <a:lnTo>
                  <a:pt x="39885" y="99809"/>
                </a:lnTo>
                <a:cubicBezTo>
                  <a:pt x="42239" y="106361"/>
                  <a:pt x="44402" y="113168"/>
                  <a:pt x="46374" y="120229"/>
                </a:cubicBezTo>
                <a:cubicBezTo>
                  <a:pt x="47901" y="114885"/>
                  <a:pt x="50032" y="108460"/>
                  <a:pt x="52767" y="100954"/>
                </a:cubicBezTo>
                <a:lnTo>
                  <a:pt x="75286" y="39122"/>
                </a:lnTo>
                <a:lnTo>
                  <a:pt x="92939" y="39122"/>
                </a:lnTo>
                <a:lnTo>
                  <a:pt x="54580" y="140458"/>
                </a:lnTo>
                <a:lnTo>
                  <a:pt x="38550" y="140458"/>
                </a:lnTo>
                <a:close/>
                <a:moveTo>
                  <a:pt x="174236" y="127946"/>
                </a:moveTo>
                <a:cubicBezTo>
                  <a:pt x="167875" y="133357"/>
                  <a:pt x="161752" y="137177"/>
                  <a:pt x="155868" y="139405"/>
                </a:cubicBezTo>
                <a:cubicBezTo>
                  <a:pt x="149984" y="141633"/>
                  <a:pt x="143670" y="142748"/>
                  <a:pt x="136927" y="142748"/>
                </a:cubicBezTo>
                <a:cubicBezTo>
                  <a:pt x="125795" y="142748"/>
                  <a:pt x="117239" y="140026"/>
                  <a:pt x="111259" y="134583"/>
                </a:cubicBezTo>
                <a:cubicBezTo>
                  <a:pt x="105280" y="129140"/>
                  <a:pt x="102290" y="122186"/>
                  <a:pt x="102290" y="113719"/>
                </a:cubicBezTo>
                <a:cubicBezTo>
                  <a:pt x="102290" y="108755"/>
                  <a:pt x="103419" y="104221"/>
                  <a:pt x="105677" y="100116"/>
                </a:cubicBezTo>
                <a:cubicBezTo>
                  <a:pt x="107935" y="96009"/>
                  <a:pt x="110893" y="92714"/>
                  <a:pt x="114551" y="90231"/>
                </a:cubicBezTo>
                <a:cubicBezTo>
                  <a:pt x="118209" y="87748"/>
                  <a:pt x="122328" y="85871"/>
                  <a:pt x="126908" y="84598"/>
                </a:cubicBezTo>
                <a:cubicBezTo>
                  <a:pt x="130280" y="83706"/>
                  <a:pt x="135369" y="82846"/>
                  <a:pt x="142175" y="82019"/>
                </a:cubicBezTo>
                <a:cubicBezTo>
                  <a:pt x="156043" y="80377"/>
                  <a:pt x="166253" y="78419"/>
                  <a:pt x="172805" y="76145"/>
                </a:cubicBezTo>
                <a:cubicBezTo>
                  <a:pt x="172868" y="73801"/>
                  <a:pt x="172900" y="72312"/>
                  <a:pt x="172900" y="71678"/>
                </a:cubicBezTo>
                <a:cubicBezTo>
                  <a:pt x="172900" y="64706"/>
                  <a:pt x="171278" y="59795"/>
                  <a:pt x="168034" y="56945"/>
                </a:cubicBezTo>
                <a:cubicBezTo>
                  <a:pt x="163645" y="53078"/>
                  <a:pt x="157124" y="51145"/>
                  <a:pt x="148473" y="51145"/>
                </a:cubicBezTo>
                <a:cubicBezTo>
                  <a:pt x="140394" y="51145"/>
                  <a:pt x="134430" y="52560"/>
                  <a:pt x="130582" y="55391"/>
                </a:cubicBezTo>
                <a:cubicBezTo>
                  <a:pt x="126733" y="58222"/>
                  <a:pt x="123886" y="63231"/>
                  <a:pt x="122042" y="70420"/>
                </a:cubicBezTo>
                <a:lnTo>
                  <a:pt x="105248" y="68130"/>
                </a:lnTo>
                <a:cubicBezTo>
                  <a:pt x="106775" y="60919"/>
                  <a:pt x="109287" y="55097"/>
                  <a:pt x="112786" y="50662"/>
                </a:cubicBezTo>
                <a:cubicBezTo>
                  <a:pt x="116285" y="46227"/>
                  <a:pt x="121342" y="42814"/>
                  <a:pt x="127958" y="40422"/>
                </a:cubicBezTo>
                <a:cubicBezTo>
                  <a:pt x="134573" y="38029"/>
                  <a:pt x="142239" y="36832"/>
                  <a:pt x="150954" y="36832"/>
                </a:cubicBezTo>
                <a:cubicBezTo>
                  <a:pt x="159605" y="36832"/>
                  <a:pt x="166634" y="37850"/>
                  <a:pt x="172042" y="39885"/>
                </a:cubicBezTo>
                <a:cubicBezTo>
                  <a:pt x="177449" y="41921"/>
                  <a:pt x="181424" y="44481"/>
                  <a:pt x="183969" y="47567"/>
                </a:cubicBezTo>
                <a:cubicBezTo>
                  <a:pt x="186513" y="50652"/>
                  <a:pt x="188295" y="54548"/>
                  <a:pt x="189312" y="59256"/>
                </a:cubicBezTo>
                <a:cubicBezTo>
                  <a:pt x="189885" y="62182"/>
                  <a:pt x="190171" y="67462"/>
                  <a:pt x="190171" y="75095"/>
                </a:cubicBezTo>
                <a:lnTo>
                  <a:pt x="190171" y="97996"/>
                </a:lnTo>
                <a:cubicBezTo>
                  <a:pt x="190171" y="113963"/>
                  <a:pt x="190537" y="124061"/>
                  <a:pt x="191269" y="128292"/>
                </a:cubicBezTo>
                <a:cubicBezTo>
                  <a:pt x="192000" y="132522"/>
                  <a:pt x="193447" y="136577"/>
                  <a:pt x="195610" y="140458"/>
                </a:cubicBezTo>
                <a:lnTo>
                  <a:pt x="177671" y="140458"/>
                </a:lnTo>
                <a:cubicBezTo>
                  <a:pt x="175890" y="136891"/>
                  <a:pt x="174745" y="132721"/>
                  <a:pt x="174236" y="127946"/>
                </a:cubicBezTo>
                <a:moveTo>
                  <a:pt x="172805" y="89504"/>
                </a:moveTo>
                <a:cubicBezTo>
                  <a:pt x="166571" y="92070"/>
                  <a:pt x="157220" y="94251"/>
                  <a:pt x="144752" y="96046"/>
                </a:cubicBezTo>
                <a:cubicBezTo>
                  <a:pt x="137690" y="97068"/>
                  <a:pt x="132697" y="98218"/>
                  <a:pt x="129771" y="99496"/>
                </a:cubicBezTo>
                <a:cubicBezTo>
                  <a:pt x="126844" y="100772"/>
                  <a:pt x="124586" y="102641"/>
                  <a:pt x="122996" y="105102"/>
                </a:cubicBezTo>
                <a:cubicBezTo>
                  <a:pt x="121406" y="107561"/>
                  <a:pt x="120610" y="110291"/>
                  <a:pt x="120610" y="113293"/>
                </a:cubicBezTo>
                <a:cubicBezTo>
                  <a:pt x="120610" y="117891"/>
                  <a:pt x="122344" y="121724"/>
                  <a:pt x="125811" y="124791"/>
                </a:cubicBezTo>
                <a:cubicBezTo>
                  <a:pt x="129278" y="127856"/>
                  <a:pt x="134351" y="129389"/>
                  <a:pt x="141030" y="129389"/>
                </a:cubicBezTo>
                <a:cubicBezTo>
                  <a:pt x="147646" y="129389"/>
                  <a:pt x="153530" y="127935"/>
                  <a:pt x="158683" y="125027"/>
                </a:cubicBezTo>
                <a:cubicBezTo>
                  <a:pt x="163835" y="122118"/>
                  <a:pt x="167620" y="118139"/>
                  <a:pt x="170038" y="113090"/>
                </a:cubicBezTo>
                <a:cubicBezTo>
                  <a:pt x="171882" y="109190"/>
                  <a:pt x="172805" y="103437"/>
                  <a:pt x="172805" y="95831"/>
                </a:cubicBezTo>
                <a:lnTo>
                  <a:pt x="172805" y="89504"/>
                </a:lnTo>
                <a:close/>
                <a:moveTo>
                  <a:pt x="216382" y="140458"/>
                </a:moveTo>
                <a:lnTo>
                  <a:pt x="216382" y="573"/>
                </a:lnTo>
                <a:lnTo>
                  <a:pt x="233557" y="573"/>
                </a:lnTo>
                <a:lnTo>
                  <a:pt x="233557" y="140458"/>
                </a:lnTo>
                <a:lnTo>
                  <a:pt x="216382" y="140458"/>
                </a:lnTo>
                <a:close/>
                <a:moveTo>
                  <a:pt x="260242" y="20420"/>
                </a:moveTo>
                <a:lnTo>
                  <a:pt x="260242" y="573"/>
                </a:lnTo>
                <a:lnTo>
                  <a:pt x="277418" y="573"/>
                </a:lnTo>
                <a:lnTo>
                  <a:pt x="277418" y="20420"/>
                </a:lnTo>
                <a:lnTo>
                  <a:pt x="260242" y="20420"/>
                </a:lnTo>
                <a:moveTo>
                  <a:pt x="260242" y="140458"/>
                </a:moveTo>
                <a:lnTo>
                  <a:pt x="260242" y="39122"/>
                </a:lnTo>
                <a:lnTo>
                  <a:pt x="277418" y="39122"/>
                </a:lnTo>
                <a:lnTo>
                  <a:pt x="277418" y="140458"/>
                </a:lnTo>
                <a:lnTo>
                  <a:pt x="260242" y="140458"/>
                </a:lnTo>
                <a:close/>
                <a:moveTo>
                  <a:pt x="369274" y="140458"/>
                </a:moveTo>
                <a:lnTo>
                  <a:pt x="369274" y="127671"/>
                </a:lnTo>
                <a:cubicBezTo>
                  <a:pt x="362849" y="137722"/>
                  <a:pt x="353402" y="142748"/>
                  <a:pt x="340934" y="142748"/>
                </a:cubicBezTo>
                <a:cubicBezTo>
                  <a:pt x="332855" y="142748"/>
                  <a:pt x="325429" y="140521"/>
                  <a:pt x="318654" y="136068"/>
                </a:cubicBezTo>
                <a:cubicBezTo>
                  <a:pt x="311879" y="131615"/>
                  <a:pt x="306631" y="125397"/>
                  <a:pt x="302910" y="117414"/>
                </a:cubicBezTo>
                <a:cubicBezTo>
                  <a:pt x="299188" y="109430"/>
                  <a:pt x="297327" y="100254"/>
                  <a:pt x="297327" y="89885"/>
                </a:cubicBezTo>
                <a:cubicBezTo>
                  <a:pt x="297327" y="79771"/>
                  <a:pt x="299013" y="70595"/>
                  <a:pt x="302385" y="62357"/>
                </a:cubicBezTo>
                <a:cubicBezTo>
                  <a:pt x="305756" y="54119"/>
                  <a:pt x="310813" y="47805"/>
                  <a:pt x="317556" y="43416"/>
                </a:cubicBezTo>
                <a:cubicBezTo>
                  <a:pt x="324299" y="39027"/>
                  <a:pt x="331838" y="36832"/>
                  <a:pt x="340171" y="36832"/>
                </a:cubicBezTo>
                <a:cubicBezTo>
                  <a:pt x="346278" y="36832"/>
                  <a:pt x="351717" y="38120"/>
                  <a:pt x="356488" y="40696"/>
                </a:cubicBezTo>
                <a:cubicBezTo>
                  <a:pt x="361259" y="43273"/>
                  <a:pt x="365139" y="46628"/>
                  <a:pt x="368129" y="50763"/>
                </a:cubicBezTo>
                <a:lnTo>
                  <a:pt x="368129" y="573"/>
                </a:lnTo>
                <a:lnTo>
                  <a:pt x="385209" y="573"/>
                </a:lnTo>
                <a:lnTo>
                  <a:pt x="385209" y="140458"/>
                </a:lnTo>
                <a:lnTo>
                  <a:pt x="369274" y="140458"/>
                </a:lnTo>
                <a:moveTo>
                  <a:pt x="314980" y="89838"/>
                </a:moveTo>
                <a:cubicBezTo>
                  <a:pt x="314980" y="102767"/>
                  <a:pt x="317715" y="112432"/>
                  <a:pt x="323186" y="118833"/>
                </a:cubicBezTo>
                <a:cubicBezTo>
                  <a:pt x="328657" y="125234"/>
                  <a:pt x="335114" y="128435"/>
                  <a:pt x="342556" y="128435"/>
                </a:cubicBezTo>
                <a:cubicBezTo>
                  <a:pt x="350063" y="128435"/>
                  <a:pt x="356440" y="125377"/>
                  <a:pt x="361688" y="119263"/>
                </a:cubicBezTo>
                <a:cubicBezTo>
                  <a:pt x="366936" y="113146"/>
                  <a:pt x="369560" y="103813"/>
                  <a:pt x="369560" y="91263"/>
                </a:cubicBezTo>
                <a:cubicBezTo>
                  <a:pt x="369560" y="77447"/>
                  <a:pt x="366888" y="67307"/>
                  <a:pt x="361545" y="60842"/>
                </a:cubicBezTo>
                <a:cubicBezTo>
                  <a:pt x="356201" y="54377"/>
                  <a:pt x="349617" y="51145"/>
                  <a:pt x="341793" y="51145"/>
                </a:cubicBezTo>
                <a:cubicBezTo>
                  <a:pt x="334159" y="51145"/>
                  <a:pt x="327782" y="54251"/>
                  <a:pt x="322661" y="60463"/>
                </a:cubicBezTo>
                <a:cubicBezTo>
                  <a:pt x="317541" y="66673"/>
                  <a:pt x="314980" y="76465"/>
                  <a:pt x="314980" y="89838"/>
                </a:cubicBezTo>
                <a:close/>
                <a:moveTo>
                  <a:pt x="478309" y="127946"/>
                </a:moveTo>
                <a:cubicBezTo>
                  <a:pt x="471947" y="133357"/>
                  <a:pt x="465825" y="137177"/>
                  <a:pt x="459940" y="139405"/>
                </a:cubicBezTo>
                <a:cubicBezTo>
                  <a:pt x="454056" y="141633"/>
                  <a:pt x="447743" y="142748"/>
                  <a:pt x="441000" y="142748"/>
                </a:cubicBezTo>
                <a:cubicBezTo>
                  <a:pt x="429867" y="142748"/>
                  <a:pt x="421311" y="140026"/>
                  <a:pt x="415332" y="134583"/>
                </a:cubicBezTo>
                <a:cubicBezTo>
                  <a:pt x="409352" y="129140"/>
                  <a:pt x="406362" y="122186"/>
                  <a:pt x="406362" y="113719"/>
                </a:cubicBezTo>
                <a:cubicBezTo>
                  <a:pt x="406362" y="108755"/>
                  <a:pt x="407491" y="104221"/>
                  <a:pt x="409750" y="100116"/>
                </a:cubicBezTo>
                <a:cubicBezTo>
                  <a:pt x="412008" y="96009"/>
                  <a:pt x="414966" y="92714"/>
                  <a:pt x="418624" y="90231"/>
                </a:cubicBezTo>
                <a:cubicBezTo>
                  <a:pt x="422282" y="87748"/>
                  <a:pt x="426400" y="85871"/>
                  <a:pt x="430981" y="84598"/>
                </a:cubicBezTo>
                <a:cubicBezTo>
                  <a:pt x="434352" y="83706"/>
                  <a:pt x="439441" y="82846"/>
                  <a:pt x="446248" y="82019"/>
                </a:cubicBezTo>
                <a:cubicBezTo>
                  <a:pt x="460115" y="80377"/>
                  <a:pt x="470325" y="78419"/>
                  <a:pt x="476877" y="76145"/>
                </a:cubicBezTo>
                <a:cubicBezTo>
                  <a:pt x="476941" y="73801"/>
                  <a:pt x="476973" y="72312"/>
                  <a:pt x="476973" y="71678"/>
                </a:cubicBezTo>
                <a:cubicBezTo>
                  <a:pt x="476973" y="64706"/>
                  <a:pt x="475351" y="59795"/>
                  <a:pt x="472106" y="56945"/>
                </a:cubicBezTo>
                <a:cubicBezTo>
                  <a:pt x="467717" y="53078"/>
                  <a:pt x="461197" y="51145"/>
                  <a:pt x="452545" y="51145"/>
                </a:cubicBezTo>
                <a:cubicBezTo>
                  <a:pt x="444467" y="51145"/>
                  <a:pt x="438503" y="52560"/>
                  <a:pt x="434654" y="55391"/>
                </a:cubicBezTo>
                <a:cubicBezTo>
                  <a:pt x="430806" y="58222"/>
                  <a:pt x="427959" y="63231"/>
                  <a:pt x="426114" y="70420"/>
                </a:cubicBezTo>
                <a:lnTo>
                  <a:pt x="409320" y="68130"/>
                </a:lnTo>
                <a:cubicBezTo>
                  <a:pt x="410847" y="60919"/>
                  <a:pt x="413360" y="55097"/>
                  <a:pt x="416859" y="50662"/>
                </a:cubicBezTo>
                <a:cubicBezTo>
                  <a:pt x="420357" y="46227"/>
                  <a:pt x="425414" y="42814"/>
                  <a:pt x="432030" y="40422"/>
                </a:cubicBezTo>
                <a:cubicBezTo>
                  <a:pt x="438646" y="38029"/>
                  <a:pt x="446311" y="36832"/>
                  <a:pt x="455026" y="36832"/>
                </a:cubicBezTo>
                <a:cubicBezTo>
                  <a:pt x="463678" y="36832"/>
                  <a:pt x="470707" y="37850"/>
                  <a:pt x="476114" y="39885"/>
                </a:cubicBezTo>
                <a:cubicBezTo>
                  <a:pt x="481521" y="41921"/>
                  <a:pt x="485497" y="44481"/>
                  <a:pt x="488042" y="47567"/>
                </a:cubicBezTo>
                <a:cubicBezTo>
                  <a:pt x="490586" y="50652"/>
                  <a:pt x="492367" y="54548"/>
                  <a:pt x="493385" y="59256"/>
                </a:cubicBezTo>
                <a:cubicBezTo>
                  <a:pt x="493958" y="62182"/>
                  <a:pt x="494244" y="67462"/>
                  <a:pt x="494244" y="75095"/>
                </a:cubicBezTo>
                <a:lnTo>
                  <a:pt x="494244" y="97996"/>
                </a:lnTo>
                <a:cubicBezTo>
                  <a:pt x="494244" y="113963"/>
                  <a:pt x="494610" y="124061"/>
                  <a:pt x="495341" y="128292"/>
                </a:cubicBezTo>
                <a:cubicBezTo>
                  <a:pt x="496073" y="132522"/>
                  <a:pt x="497520" y="136577"/>
                  <a:pt x="499683" y="140458"/>
                </a:cubicBezTo>
                <a:lnTo>
                  <a:pt x="481744" y="140458"/>
                </a:lnTo>
                <a:cubicBezTo>
                  <a:pt x="479963" y="136891"/>
                  <a:pt x="478818" y="132721"/>
                  <a:pt x="478309" y="127946"/>
                </a:cubicBezTo>
                <a:moveTo>
                  <a:pt x="476877" y="89504"/>
                </a:moveTo>
                <a:cubicBezTo>
                  <a:pt x="470643" y="92070"/>
                  <a:pt x="461292" y="94251"/>
                  <a:pt x="448824" y="96046"/>
                </a:cubicBezTo>
                <a:cubicBezTo>
                  <a:pt x="441763" y="97068"/>
                  <a:pt x="436769" y="98218"/>
                  <a:pt x="433843" y="99496"/>
                </a:cubicBezTo>
                <a:cubicBezTo>
                  <a:pt x="430917" y="100772"/>
                  <a:pt x="428659" y="102641"/>
                  <a:pt x="427068" y="105102"/>
                </a:cubicBezTo>
                <a:cubicBezTo>
                  <a:pt x="425478" y="107561"/>
                  <a:pt x="424683" y="110291"/>
                  <a:pt x="424683" y="113293"/>
                </a:cubicBezTo>
                <a:cubicBezTo>
                  <a:pt x="424683" y="117891"/>
                  <a:pt x="426416" y="121724"/>
                  <a:pt x="429883" y="124791"/>
                </a:cubicBezTo>
                <a:cubicBezTo>
                  <a:pt x="433350" y="127856"/>
                  <a:pt x="438423" y="129389"/>
                  <a:pt x="445103" y="129389"/>
                </a:cubicBezTo>
                <a:cubicBezTo>
                  <a:pt x="451718" y="129389"/>
                  <a:pt x="457603" y="127935"/>
                  <a:pt x="462755" y="125027"/>
                </a:cubicBezTo>
                <a:cubicBezTo>
                  <a:pt x="467908" y="122118"/>
                  <a:pt x="471693" y="118139"/>
                  <a:pt x="474110" y="113090"/>
                </a:cubicBezTo>
                <a:cubicBezTo>
                  <a:pt x="475955" y="109190"/>
                  <a:pt x="476877" y="103437"/>
                  <a:pt x="476877" y="95831"/>
                </a:cubicBezTo>
                <a:lnTo>
                  <a:pt x="476877" y="89504"/>
                </a:lnTo>
                <a:close/>
                <a:moveTo>
                  <a:pt x="558336" y="125286"/>
                </a:moveTo>
                <a:lnTo>
                  <a:pt x="560817" y="140458"/>
                </a:lnTo>
                <a:cubicBezTo>
                  <a:pt x="555982" y="141348"/>
                  <a:pt x="551657" y="141794"/>
                  <a:pt x="547840" y="141794"/>
                </a:cubicBezTo>
                <a:cubicBezTo>
                  <a:pt x="541606" y="141794"/>
                  <a:pt x="536771" y="140808"/>
                  <a:pt x="533336" y="138836"/>
                </a:cubicBezTo>
                <a:cubicBezTo>
                  <a:pt x="529901" y="136864"/>
                  <a:pt x="527484" y="134271"/>
                  <a:pt x="526084" y="131059"/>
                </a:cubicBezTo>
                <a:cubicBezTo>
                  <a:pt x="524685" y="127846"/>
                  <a:pt x="523985" y="121087"/>
                  <a:pt x="523985" y="110782"/>
                </a:cubicBezTo>
                <a:lnTo>
                  <a:pt x="523985" y="52481"/>
                </a:lnTo>
                <a:lnTo>
                  <a:pt x="511390" y="52481"/>
                </a:lnTo>
                <a:lnTo>
                  <a:pt x="511390" y="39122"/>
                </a:lnTo>
                <a:lnTo>
                  <a:pt x="523985" y="39122"/>
                </a:lnTo>
                <a:lnTo>
                  <a:pt x="523985" y="13958"/>
                </a:lnTo>
                <a:lnTo>
                  <a:pt x="541065" y="3626"/>
                </a:lnTo>
                <a:lnTo>
                  <a:pt x="541065" y="39122"/>
                </a:lnTo>
                <a:lnTo>
                  <a:pt x="558336" y="39122"/>
                </a:lnTo>
                <a:lnTo>
                  <a:pt x="558336" y="52481"/>
                </a:lnTo>
                <a:lnTo>
                  <a:pt x="541065" y="52481"/>
                </a:lnTo>
                <a:lnTo>
                  <a:pt x="541065" y="111736"/>
                </a:lnTo>
                <a:cubicBezTo>
                  <a:pt x="541065" y="116635"/>
                  <a:pt x="541367" y="119783"/>
                  <a:pt x="541972" y="121183"/>
                </a:cubicBezTo>
                <a:cubicBezTo>
                  <a:pt x="542576" y="122582"/>
                  <a:pt x="543562" y="123696"/>
                  <a:pt x="544930" y="124523"/>
                </a:cubicBezTo>
                <a:cubicBezTo>
                  <a:pt x="546297" y="125350"/>
                  <a:pt x="548253" y="125763"/>
                  <a:pt x="550798" y="125763"/>
                </a:cubicBezTo>
                <a:cubicBezTo>
                  <a:pt x="552706" y="125763"/>
                  <a:pt x="555219" y="125604"/>
                  <a:pt x="558336" y="125286"/>
                </a:cubicBezTo>
                <a:close/>
                <a:moveTo>
                  <a:pt x="568770" y="89790"/>
                </a:moveTo>
                <a:cubicBezTo>
                  <a:pt x="568770" y="71024"/>
                  <a:pt x="573986" y="57125"/>
                  <a:pt x="584418" y="48091"/>
                </a:cubicBezTo>
                <a:cubicBezTo>
                  <a:pt x="593133" y="40585"/>
                  <a:pt x="603757" y="36832"/>
                  <a:pt x="616289" y="36832"/>
                </a:cubicBezTo>
                <a:cubicBezTo>
                  <a:pt x="630220" y="36832"/>
                  <a:pt x="641607" y="41396"/>
                  <a:pt x="650449" y="50525"/>
                </a:cubicBezTo>
                <a:cubicBezTo>
                  <a:pt x="659291" y="59653"/>
                  <a:pt x="663712" y="72264"/>
                  <a:pt x="663712" y="88359"/>
                </a:cubicBezTo>
                <a:cubicBezTo>
                  <a:pt x="663712" y="101399"/>
                  <a:pt x="661756" y="111657"/>
                  <a:pt x="657844" y="119131"/>
                </a:cubicBezTo>
                <a:cubicBezTo>
                  <a:pt x="653932" y="126606"/>
                  <a:pt x="648238" y="132411"/>
                  <a:pt x="640764" y="136545"/>
                </a:cubicBezTo>
                <a:cubicBezTo>
                  <a:pt x="633289" y="140680"/>
                  <a:pt x="625131" y="142748"/>
                  <a:pt x="616289" y="142748"/>
                </a:cubicBezTo>
                <a:cubicBezTo>
                  <a:pt x="602103" y="142748"/>
                  <a:pt x="590637" y="138199"/>
                  <a:pt x="581890" y="129103"/>
                </a:cubicBezTo>
                <a:cubicBezTo>
                  <a:pt x="573143" y="120006"/>
                  <a:pt x="568770" y="106902"/>
                  <a:pt x="568770" y="89790"/>
                </a:cubicBezTo>
                <a:moveTo>
                  <a:pt x="586422" y="89742"/>
                </a:moveTo>
                <a:cubicBezTo>
                  <a:pt x="586422" y="102671"/>
                  <a:pt x="589253" y="112353"/>
                  <a:pt x="594915" y="118785"/>
                </a:cubicBezTo>
                <a:cubicBezTo>
                  <a:pt x="600576" y="125218"/>
                  <a:pt x="607701" y="128435"/>
                  <a:pt x="616289" y="128435"/>
                </a:cubicBezTo>
                <a:cubicBezTo>
                  <a:pt x="624813" y="128435"/>
                  <a:pt x="631906" y="125202"/>
                  <a:pt x="637567" y="118738"/>
                </a:cubicBezTo>
                <a:cubicBezTo>
                  <a:pt x="643229" y="112273"/>
                  <a:pt x="646059" y="102418"/>
                  <a:pt x="646059" y="89173"/>
                </a:cubicBezTo>
                <a:cubicBezTo>
                  <a:pt x="646059" y="76687"/>
                  <a:pt x="643213" y="67227"/>
                  <a:pt x="637519" y="60794"/>
                </a:cubicBezTo>
                <a:cubicBezTo>
                  <a:pt x="631826" y="54361"/>
                  <a:pt x="624749" y="51145"/>
                  <a:pt x="616289" y="51145"/>
                </a:cubicBezTo>
                <a:cubicBezTo>
                  <a:pt x="607701" y="51145"/>
                  <a:pt x="600576" y="54345"/>
                  <a:pt x="594915" y="60747"/>
                </a:cubicBezTo>
                <a:cubicBezTo>
                  <a:pt x="589253" y="67148"/>
                  <a:pt x="586422" y="76813"/>
                  <a:pt x="586422" y="89742"/>
                </a:cubicBezTo>
                <a:close/>
                <a:moveTo>
                  <a:pt x="683625" y="140458"/>
                </a:moveTo>
                <a:lnTo>
                  <a:pt x="683625" y="39122"/>
                </a:lnTo>
                <a:lnTo>
                  <a:pt x="699083" y="39122"/>
                </a:lnTo>
                <a:lnTo>
                  <a:pt x="699083" y="54389"/>
                </a:lnTo>
                <a:cubicBezTo>
                  <a:pt x="703027" y="47241"/>
                  <a:pt x="706669" y="42527"/>
                  <a:pt x="710009" y="40249"/>
                </a:cubicBezTo>
                <a:cubicBezTo>
                  <a:pt x="713348" y="37971"/>
                  <a:pt x="717022" y="36832"/>
                  <a:pt x="721030" y="36832"/>
                </a:cubicBezTo>
                <a:cubicBezTo>
                  <a:pt x="726818" y="36832"/>
                  <a:pt x="732703" y="38669"/>
                  <a:pt x="738682" y="42342"/>
                </a:cubicBezTo>
                <a:lnTo>
                  <a:pt x="732766" y="58206"/>
                </a:lnTo>
                <a:cubicBezTo>
                  <a:pt x="728568" y="55725"/>
                  <a:pt x="724369" y="54485"/>
                  <a:pt x="720171" y="54485"/>
                </a:cubicBezTo>
                <a:cubicBezTo>
                  <a:pt x="716418" y="54485"/>
                  <a:pt x="713046" y="55616"/>
                  <a:pt x="710056" y="57878"/>
                </a:cubicBezTo>
                <a:cubicBezTo>
                  <a:pt x="707066" y="60138"/>
                  <a:pt x="704935" y="63274"/>
                  <a:pt x="703663" y="67286"/>
                </a:cubicBezTo>
                <a:cubicBezTo>
                  <a:pt x="701755" y="73399"/>
                  <a:pt x="700801" y="80085"/>
                  <a:pt x="700801" y="87345"/>
                </a:cubicBezTo>
                <a:lnTo>
                  <a:pt x="700801" y="140458"/>
                </a:lnTo>
                <a:lnTo>
                  <a:pt x="683625" y="140458"/>
                </a:lnTo>
                <a:close/>
                <a:moveTo>
                  <a:pt x="888713" y="123950"/>
                </a:moveTo>
                <a:lnTo>
                  <a:pt x="888713" y="140458"/>
                </a:lnTo>
                <a:lnTo>
                  <a:pt x="796251" y="140458"/>
                </a:lnTo>
                <a:cubicBezTo>
                  <a:pt x="796124" y="136325"/>
                  <a:pt x="796792" y="132351"/>
                  <a:pt x="798255" y="128536"/>
                </a:cubicBezTo>
                <a:cubicBezTo>
                  <a:pt x="800609" y="122242"/>
                  <a:pt x="804378" y="116044"/>
                  <a:pt x="809563" y="109941"/>
                </a:cubicBezTo>
                <a:cubicBezTo>
                  <a:pt x="814747" y="103838"/>
                  <a:pt x="822237" y="96781"/>
                  <a:pt x="832034" y="88770"/>
                </a:cubicBezTo>
                <a:cubicBezTo>
                  <a:pt x="847237" y="76314"/>
                  <a:pt x="857511" y="66447"/>
                  <a:pt x="862854" y="59169"/>
                </a:cubicBezTo>
                <a:cubicBezTo>
                  <a:pt x="868198" y="51891"/>
                  <a:pt x="870870" y="45011"/>
                  <a:pt x="870870" y="38529"/>
                </a:cubicBezTo>
                <a:cubicBezTo>
                  <a:pt x="870870" y="31728"/>
                  <a:pt x="868436" y="25992"/>
                  <a:pt x="863570" y="21320"/>
                </a:cubicBezTo>
                <a:cubicBezTo>
                  <a:pt x="858704" y="16649"/>
                  <a:pt x="852358" y="14313"/>
                  <a:pt x="844534" y="14313"/>
                </a:cubicBezTo>
                <a:cubicBezTo>
                  <a:pt x="836264" y="14313"/>
                  <a:pt x="829648" y="16794"/>
                  <a:pt x="824687" y="21756"/>
                </a:cubicBezTo>
                <a:cubicBezTo>
                  <a:pt x="819725" y="26717"/>
                  <a:pt x="817212" y="33588"/>
                  <a:pt x="817148" y="42366"/>
                </a:cubicBezTo>
                <a:lnTo>
                  <a:pt x="799496" y="40550"/>
                </a:lnTo>
                <a:cubicBezTo>
                  <a:pt x="800704" y="27353"/>
                  <a:pt x="805253" y="17295"/>
                  <a:pt x="813141" y="10377"/>
                </a:cubicBezTo>
                <a:cubicBezTo>
                  <a:pt x="821029" y="3459"/>
                  <a:pt x="831620" y="0"/>
                  <a:pt x="844915" y="0"/>
                </a:cubicBezTo>
                <a:cubicBezTo>
                  <a:pt x="858338" y="0"/>
                  <a:pt x="868961" y="3722"/>
                  <a:pt x="876786" y="11167"/>
                </a:cubicBezTo>
                <a:cubicBezTo>
                  <a:pt x="884610" y="18612"/>
                  <a:pt x="888522" y="27839"/>
                  <a:pt x="888522" y="38848"/>
                </a:cubicBezTo>
                <a:cubicBezTo>
                  <a:pt x="888522" y="44448"/>
                  <a:pt x="887377" y="49952"/>
                  <a:pt x="885087" y="55361"/>
                </a:cubicBezTo>
                <a:cubicBezTo>
                  <a:pt x="882797" y="60770"/>
                  <a:pt x="878996" y="66466"/>
                  <a:pt x="873684" y="72447"/>
                </a:cubicBezTo>
                <a:cubicBezTo>
                  <a:pt x="868373" y="78427"/>
                  <a:pt x="859546" y="86635"/>
                  <a:pt x="847206" y="97072"/>
                </a:cubicBezTo>
                <a:cubicBezTo>
                  <a:pt x="836900" y="105713"/>
                  <a:pt x="830284" y="111575"/>
                  <a:pt x="827358" y="114659"/>
                </a:cubicBezTo>
                <a:cubicBezTo>
                  <a:pt x="824432" y="117740"/>
                  <a:pt x="822015" y="120837"/>
                  <a:pt x="820106" y="123950"/>
                </a:cubicBezTo>
                <a:lnTo>
                  <a:pt x="888713" y="12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...">
            <a:extLst xmlns:a="http://schemas.openxmlformats.org/drawingml/2006/main">
              <a:ext uri="{FF2B5EF4-FFF2-40B4-BE49-F238E27FC236}">
                <a16:creationId xmlns:a16="http://schemas.microsoft.com/office/drawing/2014/main" id="{A8083467-97AD-45F6-8BB8-ADC1122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47" y="2207827"/>
            <a:ext cx="128214" cy="19656"/>
          </a:xfrm>
          <a:custGeom xmlns:a="http://schemas.openxmlformats.org/drawingml/2006/main">
            <a:pathLst>
              <a:path w="128214" h="19656">
                <a:moveTo>
                  <a:pt x="0" y="19656"/>
                </a:moveTo>
                <a:lnTo>
                  <a:pt x="0" y="0"/>
                </a:lnTo>
                <a:lnTo>
                  <a:pt x="19561" y="0"/>
                </a:lnTo>
                <a:lnTo>
                  <a:pt x="19561" y="19656"/>
                </a:lnTo>
                <a:lnTo>
                  <a:pt x="0" y="19656"/>
                </a:lnTo>
                <a:close/>
                <a:moveTo>
                  <a:pt x="54327" y="19656"/>
                </a:moveTo>
                <a:lnTo>
                  <a:pt x="54327" y="0"/>
                </a:lnTo>
                <a:lnTo>
                  <a:pt x="73888" y="0"/>
                </a:lnTo>
                <a:lnTo>
                  <a:pt x="73888" y="19656"/>
                </a:lnTo>
                <a:lnTo>
                  <a:pt x="54327" y="19656"/>
                </a:lnTo>
                <a:close/>
                <a:moveTo>
                  <a:pt x="108653" y="19656"/>
                </a:moveTo>
                <a:lnTo>
                  <a:pt x="108653" y="0"/>
                </a:lnTo>
                <a:lnTo>
                  <a:pt x="128214" y="0"/>
                </a:lnTo>
                <a:lnTo>
                  <a:pt x="128214" y="19656"/>
                </a:lnTo>
                <a:lnTo>
                  <a:pt x="108653" y="19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validatorn">
            <a:extLst xmlns:a="http://schemas.openxmlformats.org/drawingml/2006/main">
              <a:ext uri="{FF2B5EF4-FFF2-40B4-BE49-F238E27FC236}">
                <a16:creationId xmlns:a16="http://schemas.microsoft.com/office/drawing/2014/main" id="{C8B0EB3B-4FC1-4F00-81D1-89F3A39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9" y="2521863"/>
            <a:ext cx="885564" cy="142175"/>
          </a:xfrm>
          <a:custGeom xmlns:a="http://schemas.openxmlformats.org/drawingml/2006/main">
            <a:pathLst>
              <a:path w="885564" h="142175">
                <a:moveTo>
                  <a:pt x="38550" y="139885"/>
                </a:moveTo>
                <a:lnTo>
                  <a:pt x="0" y="38550"/>
                </a:lnTo>
                <a:lnTo>
                  <a:pt x="18130" y="38550"/>
                </a:lnTo>
                <a:lnTo>
                  <a:pt x="39885" y="99236"/>
                </a:lnTo>
                <a:cubicBezTo>
                  <a:pt x="42239" y="105789"/>
                  <a:pt x="44402" y="112595"/>
                  <a:pt x="46374" y="119656"/>
                </a:cubicBezTo>
                <a:cubicBezTo>
                  <a:pt x="47901" y="114313"/>
                  <a:pt x="50032" y="107888"/>
                  <a:pt x="52767" y="100381"/>
                </a:cubicBezTo>
                <a:lnTo>
                  <a:pt x="75286" y="38550"/>
                </a:lnTo>
                <a:lnTo>
                  <a:pt x="92939" y="38550"/>
                </a:lnTo>
                <a:lnTo>
                  <a:pt x="54580" y="139885"/>
                </a:lnTo>
                <a:lnTo>
                  <a:pt x="38550" y="139885"/>
                </a:lnTo>
                <a:close/>
                <a:moveTo>
                  <a:pt x="174236" y="127373"/>
                </a:moveTo>
                <a:cubicBezTo>
                  <a:pt x="167875" y="132784"/>
                  <a:pt x="161752" y="136604"/>
                  <a:pt x="155868" y="138833"/>
                </a:cubicBezTo>
                <a:cubicBezTo>
                  <a:pt x="149984" y="141061"/>
                  <a:pt x="143670" y="142175"/>
                  <a:pt x="136927" y="142175"/>
                </a:cubicBezTo>
                <a:cubicBezTo>
                  <a:pt x="125795" y="142175"/>
                  <a:pt x="117239" y="139454"/>
                  <a:pt x="111259" y="134011"/>
                </a:cubicBezTo>
                <a:cubicBezTo>
                  <a:pt x="105280" y="128568"/>
                  <a:pt x="102290" y="121613"/>
                  <a:pt x="102290" y="113147"/>
                </a:cubicBezTo>
                <a:cubicBezTo>
                  <a:pt x="102290" y="108183"/>
                  <a:pt x="103419" y="103649"/>
                  <a:pt x="105677" y="99544"/>
                </a:cubicBezTo>
                <a:cubicBezTo>
                  <a:pt x="107935" y="95436"/>
                  <a:pt x="110893" y="92142"/>
                  <a:pt x="114551" y="89659"/>
                </a:cubicBezTo>
                <a:cubicBezTo>
                  <a:pt x="118209" y="87176"/>
                  <a:pt x="122328" y="85298"/>
                  <a:pt x="126908" y="84026"/>
                </a:cubicBezTo>
                <a:cubicBezTo>
                  <a:pt x="130280" y="83133"/>
                  <a:pt x="135369" y="82274"/>
                  <a:pt x="142175" y="81447"/>
                </a:cubicBezTo>
                <a:cubicBezTo>
                  <a:pt x="156043" y="79805"/>
                  <a:pt x="166253" y="77846"/>
                  <a:pt x="172805" y="75572"/>
                </a:cubicBezTo>
                <a:cubicBezTo>
                  <a:pt x="172868" y="73229"/>
                  <a:pt x="172900" y="71740"/>
                  <a:pt x="172900" y="71105"/>
                </a:cubicBezTo>
                <a:cubicBezTo>
                  <a:pt x="172900" y="64134"/>
                  <a:pt x="171278" y="59223"/>
                  <a:pt x="168034" y="56372"/>
                </a:cubicBezTo>
                <a:cubicBezTo>
                  <a:pt x="163645" y="52506"/>
                  <a:pt x="157124" y="50572"/>
                  <a:pt x="148473" y="50572"/>
                </a:cubicBezTo>
                <a:cubicBezTo>
                  <a:pt x="140394" y="50572"/>
                  <a:pt x="134430" y="51988"/>
                  <a:pt x="130582" y="54819"/>
                </a:cubicBezTo>
                <a:cubicBezTo>
                  <a:pt x="126733" y="57649"/>
                  <a:pt x="123886" y="62659"/>
                  <a:pt x="122042" y="69847"/>
                </a:cubicBezTo>
                <a:lnTo>
                  <a:pt x="105248" y="67557"/>
                </a:lnTo>
                <a:cubicBezTo>
                  <a:pt x="106775" y="60347"/>
                  <a:pt x="109287" y="54524"/>
                  <a:pt x="112786" y="50089"/>
                </a:cubicBezTo>
                <a:cubicBezTo>
                  <a:pt x="116285" y="45654"/>
                  <a:pt x="121342" y="42241"/>
                  <a:pt x="127958" y="39850"/>
                </a:cubicBezTo>
                <a:cubicBezTo>
                  <a:pt x="134573" y="37456"/>
                  <a:pt x="142239" y="36259"/>
                  <a:pt x="150954" y="36259"/>
                </a:cubicBezTo>
                <a:cubicBezTo>
                  <a:pt x="159605" y="36259"/>
                  <a:pt x="166634" y="37277"/>
                  <a:pt x="172042" y="39313"/>
                </a:cubicBezTo>
                <a:cubicBezTo>
                  <a:pt x="177449" y="41348"/>
                  <a:pt x="181424" y="43909"/>
                  <a:pt x="183969" y="46994"/>
                </a:cubicBezTo>
                <a:cubicBezTo>
                  <a:pt x="186513" y="50079"/>
                  <a:pt x="188295" y="53976"/>
                  <a:pt x="189312" y="58683"/>
                </a:cubicBezTo>
                <a:cubicBezTo>
                  <a:pt x="189885" y="61609"/>
                  <a:pt x="190171" y="66889"/>
                  <a:pt x="190171" y="74523"/>
                </a:cubicBezTo>
                <a:lnTo>
                  <a:pt x="190171" y="97423"/>
                </a:lnTo>
                <a:cubicBezTo>
                  <a:pt x="190171" y="113390"/>
                  <a:pt x="190537" y="123489"/>
                  <a:pt x="191269" y="127719"/>
                </a:cubicBezTo>
                <a:cubicBezTo>
                  <a:pt x="192000" y="131949"/>
                  <a:pt x="193447" y="136005"/>
                  <a:pt x="195610" y="139885"/>
                </a:cubicBezTo>
                <a:lnTo>
                  <a:pt x="177671" y="139885"/>
                </a:lnTo>
                <a:cubicBezTo>
                  <a:pt x="175890" y="136319"/>
                  <a:pt x="174745" y="132148"/>
                  <a:pt x="174236" y="127373"/>
                </a:cubicBezTo>
                <a:moveTo>
                  <a:pt x="172805" y="88931"/>
                </a:moveTo>
                <a:cubicBezTo>
                  <a:pt x="166571" y="91497"/>
                  <a:pt x="157220" y="93678"/>
                  <a:pt x="144752" y="95473"/>
                </a:cubicBezTo>
                <a:cubicBezTo>
                  <a:pt x="137690" y="96495"/>
                  <a:pt x="132697" y="97645"/>
                  <a:pt x="129771" y="98923"/>
                </a:cubicBezTo>
                <a:cubicBezTo>
                  <a:pt x="126844" y="100200"/>
                  <a:pt x="124586" y="102068"/>
                  <a:pt x="122996" y="104529"/>
                </a:cubicBezTo>
                <a:cubicBezTo>
                  <a:pt x="121406" y="106988"/>
                  <a:pt x="120610" y="109719"/>
                  <a:pt x="120610" y="112720"/>
                </a:cubicBezTo>
                <a:cubicBezTo>
                  <a:pt x="120610" y="117318"/>
                  <a:pt x="122344" y="121151"/>
                  <a:pt x="125811" y="124218"/>
                </a:cubicBezTo>
                <a:cubicBezTo>
                  <a:pt x="129278" y="127284"/>
                  <a:pt x="134351" y="128816"/>
                  <a:pt x="141030" y="128816"/>
                </a:cubicBezTo>
                <a:cubicBezTo>
                  <a:pt x="147646" y="128816"/>
                  <a:pt x="153530" y="127362"/>
                  <a:pt x="158683" y="124454"/>
                </a:cubicBezTo>
                <a:cubicBezTo>
                  <a:pt x="163835" y="121546"/>
                  <a:pt x="167620" y="117567"/>
                  <a:pt x="170038" y="112518"/>
                </a:cubicBezTo>
                <a:cubicBezTo>
                  <a:pt x="171882" y="108617"/>
                  <a:pt x="172805" y="102864"/>
                  <a:pt x="172805" y="95259"/>
                </a:cubicBezTo>
                <a:lnTo>
                  <a:pt x="172805" y="88931"/>
                </a:lnTo>
                <a:close/>
                <a:moveTo>
                  <a:pt x="216382" y="139885"/>
                </a:moveTo>
                <a:lnTo>
                  <a:pt x="216382" y="0"/>
                </a:lnTo>
                <a:lnTo>
                  <a:pt x="233557" y="0"/>
                </a:lnTo>
                <a:lnTo>
                  <a:pt x="233557" y="139885"/>
                </a:lnTo>
                <a:lnTo>
                  <a:pt x="216382" y="139885"/>
                </a:lnTo>
                <a:close/>
                <a:moveTo>
                  <a:pt x="260242" y="19847"/>
                </a:moveTo>
                <a:lnTo>
                  <a:pt x="260242" y="0"/>
                </a:lnTo>
                <a:lnTo>
                  <a:pt x="277418" y="0"/>
                </a:lnTo>
                <a:lnTo>
                  <a:pt x="277418" y="19847"/>
                </a:lnTo>
                <a:lnTo>
                  <a:pt x="260242" y="19847"/>
                </a:lnTo>
                <a:moveTo>
                  <a:pt x="260242" y="139885"/>
                </a:moveTo>
                <a:lnTo>
                  <a:pt x="260242" y="38550"/>
                </a:lnTo>
                <a:lnTo>
                  <a:pt x="277418" y="38550"/>
                </a:lnTo>
                <a:lnTo>
                  <a:pt x="277418" y="139885"/>
                </a:lnTo>
                <a:lnTo>
                  <a:pt x="260242" y="139885"/>
                </a:lnTo>
                <a:close/>
                <a:moveTo>
                  <a:pt x="369274" y="139885"/>
                </a:moveTo>
                <a:lnTo>
                  <a:pt x="369274" y="127099"/>
                </a:lnTo>
                <a:cubicBezTo>
                  <a:pt x="362849" y="137150"/>
                  <a:pt x="353402" y="142175"/>
                  <a:pt x="340934" y="142175"/>
                </a:cubicBezTo>
                <a:cubicBezTo>
                  <a:pt x="332855" y="142175"/>
                  <a:pt x="325429" y="139949"/>
                  <a:pt x="318654" y="135496"/>
                </a:cubicBezTo>
                <a:cubicBezTo>
                  <a:pt x="311879" y="131043"/>
                  <a:pt x="306631" y="124825"/>
                  <a:pt x="302910" y="116841"/>
                </a:cubicBezTo>
                <a:cubicBezTo>
                  <a:pt x="299188" y="108858"/>
                  <a:pt x="297327" y="99682"/>
                  <a:pt x="297327" y="89313"/>
                </a:cubicBezTo>
                <a:cubicBezTo>
                  <a:pt x="297327" y="79198"/>
                  <a:pt x="299013" y="70022"/>
                  <a:pt x="302385" y="61784"/>
                </a:cubicBezTo>
                <a:cubicBezTo>
                  <a:pt x="305756" y="53546"/>
                  <a:pt x="310813" y="47233"/>
                  <a:pt x="317556" y="42843"/>
                </a:cubicBezTo>
                <a:cubicBezTo>
                  <a:pt x="324299" y="38454"/>
                  <a:pt x="331838" y="36259"/>
                  <a:pt x="340171" y="36259"/>
                </a:cubicBezTo>
                <a:cubicBezTo>
                  <a:pt x="346278" y="36259"/>
                  <a:pt x="351717" y="37548"/>
                  <a:pt x="356488" y="40124"/>
                </a:cubicBezTo>
                <a:cubicBezTo>
                  <a:pt x="361259" y="42700"/>
                  <a:pt x="365139" y="46056"/>
                  <a:pt x="368129" y="50191"/>
                </a:cubicBezTo>
                <a:lnTo>
                  <a:pt x="368129" y="0"/>
                </a:lnTo>
                <a:lnTo>
                  <a:pt x="385209" y="0"/>
                </a:lnTo>
                <a:lnTo>
                  <a:pt x="385209" y="139885"/>
                </a:lnTo>
                <a:lnTo>
                  <a:pt x="369274" y="139885"/>
                </a:lnTo>
                <a:moveTo>
                  <a:pt x="314980" y="89265"/>
                </a:moveTo>
                <a:cubicBezTo>
                  <a:pt x="314980" y="102194"/>
                  <a:pt x="317715" y="111860"/>
                  <a:pt x="323186" y="118261"/>
                </a:cubicBezTo>
                <a:cubicBezTo>
                  <a:pt x="328657" y="124662"/>
                  <a:pt x="335114" y="127862"/>
                  <a:pt x="342556" y="127862"/>
                </a:cubicBezTo>
                <a:cubicBezTo>
                  <a:pt x="350063" y="127862"/>
                  <a:pt x="356440" y="124805"/>
                  <a:pt x="361688" y="118690"/>
                </a:cubicBezTo>
                <a:cubicBezTo>
                  <a:pt x="366936" y="112573"/>
                  <a:pt x="369560" y="103240"/>
                  <a:pt x="369560" y="90690"/>
                </a:cubicBezTo>
                <a:cubicBezTo>
                  <a:pt x="369560" y="76874"/>
                  <a:pt x="366888" y="66734"/>
                  <a:pt x="361545" y="60269"/>
                </a:cubicBezTo>
                <a:cubicBezTo>
                  <a:pt x="356201" y="53805"/>
                  <a:pt x="349617" y="50572"/>
                  <a:pt x="341793" y="50572"/>
                </a:cubicBezTo>
                <a:cubicBezTo>
                  <a:pt x="334159" y="50572"/>
                  <a:pt x="327782" y="53678"/>
                  <a:pt x="322661" y="59891"/>
                </a:cubicBezTo>
                <a:cubicBezTo>
                  <a:pt x="317541" y="66101"/>
                  <a:pt x="314980" y="75892"/>
                  <a:pt x="314980" y="89265"/>
                </a:cubicBezTo>
                <a:close/>
                <a:moveTo>
                  <a:pt x="478309" y="127373"/>
                </a:moveTo>
                <a:cubicBezTo>
                  <a:pt x="471947" y="132784"/>
                  <a:pt x="465825" y="136604"/>
                  <a:pt x="459940" y="138833"/>
                </a:cubicBezTo>
                <a:cubicBezTo>
                  <a:pt x="454056" y="141061"/>
                  <a:pt x="447743" y="142175"/>
                  <a:pt x="441000" y="142175"/>
                </a:cubicBezTo>
                <a:cubicBezTo>
                  <a:pt x="429867" y="142175"/>
                  <a:pt x="421311" y="139454"/>
                  <a:pt x="415332" y="134011"/>
                </a:cubicBezTo>
                <a:cubicBezTo>
                  <a:pt x="409352" y="128568"/>
                  <a:pt x="406362" y="121613"/>
                  <a:pt x="406362" y="113147"/>
                </a:cubicBezTo>
                <a:cubicBezTo>
                  <a:pt x="406362" y="108183"/>
                  <a:pt x="407491" y="103649"/>
                  <a:pt x="409750" y="99544"/>
                </a:cubicBezTo>
                <a:cubicBezTo>
                  <a:pt x="412008" y="95436"/>
                  <a:pt x="414966" y="92142"/>
                  <a:pt x="418624" y="89659"/>
                </a:cubicBezTo>
                <a:cubicBezTo>
                  <a:pt x="422282" y="87176"/>
                  <a:pt x="426400" y="85298"/>
                  <a:pt x="430981" y="84026"/>
                </a:cubicBezTo>
                <a:cubicBezTo>
                  <a:pt x="434352" y="83133"/>
                  <a:pt x="439441" y="82274"/>
                  <a:pt x="446248" y="81447"/>
                </a:cubicBezTo>
                <a:cubicBezTo>
                  <a:pt x="460115" y="79805"/>
                  <a:pt x="470325" y="77846"/>
                  <a:pt x="476877" y="75572"/>
                </a:cubicBezTo>
                <a:cubicBezTo>
                  <a:pt x="476941" y="73229"/>
                  <a:pt x="476973" y="71740"/>
                  <a:pt x="476973" y="71105"/>
                </a:cubicBezTo>
                <a:cubicBezTo>
                  <a:pt x="476973" y="64134"/>
                  <a:pt x="475351" y="59223"/>
                  <a:pt x="472106" y="56372"/>
                </a:cubicBezTo>
                <a:cubicBezTo>
                  <a:pt x="467717" y="52506"/>
                  <a:pt x="461197" y="50572"/>
                  <a:pt x="452545" y="50572"/>
                </a:cubicBezTo>
                <a:cubicBezTo>
                  <a:pt x="444467" y="50572"/>
                  <a:pt x="438503" y="51988"/>
                  <a:pt x="434654" y="54819"/>
                </a:cubicBezTo>
                <a:cubicBezTo>
                  <a:pt x="430806" y="57649"/>
                  <a:pt x="427959" y="62659"/>
                  <a:pt x="426114" y="69847"/>
                </a:cubicBezTo>
                <a:lnTo>
                  <a:pt x="409320" y="67557"/>
                </a:lnTo>
                <a:cubicBezTo>
                  <a:pt x="410847" y="60347"/>
                  <a:pt x="413360" y="54524"/>
                  <a:pt x="416859" y="50089"/>
                </a:cubicBezTo>
                <a:cubicBezTo>
                  <a:pt x="420357" y="45654"/>
                  <a:pt x="425414" y="42241"/>
                  <a:pt x="432030" y="39850"/>
                </a:cubicBezTo>
                <a:cubicBezTo>
                  <a:pt x="438646" y="37456"/>
                  <a:pt x="446311" y="36259"/>
                  <a:pt x="455026" y="36259"/>
                </a:cubicBezTo>
                <a:cubicBezTo>
                  <a:pt x="463678" y="36259"/>
                  <a:pt x="470707" y="37277"/>
                  <a:pt x="476114" y="39313"/>
                </a:cubicBezTo>
                <a:cubicBezTo>
                  <a:pt x="481521" y="41348"/>
                  <a:pt x="485497" y="43909"/>
                  <a:pt x="488042" y="46994"/>
                </a:cubicBezTo>
                <a:cubicBezTo>
                  <a:pt x="490586" y="50079"/>
                  <a:pt x="492367" y="53976"/>
                  <a:pt x="493385" y="58683"/>
                </a:cubicBezTo>
                <a:cubicBezTo>
                  <a:pt x="493958" y="61609"/>
                  <a:pt x="494244" y="66889"/>
                  <a:pt x="494244" y="74523"/>
                </a:cubicBezTo>
                <a:lnTo>
                  <a:pt x="494244" y="97423"/>
                </a:lnTo>
                <a:cubicBezTo>
                  <a:pt x="494244" y="113390"/>
                  <a:pt x="494610" y="123489"/>
                  <a:pt x="495341" y="127719"/>
                </a:cubicBezTo>
                <a:cubicBezTo>
                  <a:pt x="496073" y="131949"/>
                  <a:pt x="497520" y="136005"/>
                  <a:pt x="499683" y="139885"/>
                </a:cubicBezTo>
                <a:lnTo>
                  <a:pt x="481744" y="139885"/>
                </a:lnTo>
                <a:cubicBezTo>
                  <a:pt x="479963" y="136319"/>
                  <a:pt x="478818" y="132148"/>
                  <a:pt x="478309" y="127373"/>
                </a:cubicBezTo>
                <a:moveTo>
                  <a:pt x="476877" y="88931"/>
                </a:moveTo>
                <a:cubicBezTo>
                  <a:pt x="470643" y="91497"/>
                  <a:pt x="461292" y="93678"/>
                  <a:pt x="448824" y="95473"/>
                </a:cubicBezTo>
                <a:cubicBezTo>
                  <a:pt x="441763" y="96495"/>
                  <a:pt x="436769" y="97645"/>
                  <a:pt x="433843" y="98923"/>
                </a:cubicBezTo>
                <a:cubicBezTo>
                  <a:pt x="430917" y="100200"/>
                  <a:pt x="428659" y="102068"/>
                  <a:pt x="427068" y="104529"/>
                </a:cubicBezTo>
                <a:cubicBezTo>
                  <a:pt x="425478" y="106988"/>
                  <a:pt x="424683" y="109719"/>
                  <a:pt x="424683" y="112720"/>
                </a:cubicBezTo>
                <a:cubicBezTo>
                  <a:pt x="424683" y="117318"/>
                  <a:pt x="426416" y="121151"/>
                  <a:pt x="429883" y="124218"/>
                </a:cubicBezTo>
                <a:cubicBezTo>
                  <a:pt x="433350" y="127284"/>
                  <a:pt x="438423" y="128816"/>
                  <a:pt x="445103" y="128816"/>
                </a:cubicBezTo>
                <a:cubicBezTo>
                  <a:pt x="451718" y="128816"/>
                  <a:pt x="457603" y="127362"/>
                  <a:pt x="462755" y="124454"/>
                </a:cubicBezTo>
                <a:cubicBezTo>
                  <a:pt x="467908" y="121546"/>
                  <a:pt x="471693" y="117567"/>
                  <a:pt x="474110" y="112518"/>
                </a:cubicBezTo>
                <a:cubicBezTo>
                  <a:pt x="475955" y="108617"/>
                  <a:pt x="476877" y="102864"/>
                  <a:pt x="476877" y="95259"/>
                </a:cubicBezTo>
                <a:lnTo>
                  <a:pt x="476877" y="88931"/>
                </a:lnTo>
                <a:close/>
                <a:moveTo>
                  <a:pt x="558336" y="124713"/>
                </a:moveTo>
                <a:lnTo>
                  <a:pt x="560817" y="139885"/>
                </a:lnTo>
                <a:cubicBezTo>
                  <a:pt x="555982" y="140776"/>
                  <a:pt x="551657" y="141221"/>
                  <a:pt x="547840" y="141221"/>
                </a:cubicBezTo>
                <a:cubicBezTo>
                  <a:pt x="541606" y="141221"/>
                  <a:pt x="536771" y="140235"/>
                  <a:pt x="533336" y="138263"/>
                </a:cubicBezTo>
                <a:cubicBezTo>
                  <a:pt x="529901" y="136291"/>
                  <a:pt x="527484" y="133699"/>
                  <a:pt x="526084" y="130486"/>
                </a:cubicBezTo>
                <a:cubicBezTo>
                  <a:pt x="524685" y="127274"/>
                  <a:pt x="523985" y="120515"/>
                  <a:pt x="523985" y="110210"/>
                </a:cubicBezTo>
                <a:lnTo>
                  <a:pt x="523985" y="51908"/>
                </a:lnTo>
                <a:lnTo>
                  <a:pt x="511390" y="51908"/>
                </a:lnTo>
                <a:lnTo>
                  <a:pt x="511390" y="38550"/>
                </a:lnTo>
                <a:lnTo>
                  <a:pt x="523985" y="38550"/>
                </a:lnTo>
                <a:lnTo>
                  <a:pt x="523985" y="13386"/>
                </a:lnTo>
                <a:lnTo>
                  <a:pt x="541065" y="3053"/>
                </a:lnTo>
                <a:lnTo>
                  <a:pt x="541065" y="38550"/>
                </a:lnTo>
                <a:lnTo>
                  <a:pt x="558336" y="38550"/>
                </a:lnTo>
                <a:lnTo>
                  <a:pt x="558336" y="51908"/>
                </a:lnTo>
                <a:lnTo>
                  <a:pt x="541065" y="51908"/>
                </a:lnTo>
                <a:lnTo>
                  <a:pt x="541065" y="111164"/>
                </a:lnTo>
                <a:cubicBezTo>
                  <a:pt x="541065" y="116062"/>
                  <a:pt x="541367" y="119211"/>
                  <a:pt x="541972" y="120610"/>
                </a:cubicBezTo>
                <a:cubicBezTo>
                  <a:pt x="542576" y="122010"/>
                  <a:pt x="543562" y="123123"/>
                  <a:pt x="544930" y="123950"/>
                </a:cubicBezTo>
                <a:cubicBezTo>
                  <a:pt x="546297" y="124777"/>
                  <a:pt x="548253" y="125191"/>
                  <a:pt x="550798" y="125191"/>
                </a:cubicBezTo>
                <a:cubicBezTo>
                  <a:pt x="552706" y="125191"/>
                  <a:pt x="555219" y="125031"/>
                  <a:pt x="558336" y="124713"/>
                </a:cubicBezTo>
                <a:close/>
                <a:moveTo>
                  <a:pt x="568770" y="89217"/>
                </a:moveTo>
                <a:cubicBezTo>
                  <a:pt x="568770" y="70451"/>
                  <a:pt x="573986" y="56552"/>
                  <a:pt x="584418" y="47519"/>
                </a:cubicBezTo>
                <a:cubicBezTo>
                  <a:pt x="593133" y="40013"/>
                  <a:pt x="603757" y="36259"/>
                  <a:pt x="616289" y="36259"/>
                </a:cubicBezTo>
                <a:cubicBezTo>
                  <a:pt x="630220" y="36259"/>
                  <a:pt x="641607" y="40824"/>
                  <a:pt x="650449" y="49952"/>
                </a:cubicBezTo>
                <a:cubicBezTo>
                  <a:pt x="659291" y="59081"/>
                  <a:pt x="663712" y="71692"/>
                  <a:pt x="663712" y="87786"/>
                </a:cubicBezTo>
                <a:cubicBezTo>
                  <a:pt x="663712" y="100827"/>
                  <a:pt x="661756" y="111084"/>
                  <a:pt x="657844" y="118559"/>
                </a:cubicBezTo>
                <a:cubicBezTo>
                  <a:pt x="653932" y="126033"/>
                  <a:pt x="648238" y="131838"/>
                  <a:pt x="640764" y="135973"/>
                </a:cubicBezTo>
                <a:cubicBezTo>
                  <a:pt x="633289" y="140108"/>
                  <a:pt x="625131" y="142175"/>
                  <a:pt x="616289" y="142175"/>
                </a:cubicBezTo>
                <a:cubicBezTo>
                  <a:pt x="602103" y="142175"/>
                  <a:pt x="590637" y="137627"/>
                  <a:pt x="581890" y="128530"/>
                </a:cubicBezTo>
                <a:cubicBezTo>
                  <a:pt x="573143" y="119434"/>
                  <a:pt x="568770" y="106329"/>
                  <a:pt x="568770" y="89217"/>
                </a:cubicBezTo>
                <a:moveTo>
                  <a:pt x="586422" y="89170"/>
                </a:moveTo>
                <a:cubicBezTo>
                  <a:pt x="586422" y="102099"/>
                  <a:pt x="589253" y="111780"/>
                  <a:pt x="594915" y="118213"/>
                </a:cubicBezTo>
                <a:cubicBezTo>
                  <a:pt x="600576" y="124646"/>
                  <a:pt x="607701" y="127862"/>
                  <a:pt x="616289" y="127862"/>
                </a:cubicBezTo>
                <a:cubicBezTo>
                  <a:pt x="624813" y="127862"/>
                  <a:pt x="631906" y="124630"/>
                  <a:pt x="637567" y="118165"/>
                </a:cubicBezTo>
                <a:cubicBezTo>
                  <a:pt x="643229" y="111701"/>
                  <a:pt x="646059" y="101846"/>
                  <a:pt x="646059" y="88600"/>
                </a:cubicBezTo>
                <a:cubicBezTo>
                  <a:pt x="646059" y="76114"/>
                  <a:pt x="643213" y="66655"/>
                  <a:pt x="637519" y="60222"/>
                </a:cubicBezTo>
                <a:cubicBezTo>
                  <a:pt x="631826" y="53789"/>
                  <a:pt x="624749" y="50572"/>
                  <a:pt x="616289" y="50572"/>
                </a:cubicBezTo>
                <a:cubicBezTo>
                  <a:pt x="607701" y="50572"/>
                  <a:pt x="600576" y="53773"/>
                  <a:pt x="594915" y="60174"/>
                </a:cubicBezTo>
                <a:cubicBezTo>
                  <a:pt x="589253" y="66575"/>
                  <a:pt x="586422" y="76240"/>
                  <a:pt x="586422" y="89170"/>
                </a:cubicBezTo>
                <a:close/>
                <a:moveTo>
                  <a:pt x="683625" y="139885"/>
                </a:moveTo>
                <a:lnTo>
                  <a:pt x="683625" y="38550"/>
                </a:lnTo>
                <a:lnTo>
                  <a:pt x="699083" y="38550"/>
                </a:lnTo>
                <a:lnTo>
                  <a:pt x="699083" y="53817"/>
                </a:lnTo>
                <a:cubicBezTo>
                  <a:pt x="703027" y="46668"/>
                  <a:pt x="706669" y="41955"/>
                  <a:pt x="710009" y="39677"/>
                </a:cubicBezTo>
                <a:cubicBezTo>
                  <a:pt x="713348" y="37399"/>
                  <a:pt x="717022" y="36259"/>
                  <a:pt x="721030" y="36259"/>
                </a:cubicBezTo>
                <a:cubicBezTo>
                  <a:pt x="726818" y="36259"/>
                  <a:pt x="732703" y="38096"/>
                  <a:pt x="738682" y="41770"/>
                </a:cubicBezTo>
                <a:lnTo>
                  <a:pt x="732766" y="57633"/>
                </a:lnTo>
                <a:cubicBezTo>
                  <a:pt x="728568" y="55153"/>
                  <a:pt x="724369" y="53912"/>
                  <a:pt x="720171" y="53912"/>
                </a:cubicBezTo>
                <a:cubicBezTo>
                  <a:pt x="716418" y="53912"/>
                  <a:pt x="713046" y="55043"/>
                  <a:pt x="710056" y="57305"/>
                </a:cubicBezTo>
                <a:cubicBezTo>
                  <a:pt x="707066" y="59566"/>
                  <a:pt x="704935" y="62702"/>
                  <a:pt x="703663" y="66713"/>
                </a:cubicBezTo>
                <a:cubicBezTo>
                  <a:pt x="701755" y="72826"/>
                  <a:pt x="700801" y="79512"/>
                  <a:pt x="700801" y="86772"/>
                </a:cubicBezTo>
                <a:lnTo>
                  <a:pt x="700801" y="139885"/>
                </a:lnTo>
                <a:lnTo>
                  <a:pt x="683625" y="139885"/>
                </a:lnTo>
                <a:close/>
                <a:moveTo>
                  <a:pt x="803217" y="139885"/>
                </a:moveTo>
                <a:lnTo>
                  <a:pt x="803217" y="38550"/>
                </a:lnTo>
                <a:lnTo>
                  <a:pt x="818675" y="38550"/>
                </a:lnTo>
                <a:lnTo>
                  <a:pt x="818675" y="52862"/>
                </a:lnTo>
                <a:cubicBezTo>
                  <a:pt x="826118" y="41794"/>
                  <a:pt x="836868" y="36259"/>
                  <a:pt x="850927" y="36259"/>
                </a:cubicBezTo>
                <a:cubicBezTo>
                  <a:pt x="857034" y="36259"/>
                  <a:pt x="862648" y="37357"/>
                  <a:pt x="867768" y="39551"/>
                </a:cubicBezTo>
                <a:cubicBezTo>
                  <a:pt x="872889" y="41746"/>
                  <a:pt x="876722" y="44625"/>
                  <a:pt x="879267" y="48187"/>
                </a:cubicBezTo>
                <a:cubicBezTo>
                  <a:pt x="881811" y="51749"/>
                  <a:pt x="883592" y="55979"/>
                  <a:pt x="884610" y="60878"/>
                </a:cubicBezTo>
                <a:cubicBezTo>
                  <a:pt x="885246" y="64058"/>
                  <a:pt x="885564" y="69624"/>
                  <a:pt x="885564" y="77576"/>
                </a:cubicBezTo>
                <a:lnTo>
                  <a:pt x="885564" y="139885"/>
                </a:lnTo>
                <a:lnTo>
                  <a:pt x="868389" y="139885"/>
                </a:lnTo>
                <a:lnTo>
                  <a:pt x="868389" y="78178"/>
                </a:lnTo>
                <a:cubicBezTo>
                  <a:pt x="868389" y="71173"/>
                  <a:pt x="867721" y="65935"/>
                  <a:pt x="866385" y="62464"/>
                </a:cubicBezTo>
                <a:cubicBezTo>
                  <a:pt x="865049" y="58993"/>
                  <a:pt x="862679" y="56223"/>
                  <a:pt x="859276" y="54154"/>
                </a:cubicBezTo>
                <a:cubicBezTo>
                  <a:pt x="855873" y="52084"/>
                  <a:pt x="851881" y="51049"/>
                  <a:pt x="847301" y="51049"/>
                </a:cubicBezTo>
                <a:cubicBezTo>
                  <a:pt x="839985" y="51049"/>
                  <a:pt x="833672" y="53374"/>
                  <a:pt x="828360" y="58024"/>
                </a:cubicBezTo>
                <a:cubicBezTo>
                  <a:pt x="823048" y="62672"/>
                  <a:pt x="820393" y="71491"/>
                  <a:pt x="820393" y="84482"/>
                </a:cubicBezTo>
                <a:lnTo>
                  <a:pt x="820393" y="139885"/>
                </a:lnTo>
                <a:lnTo>
                  <a:pt x="803217" y="139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client">
            <a:extLst xmlns:a="http://schemas.openxmlformats.org/drawingml/2006/main">
              <a:ext uri="{FF2B5EF4-FFF2-40B4-BE49-F238E27FC236}">
                <a16:creationId xmlns:a16="http://schemas.microsoft.com/office/drawing/2014/main" id="{C50D980E-5522-4149-BC77-8E311ED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03" y="3390393"/>
            <a:ext cx="447011" cy="142175"/>
          </a:xfrm>
          <a:custGeom xmlns:a="http://schemas.openxmlformats.org/drawingml/2006/main">
            <a:pathLst>
              <a:path w="447011" h="142175">
                <a:moveTo>
                  <a:pt x="71374" y="102671"/>
                </a:moveTo>
                <a:lnTo>
                  <a:pt x="88263" y="104866"/>
                </a:lnTo>
                <a:cubicBezTo>
                  <a:pt x="86418" y="116537"/>
                  <a:pt x="81695" y="125674"/>
                  <a:pt x="74093" y="132275"/>
                </a:cubicBezTo>
                <a:cubicBezTo>
                  <a:pt x="66492" y="138875"/>
                  <a:pt x="57156" y="142175"/>
                  <a:pt x="46088" y="142175"/>
                </a:cubicBezTo>
                <a:cubicBezTo>
                  <a:pt x="32220" y="142175"/>
                  <a:pt x="21072" y="137643"/>
                  <a:pt x="12643" y="128578"/>
                </a:cubicBezTo>
                <a:cubicBezTo>
                  <a:pt x="4214" y="119513"/>
                  <a:pt x="0" y="106520"/>
                  <a:pt x="0" y="89599"/>
                </a:cubicBezTo>
                <a:cubicBezTo>
                  <a:pt x="0" y="78658"/>
                  <a:pt x="1813" y="69084"/>
                  <a:pt x="5439" y="60878"/>
                </a:cubicBezTo>
                <a:cubicBezTo>
                  <a:pt x="9065" y="52672"/>
                  <a:pt x="14583" y="46517"/>
                  <a:pt x="21994" y="42414"/>
                </a:cubicBezTo>
                <a:cubicBezTo>
                  <a:pt x="29405" y="38311"/>
                  <a:pt x="37468" y="36259"/>
                  <a:pt x="46183" y="36259"/>
                </a:cubicBezTo>
                <a:cubicBezTo>
                  <a:pt x="57188" y="36259"/>
                  <a:pt x="66189" y="39051"/>
                  <a:pt x="73187" y="44635"/>
                </a:cubicBezTo>
                <a:cubicBezTo>
                  <a:pt x="80184" y="50218"/>
                  <a:pt x="84669" y="58144"/>
                  <a:pt x="86641" y="68416"/>
                </a:cubicBezTo>
                <a:lnTo>
                  <a:pt x="69943" y="70992"/>
                </a:lnTo>
                <a:cubicBezTo>
                  <a:pt x="68352" y="64217"/>
                  <a:pt x="65537" y="59120"/>
                  <a:pt x="61498" y="55701"/>
                </a:cubicBezTo>
                <a:cubicBezTo>
                  <a:pt x="57459" y="52282"/>
                  <a:pt x="52576" y="50572"/>
                  <a:pt x="46851" y="50572"/>
                </a:cubicBezTo>
                <a:cubicBezTo>
                  <a:pt x="38200" y="50572"/>
                  <a:pt x="31170" y="53659"/>
                  <a:pt x="25763" y="59831"/>
                </a:cubicBezTo>
                <a:cubicBezTo>
                  <a:pt x="20356" y="66002"/>
                  <a:pt x="17653" y="75765"/>
                  <a:pt x="17653" y="89122"/>
                </a:cubicBezTo>
                <a:cubicBezTo>
                  <a:pt x="17653" y="102669"/>
                  <a:pt x="20261" y="112514"/>
                  <a:pt x="25477" y="118654"/>
                </a:cubicBezTo>
                <a:cubicBezTo>
                  <a:pt x="30693" y="124793"/>
                  <a:pt x="37500" y="127862"/>
                  <a:pt x="45897" y="127862"/>
                </a:cubicBezTo>
                <a:cubicBezTo>
                  <a:pt x="52640" y="127862"/>
                  <a:pt x="58270" y="125803"/>
                  <a:pt x="62786" y="121684"/>
                </a:cubicBezTo>
                <a:cubicBezTo>
                  <a:pt x="67303" y="117565"/>
                  <a:pt x="70165" y="111227"/>
                  <a:pt x="71374" y="102671"/>
                </a:cubicBezTo>
                <a:close/>
                <a:moveTo>
                  <a:pt x="102576" y="139885"/>
                </a:moveTo>
                <a:lnTo>
                  <a:pt x="102576" y="0"/>
                </a:lnTo>
                <a:lnTo>
                  <a:pt x="119752" y="0"/>
                </a:lnTo>
                <a:lnTo>
                  <a:pt x="119752" y="139885"/>
                </a:lnTo>
                <a:lnTo>
                  <a:pt x="102576" y="139885"/>
                </a:lnTo>
                <a:close/>
                <a:moveTo>
                  <a:pt x="146436" y="19847"/>
                </a:moveTo>
                <a:lnTo>
                  <a:pt x="146436" y="0"/>
                </a:lnTo>
                <a:lnTo>
                  <a:pt x="163612" y="0"/>
                </a:lnTo>
                <a:lnTo>
                  <a:pt x="163612" y="19847"/>
                </a:lnTo>
                <a:lnTo>
                  <a:pt x="146436" y="19847"/>
                </a:lnTo>
                <a:moveTo>
                  <a:pt x="146436" y="139885"/>
                </a:moveTo>
                <a:lnTo>
                  <a:pt x="146436" y="38550"/>
                </a:lnTo>
                <a:lnTo>
                  <a:pt x="163612" y="38550"/>
                </a:lnTo>
                <a:lnTo>
                  <a:pt x="163612" y="139885"/>
                </a:lnTo>
                <a:lnTo>
                  <a:pt x="146436" y="139885"/>
                </a:lnTo>
                <a:close/>
                <a:moveTo>
                  <a:pt x="259094" y="107252"/>
                </a:moveTo>
                <a:lnTo>
                  <a:pt x="276842" y="109446"/>
                </a:lnTo>
                <a:cubicBezTo>
                  <a:pt x="274043" y="119815"/>
                  <a:pt x="268859" y="127862"/>
                  <a:pt x="261289" y="133587"/>
                </a:cubicBezTo>
                <a:cubicBezTo>
                  <a:pt x="253719" y="139313"/>
                  <a:pt x="244049" y="142175"/>
                  <a:pt x="232281" y="142175"/>
                </a:cubicBezTo>
                <a:cubicBezTo>
                  <a:pt x="217459" y="142175"/>
                  <a:pt x="205707" y="137611"/>
                  <a:pt x="197024" y="128482"/>
                </a:cubicBezTo>
                <a:cubicBezTo>
                  <a:pt x="188340" y="119354"/>
                  <a:pt x="183999" y="106552"/>
                  <a:pt x="183999" y="90076"/>
                </a:cubicBezTo>
                <a:cubicBezTo>
                  <a:pt x="183999" y="73028"/>
                  <a:pt x="188388" y="59796"/>
                  <a:pt x="197167" y="50382"/>
                </a:cubicBezTo>
                <a:cubicBezTo>
                  <a:pt x="205945" y="40967"/>
                  <a:pt x="217332" y="36259"/>
                  <a:pt x="231327" y="36259"/>
                </a:cubicBezTo>
                <a:cubicBezTo>
                  <a:pt x="244876" y="36259"/>
                  <a:pt x="255945" y="40864"/>
                  <a:pt x="264533" y="50074"/>
                </a:cubicBezTo>
                <a:cubicBezTo>
                  <a:pt x="273121" y="59282"/>
                  <a:pt x="277415" y="72238"/>
                  <a:pt x="277415" y="88940"/>
                </a:cubicBezTo>
                <a:cubicBezTo>
                  <a:pt x="277415" y="89956"/>
                  <a:pt x="277383" y="91480"/>
                  <a:pt x="277319" y="93511"/>
                </a:cubicBezTo>
                <a:lnTo>
                  <a:pt x="201747" y="93511"/>
                </a:lnTo>
                <a:cubicBezTo>
                  <a:pt x="202383" y="104612"/>
                  <a:pt x="205532" y="113112"/>
                  <a:pt x="211193" y="119012"/>
                </a:cubicBezTo>
                <a:cubicBezTo>
                  <a:pt x="216855" y="124912"/>
                  <a:pt x="223916" y="127862"/>
                  <a:pt x="232376" y="127862"/>
                </a:cubicBezTo>
                <a:cubicBezTo>
                  <a:pt x="238674" y="127862"/>
                  <a:pt x="244049" y="126224"/>
                  <a:pt x="248502" y="122948"/>
                </a:cubicBezTo>
                <a:cubicBezTo>
                  <a:pt x="252955" y="119670"/>
                  <a:pt x="256486" y="114438"/>
                  <a:pt x="259094" y="107252"/>
                </a:cubicBezTo>
                <a:moveTo>
                  <a:pt x="202701" y="79198"/>
                </a:moveTo>
                <a:lnTo>
                  <a:pt x="259285" y="79198"/>
                </a:lnTo>
                <a:cubicBezTo>
                  <a:pt x="258521" y="70813"/>
                  <a:pt x="256359" y="64525"/>
                  <a:pt x="252796" y="60332"/>
                </a:cubicBezTo>
                <a:cubicBezTo>
                  <a:pt x="247326" y="53826"/>
                  <a:pt x="240233" y="50572"/>
                  <a:pt x="231518" y="50572"/>
                </a:cubicBezTo>
                <a:cubicBezTo>
                  <a:pt x="223630" y="50572"/>
                  <a:pt x="216998" y="53170"/>
                  <a:pt x="211623" y="58364"/>
                </a:cubicBezTo>
                <a:cubicBezTo>
                  <a:pt x="206247" y="63556"/>
                  <a:pt x="203274" y="70501"/>
                  <a:pt x="202701" y="79198"/>
                </a:cubicBezTo>
                <a:close/>
                <a:moveTo>
                  <a:pt x="298377" y="139885"/>
                </a:moveTo>
                <a:lnTo>
                  <a:pt x="298377" y="38550"/>
                </a:lnTo>
                <a:lnTo>
                  <a:pt x="313835" y="38550"/>
                </a:lnTo>
                <a:lnTo>
                  <a:pt x="313835" y="52862"/>
                </a:lnTo>
                <a:cubicBezTo>
                  <a:pt x="321278" y="41794"/>
                  <a:pt x="332028" y="36259"/>
                  <a:pt x="346087" y="36259"/>
                </a:cubicBezTo>
                <a:cubicBezTo>
                  <a:pt x="352194" y="36259"/>
                  <a:pt x="357808" y="37357"/>
                  <a:pt x="362929" y="39551"/>
                </a:cubicBezTo>
                <a:cubicBezTo>
                  <a:pt x="368049" y="41746"/>
                  <a:pt x="371882" y="44625"/>
                  <a:pt x="374427" y="48187"/>
                </a:cubicBezTo>
                <a:cubicBezTo>
                  <a:pt x="376971" y="51749"/>
                  <a:pt x="378752" y="55979"/>
                  <a:pt x="379770" y="60878"/>
                </a:cubicBezTo>
                <a:cubicBezTo>
                  <a:pt x="380406" y="64058"/>
                  <a:pt x="380724" y="69624"/>
                  <a:pt x="380724" y="77576"/>
                </a:cubicBezTo>
                <a:lnTo>
                  <a:pt x="380724" y="139885"/>
                </a:lnTo>
                <a:lnTo>
                  <a:pt x="363549" y="139885"/>
                </a:lnTo>
                <a:lnTo>
                  <a:pt x="363549" y="78178"/>
                </a:lnTo>
                <a:cubicBezTo>
                  <a:pt x="363549" y="71173"/>
                  <a:pt x="362881" y="65935"/>
                  <a:pt x="361545" y="62464"/>
                </a:cubicBezTo>
                <a:cubicBezTo>
                  <a:pt x="360209" y="58993"/>
                  <a:pt x="357839" y="56223"/>
                  <a:pt x="354436" y="54154"/>
                </a:cubicBezTo>
                <a:cubicBezTo>
                  <a:pt x="351033" y="52084"/>
                  <a:pt x="347041" y="51049"/>
                  <a:pt x="342461" y="51049"/>
                </a:cubicBezTo>
                <a:cubicBezTo>
                  <a:pt x="335146" y="51049"/>
                  <a:pt x="328832" y="53374"/>
                  <a:pt x="323520" y="58024"/>
                </a:cubicBezTo>
                <a:cubicBezTo>
                  <a:pt x="318209" y="62672"/>
                  <a:pt x="315553" y="71491"/>
                  <a:pt x="315553" y="84482"/>
                </a:cubicBezTo>
                <a:lnTo>
                  <a:pt x="315553" y="139885"/>
                </a:lnTo>
                <a:lnTo>
                  <a:pt x="298377" y="139885"/>
                </a:lnTo>
                <a:close/>
                <a:moveTo>
                  <a:pt x="444530" y="124713"/>
                </a:moveTo>
                <a:lnTo>
                  <a:pt x="447011" y="139885"/>
                </a:lnTo>
                <a:cubicBezTo>
                  <a:pt x="442177" y="140776"/>
                  <a:pt x="437851" y="141221"/>
                  <a:pt x="434034" y="141221"/>
                </a:cubicBezTo>
                <a:cubicBezTo>
                  <a:pt x="427800" y="141221"/>
                  <a:pt x="422965" y="140235"/>
                  <a:pt x="419530" y="138263"/>
                </a:cubicBezTo>
                <a:cubicBezTo>
                  <a:pt x="416095" y="136291"/>
                  <a:pt x="413678" y="133699"/>
                  <a:pt x="412278" y="130486"/>
                </a:cubicBezTo>
                <a:cubicBezTo>
                  <a:pt x="410879" y="127274"/>
                  <a:pt x="410179" y="120515"/>
                  <a:pt x="410179" y="110210"/>
                </a:cubicBezTo>
                <a:lnTo>
                  <a:pt x="410179" y="51908"/>
                </a:lnTo>
                <a:lnTo>
                  <a:pt x="397584" y="51908"/>
                </a:lnTo>
                <a:lnTo>
                  <a:pt x="397584" y="38550"/>
                </a:lnTo>
                <a:lnTo>
                  <a:pt x="410179" y="38550"/>
                </a:lnTo>
                <a:lnTo>
                  <a:pt x="410179" y="13386"/>
                </a:lnTo>
                <a:lnTo>
                  <a:pt x="427259" y="3053"/>
                </a:lnTo>
                <a:lnTo>
                  <a:pt x="427259" y="38550"/>
                </a:lnTo>
                <a:lnTo>
                  <a:pt x="444530" y="38550"/>
                </a:lnTo>
                <a:lnTo>
                  <a:pt x="444530" y="51908"/>
                </a:lnTo>
                <a:lnTo>
                  <a:pt x="427259" y="51908"/>
                </a:lnTo>
                <a:lnTo>
                  <a:pt x="427259" y="111164"/>
                </a:lnTo>
                <a:cubicBezTo>
                  <a:pt x="427259" y="116062"/>
                  <a:pt x="427562" y="119211"/>
                  <a:pt x="428166" y="120610"/>
                </a:cubicBezTo>
                <a:cubicBezTo>
                  <a:pt x="428770" y="122010"/>
                  <a:pt x="429756" y="123123"/>
                  <a:pt x="431124" y="123950"/>
                </a:cubicBezTo>
                <a:cubicBezTo>
                  <a:pt x="432492" y="124777"/>
                  <a:pt x="434448" y="125191"/>
                  <a:pt x="436992" y="125191"/>
                </a:cubicBezTo>
                <a:cubicBezTo>
                  <a:pt x="438901" y="125191"/>
                  <a:pt x="441413" y="125031"/>
                  <a:pt x="444530" y="1247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770F2-4257-4E7E-AC54-24C82F3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841" y="1468387"/>
            <a:ext cx="803173" cy="2007608"/>
          </a:xfrm>
          <a:custGeom xmlns:a="http://schemas.openxmlformats.org/drawingml/2006/main">
            <a:pathLst>
              <a:path w="803173" h="2007608" fill="none">
                <a:moveTo>
                  <a:pt x="0" y="2007608"/>
                </a:moveTo>
                <a:lnTo>
                  <a:pt x="803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4B3A3-654F-4F07-BAA0-EE2CDA7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96" y="1327251"/>
            <a:ext cx="103355" cy="159810"/>
          </a:xfrm>
          <a:custGeom xmlns:a="http://schemas.openxmlformats.org/drawingml/2006/main">
            <a:pathLst>
              <a:path w="103355" h="159810">
                <a:moveTo>
                  <a:pt x="103355" y="0"/>
                </a:moveTo>
                <a:lnTo>
                  <a:pt x="94018" y="159810"/>
                </a:lnTo>
                <a:lnTo>
                  <a:pt x="0" y="122246"/>
                </a:lnTo>
                <a:lnTo>
                  <a:pt x="103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65DCF-E76D-441E-AE45-073472C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96" y="1327251"/>
            <a:ext cx="103355" cy="159810"/>
          </a:xfrm>
          <a:custGeom xmlns:a="http://schemas.openxmlformats.org/drawingml/2006/main">
            <a:pathLst>
              <a:path w="103355" h="159810" fill="none">
                <a:moveTo>
                  <a:pt x="103355" y="0"/>
                </a:moveTo>
                <a:lnTo>
                  <a:pt x="94018" y="159810"/>
                </a:lnTo>
                <a:lnTo>
                  <a:pt x="0" y="122246"/>
                </a:lnTo>
                <a:lnTo>
                  <a:pt x="103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01BF8-A08D-462F-B443-3DE621D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841" y="1896573"/>
            <a:ext cx="789711" cy="1579422"/>
          </a:xfrm>
          <a:custGeom xmlns:a="http://schemas.openxmlformats.org/drawingml/2006/main">
            <a:pathLst>
              <a:path w="789711" h="1579422" fill="none">
                <a:moveTo>
                  <a:pt x="0" y="1579422"/>
                </a:moveTo>
                <a:lnTo>
                  <a:pt x="789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4EA22-D630-40B0-AB32-DFCE93B4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71" y="1760648"/>
            <a:ext cx="113343" cy="158507"/>
          </a:xfrm>
          <a:custGeom xmlns:a="http://schemas.openxmlformats.org/drawingml/2006/main">
            <a:pathLst>
              <a:path w="113343" h="158507">
                <a:moveTo>
                  <a:pt x="113343" y="0"/>
                </a:moveTo>
                <a:lnTo>
                  <a:pt x="90761" y="158507"/>
                </a:lnTo>
                <a:lnTo>
                  <a:pt x="0" y="113343"/>
                </a:lnTo>
                <a:lnTo>
                  <a:pt x="1133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A1F2A-5EBE-4E9C-AE54-4882F617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71" y="1760648"/>
            <a:ext cx="113343" cy="158507"/>
          </a:xfrm>
          <a:custGeom xmlns:a="http://schemas.openxmlformats.org/drawingml/2006/main">
            <a:pathLst>
              <a:path w="113343" h="158507" fill="none">
                <a:moveTo>
                  <a:pt x="113343" y="0"/>
                </a:moveTo>
                <a:lnTo>
                  <a:pt x="90761" y="158507"/>
                </a:lnTo>
                <a:lnTo>
                  <a:pt x="0" y="113343"/>
                </a:lnTo>
                <a:lnTo>
                  <a:pt x="11334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92353-1A13-4F7C-B1A8-343F9450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841" y="2319764"/>
            <a:ext cx="770821" cy="1156231"/>
          </a:xfrm>
          <a:custGeom xmlns:a="http://schemas.openxmlformats.org/drawingml/2006/main">
            <a:pathLst>
              <a:path w="770821" h="1156231" fill="none">
                <a:moveTo>
                  <a:pt x="0" y="1156231"/>
                </a:moveTo>
                <a:lnTo>
                  <a:pt x="7708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D0CD4-A488-4A4E-8200-88CBC46B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538" y="2193393"/>
            <a:ext cx="126371" cy="154598"/>
          </a:xfrm>
          <a:custGeom xmlns:a="http://schemas.openxmlformats.org/drawingml/2006/main">
            <a:pathLst>
              <a:path w="126371" h="154598">
                <a:moveTo>
                  <a:pt x="126371" y="0"/>
                </a:moveTo>
                <a:lnTo>
                  <a:pt x="84247" y="154598"/>
                </a:lnTo>
                <a:lnTo>
                  <a:pt x="0" y="98361"/>
                </a:lnTo>
                <a:lnTo>
                  <a:pt x="1263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C341B-D395-42AB-A035-4D54481D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538" y="2193393"/>
            <a:ext cx="126371" cy="154598"/>
          </a:xfrm>
          <a:custGeom xmlns:a="http://schemas.openxmlformats.org/drawingml/2006/main">
            <a:pathLst>
              <a:path w="126371" h="154598" fill="none">
                <a:moveTo>
                  <a:pt x="126371" y="0"/>
                </a:moveTo>
                <a:lnTo>
                  <a:pt x="84247" y="154598"/>
                </a:lnTo>
                <a:lnTo>
                  <a:pt x="0" y="98361"/>
                </a:lnTo>
                <a:lnTo>
                  <a:pt x="12637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C6638-D06F-4794-85EB-79B405A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841" y="2732099"/>
            <a:ext cx="743896" cy="743896"/>
          </a:xfrm>
          <a:custGeom xmlns:a="http://schemas.openxmlformats.org/drawingml/2006/main">
            <a:pathLst>
              <a:path w="743896" h="743896" fill="none">
                <a:moveTo>
                  <a:pt x="0" y="743896"/>
                </a:moveTo>
                <a:lnTo>
                  <a:pt x="7438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0D844-AB54-4F45-BD69-43D9AC41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10" y="2624618"/>
            <a:ext cx="143308" cy="143308"/>
          </a:xfrm>
          <a:custGeom xmlns:a="http://schemas.openxmlformats.org/drawingml/2006/main">
            <a:pathLst>
              <a:path w="143308" h="143308">
                <a:moveTo>
                  <a:pt x="143308" y="0"/>
                </a:moveTo>
                <a:lnTo>
                  <a:pt x="71654" y="143308"/>
                </a:lnTo>
                <a:lnTo>
                  <a:pt x="0" y="71654"/>
                </a:lnTo>
                <a:lnTo>
                  <a:pt x="1433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B977E-12CF-4014-A76C-EF87A44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10" y="2624618"/>
            <a:ext cx="143308" cy="143308"/>
          </a:xfrm>
          <a:custGeom xmlns:a="http://schemas.openxmlformats.org/drawingml/2006/main">
            <a:pathLst>
              <a:path w="143308" h="143308" fill="none">
                <a:moveTo>
                  <a:pt x="143308" y="0"/>
                </a:moveTo>
                <a:lnTo>
                  <a:pt x="71654" y="143308"/>
                </a:lnTo>
                <a:lnTo>
                  <a:pt x="0" y="71654"/>
                </a:lnTo>
                <a:lnTo>
                  <a:pt x="1433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A79DE-6E70-4721-A9CB-38B4773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278" y="1468387"/>
            <a:ext cx="803173" cy="2007608"/>
          </a:xfrm>
          <a:custGeom xmlns:a="http://schemas.openxmlformats.org/drawingml/2006/main">
            <a:pathLst>
              <a:path w="803173" h="2007608" fill="none">
                <a:moveTo>
                  <a:pt x="0" y="2007608"/>
                </a:moveTo>
                <a:lnTo>
                  <a:pt x="803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D2D68-22E1-4488-A2A3-7400770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33" y="1327251"/>
            <a:ext cx="103355" cy="159810"/>
          </a:xfrm>
          <a:custGeom xmlns:a="http://schemas.openxmlformats.org/drawingml/2006/main">
            <a:pathLst>
              <a:path w="103355" h="159810">
                <a:moveTo>
                  <a:pt x="103355" y="0"/>
                </a:moveTo>
                <a:lnTo>
                  <a:pt x="94018" y="159810"/>
                </a:lnTo>
                <a:lnTo>
                  <a:pt x="0" y="122246"/>
                </a:lnTo>
                <a:lnTo>
                  <a:pt x="103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2C682-C640-4E78-8662-883FC339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33" y="1327251"/>
            <a:ext cx="103355" cy="159810"/>
          </a:xfrm>
          <a:custGeom xmlns:a="http://schemas.openxmlformats.org/drawingml/2006/main">
            <a:pathLst>
              <a:path w="103355" h="159810" fill="none">
                <a:moveTo>
                  <a:pt x="103355" y="0"/>
                </a:moveTo>
                <a:lnTo>
                  <a:pt x="94018" y="159810"/>
                </a:lnTo>
                <a:lnTo>
                  <a:pt x="0" y="122246"/>
                </a:lnTo>
                <a:lnTo>
                  <a:pt x="103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2E079-1376-47D2-84A5-172FB18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278" y="1896573"/>
            <a:ext cx="789711" cy="1579422"/>
          </a:xfrm>
          <a:custGeom xmlns:a="http://schemas.openxmlformats.org/drawingml/2006/main">
            <a:pathLst>
              <a:path w="789711" h="1579422" fill="none">
                <a:moveTo>
                  <a:pt x="0" y="1579422"/>
                </a:moveTo>
                <a:lnTo>
                  <a:pt x="789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01805-1935-458F-A6B8-BCAC916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08" y="1760648"/>
            <a:ext cx="113343" cy="158507"/>
          </a:xfrm>
          <a:custGeom xmlns:a="http://schemas.openxmlformats.org/drawingml/2006/main">
            <a:pathLst>
              <a:path w="113343" h="158507">
                <a:moveTo>
                  <a:pt x="113343" y="0"/>
                </a:moveTo>
                <a:lnTo>
                  <a:pt x="90761" y="158507"/>
                </a:lnTo>
                <a:lnTo>
                  <a:pt x="0" y="113343"/>
                </a:lnTo>
                <a:lnTo>
                  <a:pt x="1133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8FAE4-DC78-4BD2-BA17-BEEEC3F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08" y="1760648"/>
            <a:ext cx="113343" cy="158507"/>
          </a:xfrm>
          <a:custGeom xmlns:a="http://schemas.openxmlformats.org/drawingml/2006/main">
            <a:pathLst>
              <a:path w="113343" h="158507" fill="none">
                <a:moveTo>
                  <a:pt x="113343" y="0"/>
                </a:moveTo>
                <a:lnTo>
                  <a:pt x="90761" y="158507"/>
                </a:lnTo>
                <a:lnTo>
                  <a:pt x="0" y="113343"/>
                </a:lnTo>
                <a:lnTo>
                  <a:pt x="11334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7E833-9142-4E42-BDAB-AF891E3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278" y="2319764"/>
            <a:ext cx="770821" cy="1156231"/>
          </a:xfrm>
          <a:custGeom xmlns:a="http://schemas.openxmlformats.org/drawingml/2006/main">
            <a:pathLst>
              <a:path w="770821" h="1156231" fill="none">
                <a:moveTo>
                  <a:pt x="0" y="1156231"/>
                </a:moveTo>
                <a:lnTo>
                  <a:pt x="7708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EB592-B929-48A6-96D3-58E8E2AA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975" y="2193393"/>
            <a:ext cx="126371" cy="154598"/>
          </a:xfrm>
          <a:custGeom xmlns:a="http://schemas.openxmlformats.org/drawingml/2006/main">
            <a:pathLst>
              <a:path w="126371" h="154598">
                <a:moveTo>
                  <a:pt x="126371" y="0"/>
                </a:moveTo>
                <a:lnTo>
                  <a:pt x="84247" y="154598"/>
                </a:lnTo>
                <a:lnTo>
                  <a:pt x="0" y="98361"/>
                </a:lnTo>
                <a:lnTo>
                  <a:pt x="1263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31ADE-9482-43FD-8EF4-6E45F0F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975" y="2193393"/>
            <a:ext cx="126371" cy="154598"/>
          </a:xfrm>
          <a:custGeom xmlns:a="http://schemas.openxmlformats.org/drawingml/2006/main">
            <a:pathLst>
              <a:path w="126371" h="154598" fill="none">
                <a:moveTo>
                  <a:pt x="126371" y="0"/>
                </a:moveTo>
                <a:lnTo>
                  <a:pt x="84247" y="154598"/>
                </a:lnTo>
                <a:lnTo>
                  <a:pt x="0" y="98361"/>
                </a:lnTo>
                <a:lnTo>
                  <a:pt x="12637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1AD2D-BF8B-4E96-8E44-1C45C43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278" y="2732099"/>
            <a:ext cx="743896" cy="743896"/>
          </a:xfrm>
          <a:custGeom xmlns:a="http://schemas.openxmlformats.org/drawingml/2006/main">
            <a:pathLst>
              <a:path w="743896" h="743896" fill="none">
                <a:moveTo>
                  <a:pt x="0" y="743896"/>
                </a:moveTo>
                <a:lnTo>
                  <a:pt x="7438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3BA5E-54E6-4485-8000-26C38C73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347" y="2624618"/>
            <a:ext cx="143308" cy="143308"/>
          </a:xfrm>
          <a:custGeom xmlns:a="http://schemas.openxmlformats.org/drawingml/2006/main">
            <a:pathLst>
              <a:path w="143308" h="143308">
                <a:moveTo>
                  <a:pt x="143308" y="0"/>
                </a:moveTo>
                <a:lnTo>
                  <a:pt x="71654" y="143308"/>
                </a:lnTo>
                <a:lnTo>
                  <a:pt x="0" y="71654"/>
                </a:lnTo>
                <a:lnTo>
                  <a:pt x="1433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B7498-F7BE-4DC9-B91C-9F01E11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347" y="2624618"/>
            <a:ext cx="143308" cy="143308"/>
          </a:xfrm>
          <a:custGeom xmlns:a="http://schemas.openxmlformats.org/drawingml/2006/main">
            <a:pathLst>
              <a:path w="143308" h="143308" fill="none">
                <a:moveTo>
                  <a:pt x="143308" y="0"/>
                </a:moveTo>
                <a:lnTo>
                  <a:pt x="71654" y="143308"/>
                </a:lnTo>
                <a:lnTo>
                  <a:pt x="0" y="71654"/>
                </a:lnTo>
                <a:lnTo>
                  <a:pt x="1433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4D08C-3E0D-40DA-A31B-AD08BCB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615" y="2607465"/>
            <a:ext cx="643798" cy="735862"/>
          </a:xfrm>
          <a:custGeom xmlns:a="http://schemas.openxmlformats.org/drawingml/2006/main">
            <a:pathLst>
              <a:path w="643798" h="735862" fill="none">
                <a:moveTo>
                  <a:pt x="0" y="0"/>
                </a:moveTo>
                <a:lnTo>
                  <a:pt x="643798" y="735862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D9D2B-24A3-43B1-AC1B-BC085CB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415" y="3309889"/>
            <a:ext cx="138096" cy="147867"/>
          </a:xfrm>
          <a:custGeom xmlns:a="http://schemas.openxmlformats.org/drawingml/2006/main">
            <a:pathLst>
              <a:path w="138096" h="147867">
                <a:moveTo>
                  <a:pt x="138096" y="147867"/>
                </a:moveTo>
                <a:lnTo>
                  <a:pt x="0" y="66877"/>
                </a:lnTo>
                <a:lnTo>
                  <a:pt x="76214" y="0"/>
                </a:lnTo>
                <a:lnTo>
                  <a:pt x="138096" y="147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39F60-8791-4BCF-BFF1-EC698DD8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415" y="3309889"/>
            <a:ext cx="138096" cy="147867"/>
          </a:xfrm>
          <a:custGeom xmlns:a="http://schemas.openxmlformats.org/drawingml/2006/main">
            <a:pathLst>
              <a:path w="138096" h="147867" fill="none">
                <a:moveTo>
                  <a:pt x="138096" y="147867"/>
                </a:moveTo>
                <a:lnTo>
                  <a:pt x="0" y="66877"/>
                </a:lnTo>
                <a:lnTo>
                  <a:pt x="76214" y="0"/>
                </a:lnTo>
                <a:lnTo>
                  <a:pt x="138096" y="1478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EAA50-68FE-4B22-A760-DF2520A7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615" y="2173200"/>
            <a:ext cx="671157" cy="1150586"/>
          </a:xfrm>
          <a:custGeom xmlns:a="http://schemas.openxmlformats.org/drawingml/2006/main">
            <a:pathLst>
              <a:path w="671157" h="1150586" fill="none">
                <a:moveTo>
                  <a:pt x="0" y="0"/>
                </a:moveTo>
                <a:lnTo>
                  <a:pt x="671157" y="1150586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B16E9-4D54-46E8-9C2D-F2402B29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911" y="3298164"/>
            <a:ext cx="120509" cy="156770"/>
          </a:xfrm>
          <a:custGeom xmlns:a="http://schemas.openxmlformats.org/drawingml/2006/main">
            <a:pathLst>
              <a:path w="120509" h="156770">
                <a:moveTo>
                  <a:pt x="120509" y="156770"/>
                </a:moveTo>
                <a:lnTo>
                  <a:pt x="0" y="51026"/>
                </a:lnTo>
                <a:lnTo>
                  <a:pt x="87722" y="0"/>
                </a:lnTo>
                <a:lnTo>
                  <a:pt x="120509" y="1567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7B965-78D7-4316-8841-1A3504CB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911" y="3298164"/>
            <a:ext cx="120509" cy="156770"/>
          </a:xfrm>
          <a:custGeom xmlns:a="http://schemas.openxmlformats.org/drawingml/2006/main">
            <a:pathLst>
              <a:path w="120509" h="156770" fill="none">
                <a:moveTo>
                  <a:pt x="120509" y="156770"/>
                </a:moveTo>
                <a:lnTo>
                  <a:pt x="0" y="51026"/>
                </a:lnTo>
                <a:lnTo>
                  <a:pt x="87722" y="0"/>
                </a:lnTo>
                <a:lnTo>
                  <a:pt x="120509" y="1567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F9EC2-1FF7-40BD-B2AD-242B558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615" y="1738935"/>
            <a:ext cx="689396" cy="1575514"/>
          </a:xfrm>
          <a:custGeom xmlns:a="http://schemas.openxmlformats.org/drawingml/2006/main">
            <a:pathLst>
              <a:path w="689396" h="1575514" fill="none">
                <a:moveTo>
                  <a:pt x="0" y="0"/>
                </a:moveTo>
                <a:lnTo>
                  <a:pt x="689396" y="1575514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1E9F1-2959-46C3-B7FA-6008D4D7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44" y="3294255"/>
            <a:ext cx="107264" cy="159592"/>
          </a:xfrm>
          <a:custGeom xmlns:a="http://schemas.openxmlformats.org/drawingml/2006/main">
            <a:pathLst>
              <a:path w="107264" h="159592">
                <a:moveTo>
                  <a:pt x="107264" y="159592"/>
                </a:moveTo>
                <a:lnTo>
                  <a:pt x="0" y="40604"/>
                </a:lnTo>
                <a:lnTo>
                  <a:pt x="92716" y="0"/>
                </a:lnTo>
                <a:lnTo>
                  <a:pt x="107264" y="159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02D1B-C842-41D9-B8C8-4DAD73C4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44" y="3294255"/>
            <a:ext cx="107264" cy="159592"/>
          </a:xfrm>
          <a:custGeom xmlns:a="http://schemas.openxmlformats.org/drawingml/2006/main">
            <a:pathLst>
              <a:path w="107264" h="159592" fill="none">
                <a:moveTo>
                  <a:pt x="107264" y="159592"/>
                </a:moveTo>
                <a:lnTo>
                  <a:pt x="0" y="40604"/>
                </a:lnTo>
                <a:lnTo>
                  <a:pt x="92716" y="0"/>
                </a:lnTo>
                <a:lnTo>
                  <a:pt x="107264" y="1595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B7BDE-8C5A-4D5D-A7C9-78BA2E1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615" y="1304669"/>
            <a:ext cx="701773" cy="2005002"/>
          </a:xfrm>
          <a:custGeom xmlns:a="http://schemas.openxmlformats.org/drawingml/2006/main">
            <a:pathLst>
              <a:path w="701773" h="2005002" fill="none">
                <a:moveTo>
                  <a:pt x="0" y="0"/>
                </a:moveTo>
                <a:lnTo>
                  <a:pt x="701773" y="2005002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878A5-91FD-4460-8623-C902B490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618" y="3292952"/>
            <a:ext cx="97927" cy="160027"/>
          </a:xfrm>
          <a:custGeom xmlns:a="http://schemas.openxmlformats.org/drawingml/2006/main">
            <a:pathLst>
              <a:path w="97927" h="160027">
                <a:moveTo>
                  <a:pt x="97927" y="160027"/>
                </a:moveTo>
                <a:lnTo>
                  <a:pt x="0" y="33438"/>
                </a:lnTo>
                <a:lnTo>
                  <a:pt x="95538" y="0"/>
                </a:lnTo>
                <a:lnTo>
                  <a:pt x="97927" y="160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C823B-65B5-4CF9-BE00-E710B98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618" y="3292952"/>
            <a:ext cx="97927" cy="160027"/>
          </a:xfrm>
          <a:custGeom xmlns:a="http://schemas.openxmlformats.org/drawingml/2006/main">
            <a:pathLst>
              <a:path w="97927" h="160027" fill="none">
                <a:moveTo>
                  <a:pt x="97927" y="160027"/>
                </a:moveTo>
                <a:lnTo>
                  <a:pt x="0" y="33438"/>
                </a:lnTo>
                <a:lnTo>
                  <a:pt x="95538" y="0"/>
                </a:lnTo>
                <a:lnTo>
                  <a:pt x="97927" y="1600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0B578-EB33-436A-A451-01181B49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22" y="3584562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8" y="150112"/>
                </a:cubicBezTo>
                <a:cubicBezTo>
                  <a:pt x="203359" y="163413"/>
                  <a:pt x="195514" y="175154"/>
                  <a:pt x="185334" y="185334"/>
                </a:cubicBezTo>
                <a:cubicBezTo>
                  <a:pt x="175154" y="195514"/>
                  <a:pt x="163414" y="203358"/>
                  <a:pt x="150113" y="208868"/>
                </a:cubicBezTo>
                <a:cubicBezTo>
                  <a:pt x="136812" y="214377"/>
                  <a:pt x="122963" y="217132"/>
                  <a:pt x="108567" y="217133"/>
                </a:cubicBezTo>
                <a:cubicBezTo>
                  <a:pt x="94170" y="217132"/>
                  <a:pt x="80321" y="214377"/>
                  <a:pt x="67020" y="208868"/>
                </a:cubicBezTo>
                <a:cubicBezTo>
                  <a:pt x="53719" y="203358"/>
                  <a:pt x="41978" y="195514"/>
                  <a:pt x="31798" y="185334"/>
                </a:cubicBezTo>
                <a:cubicBezTo>
                  <a:pt x="21618" y="175154"/>
                  <a:pt x="13773" y="163413"/>
                  <a:pt x="8264" y="150112"/>
                </a:cubicBezTo>
                <a:cubicBezTo>
                  <a:pt x="2755" y="136812"/>
                  <a:pt x="0" y="122963"/>
                  <a:pt x="0" y="108566"/>
                </a:cubicBezTo>
                <a:cubicBezTo>
                  <a:pt x="0" y="94169"/>
                  <a:pt x="2755" y="80320"/>
                  <a:pt x="8264" y="67019"/>
                </a:cubicBezTo>
                <a:cubicBezTo>
                  <a:pt x="13773" y="53718"/>
                  <a:pt x="21618" y="41978"/>
                  <a:pt x="31798" y="31798"/>
                </a:cubicBezTo>
                <a:cubicBezTo>
                  <a:pt x="41978" y="21618"/>
                  <a:pt x="53719" y="13773"/>
                  <a:pt x="67020" y="8264"/>
                </a:cubicBezTo>
                <a:cubicBezTo>
                  <a:pt x="80321" y="2755"/>
                  <a:pt x="94170" y="0"/>
                  <a:pt x="108567" y="0"/>
                </a:cubicBezTo>
                <a:cubicBezTo>
                  <a:pt x="122963" y="0"/>
                  <a:pt x="136812" y="2755"/>
                  <a:pt x="150113" y="8264"/>
                </a:cubicBezTo>
                <a:cubicBezTo>
                  <a:pt x="163414" y="13773"/>
                  <a:pt x="175154" y="21618"/>
                  <a:pt x="185334" y="31798"/>
                </a:cubicBezTo>
                <a:cubicBezTo>
                  <a:pt x="195514" y="41978"/>
                  <a:pt x="203359" y="53718"/>
                  <a:pt x="208868" y="67019"/>
                </a:cubicBezTo>
                <a:cubicBezTo>
                  <a:pt x="214378" y="80320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1">
            <a:extLst xmlns:a="http://schemas.openxmlformats.org/drawingml/2006/main">
              <a:ext uri="{FF2B5EF4-FFF2-40B4-BE49-F238E27FC236}">
                <a16:creationId xmlns:a16="http://schemas.microsoft.com/office/drawing/2014/main" id="{1EF61575-A78B-4E3B-9628-D24465F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46" y="3616453"/>
            <a:ext cx="47795" cy="109245"/>
          </a:xfrm>
          <a:custGeom xmlns:a="http://schemas.openxmlformats.org/drawingml/2006/main">
            <a:pathLst>
              <a:path w="47795" h="109245">
                <a:moveTo>
                  <a:pt x="47795" y="109245"/>
                </a:moveTo>
                <a:lnTo>
                  <a:pt x="26940" y="109245"/>
                </a:lnTo>
                <a:lnTo>
                  <a:pt x="26940" y="30737"/>
                </a:lnTo>
                <a:cubicBezTo>
                  <a:pt x="19321" y="37889"/>
                  <a:pt x="10341" y="43179"/>
                  <a:pt x="0" y="46607"/>
                </a:cubicBezTo>
                <a:lnTo>
                  <a:pt x="0" y="27608"/>
                </a:lnTo>
                <a:cubicBezTo>
                  <a:pt x="5442" y="25822"/>
                  <a:pt x="11355" y="22437"/>
                  <a:pt x="17737" y="17452"/>
                </a:cubicBezTo>
                <a:cubicBezTo>
                  <a:pt x="24120" y="12466"/>
                  <a:pt x="28499" y="6648"/>
                  <a:pt x="30874" y="0"/>
                </a:cubicBezTo>
                <a:lnTo>
                  <a:pt x="47795" y="0"/>
                </a:lnTo>
                <a:lnTo>
                  <a:pt x="47795" y="1092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96CD8-B9AA-443E-AEA6-CDF80211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145" y="3584562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8" y="150112"/>
                </a:cubicBezTo>
                <a:cubicBezTo>
                  <a:pt x="203359" y="163413"/>
                  <a:pt x="195514" y="175154"/>
                  <a:pt x="185334" y="185334"/>
                </a:cubicBezTo>
                <a:cubicBezTo>
                  <a:pt x="175153" y="195514"/>
                  <a:pt x="163413" y="203358"/>
                  <a:pt x="150112" y="208868"/>
                </a:cubicBezTo>
                <a:cubicBezTo>
                  <a:pt x="136812" y="214377"/>
                  <a:pt x="122963" y="217132"/>
                  <a:pt x="108567" y="217133"/>
                </a:cubicBezTo>
                <a:cubicBezTo>
                  <a:pt x="94170" y="217132"/>
                  <a:pt x="80320" y="214377"/>
                  <a:pt x="67020" y="208868"/>
                </a:cubicBezTo>
                <a:cubicBezTo>
                  <a:pt x="53719" y="203358"/>
                  <a:pt x="41978" y="195514"/>
                  <a:pt x="31798" y="185334"/>
                </a:cubicBezTo>
                <a:cubicBezTo>
                  <a:pt x="21618" y="175154"/>
                  <a:pt x="13774" y="163413"/>
                  <a:pt x="8264" y="150112"/>
                </a:cubicBezTo>
                <a:cubicBezTo>
                  <a:pt x="2755" y="136812"/>
                  <a:pt x="0" y="122963"/>
                  <a:pt x="0" y="108566"/>
                </a:cubicBezTo>
                <a:cubicBezTo>
                  <a:pt x="0" y="94169"/>
                  <a:pt x="2755" y="80320"/>
                  <a:pt x="8264" y="67019"/>
                </a:cubicBezTo>
                <a:cubicBezTo>
                  <a:pt x="13774" y="53718"/>
                  <a:pt x="21618" y="41978"/>
                  <a:pt x="31798" y="31798"/>
                </a:cubicBezTo>
                <a:cubicBezTo>
                  <a:pt x="41978" y="21618"/>
                  <a:pt x="53719" y="13773"/>
                  <a:pt x="67020" y="8264"/>
                </a:cubicBezTo>
                <a:cubicBezTo>
                  <a:pt x="80320" y="2755"/>
                  <a:pt x="94170" y="0"/>
                  <a:pt x="108567" y="0"/>
                </a:cubicBezTo>
                <a:cubicBezTo>
                  <a:pt x="122963" y="0"/>
                  <a:pt x="136812" y="2755"/>
                  <a:pt x="150113" y="8264"/>
                </a:cubicBezTo>
                <a:cubicBezTo>
                  <a:pt x="163413" y="13773"/>
                  <a:pt x="175153" y="21618"/>
                  <a:pt x="185334" y="31798"/>
                </a:cubicBezTo>
                <a:cubicBezTo>
                  <a:pt x="195514" y="41978"/>
                  <a:pt x="203359" y="53718"/>
                  <a:pt x="208868" y="67019"/>
                </a:cubicBezTo>
                <a:cubicBezTo>
                  <a:pt x="214378" y="80320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3">
            <a:extLst xmlns:a="http://schemas.openxmlformats.org/drawingml/2006/main">
              <a:ext uri="{FF2B5EF4-FFF2-40B4-BE49-F238E27FC236}">
                <a16:creationId xmlns:a16="http://schemas.microsoft.com/office/drawing/2014/main" id="{CAEF27E3-ECE5-4D42-9B9C-A96CBC11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161" y="3616453"/>
            <a:ext cx="72286" cy="111174"/>
          </a:xfrm>
          <a:custGeom xmlns:a="http://schemas.openxmlformats.org/drawingml/2006/main">
            <a:pathLst>
              <a:path w="72286" h="111174">
                <a:moveTo>
                  <a:pt x="0" y="80375"/>
                </a:moveTo>
                <a:lnTo>
                  <a:pt x="20187" y="77926"/>
                </a:lnTo>
                <a:cubicBezTo>
                  <a:pt x="20830" y="83072"/>
                  <a:pt x="22561" y="87005"/>
                  <a:pt x="25382" y="89726"/>
                </a:cubicBezTo>
                <a:cubicBezTo>
                  <a:pt x="28202" y="92447"/>
                  <a:pt x="31616" y="93808"/>
                  <a:pt x="35623" y="93808"/>
                </a:cubicBezTo>
                <a:cubicBezTo>
                  <a:pt x="39928" y="93808"/>
                  <a:pt x="43552" y="92175"/>
                  <a:pt x="46496" y="88910"/>
                </a:cubicBezTo>
                <a:cubicBezTo>
                  <a:pt x="49440" y="85644"/>
                  <a:pt x="50912" y="81241"/>
                  <a:pt x="50912" y="75700"/>
                </a:cubicBezTo>
                <a:cubicBezTo>
                  <a:pt x="50912" y="70455"/>
                  <a:pt x="49502" y="66299"/>
                  <a:pt x="46681" y="63231"/>
                </a:cubicBezTo>
                <a:cubicBezTo>
                  <a:pt x="43861" y="60164"/>
                  <a:pt x="40423" y="58630"/>
                  <a:pt x="36365" y="58630"/>
                </a:cubicBezTo>
                <a:cubicBezTo>
                  <a:pt x="33694" y="58630"/>
                  <a:pt x="30502" y="59150"/>
                  <a:pt x="26792" y="60189"/>
                </a:cubicBezTo>
                <a:lnTo>
                  <a:pt x="29092" y="43342"/>
                </a:lnTo>
                <a:cubicBezTo>
                  <a:pt x="34733" y="43490"/>
                  <a:pt x="39037" y="42269"/>
                  <a:pt x="42006" y="39680"/>
                </a:cubicBezTo>
                <a:cubicBezTo>
                  <a:pt x="44974" y="37088"/>
                  <a:pt x="46459" y="33647"/>
                  <a:pt x="46459" y="29354"/>
                </a:cubicBezTo>
                <a:cubicBezTo>
                  <a:pt x="46459" y="25704"/>
                  <a:pt x="45370" y="22793"/>
                  <a:pt x="43193" y="20623"/>
                </a:cubicBezTo>
                <a:cubicBezTo>
                  <a:pt x="41016" y="18452"/>
                  <a:pt x="38122" y="17366"/>
                  <a:pt x="34510" y="17366"/>
                </a:cubicBezTo>
                <a:cubicBezTo>
                  <a:pt x="30948" y="17366"/>
                  <a:pt x="27905" y="18603"/>
                  <a:pt x="25382" y="21077"/>
                </a:cubicBezTo>
                <a:cubicBezTo>
                  <a:pt x="22858" y="23551"/>
                  <a:pt x="21325" y="27163"/>
                  <a:pt x="20780" y="31913"/>
                </a:cubicBezTo>
                <a:lnTo>
                  <a:pt x="1559" y="28647"/>
                </a:lnTo>
                <a:cubicBezTo>
                  <a:pt x="2894" y="22016"/>
                  <a:pt x="4911" y="16718"/>
                  <a:pt x="7607" y="12753"/>
                </a:cubicBezTo>
                <a:cubicBezTo>
                  <a:pt x="10304" y="8789"/>
                  <a:pt x="14064" y="5673"/>
                  <a:pt x="18888" y="3405"/>
                </a:cubicBezTo>
                <a:cubicBezTo>
                  <a:pt x="23712" y="1135"/>
                  <a:pt x="29117" y="0"/>
                  <a:pt x="35104" y="0"/>
                </a:cubicBezTo>
                <a:cubicBezTo>
                  <a:pt x="45346" y="0"/>
                  <a:pt x="53559" y="3270"/>
                  <a:pt x="59743" y="9810"/>
                </a:cubicBezTo>
                <a:cubicBezTo>
                  <a:pt x="64839" y="15163"/>
                  <a:pt x="67387" y="21209"/>
                  <a:pt x="67387" y="27947"/>
                </a:cubicBezTo>
                <a:cubicBezTo>
                  <a:pt x="67387" y="37510"/>
                  <a:pt x="62168" y="45141"/>
                  <a:pt x="51728" y="50840"/>
                </a:cubicBezTo>
                <a:cubicBezTo>
                  <a:pt x="57962" y="52176"/>
                  <a:pt x="62947" y="55169"/>
                  <a:pt x="66682" y="59820"/>
                </a:cubicBezTo>
                <a:cubicBezTo>
                  <a:pt x="70418" y="64471"/>
                  <a:pt x="72286" y="70086"/>
                  <a:pt x="72286" y="76667"/>
                </a:cubicBezTo>
                <a:cubicBezTo>
                  <a:pt x="72286" y="86214"/>
                  <a:pt x="68798" y="94352"/>
                  <a:pt x="61821" y="101081"/>
                </a:cubicBezTo>
                <a:cubicBezTo>
                  <a:pt x="54845" y="107810"/>
                  <a:pt x="46162" y="111174"/>
                  <a:pt x="35772" y="111174"/>
                </a:cubicBezTo>
                <a:cubicBezTo>
                  <a:pt x="25926" y="111174"/>
                  <a:pt x="17762" y="108335"/>
                  <a:pt x="11281" y="102656"/>
                </a:cubicBezTo>
                <a:cubicBezTo>
                  <a:pt x="4799" y="96977"/>
                  <a:pt x="1039" y="89550"/>
                  <a:pt x="0" y="803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9F53E-36EC-4C49-8EDA-06F3C36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037" y="761838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8" y="150113"/>
                </a:cubicBezTo>
                <a:cubicBezTo>
                  <a:pt x="203359" y="163414"/>
                  <a:pt x="195515" y="175154"/>
                  <a:pt x="185335" y="185334"/>
                </a:cubicBezTo>
                <a:cubicBezTo>
                  <a:pt x="175154" y="195514"/>
                  <a:pt x="163413" y="203359"/>
                  <a:pt x="150113" y="208868"/>
                </a:cubicBezTo>
                <a:cubicBezTo>
                  <a:pt x="136811" y="214378"/>
                  <a:pt x="122963" y="217133"/>
                  <a:pt x="108567" y="217133"/>
                </a:cubicBezTo>
                <a:cubicBezTo>
                  <a:pt x="94170" y="217133"/>
                  <a:pt x="80321" y="214378"/>
                  <a:pt x="67020" y="208868"/>
                </a:cubicBezTo>
                <a:cubicBezTo>
                  <a:pt x="53719" y="203359"/>
                  <a:pt x="41979" y="195514"/>
                  <a:pt x="31799" y="185334"/>
                </a:cubicBezTo>
                <a:cubicBezTo>
                  <a:pt x="21618" y="175154"/>
                  <a:pt x="13773" y="163414"/>
                  <a:pt x="8264" y="150113"/>
                </a:cubicBezTo>
                <a:cubicBezTo>
                  <a:pt x="2755" y="136812"/>
                  <a:pt x="0" y="122963"/>
                  <a:pt x="0" y="108566"/>
                </a:cubicBezTo>
                <a:cubicBezTo>
                  <a:pt x="0" y="94169"/>
                  <a:pt x="2755" y="80321"/>
                  <a:pt x="8264" y="67020"/>
                </a:cubicBezTo>
                <a:cubicBezTo>
                  <a:pt x="13773" y="53719"/>
                  <a:pt x="21618" y="41978"/>
                  <a:pt x="31799" y="31798"/>
                </a:cubicBezTo>
                <a:cubicBezTo>
                  <a:pt x="41979" y="21618"/>
                  <a:pt x="53719" y="13774"/>
                  <a:pt x="67020" y="8264"/>
                </a:cubicBezTo>
                <a:cubicBezTo>
                  <a:pt x="80321" y="2755"/>
                  <a:pt x="94170" y="0"/>
                  <a:pt x="108567" y="0"/>
                </a:cubicBezTo>
                <a:cubicBezTo>
                  <a:pt x="122963" y="0"/>
                  <a:pt x="136811" y="2755"/>
                  <a:pt x="150113" y="8264"/>
                </a:cubicBezTo>
                <a:cubicBezTo>
                  <a:pt x="163413" y="13774"/>
                  <a:pt x="175154" y="21618"/>
                  <a:pt x="185335" y="31798"/>
                </a:cubicBezTo>
                <a:cubicBezTo>
                  <a:pt x="195515" y="41978"/>
                  <a:pt x="203359" y="53719"/>
                  <a:pt x="208868" y="67020"/>
                </a:cubicBezTo>
                <a:cubicBezTo>
                  <a:pt x="214378" y="80321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5">
            <a:extLst xmlns:a="http://schemas.openxmlformats.org/drawingml/2006/main">
              <a:ext uri="{FF2B5EF4-FFF2-40B4-BE49-F238E27FC236}">
                <a16:creationId xmlns:a16="http://schemas.microsoft.com/office/drawing/2014/main" id="{35B5FFE6-6693-432A-9DBC-E4BB764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092" y="795510"/>
            <a:ext cx="73176" cy="109393"/>
          </a:xfrm>
          <a:custGeom xmlns:a="http://schemas.openxmlformats.org/drawingml/2006/main">
            <a:pathLst>
              <a:path w="73176" h="109393">
                <a:moveTo>
                  <a:pt x="0" y="79485"/>
                </a:moveTo>
                <a:lnTo>
                  <a:pt x="20780" y="77332"/>
                </a:lnTo>
                <a:cubicBezTo>
                  <a:pt x="21374" y="82033"/>
                  <a:pt x="23130" y="85756"/>
                  <a:pt x="26050" y="88502"/>
                </a:cubicBezTo>
                <a:cubicBezTo>
                  <a:pt x="28969" y="91248"/>
                  <a:pt x="32333" y="92621"/>
                  <a:pt x="36143" y="92621"/>
                </a:cubicBezTo>
                <a:cubicBezTo>
                  <a:pt x="40497" y="92621"/>
                  <a:pt x="44183" y="90849"/>
                  <a:pt x="47201" y="87305"/>
                </a:cubicBezTo>
                <a:cubicBezTo>
                  <a:pt x="50219" y="83761"/>
                  <a:pt x="51728" y="78421"/>
                  <a:pt x="51728" y="71284"/>
                </a:cubicBezTo>
                <a:cubicBezTo>
                  <a:pt x="51728" y="64592"/>
                  <a:pt x="50231" y="59573"/>
                  <a:pt x="47238" y="56227"/>
                </a:cubicBezTo>
                <a:cubicBezTo>
                  <a:pt x="44245" y="52881"/>
                  <a:pt x="40348" y="51209"/>
                  <a:pt x="35549" y="51209"/>
                </a:cubicBezTo>
                <a:cubicBezTo>
                  <a:pt x="29562" y="51209"/>
                  <a:pt x="24194" y="53880"/>
                  <a:pt x="19444" y="59224"/>
                </a:cubicBezTo>
                <a:lnTo>
                  <a:pt x="2523" y="56751"/>
                </a:lnTo>
                <a:lnTo>
                  <a:pt x="13210" y="0"/>
                </a:lnTo>
                <a:lnTo>
                  <a:pt x="68352" y="0"/>
                </a:lnTo>
                <a:lnTo>
                  <a:pt x="68352" y="19593"/>
                </a:lnTo>
                <a:lnTo>
                  <a:pt x="29018" y="19593"/>
                </a:lnTo>
                <a:lnTo>
                  <a:pt x="25753" y="38061"/>
                </a:lnTo>
                <a:cubicBezTo>
                  <a:pt x="30404" y="35743"/>
                  <a:pt x="35153" y="34584"/>
                  <a:pt x="40002" y="34584"/>
                </a:cubicBezTo>
                <a:cubicBezTo>
                  <a:pt x="49254" y="34584"/>
                  <a:pt x="57096" y="37956"/>
                  <a:pt x="63528" y="44698"/>
                </a:cubicBezTo>
                <a:cubicBezTo>
                  <a:pt x="69960" y="51440"/>
                  <a:pt x="73176" y="60189"/>
                  <a:pt x="73176" y="70947"/>
                </a:cubicBezTo>
                <a:cubicBezTo>
                  <a:pt x="73176" y="79921"/>
                  <a:pt x="70579" y="87928"/>
                  <a:pt x="65384" y="94968"/>
                </a:cubicBezTo>
                <a:cubicBezTo>
                  <a:pt x="58308" y="104585"/>
                  <a:pt x="48487" y="109393"/>
                  <a:pt x="35920" y="109393"/>
                </a:cubicBezTo>
                <a:cubicBezTo>
                  <a:pt x="25876" y="109393"/>
                  <a:pt x="17688" y="106691"/>
                  <a:pt x="11355" y="101285"/>
                </a:cubicBezTo>
                <a:cubicBezTo>
                  <a:pt x="5022" y="95878"/>
                  <a:pt x="1237" y="88611"/>
                  <a:pt x="0" y="794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4772E-B6D6-4C7F-96CA-D7F5D26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567" y="436139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7" y="136812"/>
                  <a:pt x="208867" y="150113"/>
                </a:cubicBezTo>
                <a:cubicBezTo>
                  <a:pt x="203358" y="163414"/>
                  <a:pt x="195514" y="175154"/>
                  <a:pt x="185334" y="185334"/>
                </a:cubicBezTo>
                <a:cubicBezTo>
                  <a:pt x="175154" y="195514"/>
                  <a:pt x="163413" y="203359"/>
                  <a:pt x="150112" y="208868"/>
                </a:cubicBezTo>
                <a:cubicBezTo>
                  <a:pt x="136811" y="214378"/>
                  <a:pt x="122963" y="217133"/>
                  <a:pt x="108567" y="217133"/>
                </a:cubicBezTo>
                <a:cubicBezTo>
                  <a:pt x="94170" y="217133"/>
                  <a:pt x="80321" y="214378"/>
                  <a:pt x="67020" y="208868"/>
                </a:cubicBezTo>
                <a:cubicBezTo>
                  <a:pt x="53719" y="203359"/>
                  <a:pt x="41978" y="195514"/>
                  <a:pt x="31799" y="185334"/>
                </a:cubicBezTo>
                <a:cubicBezTo>
                  <a:pt x="21618" y="175154"/>
                  <a:pt x="13773" y="163414"/>
                  <a:pt x="8264" y="150113"/>
                </a:cubicBezTo>
                <a:cubicBezTo>
                  <a:pt x="2755" y="136812"/>
                  <a:pt x="0" y="122963"/>
                  <a:pt x="0" y="108566"/>
                </a:cubicBezTo>
                <a:cubicBezTo>
                  <a:pt x="0" y="94169"/>
                  <a:pt x="2755" y="80321"/>
                  <a:pt x="8264" y="67020"/>
                </a:cubicBezTo>
                <a:cubicBezTo>
                  <a:pt x="13773" y="53719"/>
                  <a:pt x="21618" y="41978"/>
                  <a:pt x="31799" y="31798"/>
                </a:cubicBezTo>
                <a:cubicBezTo>
                  <a:pt x="41978" y="21618"/>
                  <a:pt x="53719" y="13773"/>
                  <a:pt x="67020" y="8264"/>
                </a:cubicBezTo>
                <a:cubicBezTo>
                  <a:pt x="80321" y="2755"/>
                  <a:pt x="94170" y="0"/>
                  <a:pt x="108567" y="0"/>
                </a:cubicBezTo>
                <a:cubicBezTo>
                  <a:pt x="122963" y="0"/>
                  <a:pt x="136811" y="2755"/>
                  <a:pt x="150113" y="8264"/>
                </a:cubicBezTo>
                <a:cubicBezTo>
                  <a:pt x="163413" y="13773"/>
                  <a:pt x="175154" y="21618"/>
                  <a:pt x="185334" y="31798"/>
                </a:cubicBezTo>
                <a:cubicBezTo>
                  <a:pt x="195514" y="41978"/>
                  <a:pt x="203358" y="53719"/>
                  <a:pt x="208867" y="67020"/>
                </a:cubicBezTo>
                <a:cubicBezTo>
                  <a:pt x="214377" y="80321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6">
            <a:extLst xmlns:a="http://schemas.openxmlformats.org/drawingml/2006/main">
              <a:ext uri="{FF2B5EF4-FFF2-40B4-BE49-F238E27FC236}">
                <a16:creationId xmlns:a16="http://schemas.microsoft.com/office/drawing/2014/main" id="{A4DCC038-914A-4B69-ACE5-96C0BA3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326" y="468030"/>
            <a:ext cx="72657" cy="111174"/>
          </a:xfrm>
          <a:custGeom xmlns:a="http://schemas.openxmlformats.org/drawingml/2006/main">
            <a:pathLst>
              <a:path w="72657" h="111174">
                <a:moveTo>
                  <a:pt x="70653" y="27311"/>
                </a:moveTo>
                <a:lnTo>
                  <a:pt x="50466" y="29538"/>
                </a:lnTo>
                <a:cubicBezTo>
                  <a:pt x="49972" y="25382"/>
                  <a:pt x="48685" y="22314"/>
                  <a:pt x="46607" y="20335"/>
                </a:cubicBezTo>
                <a:cubicBezTo>
                  <a:pt x="44529" y="18356"/>
                  <a:pt x="41833" y="17366"/>
                  <a:pt x="38518" y="17366"/>
                </a:cubicBezTo>
                <a:cubicBezTo>
                  <a:pt x="34114" y="17366"/>
                  <a:pt x="30391" y="19352"/>
                  <a:pt x="27348" y="23324"/>
                </a:cubicBezTo>
                <a:cubicBezTo>
                  <a:pt x="24305" y="27297"/>
                  <a:pt x="22388" y="35552"/>
                  <a:pt x="21597" y="48091"/>
                </a:cubicBezTo>
                <a:cubicBezTo>
                  <a:pt x="26792" y="41956"/>
                  <a:pt x="33248" y="38889"/>
                  <a:pt x="40967" y="38889"/>
                </a:cubicBezTo>
                <a:cubicBezTo>
                  <a:pt x="49675" y="38889"/>
                  <a:pt x="57133" y="42194"/>
                  <a:pt x="63343" y="48803"/>
                </a:cubicBezTo>
                <a:cubicBezTo>
                  <a:pt x="69552" y="55413"/>
                  <a:pt x="72657" y="63946"/>
                  <a:pt x="72657" y="74403"/>
                </a:cubicBezTo>
                <a:cubicBezTo>
                  <a:pt x="72657" y="85501"/>
                  <a:pt x="69391" y="94405"/>
                  <a:pt x="62860" y="101114"/>
                </a:cubicBezTo>
                <a:cubicBezTo>
                  <a:pt x="56329" y="107821"/>
                  <a:pt x="47943" y="111174"/>
                  <a:pt x="37701" y="111174"/>
                </a:cubicBezTo>
                <a:cubicBezTo>
                  <a:pt x="26717" y="111174"/>
                  <a:pt x="17688" y="106905"/>
                  <a:pt x="10613" y="98365"/>
                </a:cubicBezTo>
                <a:cubicBezTo>
                  <a:pt x="3538" y="89824"/>
                  <a:pt x="0" y="75825"/>
                  <a:pt x="0" y="56366"/>
                </a:cubicBezTo>
                <a:cubicBezTo>
                  <a:pt x="0" y="36415"/>
                  <a:pt x="3686" y="22033"/>
                  <a:pt x="11058" y="13220"/>
                </a:cubicBezTo>
                <a:cubicBezTo>
                  <a:pt x="18430" y="4407"/>
                  <a:pt x="28004" y="0"/>
                  <a:pt x="39779" y="0"/>
                </a:cubicBezTo>
                <a:cubicBezTo>
                  <a:pt x="48042" y="0"/>
                  <a:pt x="54882" y="2332"/>
                  <a:pt x="60300" y="6997"/>
                </a:cubicBezTo>
                <a:cubicBezTo>
                  <a:pt x="65718" y="11660"/>
                  <a:pt x="69169" y="18432"/>
                  <a:pt x="70653" y="27311"/>
                </a:cubicBezTo>
                <a:moveTo>
                  <a:pt x="23378" y="72780"/>
                </a:moveTo>
                <a:cubicBezTo>
                  <a:pt x="23378" y="79495"/>
                  <a:pt x="24936" y="84678"/>
                  <a:pt x="28053" y="88330"/>
                </a:cubicBezTo>
                <a:cubicBezTo>
                  <a:pt x="31170" y="91982"/>
                  <a:pt x="34733" y="93808"/>
                  <a:pt x="38740" y="93808"/>
                </a:cubicBezTo>
                <a:cubicBezTo>
                  <a:pt x="42600" y="93808"/>
                  <a:pt x="45816" y="92313"/>
                  <a:pt x="48388" y="89323"/>
                </a:cubicBezTo>
                <a:cubicBezTo>
                  <a:pt x="50961" y="86332"/>
                  <a:pt x="52248" y="81431"/>
                  <a:pt x="52248" y="74619"/>
                </a:cubicBezTo>
                <a:cubicBezTo>
                  <a:pt x="52248" y="67609"/>
                  <a:pt x="50862" y="62474"/>
                  <a:pt x="48091" y="59214"/>
                </a:cubicBezTo>
                <a:cubicBezTo>
                  <a:pt x="45321" y="55955"/>
                  <a:pt x="41857" y="54326"/>
                  <a:pt x="37701" y="54326"/>
                </a:cubicBezTo>
                <a:cubicBezTo>
                  <a:pt x="33694" y="54326"/>
                  <a:pt x="30305" y="55882"/>
                  <a:pt x="27534" y="58994"/>
                </a:cubicBezTo>
                <a:cubicBezTo>
                  <a:pt x="24763" y="62107"/>
                  <a:pt x="23378" y="66702"/>
                  <a:pt x="23378" y="7278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4D134-BF9F-4805-90FA-5F2F817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363" y="3584562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7" y="136812"/>
                  <a:pt x="208868" y="150112"/>
                </a:cubicBezTo>
                <a:cubicBezTo>
                  <a:pt x="203358" y="163413"/>
                  <a:pt x="195514" y="175154"/>
                  <a:pt x="185335" y="185334"/>
                </a:cubicBezTo>
                <a:cubicBezTo>
                  <a:pt x="175154" y="195514"/>
                  <a:pt x="163413" y="203358"/>
                  <a:pt x="150113" y="208868"/>
                </a:cubicBezTo>
                <a:cubicBezTo>
                  <a:pt x="136811" y="214377"/>
                  <a:pt x="122963" y="217132"/>
                  <a:pt x="108567" y="217133"/>
                </a:cubicBezTo>
                <a:cubicBezTo>
                  <a:pt x="94170" y="217132"/>
                  <a:pt x="80320" y="214377"/>
                  <a:pt x="67019" y="208868"/>
                </a:cubicBezTo>
                <a:cubicBezTo>
                  <a:pt x="53718" y="203358"/>
                  <a:pt x="41977" y="195514"/>
                  <a:pt x="31798" y="185334"/>
                </a:cubicBezTo>
                <a:cubicBezTo>
                  <a:pt x="21618" y="175154"/>
                  <a:pt x="13773" y="163413"/>
                  <a:pt x="8264" y="150112"/>
                </a:cubicBezTo>
                <a:cubicBezTo>
                  <a:pt x="2754" y="136812"/>
                  <a:pt x="0" y="122963"/>
                  <a:pt x="0" y="108566"/>
                </a:cubicBezTo>
                <a:cubicBezTo>
                  <a:pt x="0" y="94169"/>
                  <a:pt x="2754" y="80320"/>
                  <a:pt x="8263" y="67019"/>
                </a:cubicBezTo>
                <a:cubicBezTo>
                  <a:pt x="13773" y="53718"/>
                  <a:pt x="21618" y="41978"/>
                  <a:pt x="31798" y="31798"/>
                </a:cubicBezTo>
                <a:cubicBezTo>
                  <a:pt x="41977" y="21618"/>
                  <a:pt x="53718" y="13773"/>
                  <a:pt x="67019" y="8264"/>
                </a:cubicBezTo>
                <a:cubicBezTo>
                  <a:pt x="80320" y="2755"/>
                  <a:pt x="94170" y="0"/>
                  <a:pt x="108567" y="0"/>
                </a:cubicBezTo>
                <a:cubicBezTo>
                  <a:pt x="122963" y="0"/>
                  <a:pt x="136811" y="2755"/>
                  <a:pt x="150112" y="8264"/>
                </a:cubicBezTo>
                <a:cubicBezTo>
                  <a:pt x="163413" y="13773"/>
                  <a:pt x="175154" y="21618"/>
                  <a:pt x="185335" y="31798"/>
                </a:cubicBezTo>
                <a:cubicBezTo>
                  <a:pt x="195514" y="41978"/>
                  <a:pt x="203358" y="53718"/>
                  <a:pt x="208868" y="67019"/>
                </a:cubicBezTo>
                <a:cubicBezTo>
                  <a:pt x="214377" y="80320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7">
            <a:extLst xmlns:a="http://schemas.openxmlformats.org/drawingml/2006/main">
              <a:ext uri="{FF2B5EF4-FFF2-40B4-BE49-F238E27FC236}">
                <a16:creationId xmlns:a16="http://schemas.microsoft.com/office/drawing/2014/main" id="{5C9EBFD7-08C9-4336-B435-AFCD42E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22" y="3618234"/>
            <a:ext cx="71321" cy="107464"/>
          </a:xfrm>
          <a:custGeom xmlns:a="http://schemas.openxmlformats.org/drawingml/2006/main">
            <a:pathLst>
              <a:path w="71321" h="107464">
                <a:moveTo>
                  <a:pt x="0" y="19444"/>
                </a:moveTo>
                <a:lnTo>
                  <a:pt x="0" y="0"/>
                </a:lnTo>
                <a:lnTo>
                  <a:pt x="71321" y="0"/>
                </a:lnTo>
                <a:lnTo>
                  <a:pt x="71321" y="15140"/>
                </a:lnTo>
                <a:cubicBezTo>
                  <a:pt x="65433" y="20938"/>
                  <a:pt x="59446" y="29264"/>
                  <a:pt x="53361" y="40118"/>
                </a:cubicBezTo>
                <a:cubicBezTo>
                  <a:pt x="47275" y="50970"/>
                  <a:pt x="42637" y="62505"/>
                  <a:pt x="39445" y="74721"/>
                </a:cubicBezTo>
                <a:cubicBezTo>
                  <a:pt x="36254" y="86935"/>
                  <a:pt x="34683" y="97850"/>
                  <a:pt x="34733" y="107464"/>
                </a:cubicBezTo>
                <a:lnTo>
                  <a:pt x="14620" y="107464"/>
                </a:lnTo>
                <a:cubicBezTo>
                  <a:pt x="14967" y="92410"/>
                  <a:pt x="18071" y="77060"/>
                  <a:pt x="23934" y="61413"/>
                </a:cubicBezTo>
                <a:cubicBezTo>
                  <a:pt x="29797" y="45765"/>
                  <a:pt x="37627" y="31775"/>
                  <a:pt x="47424" y="19444"/>
                </a:cubicBezTo>
                <a:lnTo>
                  <a:pt x="0" y="194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2BE3C-718A-4A4C-AB70-79556C57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83" y="761838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9" y="150113"/>
                </a:cubicBezTo>
                <a:cubicBezTo>
                  <a:pt x="203359" y="163414"/>
                  <a:pt x="195514" y="175154"/>
                  <a:pt x="185335" y="185334"/>
                </a:cubicBezTo>
                <a:cubicBezTo>
                  <a:pt x="175154" y="195514"/>
                  <a:pt x="163413" y="203359"/>
                  <a:pt x="150112" y="208868"/>
                </a:cubicBezTo>
                <a:cubicBezTo>
                  <a:pt x="136812" y="214378"/>
                  <a:pt x="122963" y="217133"/>
                  <a:pt x="108567" y="217133"/>
                </a:cubicBezTo>
                <a:cubicBezTo>
                  <a:pt x="94170" y="217133"/>
                  <a:pt x="80320" y="214378"/>
                  <a:pt x="67020" y="208868"/>
                </a:cubicBezTo>
                <a:cubicBezTo>
                  <a:pt x="53719" y="203359"/>
                  <a:pt x="41978" y="195514"/>
                  <a:pt x="31798" y="185334"/>
                </a:cubicBezTo>
                <a:cubicBezTo>
                  <a:pt x="21618" y="175154"/>
                  <a:pt x="13774" y="163414"/>
                  <a:pt x="8264" y="150113"/>
                </a:cubicBezTo>
                <a:cubicBezTo>
                  <a:pt x="2755" y="136812"/>
                  <a:pt x="0" y="122963"/>
                  <a:pt x="0" y="108566"/>
                </a:cubicBezTo>
                <a:cubicBezTo>
                  <a:pt x="0" y="94169"/>
                  <a:pt x="2755" y="80321"/>
                  <a:pt x="8264" y="67020"/>
                </a:cubicBezTo>
                <a:cubicBezTo>
                  <a:pt x="13774" y="53719"/>
                  <a:pt x="21618" y="41978"/>
                  <a:pt x="31798" y="31798"/>
                </a:cubicBezTo>
                <a:cubicBezTo>
                  <a:pt x="41978" y="21618"/>
                  <a:pt x="53719" y="13774"/>
                  <a:pt x="67020" y="8264"/>
                </a:cubicBezTo>
                <a:cubicBezTo>
                  <a:pt x="80320" y="2755"/>
                  <a:pt x="94170" y="0"/>
                  <a:pt x="108567" y="0"/>
                </a:cubicBezTo>
                <a:cubicBezTo>
                  <a:pt x="122963" y="0"/>
                  <a:pt x="136812" y="2755"/>
                  <a:pt x="150112" y="8264"/>
                </a:cubicBezTo>
                <a:cubicBezTo>
                  <a:pt x="163413" y="13774"/>
                  <a:pt x="175154" y="21618"/>
                  <a:pt x="185335" y="31798"/>
                </a:cubicBezTo>
                <a:cubicBezTo>
                  <a:pt x="195514" y="41978"/>
                  <a:pt x="203359" y="53719"/>
                  <a:pt x="208869" y="67020"/>
                </a:cubicBezTo>
                <a:cubicBezTo>
                  <a:pt x="214378" y="80321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2">
            <a:extLst xmlns:a="http://schemas.openxmlformats.org/drawingml/2006/main">
              <a:ext uri="{FF2B5EF4-FFF2-40B4-BE49-F238E27FC236}">
                <a16:creationId xmlns:a16="http://schemas.microsoft.com/office/drawing/2014/main" id="{A111F3A4-B39B-4A3A-ACF9-5C51A990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869" y="793729"/>
            <a:ext cx="73102" cy="109245"/>
          </a:xfrm>
          <a:custGeom xmlns:a="http://schemas.openxmlformats.org/drawingml/2006/main">
            <a:pathLst>
              <a:path w="73102" h="109245">
                <a:moveTo>
                  <a:pt x="73102" y="89800"/>
                </a:moveTo>
                <a:lnTo>
                  <a:pt x="73102" y="109245"/>
                </a:lnTo>
                <a:lnTo>
                  <a:pt x="0" y="109245"/>
                </a:lnTo>
                <a:cubicBezTo>
                  <a:pt x="792" y="101928"/>
                  <a:pt x="3167" y="94996"/>
                  <a:pt x="7125" y="88446"/>
                </a:cubicBezTo>
                <a:cubicBezTo>
                  <a:pt x="11083" y="81895"/>
                  <a:pt x="18900" y="73206"/>
                  <a:pt x="30577" y="62378"/>
                </a:cubicBezTo>
                <a:cubicBezTo>
                  <a:pt x="39977" y="53628"/>
                  <a:pt x="45741" y="47696"/>
                  <a:pt x="47869" y="44582"/>
                </a:cubicBezTo>
                <a:cubicBezTo>
                  <a:pt x="50738" y="40281"/>
                  <a:pt x="52173" y="36029"/>
                  <a:pt x="52173" y="31827"/>
                </a:cubicBezTo>
                <a:cubicBezTo>
                  <a:pt x="52173" y="27179"/>
                  <a:pt x="50924" y="23607"/>
                  <a:pt x="48425" y="21112"/>
                </a:cubicBezTo>
                <a:cubicBezTo>
                  <a:pt x="45927" y="18615"/>
                  <a:pt x="42476" y="17366"/>
                  <a:pt x="38072" y="17366"/>
                </a:cubicBezTo>
                <a:cubicBezTo>
                  <a:pt x="33718" y="17366"/>
                  <a:pt x="30255" y="18684"/>
                  <a:pt x="27682" y="21318"/>
                </a:cubicBezTo>
                <a:cubicBezTo>
                  <a:pt x="25109" y="23951"/>
                  <a:pt x="23625" y="28324"/>
                  <a:pt x="23229" y="34436"/>
                </a:cubicBezTo>
                <a:lnTo>
                  <a:pt x="2449" y="32349"/>
                </a:lnTo>
                <a:cubicBezTo>
                  <a:pt x="3686" y="20820"/>
                  <a:pt x="7570" y="12547"/>
                  <a:pt x="14101" y="7528"/>
                </a:cubicBezTo>
                <a:cubicBezTo>
                  <a:pt x="20632" y="2509"/>
                  <a:pt x="28796" y="0"/>
                  <a:pt x="38592" y="0"/>
                </a:cubicBezTo>
                <a:cubicBezTo>
                  <a:pt x="49328" y="0"/>
                  <a:pt x="57764" y="2892"/>
                  <a:pt x="63899" y="8676"/>
                </a:cubicBezTo>
                <a:cubicBezTo>
                  <a:pt x="70034" y="14460"/>
                  <a:pt x="73102" y="21653"/>
                  <a:pt x="73102" y="30254"/>
                </a:cubicBezTo>
                <a:cubicBezTo>
                  <a:pt x="73102" y="35149"/>
                  <a:pt x="72224" y="39810"/>
                  <a:pt x="70467" y="44235"/>
                </a:cubicBezTo>
                <a:cubicBezTo>
                  <a:pt x="68711" y="48658"/>
                  <a:pt x="65928" y="53292"/>
                  <a:pt x="62118" y="58136"/>
                </a:cubicBezTo>
                <a:cubicBezTo>
                  <a:pt x="59595" y="61350"/>
                  <a:pt x="55043" y="65973"/>
                  <a:pt x="48463" y="72005"/>
                </a:cubicBezTo>
                <a:cubicBezTo>
                  <a:pt x="41882" y="78035"/>
                  <a:pt x="37714" y="82039"/>
                  <a:pt x="35957" y="84016"/>
                </a:cubicBezTo>
                <a:cubicBezTo>
                  <a:pt x="34201" y="85994"/>
                  <a:pt x="32778" y="87922"/>
                  <a:pt x="31690" y="89800"/>
                </a:cubicBezTo>
                <a:lnTo>
                  <a:pt x="73102" y="89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C95AF-F5CF-41C9-A9BF-FBF3C8C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073" y="2824597"/>
            <a:ext cx="1737061" cy="434265"/>
          </a:xfrm>
          <a:custGeom xmlns:a="http://schemas.openxmlformats.org/drawingml/2006/main">
            <a:pathLst>
              <a:path w="1737061" h="434265" fill="none">
                <a:moveTo>
                  <a:pt x="0" y="0"/>
                </a:moveTo>
                <a:lnTo>
                  <a:pt x="0" y="434265"/>
                </a:lnTo>
                <a:lnTo>
                  <a:pt x="1737061" y="434265"/>
                </a:lnTo>
                <a:lnTo>
                  <a:pt x="1737061" y="138313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88AC6-ED6D-449E-84C9-2D8B449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138" y="2848916"/>
            <a:ext cx="151993" cy="151993"/>
          </a:xfrm>
          <a:custGeom xmlns:a="http://schemas.openxmlformats.org/drawingml/2006/main">
            <a:pathLst>
              <a:path w="151993" h="151993">
                <a:moveTo>
                  <a:pt x="75996" y="0"/>
                </a:moveTo>
                <a:lnTo>
                  <a:pt x="151993" y="151993"/>
                </a:lnTo>
                <a:lnTo>
                  <a:pt x="75996" y="113995"/>
                </a:lnTo>
                <a:lnTo>
                  <a:pt x="0" y="151993"/>
                </a:lnTo>
                <a:lnTo>
                  <a:pt x="759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A0A29-3DD1-4052-B777-36FE552E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138" y="2848916"/>
            <a:ext cx="151993" cy="151993"/>
          </a:xfrm>
          <a:custGeom xmlns:a="http://schemas.openxmlformats.org/drawingml/2006/main">
            <a:pathLst>
              <a:path w="151993" h="151993" fill="none">
                <a:moveTo>
                  <a:pt x="75996" y="0"/>
                </a:moveTo>
                <a:lnTo>
                  <a:pt x="151993" y="151993"/>
                </a:lnTo>
                <a:lnTo>
                  <a:pt x="75996" y="113995"/>
                </a:lnTo>
                <a:lnTo>
                  <a:pt x="0" y="151993"/>
                </a:lnTo>
                <a:lnTo>
                  <a:pt x="7599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B7882-B0C5-463E-8226-E1EE4BB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230" y="1087537"/>
            <a:ext cx="629685" cy="1737061"/>
          </a:xfrm>
          <a:custGeom xmlns:a="http://schemas.openxmlformats.org/drawingml/2006/main">
            <a:pathLst>
              <a:path w="629685" h="1737061">
                <a:moveTo>
                  <a:pt x="94453" y="0"/>
                </a:moveTo>
                <a:lnTo>
                  <a:pt x="535232" y="0"/>
                </a:lnTo>
                <a:cubicBezTo>
                  <a:pt x="547758" y="0"/>
                  <a:pt x="559806" y="2397"/>
                  <a:pt x="571378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5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5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8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6" y="1725077"/>
                  <a:pt x="36521" y="1718253"/>
                  <a:pt x="27665" y="1709396"/>
                </a:cubicBezTo>
                <a:cubicBezTo>
                  <a:pt x="18808" y="1700539"/>
                  <a:pt x="11982" y="1690325"/>
                  <a:pt x="7190" y="1678753"/>
                </a:cubicBezTo>
                <a:cubicBezTo>
                  <a:pt x="2397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5" y="27664"/>
                </a:cubicBezTo>
                <a:cubicBezTo>
                  <a:pt x="36521" y="18808"/>
                  <a:pt x="46736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ABF4A-C198-4EB4-823D-FB1934F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230" y="1087537"/>
            <a:ext cx="629685" cy="1737061"/>
          </a:xfrm>
          <a:custGeom xmlns:a="http://schemas.openxmlformats.org/drawingml/2006/main">
            <a:pathLst>
              <a:path w="629685" h="1737061" fill="none">
                <a:moveTo>
                  <a:pt x="94453" y="0"/>
                </a:moveTo>
                <a:lnTo>
                  <a:pt x="535232" y="0"/>
                </a:lnTo>
                <a:cubicBezTo>
                  <a:pt x="547758" y="0"/>
                  <a:pt x="559806" y="2397"/>
                  <a:pt x="571378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5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5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8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6" y="1725077"/>
                  <a:pt x="36521" y="1718253"/>
                  <a:pt x="27665" y="1709396"/>
                </a:cubicBezTo>
                <a:cubicBezTo>
                  <a:pt x="18808" y="1700539"/>
                  <a:pt x="11982" y="1690325"/>
                  <a:pt x="7190" y="1678753"/>
                </a:cubicBezTo>
                <a:cubicBezTo>
                  <a:pt x="2397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5" y="27664"/>
                </a:cubicBezTo>
                <a:cubicBezTo>
                  <a:pt x="36521" y="18808"/>
                  <a:pt x="46736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679A2-7213-4D42-B09E-0038FDD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542" y="2607465"/>
            <a:ext cx="743896" cy="743896"/>
          </a:xfrm>
          <a:custGeom xmlns:a="http://schemas.openxmlformats.org/drawingml/2006/main">
            <a:pathLst>
              <a:path w="743896" h="743896" fill="none">
                <a:moveTo>
                  <a:pt x="0" y="0"/>
                </a:moveTo>
                <a:lnTo>
                  <a:pt x="743896" y="743896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A8018-0BE0-4D74-867D-3B659C3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612" y="3315534"/>
            <a:ext cx="143308" cy="143308"/>
          </a:xfrm>
          <a:custGeom xmlns:a="http://schemas.openxmlformats.org/drawingml/2006/main">
            <a:pathLst>
              <a:path w="143308" h="143308">
                <a:moveTo>
                  <a:pt x="143308" y="143308"/>
                </a:moveTo>
                <a:lnTo>
                  <a:pt x="0" y="71654"/>
                </a:lnTo>
                <a:lnTo>
                  <a:pt x="71654" y="0"/>
                </a:lnTo>
                <a:lnTo>
                  <a:pt x="143308" y="143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51EFC-F406-45B8-B98D-E22A4D8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612" y="3315534"/>
            <a:ext cx="143308" cy="143308"/>
          </a:xfrm>
          <a:custGeom xmlns:a="http://schemas.openxmlformats.org/drawingml/2006/main">
            <a:pathLst>
              <a:path w="143308" h="143308" fill="none">
                <a:moveTo>
                  <a:pt x="143308" y="143308"/>
                </a:moveTo>
                <a:lnTo>
                  <a:pt x="0" y="71654"/>
                </a:lnTo>
                <a:lnTo>
                  <a:pt x="71654" y="0"/>
                </a:lnTo>
                <a:lnTo>
                  <a:pt x="143308" y="143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01BAC-70A9-46B5-9372-6F110BA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542" y="2173200"/>
            <a:ext cx="770821" cy="1156231"/>
          </a:xfrm>
          <a:custGeom xmlns:a="http://schemas.openxmlformats.org/drawingml/2006/main">
            <a:pathLst>
              <a:path w="770821" h="1156231" fill="none">
                <a:moveTo>
                  <a:pt x="0" y="0"/>
                </a:moveTo>
                <a:lnTo>
                  <a:pt x="770821" y="1156231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7F3F9-26EF-4BBD-A44D-E2623C90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239" y="3301204"/>
            <a:ext cx="126371" cy="154598"/>
          </a:xfrm>
          <a:custGeom xmlns:a="http://schemas.openxmlformats.org/drawingml/2006/main">
            <a:pathLst>
              <a:path w="126371" h="154598">
                <a:moveTo>
                  <a:pt x="126371" y="154598"/>
                </a:moveTo>
                <a:lnTo>
                  <a:pt x="0" y="56237"/>
                </a:lnTo>
                <a:lnTo>
                  <a:pt x="84247" y="0"/>
                </a:lnTo>
                <a:lnTo>
                  <a:pt x="126371" y="154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F03BC-6DA5-4559-B290-FC218C13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239" y="3301204"/>
            <a:ext cx="126371" cy="154598"/>
          </a:xfrm>
          <a:custGeom xmlns:a="http://schemas.openxmlformats.org/drawingml/2006/main">
            <a:pathLst>
              <a:path w="126371" h="154598" fill="none">
                <a:moveTo>
                  <a:pt x="126371" y="154598"/>
                </a:moveTo>
                <a:lnTo>
                  <a:pt x="0" y="56237"/>
                </a:lnTo>
                <a:lnTo>
                  <a:pt x="84247" y="0"/>
                </a:lnTo>
                <a:lnTo>
                  <a:pt x="126371" y="1545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8F37D-E35F-4AF1-BEE4-60291C2F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542" y="1738935"/>
            <a:ext cx="789711" cy="1579422"/>
          </a:xfrm>
          <a:custGeom xmlns:a="http://schemas.openxmlformats.org/drawingml/2006/main">
            <a:pathLst>
              <a:path w="789711" h="1579422" fill="none">
                <a:moveTo>
                  <a:pt x="0" y="0"/>
                </a:moveTo>
                <a:lnTo>
                  <a:pt x="789711" y="1579422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5AFE9-8935-42B5-AB34-EDBA050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873" y="3295775"/>
            <a:ext cx="113343" cy="158507"/>
          </a:xfrm>
          <a:custGeom xmlns:a="http://schemas.openxmlformats.org/drawingml/2006/main">
            <a:pathLst>
              <a:path w="113343" h="158507">
                <a:moveTo>
                  <a:pt x="113343" y="158507"/>
                </a:moveTo>
                <a:lnTo>
                  <a:pt x="0" y="45164"/>
                </a:lnTo>
                <a:lnTo>
                  <a:pt x="90761" y="0"/>
                </a:lnTo>
                <a:lnTo>
                  <a:pt x="113343" y="158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BE88A-4D9A-4E33-957D-6B6B5296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873" y="3295775"/>
            <a:ext cx="113343" cy="158507"/>
          </a:xfrm>
          <a:custGeom xmlns:a="http://schemas.openxmlformats.org/drawingml/2006/main">
            <a:pathLst>
              <a:path w="113343" h="158507" fill="none">
                <a:moveTo>
                  <a:pt x="113343" y="158507"/>
                </a:moveTo>
                <a:lnTo>
                  <a:pt x="0" y="45164"/>
                </a:lnTo>
                <a:lnTo>
                  <a:pt x="90761" y="0"/>
                </a:lnTo>
                <a:lnTo>
                  <a:pt x="113343" y="1585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5D957-F27A-415D-90A8-E1FBA581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542" y="1304669"/>
            <a:ext cx="803173" cy="2007608"/>
          </a:xfrm>
          <a:custGeom xmlns:a="http://schemas.openxmlformats.org/drawingml/2006/main">
            <a:pathLst>
              <a:path w="803173" h="2007608" fill="none">
                <a:moveTo>
                  <a:pt x="0" y="0"/>
                </a:moveTo>
                <a:lnTo>
                  <a:pt x="803173" y="2007608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76B8F-9953-48D2-8CE7-A141E5F7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98" y="3293604"/>
            <a:ext cx="103355" cy="159810"/>
          </a:xfrm>
          <a:custGeom xmlns:a="http://schemas.openxmlformats.org/drawingml/2006/main">
            <a:pathLst>
              <a:path w="103355" h="159810">
                <a:moveTo>
                  <a:pt x="103355" y="159810"/>
                </a:moveTo>
                <a:lnTo>
                  <a:pt x="0" y="37564"/>
                </a:lnTo>
                <a:lnTo>
                  <a:pt x="94018" y="0"/>
                </a:lnTo>
                <a:lnTo>
                  <a:pt x="103355" y="159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987EF-E037-4FFA-AD1C-C03F109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98" y="3293604"/>
            <a:ext cx="103355" cy="159810"/>
          </a:xfrm>
          <a:custGeom xmlns:a="http://schemas.openxmlformats.org/drawingml/2006/main">
            <a:pathLst>
              <a:path w="103355" h="159810" fill="none">
                <a:moveTo>
                  <a:pt x="103355" y="159810"/>
                </a:moveTo>
                <a:lnTo>
                  <a:pt x="0" y="37564"/>
                </a:lnTo>
                <a:lnTo>
                  <a:pt x="94018" y="0"/>
                </a:lnTo>
                <a:lnTo>
                  <a:pt x="103355" y="1598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77" name="Text prevalidation">
            <a:extLst xmlns:a="http://schemas.openxmlformats.org/drawingml/2006/main">
              <a:ext uri="{FF2B5EF4-FFF2-40B4-BE49-F238E27FC236}">
                <a16:creationId xmlns:a16="http://schemas.microsoft.com/office/drawing/2014/main" id="{29E30FF1-CD81-4AF4-9FC2-CDC0FA3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016" y="450516"/>
            <a:ext cx="1419679" cy="187786"/>
          </a:xfrm>
          <a:custGeom xmlns:a="http://schemas.openxmlformats.org/drawingml/2006/main">
            <a:pathLst>
              <a:path w="1419679" h="187786">
                <a:moveTo>
                  <a:pt x="111832" y="93416"/>
                </a:moveTo>
                <a:cubicBezTo>
                  <a:pt x="111832" y="102258"/>
                  <a:pt x="110480" y="110305"/>
                  <a:pt x="107776" y="117557"/>
                </a:cubicBezTo>
                <a:cubicBezTo>
                  <a:pt x="105073" y="124809"/>
                  <a:pt x="101526" y="130788"/>
                  <a:pt x="97137" y="135496"/>
                </a:cubicBezTo>
                <a:cubicBezTo>
                  <a:pt x="92557" y="140458"/>
                  <a:pt x="87373" y="144211"/>
                  <a:pt x="81584" y="146755"/>
                </a:cubicBezTo>
                <a:cubicBezTo>
                  <a:pt x="75795" y="149300"/>
                  <a:pt x="69593" y="150572"/>
                  <a:pt x="62977" y="150572"/>
                </a:cubicBezTo>
                <a:cubicBezTo>
                  <a:pt x="56870" y="150572"/>
                  <a:pt x="51686" y="149920"/>
                  <a:pt x="47424" y="148616"/>
                </a:cubicBezTo>
                <a:cubicBezTo>
                  <a:pt x="43161" y="147312"/>
                  <a:pt x="38804" y="145483"/>
                  <a:pt x="34351" y="143129"/>
                </a:cubicBezTo>
                <a:lnTo>
                  <a:pt x="34351" y="187786"/>
                </a:lnTo>
                <a:lnTo>
                  <a:pt x="0" y="187786"/>
                </a:lnTo>
                <a:lnTo>
                  <a:pt x="0" y="41221"/>
                </a:lnTo>
                <a:lnTo>
                  <a:pt x="34351" y="41221"/>
                </a:lnTo>
                <a:lnTo>
                  <a:pt x="34351" y="52385"/>
                </a:lnTo>
                <a:cubicBezTo>
                  <a:pt x="39631" y="48187"/>
                  <a:pt x="45022" y="44799"/>
                  <a:pt x="50525" y="42223"/>
                </a:cubicBezTo>
                <a:cubicBezTo>
                  <a:pt x="56027" y="39647"/>
                  <a:pt x="62373" y="38359"/>
                  <a:pt x="69561" y="38359"/>
                </a:cubicBezTo>
                <a:cubicBezTo>
                  <a:pt x="82920" y="38359"/>
                  <a:pt x="93304" y="43257"/>
                  <a:pt x="100715" y="53053"/>
                </a:cubicBezTo>
                <a:cubicBezTo>
                  <a:pt x="108126" y="62850"/>
                  <a:pt x="111832" y="76304"/>
                  <a:pt x="111832" y="93416"/>
                </a:cubicBezTo>
                <a:moveTo>
                  <a:pt x="76431" y="94137"/>
                </a:moveTo>
                <a:cubicBezTo>
                  <a:pt x="76431" y="83753"/>
                  <a:pt x="74650" y="76217"/>
                  <a:pt x="71088" y="71532"/>
                </a:cubicBezTo>
                <a:cubicBezTo>
                  <a:pt x="67525" y="66846"/>
                  <a:pt x="61896" y="64504"/>
                  <a:pt x="54198" y="64504"/>
                </a:cubicBezTo>
                <a:cubicBezTo>
                  <a:pt x="50954" y="64504"/>
                  <a:pt x="47614" y="64995"/>
                  <a:pt x="44179" y="65977"/>
                </a:cubicBezTo>
                <a:cubicBezTo>
                  <a:pt x="40744" y="66957"/>
                  <a:pt x="37468" y="68365"/>
                  <a:pt x="34351" y="70202"/>
                </a:cubicBezTo>
                <a:lnTo>
                  <a:pt x="34351" y="123864"/>
                </a:lnTo>
                <a:cubicBezTo>
                  <a:pt x="36641" y="124750"/>
                  <a:pt x="39090" y="125321"/>
                  <a:pt x="41698" y="125575"/>
                </a:cubicBezTo>
                <a:cubicBezTo>
                  <a:pt x="44307" y="125828"/>
                  <a:pt x="46883" y="125954"/>
                  <a:pt x="49427" y="125954"/>
                </a:cubicBezTo>
                <a:cubicBezTo>
                  <a:pt x="58524" y="125954"/>
                  <a:pt x="65299" y="123311"/>
                  <a:pt x="69752" y="118025"/>
                </a:cubicBezTo>
                <a:cubicBezTo>
                  <a:pt x="74205" y="112737"/>
                  <a:pt x="76431" y="104775"/>
                  <a:pt x="76431" y="94137"/>
                </a:cubicBezTo>
                <a:close/>
                <a:moveTo>
                  <a:pt x="214270" y="74046"/>
                </a:moveTo>
                <a:lnTo>
                  <a:pt x="211216" y="74046"/>
                </a:lnTo>
                <a:cubicBezTo>
                  <a:pt x="209753" y="73537"/>
                  <a:pt x="207400" y="73155"/>
                  <a:pt x="204155" y="72901"/>
                </a:cubicBezTo>
                <a:cubicBezTo>
                  <a:pt x="200911" y="72646"/>
                  <a:pt x="198207" y="72519"/>
                  <a:pt x="196045" y="72519"/>
                </a:cubicBezTo>
                <a:cubicBezTo>
                  <a:pt x="191146" y="72519"/>
                  <a:pt x="186821" y="72837"/>
                  <a:pt x="183068" y="73473"/>
                </a:cubicBezTo>
                <a:cubicBezTo>
                  <a:pt x="179314" y="74109"/>
                  <a:pt x="175275" y="75191"/>
                  <a:pt x="170949" y="76717"/>
                </a:cubicBezTo>
                <a:lnTo>
                  <a:pt x="170949" y="148473"/>
                </a:lnTo>
                <a:lnTo>
                  <a:pt x="136598" y="148473"/>
                </a:lnTo>
                <a:lnTo>
                  <a:pt x="136598" y="41221"/>
                </a:lnTo>
                <a:lnTo>
                  <a:pt x="170949" y="41221"/>
                </a:lnTo>
                <a:lnTo>
                  <a:pt x="170949" y="56965"/>
                </a:lnTo>
                <a:cubicBezTo>
                  <a:pt x="178519" y="50477"/>
                  <a:pt x="185103" y="46167"/>
                  <a:pt x="190701" y="44036"/>
                </a:cubicBezTo>
                <a:cubicBezTo>
                  <a:pt x="196299" y="41905"/>
                  <a:pt x="201452" y="40840"/>
                  <a:pt x="206159" y="40840"/>
                </a:cubicBezTo>
                <a:cubicBezTo>
                  <a:pt x="207368" y="40840"/>
                  <a:pt x="208735" y="40871"/>
                  <a:pt x="210262" y="40935"/>
                </a:cubicBezTo>
                <a:cubicBezTo>
                  <a:pt x="211789" y="40999"/>
                  <a:pt x="213125" y="41094"/>
                  <a:pt x="214270" y="41221"/>
                </a:cubicBezTo>
                <a:lnTo>
                  <a:pt x="214270" y="74046"/>
                </a:lnTo>
                <a:close/>
                <a:moveTo>
                  <a:pt x="339256" y="101145"/>
                </a:moveTo>
                <a:lnTo>
                  <a:pt x="260630" y="101145"/>
                </a:lnTo>
                <a:cubicBezTo>
                  <a:pt x="261139" y="109603"/>
                  <a:pt x="264336" y="116076"/>
                  <a:pt x="270220" y="120563"/>
                </a:cubicBezTo>
                <a:cubicBezTo>
                  <a:pt x="276104" y="125047"/>
                  <a:pt x="284771" y="127290"/>
                  <a:pt x="296222" y="127290"/>
                </a:cubicBezTo>
                <a:cubicBezTo>
                  <a:pt x="303473" y="127290"/>
                  <a:pt x="310503" y="125976"/>
                  <a:pt x="317309" y="123348"/>
                </a:cubicBezTo>
                <a:cubicBezTo>
                  <a:pt x="324116" y="120720"/>
                  <a:pt x="329491" y="117899"/>
                  <a:pt x="333435" y="114885"/>
                </a:cubicBezTo>
                <a:lnTo>
                  <a:pt x="337252" y="114885"/>
                </a:lnTo>
                <a:lnTo>
                  <a:pt x="337252" y="142461"/>
                </a:lnTo>
                <a:cubicBezTo>
                  <a:pt x="329491" y="145578"/>
                  <a:pt x="322176" y="147837"/>
                  <a:pt x="315305" y="149236"/>
                </a:cubicBezTo>
                <a:cubicBezTo>
                  <a:pt x="308435" y="150636"/>
                  <a:pt x="300834" y="151335"/>
                  <a:pt x="292500" y="151335"/>
                </a:cubicBezTo>
                <a:cubicBezTo>
                  <a:pt x="270999" y="151335"/>
                  <a:pt x="254523" y="146493"/>
                  <a:pt x="243073" y="136808"/>
                </a:cubicBezTo>
                <a:cubicBezTo>
                  <a:pt x="231622" y="127123"/>
                  <a:pt x="225897" y="113327"/>
                  <a:pt x="225897" y="95420"/>
                </a:cubicBezTo>
                <a:cubicBezTo>
                  <a:pt x="225897" y="77707"/>
                  <a:pt x="231320" y="63674"/>
                  <a:pt x="242166" y="53319"/>
                </a:cubicBezTo>
                <a:cubicBezTo>
                  <a:pt x="253012" y="42964"/>
                  <a:pt x="267882" y="37786"/>
                  <a:pt x="286775" y="37786"/>
                </a:cubicBezTo>
                <a:cubicBezTo>
                  <a:pt x="304205" y="37786"/>
                  <a:pt x="317309" y="42198"/>
                  <a:pt x="326088" y="51023"/>
                </a:cubicBezTo>
                <a:cubicBezTo>
                  <a:pt x="334867" y="59845"/>
                  <a:pt x="339256" y="72539"/>
                  <a:pt x="339256" y="89104"/>
                </a:cubicBezTo>
                <a:lnTo>
                  <a:pt x="339256" y="101145"/>
                </a:lnTo>
                <a:moveTo>
                  <a:pt x="305096" y="80916"/>
                </a:moveTo>
                <a:cubicBezTo>
                  <a:pt x="304905" y="73759"/>
                  <a:pt x="303124" y="68376"/>
                  <a:pt x="299752" y="64766"/>
                </a:cubicBezTo>
                <a:cubicBezTo>
                  <a:pt x="296381" y="61156"/>
                  <a:pt x="291133" y="59351"/>
                  <a:pt x="284008" y="59351"/>
                </a:cubicBezTo>
                <a:cubicBezTo>
                  <a:pt x="277392" y="59351"/>
                  <a:pt x="271953" y="61062"/>
                  <a:pt x="267691" y="64483"/>
                </a:cubicBezTo>
                <a:cubicBezTo>
                  <a:pt x="263429" y="67902"/>
                  <a:pt x="261044" y="73380"/>
                  <a:pt x="260535" y="80916"/>
                </a:cubicBezTo>
                <a:lnTo>
                  <a:pt x="305096" y="80916"/>
                </a:lnTo>
                <a:close/>
                <a:moveTo>
                  <a:pt x="471400" y="41221"/>
                </a:moveTo>
                <a:lnTo>
                  <a:pt x="430083" y="148473"/>
                </a:lnTo>
                <a:lnTo>
                  <a:pt x="391152" y="148473"/>
                </a:lnTo>
                <a:lnTo>
                  <a:pt x="350121" y="41221"/>
                </a:lnTo>
                <a:lnTo>
                  <a:pt x="386476" y="41221"/>
                </a:lnTo>
                <a:lnTo>
                  <a:pt x="411285" y="114951"/>
                </a:lnTo>
                <a:lnTo>
                  <a:pt x="435808" y="41221"/>
                </a:lnTo>
                <a:lnTo>
                  <a:pt x="471400" y="41221"/>
                </a:lnTo>
                <a:close/>
                <a:moveTo>
                  <a:pt x="555388" y="120467"/>
                </a:moveTo>
                <a:lnTo>
                  <a:pt x="555388" y="98282"/>
                </a:lnTo>
                <a:cubicBezTo>
                  <a:pt x="550744" y="98662"/>
                  <a:pt x="545719" y="99184"/>
                  <a:pt x="540312" y="99848"/>
                </a:cubicBezTo>
                <a:cubicBezTo>
                  <a:pt x="534905" y="100510"/>
                  <a:pt x="530802" y="101284"/>
                  <a:pt x="528003" y="102171"/>
                </a:cubicBezTo>
                <a:cubicBezTo>
                  <a:pt x="524568" y="103244"/>
                  <a:pt x="521943" y="104808"/>
                  <a:pt x="520131" y="106864"/>
                </a:cubicBezTo>
                <a:cubicBezTo>
                  <a:pt x="518318" y="108917"/>
                  <a:pt x="517411" y="111619"/>
                  <a:pt x="517411" y="114969"/>
                </a:cubicBezTo>
                <a:cubicBezTo>
                  <a:pt x="517411" y="117181"/>
                  <a:pt x="517602" y="118983"/>
                  <a:pt x="517984" y="120375"/>
                </a:cubicBezTo>
                <a:cubicBezTo>
                  <a:pt x="518365" y="121764"/>
                  <a:pt x="519319" y="123091"/>
                  <a:pt x="520846" y="124356"/>
                </a:cubicBezTo>
                <a:cubicBezTo>
                  <a:pt x="522309" y="125620"/>
                  <a:pt x="524059" y="126552"/>
                  <a:pt x="526094" y="127153"/>
                </a:cubicBezTo>
                <a:cubicBezTo>
                  <a:pt x="528130" y="127753"/>
                  <a:pt x="531311" y="128053"/>
                  <a:pt x="535636" y="128053"/>
                </a:cubicBezTo>
                <a:cubicBezTo>
                  <a:pt x="539071" y="128053"/>
                  <a:pt x="542554" y="127358"/>
                  <a:pt x="546085" y="125969"/>
                </a:cubicBezTo>
                <a:cubicBezTo>
                  <a:pt x="549615" y="124577"/>
                  <a:pt x="552716" y="122743"/>
                  <a:pt x="555388" y="120467"/>
                </a:cubicBezTo>
                <a:moveTo>
                  <a:pt x="555388" y="137118"/>
                </a:moveTo>
                <a:cubicBezTo>
                  <a:pt x="553543" y="138517"/>
                  <a:pt x="551253" y="140203"/>
                  <a:pt x="548518" y="142175"/>
                </a:cubicBezTo>
                <a:cubicBezTo>
                  <a:pt x="545782" y="144147"/>
                  <a:pt x="543206" y="145706"/>
                  <a:pt x="540789" y="146851"/>
                </a:cubicBezTo>
                <a:cubicBezTo>
                  <a:pt x="537417" y="148377"/>
                  <a:pt x="533919" y="149507"/>
                  <a:pt x="530293" y="150238"/>
                </a:cubicBezTo>
                <a:cubicBezTo>
                  <a:pt x="526667" y="150970"/>
                  <a:pt x="522691" y="151335"/>
                  <a:pt x="518365" y="151335"/>
                </a:cubicBezTo>
                <a:cubicBezTo>
                  <a:pt x="508187" y="151335"/>
                  <a:pt x="499663" y="148187"/>
                  <a:pt x="492793" y="141889"/>
                </a:cubicBezTo>
                <a:cubicBezTo>
                  <a:pt x="485923" y="135591"/>
                  <a:pt x="482487" y="127544"/>
                  <a:pt x="482487" y="117748"/>
                </a:cubicBezTo>
                <a:cubicBezTo>
                  <a:pt x="482487" y="109923"/>
                  <a:pt x="484237" y="103530"/>
                  <a:pt x="487736" y="98568"/>
                </a:cubicBezTo>
                <a:cubicBezTo>
                  <a:pt x="491234" y="93607"/>
                  <a:pt x="496196" y="89694"/>
                  <a:pt x="502621" y="86832"/>
                </a:cubicBezTo>
                <a:cubicBezTo>
                  <a:pt x="508982" y="83969"/>
                  <a:pt x="516870" y="81934"/>
                  <a:pt x="526285" y="80725"/>
                </a:cubicBezTo>
                <a:cubicBezTo>
                  <a:pt x="535700" y="79516"/>
                  <a:pt x="545464" y="78626"/>
                  <a:pt x="555579" y="78053"/>
                </a:cubicBezTo>
                <a:lnTo>
                  <a:pt x="555579" y="77481"/>
                </a:lnTo>
                <a:cubicBezTo>
                  <a:pt x="555579" y="71565"/>
                  <a:pt x="553162" y="67478"/>
                  <a:pt x="548327" y="65219"/>
                </a:cubicBezTo>
                <a:cubicBezTo>
                  <a:pt x="543492" y="62961"/>
                  <a:pt x="536368" y="61832"/>
                  <a:pt x="526953" y="61832"/>
                </a:cubicBezTo>
                <a:cubicBezTo>
                  <a:pt x="521291" y="61832"/>
                  <a:pt x="515248" y="62834"/>
                  <a:pt x="508823" y="64838"/>
                </a:cubicBezTo>
                <a:cubicBezTo>
                  <a:pt x="502398" y="66841"/>
                  <a:pt x="497786" y="68384"/>
                  <a:pt x="494987" y="69465"/>
                </a:cubicBezTo>
                <a:lnTo>
                  <a:pt x="491839" y="69465"/>
                </a:lnTo>
                <a:lnTo>
                  <a:pt x="491839" y="43526"/>
                </a:lnTo>
                <a:cubicBezTo>
                  <a:pt x="495465" y="42570"/>
                  <a:pt x="501365" y="41438"/>
                  <a:pt x="509539" y="40130"/>
                </a:cubicBezTo>
                <a:cubicBezTo>
                  <a:pt x="517713" y="38822"/>
                  <a:pt x="525903" y="38168"/>
                  <a:pt x="534109" y="38168"/>
                </a:cubicBezTo>
                <a:cubicBezTo>
                  <a:pt x="553639" y="38168"/>
                  <a:pt x="567745" y="41177"/>
                  <a:pt x="576428" y="47194"/>
                </a:cubicBezTo>
                <a:cubicBezTo>
                  <a:pt x="585111" y="53209"/>
                  <a:pt x="589453" y="62648"/>
                  <a:pt x="589453" y="75510"/>
                </a:cubicBezTo>
                <a:lnTo>
                  <a:pt x="589453" y="148473"/>
                </a:lnTo>
                <a:lnTo>
                  <a:pt x="555388" y="148473"/>
                </a:lnTo>
                <a:lnTo>
                  <a:pt x="555388" y="137118"/>
                </a:lnTo>
                <a:close/>
                <a:moveTo>
                  <a:pt x="655394" y="148473"/>
                </a:moveTo>
                <a:lnTo>
                  <a:pt x="621043" y="148473"/>
                </a:lnTo>
                <a:lnTo>
                  <a:pt x="621043" y="0"/>
                </a:lnTo>
                <a:lnTo>
                  <a:pt x="655394" y="0"/>
                </a:lnTo>
                <a:lnTo>
                  <a:pt x="655394" y="148473"/>
                </a:lnTo>
                <a:close/>
                <a:moveTo>
                  <a:pt x="722227" y="148473"/>
                </a:moveTo>
                <a:lnTo>
                  <a:pt x="687876" y="148473"/>
                </a:lnTo>
                <a:lnTo>
                  <a:pt x="687876" y="41221"/>
                </a:lnTo>
                <a:lnTo>
                  <a:pt x="722227" y="41221"/>
                </a:lnTo>
                <a:lnTo>
                  <a:pt x="722227" y="148473"/>
                </a:lnTo>
                <a:moveTo>
                  <a:pt x="723182" y="26145"/>
                </a:moveTo>
                <a:lnTo>
                  <a:pt x="686922" y="26145"/>
                </a:lnTo>
                <a:lnTo>
                  <a:pt x="686922" y="0"/>
                </a:lnTo>
                <a:lnTo>
                  <a:pt x="723182" y="0"/>
                </a:lnTo>
                <a:lnTo>
                  <a:pt x="723182" y="26145"/>
                </a:lnTo>
                <a:close/>
                <a:moveTo>
                  <a:pt x="858908" y="148473"/>
                </a:moveTo>
                <a:lnTo>
                  <a:pt x="824557" y="148473"/>
                </a:lnTo>
                <a:lnTo>
                  <a:pt x="824557" y="137309"/>
                </a:lnTo>
                <a:cubicBezTo>
                  <a:pt x="818641" y="142143"/>
                  <a:pt x="813107" y="145722"/>
                  <a:pt x="807954" y="148044"/>
                </a:cubicBezTo>
                <a:cubicBezTo>
                  <a:pt x="802801" y="150365"/>
                  <a:pt x="796853" y="151526"/>
                  <a:pt x="790110" y="151526"/>
                </a:cubicBezTo>
                <a:cubicBezTo>
                  <a:pt x="777070" y="151526"/>
                  <a:pt x="766637" y="146497"/>
                  <a:pt x="758813" y="136438"/>
                </a:cubicBezTo>
                <a:cubicBezTo>
                  <a:pt x="750988" y="126377"/>
                  <a:pt x="747076" y="112816"/>
                  <a:pt x="747076" y="95754"/>
                </a:cubicBezTo>
                <a:cubicBezTo>
                  <a:pt x="747076" y="86649"/>
                  <a:pt x="748396" y="78579"/>
                  <a:pt x="751036" y="71544"/>
                </a:cubicBezTo>
                <a:cubicBezTo>
                  <a:pt x="753676" y="64509"/>
                  <a:pt x="757286" y="58476"/>
                  <a:pt x="761866" y="53447"/>
                </a:cubicBezTo>
                <a:cubicBezTo>
                  <a:pt x="766192" y="48672"/>
                  <a:pt x="771440" y="44963"/>
                  <a:pt x="777610" y="42322"/>
                </a:cubicBezTo>
                <a:cubicBezTo>
                  <a:pt x="783781" y="39680"/>
                  <a:pt x="789951" y="38359"/>
                  <a:pt x="796122" y="38359"/>
                </a:cubicBezTo>
                <a:cubicBezTo>
                  <a:pt x="802547" y="38359"/>
                  <a:pt x="807811" y="39043"/>
                  <a:pt x="811914" y="40410"/>
                </a:cubicBezTo>
                <a:cubicBezTo>
                  <a:pt x="816017" y="41778"/>
                  <a:pt x="820231" y="43511"/>
                  <a:pt x="824557" y="45611"/>
                </a:cubicBezTo>
                <a:lnTo>
                  <a:pt x="824557" y="0"/>
                </a:lnTo>
                <a:lnTo>
                  <a:pt x="858908" y="0"/>
                </a:lnTo>
                <a:lnTo>
                  <a:pt x="858908" y="148473"/>
                </a:lnTo>
                <a:moveTo>
                  <a:pt x="824557" y="118988"/>
                </a:moveTo>
                <a:lnTo>
                  <a:pt x="824557" y="66412"/>
                </a:lnTo>
                <a:cubicBezTo>
                  <a:pt x="822140" y="65394"/>
                  <a:pt x="819595" y="64663"/>
                  <a:pt x="816923" y="64217"/>
                </a:cubicBezTo>
                <a:cubicBezTo>
                  <a:pt x="814252" y="63772"/>
                  <a:pt x="811802" y="63549"/>
                  <a:pt x="809576" y="63549"/>
                </a:cubicBezTo>
                <a:cubicBezTo>
                  <a:pt x="800543" y="63549"/>
                  <a:pt x="793768" y="66364"/>
                  <a:pt x="789252" y="71994"/>
                </a:cubicBezTo>
                <a:cubicBezTo>
                  <a:pt x="784735" y="77624"/>
                  <a:pt x="782477" y="85432"/>
                  <a:pt x="782477" y="95420"/>
                </a:cubicBezTo>
                <a:cubicBezTo>
                  <a:pt x="782477" y="105916"/>
                  <a:pt x="784290" y="113533"/>
                  <a:pt x="787916" y="118273"/>
                </a:cubicBezTo>
                <a:cubicBezTo>
                  <a:pt x="791542" y="123012"/>
                  <a:pt x="797362" y="125381"/>
                  <a:pt x="805378" y="125381"/>
                </a:cubicBezTo>
                <a:cubicBezTo>
                  <a:pt x="808495" y="125381"/>
                  <a:pt x="811802" y="124793"/>
                  <a:pt x="815301" y="123616"/>
                </a:cubicBezTo>
                <a:cubicBezTo>
                  <a:pt x="818800" y="122439"/>
                  <a:pt x="821885" y="120897"/>
                  <a:pt x="824557" y="118988"/>
                </a:cubicBezTo>
                <a:close/>
                <a:moveTo>
                  <a:pt x="956193" y="120467"/>
                </a:moveTo>
                <a:lnTo>
                  <a:pt x="956193" y="98282"/>
                </a:lnTo>
                <a:cubicBezTo>
                  <a:pt x="951550" y="98662"/>
                  <a:pt x="946524" y="99184"/>
                  <a:pt x="941117" y="99848"/>
                </a:cubicBezTo>
                <a:cubicBezTo>
                  <a:pt x="935710" y="100510"/>
                  <a:pt x="931607" y="101284"/>
                  <a:pt x="928808" y="102171"/>
                </a:cubicBezTo>
                <a:cubicBezTo>
                  <a:pt x="925373" y="103244"/>
                  <a:pt x="922749" y="104808"/>
                  <a:pt x="920936" y="106864"/>
                </a:cubicBezTo>
                <a:cubicBezTo>
                  <a:pt x="919123" y="108917"/>
                  <a:pt x="918216" y="111619"/>
                  <a:pt x="918216" y="114969"/>
                </a:cubicBezTo>
                <a:cubicBezTo>
                  <a:pt x="918216" y="117181"/>
                  <a:pt x="918407" y="118983"/>
                  <a:pt x="918789" y="120375"/>
                </a:cubicBezTo>
                <a:cubicBezTo>
                  <a:pt x="919170" y="121764"/>
                  <a:pt x="920125" y="123091"/>
                  <a:pt x="921651" y="124356"/>
                </a:cubicBezTo>
                <a:cubicBezTo>
                  <a:pt x="923115" y="125620"/>
                  <a:pt x="924864" y="126552"/>
                  <a:pt x="926899" y="127153"/>
                </a:cubicBezTo>
                <a:cubicBezTo>
                  <a:pt x="928935" y="127753"/>
                  <a:pt x="932116" y="128053"/>
                  <a:pt x="936441" y="128053"/>
                </a:cubicBezTo>
                <a:cubicBezTo>
                  <a:pt x="939877" y="128053"/>
                  <a:pt x="943359" y="127358"/>
                  <a:pt x="946890" y="125969"/>
                </a:cubicBezTo>
                <a:cubicBezTo>
                  <a:pt x="950420" y="124577"/>
                  <a:pt x="953522" y="122743"/>
                  <a:pt x="956193" y="120467"/>
                </a:cubicBezTo>
                <a:moveTo>
                  <a:pt x="956193" y="137118"/>
                </a:moveTo>
                <a:cubicBezTo>
                  <a:pt x="954349" y="138517"/>
                  <a:pt x="952058" y="140203"/>
                  <a:pt x="949323" y="142175"/>
                </a:cubicBezTo>
                <a:cubicBezTo>
                  <a:pt x="946588" y="144147"/>
                  <a:pt x="944011" y="145706"/>
                  <a:pt x="941594" y="146851"/>
                </a:cubicBezTo>
                <a:cubicBezTo>
                  <a:pt x="938223" y="148377"/>
                  <a:pt x="934724" y="149507"/>
                  <a:pt x="931098" y="150238"/>
                </a:cubicBezTo>
                <a:cubicBezTo>
                  <a:pt x="927472" y="150970"/>
                  <a:pt x="923496" y="151335"/>
                  <a:pt x="919170" y="151335"/>
                </a:cubicBezTo>
                <a:cubicBezTo>
                  <a:pt x="908992" y="151335"/>
                  <a:pt x="900468" y="148187"/>
                  <a:pt x="893598" y="141889"/>
                </a:cubicBezTo>
                <a:cubicBezTo>
                  <a:pt x="886728" y="135591"/>
                  <a:pt x="883293" y="127544"/>
                  <a:pt x="883293" y="117748"/>
                </a:cubicBezTo>
                <a:cubicBezTo>
                  <a:pt x="883293" y="109923"/>
                  <a:pt x="885042" y="103530"/>
                  <a:pt x="888541" y="98568"/>
                </a:cubicBezTo>
                <a:cubicBezTo>
                  <a:pt x="892040" y="93607"/>
                  <a:pt x="897001" y="89694"/>
                  <a:pt x="903426" y="86832"/>
                </a:cubicBezTo>
                <a:cubicBezTo>
                  <a:pt x="909788" y="83969"/>
                  <a:pt x="917676" y="81934"/>
                  <a:pt x="927090" y="80725"/>
                </a:cubicBezTo>
                <a:cubicBezTo>
                  <a:pt x="936505" y="79516"/>
                  <a:pt x="946270" y="78626"/>
                  <a:pt x="956384" y="78053"/>
                </a:cubicBezTo>
                <a:lnTo>
                  <a:pt x="956384" y="77481"/>
                </a:lnTo>
                <a:cubicBezTo>
                  <a:pt x="956384" y="71565"/>
                  <a:pt x="953967" y="67478"/>
                  <a:pt x="949132" y="65219"/>
                </a:cubicBezTo>
                <a:cubicBezTo>
                  <a:pt x="944298" y="62961"/>
                  <a:pt x="937173" y="61832"/>
                  <a:pt x="927758" y="61832"/>
                </a:cubicBezTo>
                <a:cubicBezTo>
                  <a:pt x="922097" y="61832"/>
                  <a:pt x="916053" y="62834"/>
                  <a:pt x="909629" y="64838"/>
                </a:cubicBezTo>
                <a:cubicBezTo>
                  <a:pt x="903204" y="66841"/>
                  <a:pt x="898592" y="68384"/>
                  <a:pt x="895793" y="69465"/>
                </a:cubicBezTo>
                <a:lnTo>
                  <a:pt x="892644" y="69465"/>
                </a:lnTo>
                <a:lnTo>
                  <a:pt x="892644" y="43526"/>
                </a:lnTo>
                <a:cubicBezTo>
                  <a:pt x="896270" y="42570"/>
                  <a:pt x="902170" y="41438"/>
                  <a:pt x="910344" y="40130"/>
                </a:cubicBezTo>
                <a:cubicBezTo>
                  <a:pt x="918518" y="38822"/>
                  <a:pt x="926709" y="38168"/>
                  <a:pt x="934915" y="38168"/>
                </a:cubicBezTo>
                <a:cubicBezTo>
                  <a:pt x="954444" y="38168"/>
                  <a:pt x="968550" y="41177"/>
                  <a:pt x="977233" y="47194"/>
                </a:cubicBezTo>
                <a:cubicBezTo>
                  <a:pt x="985917" y="53209"/>
                  <a:pt x="990258" y="62648"/>
                  <a:pt x="990258" y="75510"/>
                </a:cubicBezTo>
                <a:lnTo>
                  <a:pt x="990258" y="148473"/>
                </a:lnTo>
                <a:lnTo>
                  <a:pt x="956193" y="148473"/>
                </a:lnTo>
                <a:lnTo>
                  <a:pt x="956193" y="137118"/>
                </a:lnTo>
                <a:close/>
                <a:moveTo>
                  <a:pt x="1090359" y="147531"/>
                </a:moveTo>
                <a:cubicBezTo>
                  <a:pt x="1086670" y="148481"/>
                  <a:pt x="1082757" y="149225"/>
                  <a:pt x="1078623" y="149764"/>
                </a:cubicBezTo>
                <a:cubicBezTo>
                  <a:pt x="1074488" y="150303"/>
                  <a:pt x="1069431" y="150572"/>
                  <a:pt x="1063451" y="150572"/>
                </a:cubicBezTo>
                <a:cubicBezTo>
                  <a:pt x="1050092" y="150572"/>
                  <a:pt x="1040153" y="147866"/>
                  <a:pt x="1033632" y="142453"/>
                </a:cubicBezTo>
                <a:cubicBezTo>
                  <a:pt x="1027112" y="137039"/>
                  <a:pt x="1023852" y="127774"/>
                  <a:pt x="1023852" y="114656"/>
                </a:cubicBezTo>
                <a:lnTo>
                  <a:pt x="1023852" y="64504"/>
                </a:lnTo>
                <a:lnTo>
                  <a:pt x="1009730" y="64504"/>
                </a:lnTo>
                <a:lnTo>
                  <a:pt x="1009730" y="41221"/>
                </a:lnTo>
                <a:lnTo>
                  <a:pt x="1023852" y="41221"/>
                </a:lnTo>
                <a:lnTo>
                  <a:pt x="1023852" y="10496"/>
                </a:lnTo>
                <a:lnTo>
                  <a:pt x="1058203" y="10496"/>
                </a:lnTo>
                <a:lnTo>
                  <a:pt x="1058203" y="41221"/>
                </a:lnTo>
                <a:lnTo>
                  <a:pt x="1090359" y="41221"/>
                </a:lnTo>
                <a:lnTo>
                  <a:pt x="1090359" y="64504"/>
                </a:lnTo>
                <a:lnTo>
                  <a:pt x="1058203" y="64504"/>
                </a:lnTo>
                <a:lnTo>
                  <a:pt x="1058203" y="102597"/>
                </a:lnTo>
                <a:cubicBezTo>
                  <a:pt x="1058203" y="106362"/>
                  <a:pt x="1058235" y="109648"/>
                  <a:pt x="1058298" y="112455"/>
                </a:cubicBezTo>
                <a:cubicBezTo>
                  <a:pt x="1058362" y="115262"/>
                  <a:pt x="1058871" y="117783"/>
                  <a:pt x="1059825" y="120017"/>
                </a:cubicBezTo>
                <a:cubicBezTo>
                  <a:pt x="1060716" y="122249"/>
                  <a:pt x="1062290" y="124020"/>
                  <a:pt x="1064548" y="125328"/>
                </a:cubicBezTo>
                <a:cubicBezTo>
                  <a:pt x="1066807" y="126636"/>
                  <a:pt x="1070098" y="127290"/>
                  <a:pt x="1074424" y="127290"/>
                </a:cubicBezTo>
                <a:cubicBezTo>
                  <a:pt x="1076205" y="127290"/>
                  <a:pt x="1078543" y="126908"/>
                  <a:pt x="1081438" y="126145"/>
                </a:cubicBezTo>
                <a:cubicBezTo>
                  <a:pt x="1084332" y="125381"/>
                  <a:pt x="1086352" y="124682"/>
                  <a:pt x="1087497" y="124045"/>
                </a:cubicBezTo>
                <a:lnTo>
                  <a:pt x="1090359" y="124045"/>
                </a:lnTo>
                <a:lnTo>
                  <a:pt x="1090359" y="147531"/>
                </a:lnTo>
                <a:close/>
                <a:moveTo>
                  <a:pt x="1145310" y="148473"/>
                </a:moveTo>
                <a:lnTo>
                  <a:pt x="1110959" y="148473"/>
                </a:lnTo>
                <a:lnTo>
                  <a:pt x="1110959" y="41221"/>
                </a:lnTo>
                <a:lnTo>
                  <a:pt x="1145310" y="41221"/>
                </a:lnTo>
                <a:lnTo>
                  <a:pt x="1145310" y="148473"/>
                </a:lnTo>
                <a:moveTo>
                  <a:pt x="1146264" y="26145"/>
                </a:moveTo>
                <a:lnTo>
                  <a:pt x="1110005" y="26145"/>
                </a:lnTo>
                <a:lnTo>
                  <a:pt x="1110005" y="0"/>
                </a:lnTo>
                <a:lnTo>
                  <a:pt x="1146264" y="0"/>
                </a:lnTo>
                <a:lnTo>
                  <a:pt x="1146264" y="26145"/>
                </a:lnTo>
                <a:close/>
                <a:moveTo>
                  <a:pt x="1287335" y="94895"/>
                </a:moveTo>
                <a:cubicBezTo>
                  <a:pt x="1287335" y="112559"/>
                  <a:pt x="1282198" y="126478"/>
                  <a:pt x="1271925" y="136650"/>
                </a:cubicBezTo>
                <a:cubicBezTo>
                  <a:pt x="1261651" y="146822"/>
                  <a:pt x="1247227" y="151908"/>
                  <a:pt x="1228652" y="151908"/>
                </a:cubicBezTo>
                <a:cubicBezTo>
                  <a:pt x="1210077" y="151908"/>
                  <a:pt x="1195653" y="146822"/>
                  <a:pt x="1185379" y="136650"/>
                </a:cubicBezTo>
                <a:cubicBezTo>
                  <a:pt x="1175106" y="126478"/>
                  <a:pt x="1169969" y="112559"/>
                  <a:pt x="1169969" y="94895"/>
                </a:cubicBezTo>
                <a:cubicBezTo>
                  <a:pt x="1169969" y="77103"/>
                  <a:pt x="1175137" y="63137"/>
                  <a:pt x="1185474" y="52997"/>
                </a:cubicBezTo>
                <a:cubicBezTo>
                  <a:pt x="1195812" y="42856"/>
                  <a:pt x="1210204" y="37786"/>
                  <a:pt x="1228652" y="37786"/>
                </a:cubicBezTo>
                <a:cubicBezTo>
                  <a:pt x="1247354" y="37786"/>
                  <a:pt x="1261810" y="42888"/>
                  <a:pt x="1272020" y="53092"/>
                </a:cubicBezTo>
                <a:cubicBezTo>
                  <a:pt x="1282230" y="63296"/>
                  <a:pt x="1287335" y="77230"/>
                  <a:pt x="1287335" y="94895"/>
                </a:cubicBezTo>
                <a:moveTo>
                  <a:pt x="1245064" y="120983"/>
                </a:moveTo>
                <a:cubicBezTo>
                  <a:pt x="1247290" y="118244"/>
                  <a:pt x="1248960" y="114947"/>
                  <a:pt x="1250074" y="111092"/>
                </a:cubicBezTo>
                <a:cubicBezTo>
                  <a:pt x="1251187" y="107238"/>
                  <a:pt x="1251743" y="101902"/>
                  <a:pt x="1251743" y="95086"/>
                </a:cubicBezTo>
                <a:cubicBezTo>
                  <a:pt x="1251743" y="88780"/>
                  <a:pt x="1251171" y="83493"/>
                  <a:pt x="1250026" y="79225"/>
                </a:cubicBezTo>
                <a:cubicBezTo>
                  <a:pt x="1248881" y="74955"/>
                  <a:pt x="1247290" y="71546"/>
                  <a:pt x="1245255" y="68997"/>
                </a:cubicBezTo>
                <a:cubicBezTo>
                  <a:pt x="1243219" y="66387"/>
                  <a:pt x="1240770" y="64540"/>
                  <a:pt x="1237908" y="63457"/>
                </a:cubicBezTo>
                <a:cubicBezTo>
                  <a:pt x="1235045" y="62374"/>
                  <a:pt x="1231960" y="61832"/>
                  <a:pt x="1228652" y="61832"/>
                </a:cubicBezTo>
                <a:cubicBezTo>
                  <a:pt x="1225344" y="61832"/>
                  <a:pt x="1222402" y="62278"/>
                  <a:pt x="1219826" y="63171"/>
                </a:cubicBezTo>
                <a:cubicBezTo>
                  <a:pt x="1217249" y="64061"/>
                  <a:pt x="1214784" y="65844"/>
                  <a:pt x="1212431" y="68520"/>
                </a:cubicBezTo>
                <a:cubicBezTo>
                  <a:pt x="1210331" y="71005"/>
                  <a:pt x="1208661" y="74413"/>
                  <a:pt x="1207421" y="78745"/>
                </a:cubicBezTo>
                <a:cubicBezTo>
                  <a:pt x="1206181" y="83077"/>
                  <a:pt x="1205560" y="88524"/>
                  <a:pt x="1205560" y="95086"/>
                </a:cubicBezTo>
                <a:cubicBezTo>
                  <a:pt x="1205560" y="100946"/>
                  <a:pt x="1206101" y="106027"/>
                  <a:pt x="1207182" y="110329"/>
                </a:cubicBezTo>
                <a:cubicBezTo>
                  <a:pt x="1208264" y="114629"/>
                  <a:pt x="1209854" y="118085"/>
                  <a:pt x="1211953" y="120697"/>
                </a:cubicBezTo>
                <a:cubicBezTo>
                  <a:pt x="1213989" y="123180"/>
                  <a:pt x="1216422" y="124995"/>
                  <a:pt x="1219253" y="126142"/>
                </a:cubicBezTo>
                <a:cubicBezTo>
                  <a:pt x="1222084" y="127289"/>
                  <a:pt x="1225312" y="127862"/>
                  <a:pt x="1228938" y="127862"/>
                </a:cubicBezTo>
                <a:cubicBezTo>
                  <a:pt x="1232055" y="127862"/>
                  <a:pt x="1235029" y="127336"/>
                  <a:pt x="1237860" y="126285"/>
                </a:cubicBezTo>
                <a:cubicBezTo>
                  <a:pt x="1240691" y="125233"/>
                  <a:pt x="1243092" y="123466"/>
                  <a:pt x="1245064" y="120983"/>
                </a:cubicBezTo>
                <a:close/>
                <a:moveTo>
                  <a:pt x="1419679" y="148473"/>
                </a:moveTo>
                <a:lnTo>
                  <a:pt x="1385137" y="148473"/>
                </a:lnTo>
                <a:lnTo>
                  <a:pt x="1385137" y="95387"/>
                </a:lnTo>
                <a:cubicBezTo>
                  <a:pt x="1385137" y="91065"/>
                  <a:pt x="1384914" y="86760"/>
                  <a:pt x="1384469" y="82472"/>
                </a:cubicBezTo>
                <a:cubicBezTo>
                  <a:pt x="1384024" y="78182"/>
                  <a:pt x="1383260" y="75021"/>
                  <a:pt x="1382179" y="72987"/>
                </a:cubicBezTo>
                <a:cubicBezTo>
                  <a:pt x="1380907" y="70637"/>
                  <a:pt x="1379046" y="68923"/>
                  <a:pt x="1376597" y="67843"/>
                </a:cubicBezTo>
                <a:cubicBezTo>
                  <a:pt x="1374148" y="66762"/>
                  <a:pt x="1370728" y="66221"/>
                  <a:pt x="1366339" y="66221"/>
                </a:cubicBezTo>
                <a:cubicBezTo>
                  <a:pt x="1363222" y="66221"/>
                  <a:pt x="1360057" y="66730"/>
                  <a:pt x="1356845" y="67748"/>
                </a:cubicBezTo>
                <a:cubicBezTo>
                  <a:pt x="1353632" y="68764"/>
                  <a:pt x="1350150" y="70384"/>
                  <a:pt x="1346396" y="72608"/>
                </a:cubicBezTo>
                <a:lnTo>
                  <a:pt x="1346396" y="148473"/>
                </a:lnTo>
                <a:lnTo>
                  <a:pt x="1312045" y="148473"/>
                </a:lnTo>
                <a:lnTo>
                  <a:pt x="1312045" y="41221"/>
                </a:lnTo>
                <a:lnTo>
                  <a:pt x="1346396" y="41221"/>
                </a:lnTo>
                <a:lnTo>
                  <a:pt x="1346396" y="53149"/>
                </a:lnTo>
                <a:cubicBezTo>
                  <a:pt x="1352503" y="48378"/>
                  <a:pt x="1358372" y="44720"/>
                  <a:pt x="1364001" y="42175"/>
                </a:cubicBezTo>
                <a:cubicBezTo>
                  <a:pt x="1369631" y="39631"/>
                  <a:pt x="1375881" y="38359"/>
                  <a:pt x="1382751" y="38359"/>
                </a:cubicBezTo>
                <a:cubicBezTo>
                  <a:pt x="1394329" y="38359"/>
                  <a:pt x="1403378" y="41730"/>
                  <a:pt x="1409898" y="48473"/>
                </a:cubicBezTo>
                <a:cubicBezTo>
                  <a:pt x="1416419" y="55216"/>
                  <a:pt x="1419679" y="65299"/>
                  <a:pt x="1419679" y="78721"/>
                </a:cubicBezTo>
                <a:lnTo>
                  <a:pt x="1419679" y="148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make">
            <a:extLst xmlns:a="http://schemas.openxmlformats.org/drawingml/2006/main">
              <a:ext uri="{FF2B5EF4-FFF2-40B4-BE49-F238E27FC236}">
                <a16:creationId xmlns:a16="http://schemas.microsoft.com/office/drawing/2014/main" id="{04D3021C-DFEB-4B90-A186-3D3EE980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17" y="3859497"/>
            <a:ext cx="573954" cy="151335"/>
          </a:xfrm>
          <a:custGeom xmlns:a="http://schemas.openxmlformats.org/drawingml/2006/main">
            <a:pathLst>
              <a:path w="573954" h="151335">
                <a:moveTo>
                  <a:pt x="104771" y="72608"/>
                </a:moveTo>
                <a:lnTo>
                  <a:pt x="104771" y="148473"/>
                </a:lnTo>
                <a:lnTo>
                  <a:pt x="70229" y="148473"/>
                </a:lnTo>
                <a:lnTo>
                  <a:pt x="70229" y="95005"/>
                </a:lnTo>
                <a:cubicBezTo>
                  <a:pt x="70229" y="89795"/>
                  <a:pt x="70102" y="85363"/>
                  <a:pt x="69847" y="81709"/>
                </a:cubicBezTo>
                <a:cubicBezTo>
                  <a:pt x="69593" y="78055"/>
                  <a:pt x="68893" y="75084"/>
                  <a:pt x="67748" y="72796"/>
                </a:cubicBezTo>
                <a:cubicBezTo>
                  <a:pt x="66603" y="70510"/>
                  <a:pt x="64869" y="68843"/>
                  <a:pt x="62548" y="67796"/>
                </a:cubicBezTo>
                <a:cubicBezTo>
                  <a:pt x="60226" y="66746"/>
                  <a:pt x="56966" y="66221"/>
                  <a:pt x="52767" y="66221"/>
                </a:cubicBezTo>
                <a:cubicBezTo>
                  <a:pt x="49396" y="66221"/>
                  <a:pt x="46119" y="66904"/>
                  <a:pt x="42939" y="68270"/>
                </a:cubicBezTo>
                <a:cubicBezTo>
                  <a:pt x="39758" y="69635"/>
                  <a:pt x="36896" y="71082"/>
                  <a:pt x="34351" y="72608"/>
                </a:cubicBezTo>
                <a:lnTo>
                  <a:pt x="34351" y="148473"/>
                </a:lnTo>
                <a:lnTo>
                  <a:pt x="0" y="148473"/>
                </a:lnTo>
                <a:lnTo>
                  <a:pt x="0" y="41221"/>
                </a:lnTo>
                <a:lnTo>
                  <a:pt x="34351" y="41221"/>
                </a:lnTo>
                <a:lnTo>
                  <a:pt x="34351" y="53149"/>
                </a:lnTo>
                <a:cubicBezTo>
                  <a:pt x="40267" y="48505"/>
                  <a:pt x="45929" y="44879"/>
                  <a:pt x="51336" y="42271"/>
                </a:cubicBezTo>
                <a:cubicBezTo>
                  <a:pt x="56743" y="39663"/>
                  <a:pt x="62722" y="38359"/>
                  <a:pt x="69275" y="38359"/>
                </a:cubicBezTo>
                <a:cubicBezTo>
                  <a:pt x="76336" y="38359"/>
                  <a:pt x="82570" y="39933"/>
                  <a:pt x="87977" y="43082"/>
                </a:cubicBezTo>
                <a:cubicBezTo>
                  <a:pt x="93384" y="46231"/>
                  <a:pt x="97614" y="50859"/>
                  <a:pt x="100668" y="56965"/>
                </a:cubicBezTo>
                <a:cubicBezTo>
                  <a:pt x="107538" y="51177"/>
                  <a:pt x="114217" y="46628"/>
                  <a:pt x="120706" y="43320"/>
                </a:cubicBezTo>
                <a:cubicBezTo>
                  <a:pt x="127194" y="40013"/>
                  <a:pt x="133556" y="38359"/>
                  <a:pt x="139790" y="38359"/>
                </a:cubicBezTo>
                <a:cubicBezTo>
                  <a:pt x="151367" y="38359"/>
                  <a:pt x="160162" y="41826"/>
                  <a:pt x="166173" y="48759"/>
                </a:cubicBezTo>
                <a:cubicBezTo>
                  <a:pt x="172185" y="55693"/>
                  <a:pt x="175190" y="65680"/>
                  <a:pt x="175190" y="78721"/>
                </a:cubicBezTo>
                <a:lnTo>
                  <a:pt x="175190" y="148473"/>
                </a:lnTo>
                <a:lnTo>
                  <a:pt x="140648" y="148473"/>
                </a:lnTo>
                <a:lnTo>
                  <a:pt x="140648" y="95005"/>
                </a:lnTo>
                <a:cubicBezTo>
                  <a:pt x="140648" y="89731"/>
                  <a:pt x="140537" y="85283"/>
                  <a:pt x="140315" y="81661"/>
                </a:cubicBezTo>
                <a:cubicBezTo>
                  <a:pt x="140092" y="78039"/>
                  <a:pt x="139408" y="75084"/>
                  <a:pt x="138263" y="72796"/>
                </a:cubicBezTo>
                <a:cubicBezTo>
                  <a:pt x="137182" y="70510"/>
                  <a:pt x="135464" y="68843"/>
                  <a:pt x="133110" y="67796"/>
                </a:cubicBezTo>
                <a:cubicBezTo>
                  <a:pt x="130757" y="66746"/>
                  <a:pt x="127449" y="66221"/>
                  <a:pt x="123187" y="66221"/>
                </a:cubicBezTo>
                <a:cubicBezTo>
                  <a:pt x="120324" y="66221"/>
                  <a:pt x="117525" y="66714"/>
                  <a:pt x="114790" y="67700"/>
                </a:cubicBezTo>
                <a:cubicBezTo>
                  <a:pt x="112054" y="68684"/>
                  <a:pt x="108715" y="70320"/>
                  <a:pt x="104771" y="72608"/>
                </a:cubicBezTo>
                <a:close/>
                <a:moveTo>
                  <a:pt x="271639" y="120467"/>
                </a:moveTo>
                <a:lnTo>
                  <a:pt x="271639" y="98282"/>
                </a:lnTo>
                <a:cubicBezTo>
                  <a:pt x="266995" y="98662"/>
                  <a:pt x="261970" y="99184"/>
                  <a:pt x="256563" y="99848"/>
                </a:cubicBezTo>
                <a:cubicBezTo>
                  <a:pt x="251156" y="100510"/>
                  <a:pt x="247053" y="101284"/>
                  <a:pt x="244254" y="102171"/>
                </a:cubicBezTo>
                <a:cubicBezTo>
                  <a:pt x="240819" y="103244"/>
                  <a:pt x="238195" y="104808"/>
                  <a:pt x="236382" y="106864"/>
                </a:cubicBezTo>
                <a:cubicBezTo>
                  <a:pt x="234569" y="108917"/>
                  <a:pt x="233662" y="111619"/>
                  <a:pt x="233662" y="114969"/>
                </a:cubicBezTo>
                <a:cubicBezTo>
                  <a:pt x="233662" y="117181"/>
                  <a:pt x="233853" y="118983"/>
                  <a:pt x="234235" y="120375"/>
                </a:cubicBezTo>
                <a:cubicBezTo>
                  <a:pt x="234616" y="121764"/>
                  <a:pt x="235570" y="123091"/>
                  <a:pt x="237097" y="124356"/>
                </a:cubicBezTo>
                <a:cubicBezTo>
                  <a:pt x="238560" y="125620"/>
                  <a:pt x="240310" y="126552"/>
                  <a:pt x="242345" y="127153"/>
                </a:cubicBezTo>
                <a:cubicBezTo>
                  <a:pt x="244381" y="127753"/>
                  <a:pt x="247562" y="128053"/>
                  <a:pt x="251887" y="128053"/>
                </a:cubicBezTo>
                <a:cubicBezTo>
                  <a:pt x="255322" y="128053"/>
                  <a:pt x="258805" y="127358"/>
                  <a:pt x="262336" y="125969"/>
                </a:cubicBezTo>
                <a:cubicBezTo>
                  <a:pt x="265866" y="124577"/>
                  <a:pt x="268967" y="122743"/>
                  <a:pt x="271639" y="120467"/>
                </a:cubicBezTo>
                <a:moveTo>
                  <a:pt x="271639" y="137118"/>
                </a:moveTo>
                <a:cubicBezTo>
                  <a:pt x="269794" y="138517"/>
                  <a:pt x="267504" y="140203"/>
                  <a:pt x="264769" y="142175"/>
                </a:cubicBezTo>
                <a:cubicBezTo>
                  <a:pt x="262034" y="144147"/>
                  <a:pt x="259457" y="145706"/>
                  <a:pt x="257040" y="146851"/>
                </a:cubicBezTo>
                <a:cubicBezTo>
                  <a:pt x="253668" y="148377"/>
                  <a:pt x="250170" y="149507"/>
                  <a:pt x="246544" y="150238"/>
                </a:cubicBezTo>
                <a:cubicBezTo>
                  <a:pt x="242918" y="150970"/>
                  <a:pt x="238942" y="151335"/>
                  <a:pt x="234616" y="151335"/>
                </a:cubicBezTo>
                <a:cubicBezTo>
                  <a:pt x="224438" y="151335"/>
                  <a:pt x="215914" y="148187"/>
                  <a:pt x="209044" y="141889"/>
                </a:cubicBezTo>
                <a:cubicBezTo>
                  <a:pt x="202174" y="135591"/>
                  <a:pt x="198739" y="127544"/>
                  <a:pt x="198739" y="117748"/>
                </a:cubicBezTo>
                <a:cubicBezTo>
                  <a:pt x="198739" y="109923"/>
                  <a:pt x="200488" y="103530"/>
                  <a:pt x="203987" y="98568"/>
                </a:cubicBezTo>
                <a:cubicBezTo>
                  <a:pt x="207485" y="93607"/>
                  <a:pt x="212447" y="89694"/>
                  <a:pt x="218872" y="86832"/>
                </a:cubicBezTo>
                <a:cubicBezTo>
                  <a:pt x="225233" y="83969"/>
                  <a:pt x="233121" y="81934"/>
                  <a:pt x="242536" y="80725"/>
                </a:cubicBezTo>
                <a:cubicBezTo>
                  <a:pt x="251951" y="79516"/>
                  <a:pt x="261715" y="78626"/>
                  <a:pt x="271830" y="78053"/>
                </a:cubicBezTo>
                <a:lnTo>
                  <a:pt x="271830" y="77481"/>
                </a:lnTo>
                <a:cubicBezTo>
                  <a:pt x="271830" y="71565"/>
                  <a:pt x="269413" y="67478"/>
                  <a:pt x="264578" y="65219"/>
                </a:cubicBezTo>
                <a:cubicBezTo>
                  <a:pt x="259743" y="62961"/>
                  <a:pt x="252619" y="61832"/>
                  <a:pt x="243204" y="61832"/>
                </a:cubicBezTo>
                <a:cubicBezTo>
                  <a:pt x="237542" y="61832"/>
                  <a:pt x="231499" y="62834"/>
                  <a:pt x="225074" y="64838"/>
                </a:cubicBezTo>
                <a:cubicBezTo>
                  <a:pt x="218649" y="66841"/>
                  <a:pt x="214037" y="68384"/>
                  <a:pt x="211238" y="69465"/>
                </a:cubicBezTo>
                <a:lnTo>
                  <a:pt x="208090" y="69465"/>
                </a:lnTo>
                <a:lnTo>
                  <a:pt x="208090" y="43526"/>
                </a:lnTo>
                <a:cubicBezTo>
                  <a:pt x="211716" y="42570"/>
                  <a:pt x="217616" y="41438"/>
                  <a:pt x="225790" y="40130"/>
                </a:cubicBezTo>
                <a:cubicBezTo>
                  <a:pt x="233964" y="38822"/>
                  <a:pt x="242154" y="38168"/>
                  <a:pt x="250361" y="38168"/>
                </a:cubicBezTo>
                <a:cubicBezTo>
                  <a:pt x="269890" y="38168"/>
                  <a:pt x="283996" y="41177"/>
                  <a:pt x="292679" y="47194"/>
                </a:cubicBezTo>
                <a:cubicBezTo>
                  <a:pt x="301362" y="53209"/>
                  <a:pt x="305704" y="62648"/>
                  <a:pt x="305704" y="75510"/>
                </a:cubicBezTo>
                <a:lnTo>
                  <a:pt x="305704" y="148473"/>
                </a:lnTo>
                <a:lnTo>
                  <a:pt x="271639" y="148473"/>
                </a:lnTo>
                <a:lnTo>
                  <a:pt x="271639" y="137118"/>
                </a:lnTo>
                <a:close/>
                <a:moveTo>
                  <a:pt x="451034" y="148473"/>
                </a:moveTo>
                <a:lnTo>
                  <a:pt x="411053" y="148473"/>
                </a:lnTo>
                <a:lnTo>
                  <a:pt x="380996" y="101771"/>
                </a:lnTo>
                <a:lnTo>
                  <a:pt x="371645" y="113135"/>
                </a:lnTo>
                <a:lnTo>
                  <a:pt x="371645" y="148473"/>
                </a:lnTo>
                <a:lnTo>
                  <a:pt x="337294" y="148473"/>
                </a:lnTo>
                <a:lnTo>
                  <a:pt x="337294" y="0"/>
                </a:lnTo>
                <a:lnTo>
                  <a:pt x="371645" y="0"/>
                </a:lnTo>
                <a:lnTo>
                  <a:pt x="371645" y="88591"/>
                </a:lnTo>
                <a:lnTo>
                  <a:pt x="408668" y="41221"/>
                </a:lnTo>
                <a:lnTo>
                  <a:pt x="448267" y="41221"/>
                </a:lnTo>
                <a:lnTo>
                  <a:pt x="409717" y="87446"/>
                </a:lnTo>
                <a:lnTo>
                  <a:pt x="451034" y="148473"/>
                </a:lnTo>
                <a:close/>
                <a:moveTo>
                  <a:pt x="573954" y="101145"/>
                </a:moveTo>
                <a:lnTo>
                  <a:pt x="495329" y="101145"/>
                </a:lnTo>
                <a:cubicBezTo>
                  <a:pt x="495838" y="109603"/>
                  <a:pt x="499034" y="116076"/>
                  <a:pt x="504918" y="120563"/>
                </a:cubicBezTo>
                <a:cubicBezTo>
                  <a:pt x="510803" y="125047"/>
                  <a:pt x="519470" y="127290"/>
                  <a:pt x="530920" y="127290"/>
                </a:cubicBezTo>
                <a:cubicBezTo>
                  <a:pt x="538172" y="127290"/>
                  <a:pt x="545201" y="125976"/>
                  <a:pt x="552008" y="123348"/>
                </a:cubicBezTo>
                <a:cubicBezTo>
                  <a:pt x="558814" y="120720"/>
                  <a:pt x="564190" y="117899"/>
                  <a:pt x="568134" y="114885"/>
                </a:cubicBezTo>
                <a:lnTo>
                  <a:pt x="571951" y="114885"/>
                </a:lnTo>
                <a:lnTo>
                  <a:pt x="571951" y="142461"/>
                </a:lnTo>
                <a:cubicBezTo>
                  <a:pt x="564190" y="145578"/>
                  <a:pt x="556874" y="147837"/>
                  <a:pt x="550004" y="149236"/>
                </a:cubicBezTo>
                <a:cubicBezTo>
                  <a:pt x="543134" y="150636"/>
                  <a:pt x="535532" y="151335"/>
                  <a:pt x="527199" y="151335"/>
                </a:cubicBezTo>
                <a:cubicBezTo>
                  <a:pt x="505698" y="151335"/>
                  <a:pt x="489222" y="146493"/>
                  <a:pt x="477771" y="136808"/>
                </a:cubicBezTo>
                <a:cubicBezTo>
                  <a:pt x="466321" y="127123"/>
                  <a:pt x="460596" y="113327"/>
                  <a:pt x="460596" y="95420"/>
                </a:cubicBezTo>
                <a:cubicBezTo>
                  <a:pt x="460596" y="77707"/>
                  <a:pt x="466019" y="63674"/>
                  <a:pt x="476865" y="53319"/>
                </a:cubicBezTo>
                <a:cubicBezTo>
                  <a:pt x="487711" y="42964"/>
                  <a:pt x="502581" y="37786"/>
                  <a:pt x="521474" y="37786"/>
                </a:cubicBezTo>
                <a:cubicBezTo>
                  <a:pt x="538904" y="37786"/>
                  <a:pt x="552008" y="42198"/>
                  <a:pt x="560786" y="51023"/>
                </a:cubicBezTo>
                <a:cubicBezTo>
                  <a:pt x="569565" y="59845"/>
                  <a:pt x="573954" y="72539"/>
                  <a:pt x="573954" y="89104"/>
                </a:cubicBezTo>
                <a:lnTo>
                  <a:pt x="573954" y="101145"/>
                </a:lnTo>
                <a:moveTo>
                  <a:pt x="539794" y="80916"/>
                </a:moveTo>
                <a:cubicBezTo>
                  <a:pt x="539603" y="73759"/>
                  <a:pt x="537822" y="68376"/>
                  <a:pt x="534451" y="64766"/>
                </a:cubicBezTo>
                <a:cubicBezTo>
                  <a:pt x="531079" y="61156"/>
                  <a:pt x="525831" y="59351"/>
                  <a:pt x="518706" y="59351"/>
                </a:cubicBezTo>
                <a:cubicBezTo>
                  <a:pt x="512091" y="59351"/>
                  <a:pt x="506652" y="61062"/>
                  <a:pt x="502390" y="64483"/>
                </a:cubicBezTo>
                <a:cubicBezTo>
                  <a:pt x="498128" y="67902"/>
                  <a:pt x="495742" y="73380"/>
                  <a:pt x="495233" y="80916"/>
                </a:cubicBezTo>
                <a:lnTo>
                  <a:pt x="539794" y="80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transaction">
            <a:extLst xmlns:a="http://schemas.openxmlformats.org/drawingml/2006/main">
              <a:ext uri="{FF2B5EF4-FFF2-40B4-BE49-F238E27FC236}">
                <a16:creationId xmlns:a16="http://schemas.microsoft.com/office/drawing/2014/main" id="{0419DE2E-4361-4A90-AB48-AA9383A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57" y="4098343"/>
            <a:ext cx="1227193" cy="151908"/>
          </a:xfrm>
          <a:custGeom xmlns:a="http://schemas.openxmlformats.org/drawingml/2006/main">
            <a:pathLst>
              <a:path w="1227193" h="151908">
                <a:moveTo>
                  <a:pt x="80630" y="147531"/>
                </a:moveTo>
                <a:cubicBezTo>
                  <a:pt x="76940" y="148481"/>
                  <a:pt x="73028" y="149225"/>
                  <a:pt x="68893" y="149764"/>
                </a:cubicBezTo>
                <a:cubicBezTo>
                  <a:pt x="64758" y="150303"/>
                  <a:pt x="59701" y="150572"/>
                  <a:pt x="53721" y="150572"/>
                </a:cubicBezTo>
                <a:cubicBezTo>
                  <a:pt x="40362" y="150572"/>
                  <a:pt x="30423" y="147866"/>
                  <a:pt x="23903" y="142453"/>
                </a:cubicBezTo>
                <a:cubicBezTo>
                  <a:pt x="17382" y="137039"/>
                  <a:pt x="14122" y="127774"/>
                  <a:pt x="14122" y="114656"/>
                </a:cubicBezTo>
                <a:lnTo>
                  <a:pt x="14122" y="64504"/>
                </a:lnTo>
                <a:lnTo>
                  <a:pt x="0" y="64504"/>
                </a:lnTo>
                <a:lnTo>
                  <a:pt x="0" y="41221"/>
                </a:lnTo>
                <a:lnTo>
                  <a:pt x="14122" y="41221"/>
                </a:lnTo>
                <a:lnTo>
                  <a:pt x="14122" y="10496"/>
                </a:lnTo>
                <a:lnTo>
                  <a:pt x="48473" y="10496"/>
                </a:lnTo>
                <a:lnTo>
                  <a:pt x="48473" y="41221"/>
                </a:lnTo>
                <a:lnTo>
                  <a:pt x="80630" y="41221"/>
                </a:lnTo>
                <a:lnTo>
                  <a:pt x="80630" y="64504"/>
                </a:lnTo>
                <a:lnTo>
                  <a:pt x="48473" y="64504"/>
                </a:lnTo>
                <a:lnTo>
                  <a:pt x="48473" y="102597"/>
                </a:lnTo>
                <a:cubicBezTo>
                  <a:pt x="48473" y="106362"/>
                  <a:pt x="48505" y="109648"/>
                  <a:pt x="48569" y="112455"/>
                </a:cubicBezTo>
                <a:cubicBezTo>
                  <a:pt x="48632" y="115262"/>
                  <a:pt x="49141" y="117783"/>
                  <a:pt x="50095" y="120017"/>
                </a:cubicBezTo>
                <a:cubicBezTo>
                  <a:pt x="50986" y="122249"/>
                  <a:pt x="52560" y="124020"/>
                  <a:pt x="54819" y="125328"/>
                </a:cubicBezTo>
                <a:cubicBezTo>
                  <a:pt x="57077" y="126636"/>
                  <a:pt x="60369" y="127290"/>
                  <a:pt x="64694" y="127290"/>
                </a:cubicBezTo>
                <a:cubicBezTo>
                  <a:pt x="66476" y="127290"/>
                  <a:pt x="68813" y="126908"/>
                  <a:pt x="71708" y="126145"/>
                </a:cubicBezTo>
                <a:cubicBezTo>
                  <a:pt x="74602" y="125381"/>
                  <a:pt x="76622" y="124682"/>
                  <a:pt x="77767" y="124045"/>
                </a:cubicBezTo>
                <a:lnTo>
                  <a:pt x="80630" y="124045"/>
                </a:lnTo>
                <a:lnTo>
                  <a:pt x="80630" y="147531"/>
                </a:lnTo>
                <a:close/>
                <a:moveTo>
                  <a:pt x="178901" y="74046"/>
                </a:moveTo>
                <a:lnTo>
                  <a:pt x="175848" y="74046"/>
                </a:lnTo>
                <a:cubicBezTo>
                  <a:pt x="174385" y="73537"/>
                  <a:pt x="172031" y="73155"/>
                  <a:pt x="168787" y="72901"/>
                </a:cubicBezTo>
                <a:cubicBezTo>
                  <a:pt x="165542" y="72646"/>
                  <a:pt x="162839" y="72519"/>
                  <a:pt x="160676" y="72519"/>
                </a:cubicBezTo>
                <a:cubicBezTo>
                  <a:pt x="155778" y="72519"/>
                  <a:pt x="151452" y="72837"/>
                  <a:pt x="147699" y="73473"/>
                </a:cubicBezTo>
                <a:cubicBezTo>
                  <a:pt x="143946" y="74109"/>
                  <a:pt x="139906" y="75191"/>
                  <a:pt x="135581" y="76717"/>
                </a:cubicBezTo>
                <a:lnTo>
                  <a:pt x="135581" y="148473"/>
                </a:lnTo>
                <a:lnTo>
                  <a:pt x="101230" y="148473"/>
                </a:lnTo>
                <a:lnTo>
                  <a:pt x="101230" y="41221"/>
                </a:lnTo>
                <a:lnTo>
                  <a:pt x="135581" y="41221"/>
                </a:lnTo>
                <a:lnTo>
                  <a:pt x="135581" y="56965"/>
                </a:lnTo>
                <a:cubicBezTo>
                  <a:pt x="143151" y="50477"/>
                  <a:pt x="149735" y="46167"/>
                  <a:pt x="155333" y="44036"/>
                </a:cubicBezTo>
                <a:cubicBezTo>
                  <a:pt x="160930" y="41905"/>
                  <a:pt x="166083" y="40840"/>
                  <a:pt x="170790" y="40840"/>
                </a:cubicBezTo>
                <a:cubicBezTo>
                  <a:pt x="171999" y="40840"/>
                  <a:pt x="173367" y="40871"/>
                  <a:pt x="174894" y="40935"/>
                </a:cubicBezTo>
                <a:cubicBezTo>
                  <a:pt x="176420" y="40999"/>
                  <a:pt x="177756" y="41094"/>
                  <a:pt x="178901" y="41221"/>
                </a:cubicBezTo>
                <a:lnTo>
                  <a:pt x="178901" y="74046"/>
                </a:lnTo>
                <a:close/>
                <a:moveTo>
                  <a:pt x="263238" y="120467"/>
                </a:moveTo>
                <a:lnTo>
                  <a:pt x="263238" y="98282"/>
                </a:lnTo>
                <a:cubicBezTo>
                  <a:pt x="258595" y="98662"/>
                  <a:pt x="253569" y="99184"/>
                  <a:pt x="248162" y="99848"/>
                </a:cubicBezTo>
                <a:cubicBezTo>
                  <a:pt x="242755" y="100510"/>
                  <a:pt x="238652" y="101284"/>
                  <a:pt x="235853" y="102171"/>
                </a:cubicBezTo>
                <a:cubicBezTo>
                  <a:pt x="232418" y="103244"/>
                  <a:pt x="229794" y="104808"/>
                  <a:pt x="227981" y="106864"/>
                </a:cubicBezTo>
                <a:cubicBezTo>
                  <a:pt x="226168" y="108917"/>
                  <a:pt x="225261" y="111619"/>
                  <a:pt x="225261" y="114969"/>
                </a:cubicBezTo>
                <a:cubicBezTo>
                  <a:pt x="225261" y="117181"/>
                  <a:pt x="225452" y="118983"/>
                  <a:pt x="225834" y="120375"/>
                </a:cubicBezTo>
                <a:cubicBezTo>
                  <a:pt x="226216" y="121764"/>
                  <a:pt x="227170" y="123091"/>
                  <a:pt x="228696" y="124356"/>
                </a:cubicBezTo>
                <a:cubicBezTo>
                  <a:pt x="230160" y="125620"/>
                  <a:pt x="231909" y="126552"/>
                  <a:pt x="233945" y="127153"/>
                </a:cubicBezTo>
                <a:cubicBezTo>
                  <a:pt x="235980" y="127753"/>
                  <a:pt x="239161" y="128053"/>
                  <a:pt x="243486" y="128053"/>
                </a:cubicBezTo>
                <a:cubicBezTo>
                  <a:pt x="246922" y="128053"/>
                  <a:pt x="250404" y="127358"/>
                  <a:pt x="253935" y="125969"/>
                </a:cubicBezTo>
                <a:cubicBezTo>
                  <a:pt x="257465" y="124577"/>
                  <a:pt x="260567" y="122743"/>
                  <a:pt x="263238" y="120467"/>
                </a:cubicBezTo>
                <a:moveTo>
                  <a:pt x="263238" y="137118"/>
                </a:moveTo>
                <a:cubicBezTo>
                  <a:pt x="261394" y="138517"/>
                  <a:pt x="259103" y="140203"/>
                  <a:pt x="256368" y="142175"/>
                </a:cubicBezTo>
                <a:cubicBezTo>
                  <a:pt x="253633" y="144147"/>
                  <a:pt x="251056" y="145706"/>
                  <a:pt x="248639" y="146851"/>
                </a:cubicBezTo>
                <a:cubicBezTo>
                  <a:pt x="245268" y="148377"/>
                  <a:pt x="241769" y="149507"/>
                  <a:pt x="238143" y="150238"/>
                </a:cubicBezTo>
                <a:cubicBezTo>
                  <a:pt x="234517" y="150970"/>
                  <a:pt x="230541" y="151335"/>
                  <a:pt x="226216" y="151335"/>
                </a:cubicBezTo>
                <a:cubicBezTo>
                  <a:pt x="216037" y="151335"/>
                  <a:pt x="207513" y="148187"/>
                  <a:pt x="200643" y="141889"/>
                </a:cubicBezTo>
                <a:cubicBezTo>
                  <a:pt x="193773" y="135591"/>
                  <a:pt x="190338" y="127544"/>
                  <a:pt x="190338" y="117748"/>
                </a:cubicBezTo>
                <a:cubicBezTo>
                  <a:pt x="190338" y="109923"/>
                  <a:pt x="192087" y="103530"/>
                  <a:pt x="195586" y="98568"/>
                </a:cubicBezTo>
                <a:cubicBezTo>
                  <a:pt x="199085" y="93607"/>
                  <a:pt x="204046" y="89694"/>
                  <a:pt x="210471" y="86832"/>
                </a:cubicBezTo>
                <a:cubicBezTo>
                  <a:pt x="216833" y="83969"/>
                  <a:pt x="224721" y="81934"/>
                  <a:pt x="234135" y="80725"/>
                </a:cubicBezTo>
                <a:cubicBezTo>
                  <a:pt x="243550" y="79516"/>
                  <a:pt x="253315" y="78626"/>
                  <a:pt x="263429" y="78053"/>
                </a:cubicBezTo>
                <a:lnTo>
                  <a:pt x="263429" y="77481"/>
                </a:lnTo>
                <a:cubicBezTo>
                  <a:pt x="263429" y="71565"/>
                  <a:pt x="261012" y="67478"/>
                  <a:pt x="256177" y="65219"/>
                </a:cubicBezTo>
                <a:cubicBezTo>
                  <a:pt x="251343" y="62961"/>
                  <a:pt x="244218" y="61832"/>
                  <a:pt x="234803" y="61832"/>
                </a:cubicBezTo>
                <a:cubicBezTo>
                  <a:pt x="229142" y="61832"/>
                  <a:pt x="223098" y="62834"/>
                  <a:pt x="216674" y="64838"/>
                </a:cubicBezTo>
                <a:cubicBezTo>
                  <a:pt x="210249" y="66841"/>
                  <a:pt x="205637" y="68384"/>
                  <a:pt x="202838" y="69465"/>
                </a:cubicBezTo>
                <a:lnTo>
                  <a:pt x="199689" y="69465"/>
                </a:lnTo>
                <a:lnTo>
                  <a:pt x="199689" y="43526"/>
                </a:lnTo>
                <a:cubicBezTo>
                  <a:pt x="203315" y="42570"/>
                  <a:pt x="209215" y="41438"/>
                  <a:pt x="217389" y="40130"/>
                </a:cubicBezTo>
                <a:cubicBezTo>
                  <a:pt x="225563" y="38822"/>
                  <a:pt x="233754" y="38168"/>
                  <a:pt x="241960" y="38168"/>
                </a:cubicBezTo>
                <a:cubicBezTo>
                  <a:pt x="261489" y="38168"/>
                  <a:pt x="275595" y="41177"/>
                  <a:pt x="284278" y="47194"/>
                </a:cubicBezTo>
                <a:cubicBezTo>
                  <a:pt x="292962" y="53209"/>
                  <a:pt x="297303" y="62648"/>
                  <a:pt x="297303" y="75510"/>
                </a:cubicBezTo>
                <a:lnTo>
                  <a:pt x="297303" y="148473"/>
                </a:lnTo>
                <a:lnTo>
                  <a:pt x="263238" y="148473"/>
                </a:lnTo>
                <a:lnTo>
                  <a:pt x="263238" y="137118"/>
                </a:lnTo>
                <a:close/>
                <a:moveTo>
                  <a:pt x="436526" y="148473"/>
                </a:moveTo>
                <a:lnTo>
                  <a:pt x="401985" y="148473"/>
                </a:lnTo>
                <a:lnTo>
                  <a:pt x="401985" y="95387"/>
                </a:lnTo>
                <a:cubicBezTo>
                  <a:pt x="401985" y="91065"/>
                  <a:pt x="401762" y="86760"/>
                  <a:pt x="401317" y="82472"/>
                </a:cubicBezTo>
                <a:cubicBezTo>
                  <a:pt x="400871" y="78182"/>
                  <a:pt x="400108" y="75021"/>
                  <a:pt x="399027" y="72987"/>
                </a:cubicBezTo>
                <a:cubicBezTo>
                  <a:pt x="397754" y="70637"/>
                  <a:pt x="395894" y="68923"/>
                  <a:pt x="393444" y="67843"/>
                </a:cubicBezTo>
                <a:cubicBezTo>
                  <a:pt x="390995" y="66762"/>
                  <a:pt x="387576" y="66221"/>
                  <a:pt x="383187" y="66221"/>
                </a:cubicBezTo>
                <a:cubicBezTo>
                  <a:pt x="380070" y="66221"/>
                  <a:pt x="376905" y="66730"/>
                  <a:pt x="373693" y="67748"/>
                </a:cubicBezTo>
                <a:cubicBezTo>
                  <a:pt x="370480" y="68764"/>
                  <a:pt x="366997" y="70384"/>
                  <a:pt x="363244" y="72608"/>
                </a:cubicBezTo>
                <a:lnTo>
                  <a:pt x="363244" y="148473"/>
                </a:lnTo>
                <a:lnTo>
                  <a:pt x="328893" y="148473"/>
                </a:lnTo>
                <a:lnTo>
                  <a:pt x="328893" y="41221"/>
                </a:lnTo>
                <a:lnTo>
                  <a:pt x="363244" y="41221"/>
                </a:lnTo>
                <a:lnTo>
                  <a:pt x="363244" y="53149"/>
                </a:lnTo>
                <a:cubicBezTo>
                  <a:pt x="369351" y="48378"/>
                  <a:pt x="375219" y="44720"/>
                  <a:pt x="380849" y="42175"/>
                </a:cubicBezTo>
                <a:cubicBezTo>
                  <a:pt x="386479" y="39631"/>
                  <a:pt x="392729" y="38359"/>
                  <a:pt x="399599" y="38359"/>
                </a:cubicBezTo>
                <a:cubicBezTo>
                  <a:pt x="411177" y="38359"/>
                  <a:pt x="420226" y="41730"/>
                  <a:pt x="426746" y="48473"/>
                </a:cubicBezTo>
                <a:cubicBezTo>
                  <a:pt x="433266" y="55216"/>
                  <a:pt x="436526" y="65299"/>
                  <a:pt x="436526" y="78721"/>
                </a:cubicBezTo>
                <a:lnTo>
                  <a:pt x="436526" y="148473"/>
                </a:lnTo>
                <a:close/>
                <a:moveTo>
                  <a:pt x="561161" y="114569"/>
                </a:moveTo>
                <a:cubicBezTo>
                  <a:pt x="561161" y="125646"/>
                  <a:pt x="556199" y="134574"/>
                  <a:pt x="546276" y="141355"/>
                </a:cubicBezTo>
                <a:cubicBezTo>
                  <a:pt x="536352" y="148136"/>
                  <a:pt x="522771" y="151526"/>
                  <a:pt x="505532" y="151526"/>
                </a:cubicBezTo>
                <a:cubicBezTo>
                  <a:pt x="495990" y="151526"/>
                  <a:pt x="487338" y="150636"/>
                  <a:pt x="479578" y="148855"/>
                </a:cubicBezTo>
                <a:cubicBezTo>
                  <a:pt x="471817" y="147073"/>
                  <a:pt x="465583" y="145101"/>
                  <a:pt x="460875" y="142939"/>
                </a:cubicBezTo>
                <a:lnTo>
                  <a:pt x="460875" y="114694"/>
                </a:lnTo>
                <a:lnTo>
                  <a:pt x="464024" y="114694"/>
                </a:lnTo>
                <a:cubicBezTo>
                  <a:pt x="465742" y="115903"/>
                  <a:pt x="467730" y="117223"/>
                  <a:pt x="469988" y="118654"/>
                </a:cubicBezTo>
                <a:cubicBezTo>
                  <a:pt x="472246" y="120086"/>
                  <a:pt x="475443" y="121628"/>
                  <a:pt x="479578" y="123282"/>
                </a:cubicBezTo>
                <a:cubicBezTo>
                  <a:pt x="483140" y="124745"/>
                  <a:pt x="487179" y="126002"/>
                  <a:pt x="491696" y="127051"/>
                </a:cubicBezTo>
                <a:cubicBezTo>
                  <a:pt x="496212" y="128101"/>
                  <a:pt x="501047" y="128626"/>
                  <a:pt x="506200" y="128626"/>
                </a:cubicBezTo>
                <a:cubicBezTo>
                  <a:pt x="512943" y="128626"/>
                  <a:pt x="517936" y="127876"/>
                  <a:pt x="521180" y="126377"/>
                </a:cubicBezTo>
                <a:cubicBezTo>
                  <a:pt x="524425" y="124876"/>
                  <a:pt x="526047" y="122659"/>
                  <a:pt x="526047" y="119725"/>
                </a:cubicBezTo>
                <a:cubicBezTo>
                  <a:pt x="526047" y="117115"/>
                  <a:pt x="525093" y="115221"/>
                  <a:pt x="523184" y="114044"/>
                </a:cubicBezTo>
                <a:cubicBezTo>
                  <a:pt x="521276" y="112865"/>
                  <a:pt x="517650" y="111734"/>
                  <a:pt x="512306" y="110651"/>
                </a:cubicBezTo>
                <a:cubicBezTo>
                  <a:pt x="509762" y="110078"/>
                  <a:pt x="506311" y="109458"/>
                  <a:pt x="501953" y="108790"/>
                </a:cubicBezTo>
                <a:cubicBezTo>
                  <a:pt x="497596" y="108122"/>
                  <a:pt x="493636" y="107310"/>
                  <a:pt x="490074" y="106354"/>
                </a:cubicBezTo>
                <a:cubicBezTo>
                  <a:pt x="480341" y="103808"/>
                  <a:pt x="473121" y="99845"/>
                  <a:pt x="468413" y="94465"/>
                </a:cubicBezTo>
                <a:cubicBezTo>
                  <a:pt x="463706" y="89084"/>
                  <a:pt x="461352" y="82383"/>
                  <a:pt x="461352" y="74362"/>
                </a:cubicBezTo>
                <a:cubicBezTo>
                  <a:pt x="461352" y="64048"/>
                  <a:pt x="466235" y="55470"/>
                  <a:pt x="475999" y="48625"/>
                </a:cubicBezTo>
                <a:cubicBezTo>
                  <a:pt x="485764" y="41781"/>
                  <a:pt x="499107" y="38359"/>
                  <a:pt x="516028" y="38359"/>
                </a:cubicBezTo>
                <a:cubicBezTo>
                  <a:pt x="524043" y="38359"/>
                  <a:pt x="531724" y="39170"/>
                  <a:pt x="539072" y="40792"/>
                </a:cubicBezTo>
                <a:cubicBezTo>
                  <a:pt x="546419" y="42414"/>
                  <a:pt x="552160" y="44147"/>
                  <a:pt x="556295" y="45992"/>
                </a:cubicBezTo>
                <a:lnTo>
                  <a:pt x="556295" y="73091"/>
                </a:lnTo>
                <a:lnTo>
                  <a:pt x="553337" y="73091"/>
                </a:lnTo>
                <a:cubicBezTo>
                  <a:pt x="548248" y="69593"/>
                  <a:pt x="542443" y="66746"/>
                  <a:pt x="535923" y="64551"/>
                </a:cubicBezTo>
                <a:cubicBezTo>
                  <a:pt x="529402" y="62357"/>
                  <a:pt x="522803" y="61259"/>
                  <a:pt x="516123" y="61259"/>
                </a:cubicBezTo>
                <a:cubicBezTo>
                  <a:pt x="510589" y="61259"/>
                  <a:pt x="505929" y="62026"/>
                  <a:pt x="502144" y="63558"/>
                </a:cubicBezTo>
                <a:cubicBezTo>
                  <a:pt x="498359" y="65089"/>
                  <a:pt x="496467" y="67258"/>
                  <a:pt x="496467" y="70065"/>
                </a:cubicBezTo>
                <a:cubicBezTo>
                  <a:pt x="496467" y="72611"/>
                  <a:pt x="497326" y="74554"/>
                  <a:pt x="499043" y="75891"/>
                </a:cubicBezTo>
                <a:cubicBezTo>
                  <a:pt x="500761" y="77227"/>
                  <a:pt x="504800" y="78564"/>
                  <a:pt x="511161" y="79902"/>
                </a:cubicBezTo>
                <a:cubicBezTo>
                  <a:pt x="514660" y="80602"/>
                  <a:pt x="518429" y="81287"/>
                  <a:pt x="522469" y="81956"/>
                </a:cubicBezTo>
                <a:cubicBezTo>
                  <a:pt x="526508" y="82624"/>
                  <a:pt x="530563" y="83467"/>
                  <a:pt x="534635" y="84485"/>
                </a:cubicBezTo>
                <a:cubicBezTo>
                  <a:pt x="543668" y="86841"/>
                  <a:pt x="550347" y="90550"/>
                  <a:pt x="554673" y="95613"/>
                </a:cubicBezTo>
                <a:cubicBezTo>
                  <a:pt x="558998" y="100675"/>
                  <a:pt x="561161" y="106993"/>
                  <a:pt x="561161" y="114569"/>
                </a:cubicBezTo>
                <a:close/>
                <a:moveTo>
                  <a:pt x="648801" y="120467"/>
                </a:moveTo>
                <a:lnTo>
                  <a:pt x="648801" y="98282"/>
                </a:lnTo>
                <a:cubicBezTo>
                  <a:pt x="644157" y="98662"/>
                  <a:pt x="639132" y="99184"/>
                  <a:pt x="633724" y="99848"/>
                </a:cubicBezTo>
                <a:cubicBezTo>
                  <a:pt x="628317" y="100510"/>
                  <a:pt x="624214" y="101284"/>
                  <a:pt x="621415" y="102171"/>
                </a:cubicBezTo>
                <a:cubicBezTo>
                  <a:pt x="617980" y="103244"/>
                  <a:pt x="615356" y="104808"/>
                  <a:pt x="613543" y="106864"/>
                </a:cubicBezTo>
                <a:cubicBezTo>
                  <a:pt x="611730" y="108917"/>
                  <a:pt x="610824" y="111619"/>
                  <a:pt x="610824" y="114969"/>
                </a:cubicBezTo>
                <a:cubicBezTo>
                  <a:pt x="610824" y="117181"/>
                  <a:pt x="611015" y="118983"/>
                  <a:pt x="611396" y="120375"/>
                </a:cubicBezTo>
                <a:cubicBezTo>
                  <a:pt x="611778" y="121764"/>
                  <a:pt x="612732" y="123091"/>
                  <a:pt x="614259" y="124356"/>
                </a:cubicBezTo>
                <a:cubicBezTo>
                  <a:pt x="615722" y="125620"/>
                  <a:pt x="617471" y="126552"/>
                  <a:pt x="619507" y="127153"/>
                </a:cubicBezTo>
                <a:cubicBezTo>
                  <a:pt x="621543" y="127753"/>
                  <a:pt x="624723" y="128053"/>
                  <a:pt x="629049" y="128053"/>
                </a:cubicBezTo>
                <a:cubicBezTo>
                  <a:pt x="632484" y="128053"/>
                  <a:pt x="635967" y="127358"/>
                  <a:pt x="639497" y="125969"/>
                </a:cubicBezTo>
                <a:cubicBezTo>
                  <a:pt x="643028" y="124577"/>
                  <a:pt x="646129" y="122743"/>
                  <a:pt x="648801" y="120467"/>
                </a:cubicBezTo>
                <a:moveTo>
                  <a:pt x="648801" y="137118"/>
                </a:moveTo>
                <a:cubicBezTo>
                  <a:pt x="646956" y="138517"/>
                  <a:pt x="644666" y="140203"/>
                  <a:pt x="641930" y="142175"/>
                </a:cubicBezTo>
                <a:cubicBezTo>
                  <a:pt x="639195" y="144147"/>
                  <a:pt x="636619" y="145706"/>
                  <a:pt x="634202" y="146851"/>
                </a:cubicBezTo>
                <a:cubicBezTo>
                  <a:pt x="630830" y="148377"/>
                  <a:pt x="627331" y="149507"/>
                  <a:pt x="623705" y="150238"/>
                </a:cubicBezTo>
                <a:cubicBezTo>
                  <a:pt x="620079" y="150970"/>
                  <a:pt x="616104" y="151335"/>
                  <a:pt x="611778" y="151335"/>
                </a:cubicBezTo>
                <a:cubicBezTo>
                  <a:pt x="601600" y="151335"/>
                  <a:pt x="593076" y="148187"/>
                  <a:pt x="586205" y="141889"/>
                </a:cubicBezTo>
                <a:cubicBezTo>
                  <a:pt x="579335" y="135591"/>
                  <a:pt x="575900" y="127544"/>
                  <a:pt x="575900" y="117748"/>
                </a:cubicBezTo>
                <a:cubicBezTo>
                  <a:pt x="575900" y="109923"/>
                  <a:pt x="577649" y="103530"/>
                  <a:pt x="581148" y="98568"/>
                </a:cubicBezTo>
                <a:cubicBezTo>
                  <a:pt x="584647" y="93607"/>
                  <a:pt x="589609" y="89694"/>
                  <a:pt x="596034" y="86832"/>
                </a:cubicBezTo>
                <a:cubicBezTo>
                  <a:pt x="602395" y="83969"/>
                  <a:pt x="610283" y="81934"/>
                  <a:pt x="619698" y="80725"/>
                </a:cubicBezTo>
                <a:cubicBezTo>
                  <a:pt x="629112" y="79516"/>
                  <a:pt x="638877" y="78626"/>
                  <a:pt x="648992" y="78053"/>
                </a:cubicBezTo>
                <a:lnTo>
                  <a:pt x="648992" y="77481"/>
                </a:lnTo>
                <a:cubicBezTo>
                  <a:pt x="648992" y="71565"/>
                  <a:pt x="646574" y="67478"/>
                  <a:pt x="641740" y="65219"/>
                </a:cubicBezTo>
                <a:cubicBezTo>
                  <a:pt x="636905" y="62961"/>
                  <a:pt x="629780" y="61832"/>
                  <a:pt x="620366" y="61832"/>
                </a:cubicBezTo>
                <a:cubicBezTo>
                  <a:pt x="614704" y="61832"/>
                  <a:pt x="608661" y="62834"/>
                  <a:pt x="602236" y="64838"/>
                </a:cubicBezTo>
                <a:cubicBezTo>
                  <a:pt x="595811" y="66841"/>
                  <a:pt x="591199" y="68384"/>
                  <a:pt x="588400" y="69465"/>
                </a:cubicBezTo>
                <a:lnTo>
                  <a:pt x="585251" y="69465"/>
                </a:lnTo>
                <a:lnTo>
                  <a:pt x="585251" y="43526"/>
                </a:lnTo>
                <a:cubicBezTo>
                  <a:pt x="588877" y="42570"/>
                  <a:pt x="594777" y="41438"/>
                  <a:pt x="602952" y="40130"/>
                </a:cubicBezTo>
                <a:cubicBezTo>
                  <a:pt x="611126" y="38822"/>
                  <a:pt x="619316" y="38168"/>
                  <a:pt x="627522" y="38168"/>
                </a:cubicBezTo>
                <a:cubicBezTo>
                  <a:pt x="647051" y="38168"/>
                  <a:pt x="661158" y="41177"/>
                  <a:pt x="669841" y="47194"/>
                </a:cubicBezTo>
                <a:cubicBezTo>
                  <a:pt x="678524" y="53209"/>
                  <a:pt x="682866" y="62648"/>
                  <a:pt x="682866" y="75510"/>
                </a:cubicBezTo>
                <a:lnTo>
                  <a:pt x="682866" y="148473"/>
                </a:lnTo>
                <a:lnTo>
                  <a:pt x="648801" y="148473"/>
                </a:lnTo>
                <a:lnTo>
                  <a:pt x="648801" y="137118"/>
                </a:lnTo>
                <a:close/>
                <a:moveTo>
                  <a:pt x="770276" y="151335"/>
                </a:moveTo>
                <a:cubicBezTo>
                  <a:pt x="760925" y="151335"/>
                  <a:pt x="752385" y="150222"/>
                  <a:pt x="744656" y="147996"/>
                </a:cubicBezTo>
                <a:cubicBezTo>
                  <a:pt x="736927" y="145769"/>
                  <a:pt x="730200" y="142334"/>
                  <a:pt x="724475" y="137690"/>
                </a:cubicBezTo>
                <a:cubicBezTo>
                  <a:pt x="718813" y="133047"/>
                  <a:pt x="714424" y="127194"/>
                  <a:pt x="711307" y="120133"/>
                </a:cubicBezTo>
                <a:cubicBezTo>
                  <a:pt x="708190" y="113072"/>
                  <a:pt x="706631" y="104803"/>
                  <a:pt x="706631" y="95324"/>
                </a:cubicBezTo>
                <a:cubicBezTo>
                  <a:pt x="706631" y="85337"/>
                  <a:pt x="708301" y="76717"/>
                  <a:pt x="711641" y="69465"/>
                </a:cubicBezTo>
                <a:cubicBezTo>
                  <a:pt x="714980" y="62214"/>
                  <a:pt x="719640" y="56202"/>
                  <a:pt x="725620" y="51431"/>
                </a:cubicBezTo>
                <a:cubicBezTo>
                  <a:pt x="731408" y="46915"/>
                  <a:pt x="738088" y="43607"/>
                  <a:pt x="745658" y="41508"/>
                </a:cubicBezTo>
                <a:cubicBezTo>
                  <a:pt x="753228" y="39408"/>
                  <a:pt x="761084" y="38359"/>
                  <a:pt x="769226" y="38359"/>
                </a:cubicBezTo>
                <a:cubicBezTo>
                  <a:pt x="776542" y="38359"/>
                  <a:pt x="783285" y="39152"/>
                  <a:pt x="789455" y="40738"/>
                </a:cubicBezTo>
                <a:cubicBezTo>
                  <a:pt x="795626" y="42325"/>
                  <a:pt x="801383" y="44387"/>
                  <a:pt x="806726" y="46926"/>
                </a:cubicBezTo>
                <a:lnTo>
                  <a:pt x="806726" y="76145"/>
                </a:lnTo>
                <a:lnTo>
                  <a:pt x="801860" y="76145"/>
                </a:lnTo>
                <a:cubicBezTo>
                  <a:pt x="800524" y="75016"/>
                  <a:pt x="798918" y="73699"/>
                  <a:pt x="797041" y="72194"/>
                </a:cubicBezTo>
                <a:cubicBezTo>
                  <a:pt x="795165" y="70689"/>
                  <a:pt x="792859" y="69216"/>
                  <a:pt x="790123" y="67775"/>
                </a:cubicBezTo>
                <a:cubicBezTo>
                  <a:pt x="787515" y="66395"/>
                  <a:pt x="784653" y="65251"/>
                  <a:pt x="781535" y="64343"/>
                </a:cubicBezTo>
                <a:cubicBezTo>
                  <a:pt x="778418" y="63432"/>
                  <a:pt x="774792" y="62977"/>
                  <a:pt x="770658" y="62977"/>
                </a:cubicBezTo>
                <a:cubicBezTo>
                  <a:pt x="761497" y="62977"/>
                  <a:pt x="754452" y="65879"/>
                  <a:pt x="749522" y="71684"/>
                </a:cubicBezTo>
                <a:cubicBezTo>
                  <a:pt x="744592" y="77487"/>
                  <a:pt x="742127" y="85367"/>
                  <a:pt x="742127" y="95324"/>
                </a:cubicBezTo>
                <a:cubicBezTo>
                  <a:pt x="742127" y="105598"/>
                  <a:pt x="744656" y="113398"/>
                  <a:pt x="749713" y="118726"/>
                </a:cubicBezTo>
                <a:cubicBezTo>
                  <a:pt x="754770" y="124053"/>
                  <a:pt x="761943" y="126717"/>
                  <a:pt x="771230" y="126717"/>
                </a:cubicBezTo>
                <a:cubicBezTo>
                  <a:pt x="775556" y="126717"/>
                  <a:pt x="779452" y="126228"/>
                  <a:pt x="782919" y="125250"/>
                </a:cubicBezTo>
                <a:cubicBezTo>
                  <a:pt x="786386" y="124270"/>
                  <a:pt x="789264" y="123117"/>
                  <a:pt x="791555" y="121791"/>
                </a:cubicBezTo>
                <a:cubicBezTo>
                  <a:pt x="793717" y="120529"/>
                  <a:pt x="795626" y="119203"/>
                  <a:pt x="797280" y="117813"/>
                </a:cubicBezTo>
                <a:cubicBezTo>
                  <a:pt x="798934" y="116424"/>
                  <a:pt x="800460" y="115066"/>
                  <a:pt x="801860" y="113740"/>
                </a:cubicBezTo>
                <a:lnTo>
                  <a:pt x="806726" y="113740"/>
                </a:lnTo>
                <a:lnTo>
                  <a:pt x="806726" y="143034"/>
                </a:lnTo>
                <a:cubicBezTo>
                  <a:pt x="801319" y="145578"/>
                  <a:pt x="795673" y="147598"/>
                  <a:pt x="789789" y="149093"/>
                </a:cubicBezTo>
                <a:cubicBezTo>
                  <a:pt x="783905" y="150588"/>
                  <a:pt x="777401" y="151335"/>
                  <a:pt x="770276" y="151335"/>
                </a:cubicBezTo>
                <a:close/>
                <a:moveTo>
                  <a:pt x="897873" y="147531"/>
                </a:moveTo>
                <a:cubicBezTo>
                  <a:pt x="894184" y="148481"/>
                  <a:pt x="890272" y="149225"/>
                  <a:pt x="886137" y="149764"/>
                </a:cubicBezTo>
                <a:cubicBezTo>
                  <a:pt x="882002" y="150303"/>
                  <a:pt x="876945" y="150572"/>
                  <a:pt x="870965" y="150572"/>
                </a:cubicBezTo>
                <a:cubicBezTo>
                  <a:pt x="857606" y="150572"/>
                  <a:pt x="847667" y="147866"/>
                  <a:pt x="841146" y="142453"/>
                </a:cubicBezTo>
                <a:cubicBezTo>
                  <a:pt x="834626" y="137039"/>
                  <a:pt x="831366" y="127774"/>
                  <a:pt x="831366" y="114656"/>
                </a:cubicBezTo>
                <a:lnTo>
                  <a:pt x="831366" y="64504"/>
                </a:lnTo>
                <a:lnTo>
                  <a:pt x="817244" y="64504"/>
                </a:lnTo>
                <a:lnTo>
                  <a:pt x="817244" y="41221"/>
                </a:lnTo>
                <a:lnTo>
                  <a:pt x="831366" y="41221"/>
                </a:lnTo>
                <a:lnTo>
                  <a:pt x="831366" y="10496"/>
                </a:lnTo>
                <a:lnTo>
                  <a:pt x="865717" y="10496"/>
                </a:lnTo>
                <a:lnTo>
                  <a:pt x="865717" y="41221"/>
                </a:lnTo>
                <a:lnTo>
                  <a:pt x="897873" y="41221"/>
                </a:lnTo>
                <a:lnTo>
                  <a:pt x="897873" y="64504"/>
                </a:lnTo>
                <a:lnTo>
                  <a:pt x="865717" y="64504"/>
                </a:lnTo>
                <a:lnTo>
                  <a:pt x="865717" y="102597"/>
                </a:lnTo>
                <a:cubicBezTo>
                  <a:pt x="865717" y="106362"/>
                  <a:pt x="865749" y="109648"/>
                  <a:pt x="865812" y="112455"/>
                </a:cubicBezTo>
                <a:cubicBezTo>
                  <a:pt x="865876" y="115262"/>
                  <a:pt x="866385" y="117783"/>
                  <a:pt x="867339" y="120017"/>
                </a:cubicBezTo>
                <a:cubicBezTo>
                  <a:pt x="868230" y="122249"/>
                  <a:pt x="869804" y="124020"/>
                  <a:pt x="872062" y="125328"/>
                </a:cubicBezTo>
                <a:cubicBezTo>
                  <a:pt x="874321" y="126636"/>
                  <a:pt x="877613" y="127290"/>
                  <a:pt x="881938" y="127290"/>
                </a:cubicBezTo>
                <a:cubicBezTo>
                  <a:pt x="883719" y="127290"/>
                  <a:pt x="886057" y="126908"/>
                  <a:pt x="888952" y="126145"/>
                </a:cubicBezTo>
                <a:cubicBezTo>
                  <a:pt x="891846" y="125381"/>
                  <a:pt x="893866" y="124682"/>
                  <a:pt x="895011" y="124045"/>
                </a:cubicBezTo>
                <a:lnTo>
                  <a:pt x="897873" y="124045"/>
                </a:lnTo>
                <a:lnTo>
                  <a:pt x="897873" y="147531"/>
                </a:lnTo>
                <a:close/>
                <a:moveTo>
                  <a:pt x="952824" y="148473"/>
                </a:moveTo>
                <a:lnTo>
                  <a:pt x="918473" y="148473"/>
                </a:lnTo>
                <a:lnTo>
                  <a:pt x="918473" y="41221"/>
                </a:lnTo>
                <a:lnTo>
                  <a:pt x="952824" y="41221"/>
                </a:lnTo>
                <a:lnTo>
                  <a:pt x="952824" y="148473"/>
                </a:lnTo>
                <a:moveTo>
                  <a:pt x="953779" y="26145"/>
                </a:moveTo>
                <a:lnTo>
                  <a:pt x="917519" y="26145"/>
                </a:lnTo>
                <a:lnTo>
                  <a:pt x="917519" y="0"/>
                </a:lnTo>
                <a:lnTo>
                  <a:pt x="953779" y="0"/>
                </a:lnTo>
                <a:lnTo>
                  <a:pt x="953779" y="26145"/>
                </a:lnTo>
                <a:close/>
                <a:moveTo>
                  <a:pt x="1094848" y="94895"/>
                </a:moveTo>
                <a:cubicBezTo>
                  <a:pt x="1094848" y="112559"/>
                  <a:pt x="1089712" y="126478"/>
                  <a:pt x="1079438" y="136650"/>
                </a:cubicBezTo>
                <a:cubicBezTo>
                  <a:pt x="1069165" y="146822"/>
                  <a:pt x="1054740" y="151908"/>
                  <a:pt x="1036165" y="151908"/>
                </a:cubicBezTo>
                <a:cubicBezTo>
                  <a:pt x="1017590" y="151908"/>
                  <a:pt x="1003166" y="146822"/>
                  <a:pt x="992893" y="136650"/>
                </a:cubicBezTo>
                <a:cubicBezTo>
                  <a:pt x="982619" y="126478"/>
                  <a:pt x="977482" y="112559"/>
                  <a:pt x="977482" y="94895"/>
                </a:cubicBezTo>
                <a:cubicBezTo>
                  <a:pt x="977482" y="77103"/>
                  <a:pt x="982651" y="63137"/>
                  <a:pt x="992988" y="52997"/>
                </a:cubicBezTo>
                <a:cubicBezTo>
                  <a:pt x="1003325" y="42856"/>
                  <a:pt x="1017718" y="37786"/>
                  <a:pt x="1036165" y="37786"/>
                </a:cubicBezTo>
                <a:cubicBezTo>
                  <a:pt x="1054868" y="37786"/>
                  <a:pt x="1069324" y="42888"/>
                  <a:pt x="1079534" y="53092"/>
                </a:cubicBezTo>
                <a:cubicBezTo>
                  <a:pt x="1089744" y="63296"/>
                  <a:pt x="1094848" y="77230"/>
                  <a:pt x="1094848" y="94895"/>
                </a:cubicBezTo>
                <a:moveTo>
                  <a:pt x="1052578" y="120983"/>
                </a:moveTo>
                <a:cubicBezTo>
                  <a:pt x="1054804" y="118244"/>
                  <a:pt x="1056474" y="114947"/>
                  <a:pt x="1057587" y="111092"/>
                </a:cubicBezTo>
                <a:cubicBezTo>
                  <a:pt x="1058700" y="107238"/>
                  <a:pt x="1059257" y="101902"/>
                  <a:pt x="1059257" y="95086"/>
                </a:cubicBezTo>
                <a:cubicBezTo>
                  <a:pt x="1059257" y="88780"/>
                  <a:pt x="1058684" y="83493"/>
                  <a:pt x="1057539" y="79225"/>
                </a:cubicBezTo>
                <a:cubicBezTo>
                  <a:pt x="1056394" y="74955"/>
                  <a:pt x="1054804" y="71546"/>
                  <a:pt x="1052768" y="68997"/>
                </a:cubicBezTo>
                <a:cubicBezTo>
                  <a:pt x="1050733" y="66387"/>
                  <a:pt x="1048284" y="64540"/>
                  <a:pt x="1045421" y="63457"/>
                </a:cubicBezTo>
                <a:cubicBezTo>
                  <a:pt x="1042559" y="62374"/>
                  <a:pt x="1039473" y="61832"/>
                  <a:pt x="1036165" y="61832"/>
                </a:cubicBezTo>
                <a:cubicBezTo>
                  <a:pt x="1032858" y="61832"/>
                  <a:pt x="1029915" y="62278"/>
                  <a:pt x="1027339" y="63171"/>
                </a:cubicBezTo>
                <a:cubicBezTo>
                  <a:pt x="1024763" y="64061"/>
                  <a:pt x="1022298" y="65844"/>
                  <a:pt x="1019944" y="68520"/>
                </a:cubicBezTo>
                <a:cubicBezTo>
                  <a:pt x="1017845" y="71005"/>
                  <a:pt x="1016175" y="74413"/>
                  <a:pt x="1014935" y="78745"/>
                </a:cubicBezTo>
                <a:cubicBezTo>
                  <a:pt x="1013694" y="83077"/>
                  <a:pt x="1013074" y="88524"/>
                  <a:pt x="1013074" y="95086"/>
                </a:cubicBezTo>
                <a:cubicBezTo>
                  <a:pt x="1013074" y="100946"/>
                  <a:pt x="1013615" y="106027"/>
                  <a:pt x="1014696" y="110329"/>
                </a:cubicBezTo>
                <a:cubicBezTo>
                  <a:pt x="1015777" y="114629"/>
                  <a:pt x="1017368" y="118085"/>
                  <a:pt x="1019467" y="120697"/>
                </a:cubicBezTo>
                <a:cubicBezTo>
                  <a:pt x="1021503" y="123180"/>
                  <a:pt x="1023936" y="124995"/>
                  <a:pt x="1026767" y="126142"/>
                </a:cubicBezTo>
                <a:cubicBezTo>
                  <a:pt x="1029597" y="127289"/>
                  <a:pt x="1032826" y="127862"/>
                  <a:pt x="1036452" y="127862"/>
                </a:cubicBezTo>
                <a:cubicBezTo>
                  <a:pt x="1039569" y="127862"/>
                  <a:pt x="1042543" y="127336"/>
                  <a:pt x="1045373" y="126285"/>
                </a:cubicBezTo>
                <a:cubicBezTo>
                  <a:pt x="1048204" y="125233"/>
                  <a:pt x="1050606" y="123466"/>
                  <a:pt x="1052578" y="120983"/>
                </a:cubicBezTo>
                <a:close/>
                <a:moveTo>
                  <a:pt x="1227193" y="148473"/>
                </a:moveTo>
                <a:lnTo>
                  <a:pt x="1192651" y="148473"/>
                </a:lnTo>
                <a:lnTo>
                  <a:pt x="1192651" y="95387"/>
                </a:lnTo>
                <a:cubicBezTo>
                  <a:pt x="1192651" y="91065"/>
                  <a:pt x="1192429" y="86760"/>
                  <a:pt x="1191983" y="82472"/>
                </a:cubicBezTo>
                <a:cubicBezTo>
                  <a:pt x="1191538" y="78182"/>
                  <a:pt x="1190775" y="75021"/>
                  <a:pt x="1189693" y="72987"/>
                </a:cubicBezTo>
                <a:cubicBezTo>
                  <a:pt x="1188421" y="70637"/>
                  <a:pt x="1186560" y="68923"/>
                  <a:pt x="1184111" y="67843"/>
                </a:cubicBezTo>
                <a:cubicBezTo>
                  <a:pt x="1181662" y="66762"/>
                  <a:pt x="1178243" y="66221"/>
                  <a:pt x="1173854" y="66221"/>
                </a:cubicBezTo>
                <a:cubicBezTo>
                  <a:pt x="1170737" y="66221"/>
                  <a:pt x="1167572" y="66730"/>
                  <a:pt x="1164359" y="67748"/>
                </a:cubicBezTo>
                <a:cubicBezTo>
                  <a:pt x="1161147" y="68764"/>
                  <a:pt x="1157664" y="70384"/>
                  <a:pt x="1153911" y="72608"/>
                </a:cubicBezTo>
                <a:lnTo>
                  <a:pt x="1153911" y="148473"/>
                </a:lnTo>
                <a:lnTo>
                  <a:pt x="1119560" y="148473"/>
                </a:lnTo>
                <a:lnTo>
                  <a:pt x="1119560" y="41221"/>
                </a:lnTo>
                <a:lnTo>
                  <a:pt x="1153911" y="41221"/>
                </a:lnTo>
                <a:lnTo>
                  <a:pt x="1153911" y="53149"/>
                </a:lnTo>
                <a:cubicBezTo>
                  <a:pt x="1160018" y="48378"/>
                  <a:pt x="1165886" y="44720"/>
                  <a:pt x="1171516" y="42175"/>
                </a:cubicBezTo>
                <a:cubicBezTo>
                  <a:pt x="1177146" y="39631"/>
                  <a:pt x="1183396" y="38359"/>
                  <a:pt x="1190266" y="38359"/>
                </a:cubicBezTo>
                <a:cubicBezTo>
                  <a:pt x="1201843" y="38359"/>
                  <a:pt x="1210892" y="41730"/>
                  <a:pt x="1217413" y="48473"/>
                </a:cubicBezTo>
                <a:cubicBezTo>
                  <a:pt x="1223933" y="55216"/>
                  <a:pt x="1227193" y="65299"/>
                  <a:pt x="1227193" y="78721"/>
                </a:cubicBezTo>
                <a:lnTo>
                  <a:pt x="1227193" y="148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assemble">
            <a:extLst xmlns:a="http://schemas.openxmlformats.org/drawingml/2006/main">
              <a:ext uri="{FF2B5EF4-FFF2-40B4-BE49-F238E27FC236}">
                <a16:creationId xmlns:a16="http://schemas.microsoft.com/office/drawing/2014/main" id="{0828ADF3-4D51-4AC7-9FD9-95FCF7C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692" y="3859497"/>
            <a:ext cx="1015800" cy="151526"/>
          </a:xfrm>
          <a:custGeom xmlns:a="http://schemas.openxmlformats.org/drawingml/2006/main">
            <a:pathLst>
              <a:path w="1015800" h="151526">
                <a:moveTo>
                  <a:pt x="72901" y="120467"/>
                </a:moveTo>
                <a:lnTo>
                  <a:pt x="72901" y="98282"/>
                </a:lnTo>
                <a:cubicBezTo>
                  <a:pt x="68257" y="98662"/>
                  <a:pt x="63231" y="99184"/>
                  <a:pt x="57824" y="99848"/>
                </a:cubicBezTo>
                <a:cubicBezTo>
                  <a:pt x="52417" y="100510"/>
                  <a:pt x="48314" y="101284"/>
                  <a:pt x="45515" y="102171"/>
                </a:cubicBezTo>
                <a:cubicBezTo>
                  <a:pt x="42080" y="103244"/>
                  <a:pt x="39456" y="104808"/>
                  <a:pt x="37643" y="106864"/>
                </a:cubicBezTo>
                <a:cubicBezTo>
                  <a:pt x="35830" y="108917"/>
                  <a:pt x="34924" y="111619"/>
                  <a:pt x="34924" y="114969"/>
                </a:cubicBezTo>
                <a:cubicBezTo>
                  <a:pt x="34924" y="117181"/>
                  <a:pt x="35114" y="118983"/>
                  <a:pt x="35496" y="120375"/>
                </a:cubicBezTo>
                <a:cubicBezTo>
                  <a:pt x="35878" y="121764"/>
                  <a:pt x="36832" y="123091"/>
                  <a:pt x="38359" y="124356"/>
                </a:cubicBezTo>
                <a:cubicBezTo>
                  <a:pt x="39822" y="125620"/>
                  <a:pt x="41571" y="126552"/>
                  <a:pt x="43607" y="127153"/>
                </a:cubicBezTo>
                <a:cubicBezTo>
                  <a:pt x="45642" y="127753"/>
                  <a:pt x="48823" y="128053"/>
                  <a:pt x="53149" y="128053"/>
                </a:cubicBezTo>
                <a:cubicBezTo>
                  <a:pt x="56584" y="128053"/>
                  <a:pt x="60067" y="127358"/>
                  <a:pt x="63597" y="125969"/>
                </a:cubicBezTo>
                <a:cubicBezTo>
                  <a:pt x="67128" y="124577"/>
                  <a:pt x="70229" y="122743"/>
                  <a:pt x="72901" y="120467"/>
                </a:cubicBezTo>
                <a:moveTo>
                  <a:pt x="72901" y="137118"/>
                </a:moveTo>
                <a:cubicBezTo>
                  <a:pt x="71056" y="138517"/>
                  <a:pt x="68766" y="140203"/>
                  <a:pt x="66030" y="142175"/>
                </a:cubicBezTo>
                <a:cubicBezTo>
                  <a:pt x="63295" y="144147"/>
                  <a:pt x="60719" y="145706"/>
                  <a:pt x="58301" y="146851"/>
                </a:cubicBezTo>
                <a:cubicBezTo>
                  <a:pt x="54930" y="148377"/>
                  <a:pt x="51431" y="149507"/>
                  <a:pt x="47805" y="150238"/>
                </a:cubicBezTo>
                <a:cubicBezTo>
                  <a:pt x="44179" y="150970"/>
                  <a:pt x="40203" y="151335"/>
                  <a:pt x="35878" y="151335"/>
                </a:cubicBezTo>
                <a:cubicBezTo>
                  <a:pt x="25700" y="151335"/>
                  <a:pt x="17176" y="148187"/>
                  <a:pt x="10305" y="141889"/>
                </a:cubicBezTo>
                <a:cubicBezTo>
                  <a:pt x="3435" y="135591"/>
                  <a:pt x="0" y="127544"/>
                  <a:pt x="0" y="117748"/>
                </a:cubicBezTo>
                <a:cubicBezTo>
                  <a:pt x="0" y="109923"/>
                  <a:pt x="1749" y="103530"/>
                  <a:pt x="5248" y="98568"/>
                </a:cubicBezTo>
                <a:cubicBezTo>
                  <a:pt x="8747" y="93607"/>
                  <a:pt x="13709" y="89694"/>
                  <a:pt x="20134" y="86832"/>
                </a:cubicBezTo>
                <a:cubicBezTo>
                  <a:pt x="26495" y="83969"/>
                  <a:pt x="34383" y="81934"/>
                  <a:pt x="43798" y="80725"/>
                </a:cubicBezTo>
                <a:cubicBezTo>
                  <a:pt x="53212" y="79516"/>
                  <a:pt x="62977" y="78626"/>
                  <a:pt x="73091" y="78053"/>
                </a:cubicBezTo>
                <a:lnTo>
                  <a:pt x="73091" y="77481"/>
                </a:lnTo>
                <a:cubicBezTo>
                  <a:pt x="73091" y="71565"/>
                  <a:pt x="70674" y="67478"/>
                  <a:pt x="65840" y="65219"/>
                </a:cubicBezTo>
                <a:cubicBezTo>
                  <a:pt x="61005" y="62961"/>
                  <a:pt x="53880" y="61832"/>
                  <a:pt x="44466" y="61832"/>
                </a:cubicBezTo>
                <a:cubicBezTo>
                  <a:pt x="38804" y="61832"/>
                  <a:pt x="32761" y="62834"/>
                  <a:pt x="26336" y="64838"/>
                </a:cubicBezTo>
                <a:cubicBezTo>
                  <a:pt x="19911" y="66841"/>
                  <a:pt x="15299" y="68384"/>
                  <a:pt x="12500" y="69465"/>
                </a:cubicBezTo>
                <a:lnTo>
                  <a:pt x="9351" y="69465"/>
                </a:lnTo>
                <a:lnTo>
                  <a:pt x="9351" y="43526"/>
                </a:lnTo>
                <a:cubicBezTo>
                  <a:pt x="12977" y="42570"/>
                  <a:pt x="18877" y="41438"/>
                  <a:pt x="27051" y="40130"/>
                </a:cubicBezTo>
                <a:cubicBezTo>
                  <a:pt x="35226" y="38822"/>
                  <a:pt x="43416" y="38168"/>
                  <a:pt x="51622" y="38168"/>
                </a:cubicBezTo>
                <a:cubicBezTo>
                  <a:pt x="71151" y="38168"/>
                  <a:pt x="85257" y="41177"/>
                  <a:pt x="93941" y="47194"/>
                </a:cubicBezTo>
                <a:cubicBezTo>
                  <a:pt x="102624" y="53209"/>
                  <a:pt x="106965" y="62648"/>
                  <a:pt x="106965" y="75510"/>
                </a:cubicBezTo>
                <a:lnTo>
                  <a:pt x="106965" y="148473"/>
                </a:lnTo>
                <a:lnTo>
                  <a:pt x="72901" y="148473"/>
                </a:lnTo>
                <a:lnTo>
                  <a:pt x="72901" y="137118"/>
                </a:lnTo>
                <a:close/>
                <a:moveTo>
                  <a:pt x="231685" y="114569"/>
                </a:moveTo>
                <a:cubicBezTo>
                  <a:pt x="231685" y="125646"/>
                  <a:pt x="226723" y="134574"/>
                  <a:pt x="216800" y="141355"/>
                </a:cubicBezTo>
                <a:cubicBezTo>
                  <a:pt x="206876" y="148136"/>
                  <a:pt x="193295" y="151526"/>
                  <a:pt x="176055" y="151526"/>
                </a:cubicBezTo>
                <a:cubicBezTo>
                  <a:pt x="166514" y="151526"/>
                  <a:pt x="157862" y="150636"/>
                  <a:pt x="150101" y="148855"/>
                </a:cubicBezTo>
                <a:cubicBezTo>
                  <a:pt x="142341" y="147073"/>
                  <a:pt x="136106" y="145101"/>
                  <a:pt x="131399" y="142939"/>
                </a:cubicBezTo>
                <a:lnTo>
                  <a:pt x="131399" y="114694"/>
                </a:lnTo>
                <a:lnTo>
                  <a:pt x="134548" y="114694"/>
                </a:lnTo>
                <a:cubicBezTo>
                  <a:pt x="136265" y="115903"/>
                  <a:pt x="138253" y="117223"/>
                  <a:pt x="140512" y="118654"/>
                </a:cubicBezTo>
                <a:cubicBezTo>
                  <a:pt x="142770" y="120086"/>
                  <a:pt x="145966" y="121628"/>
                  <a:pt x="150101" y="123282"/>
                </a:cubicBezTo>
                <a:cubicBezTo>
                  <a:pt x="153664" y="124745"/>
                  <a:pt x="157703" y="126002"/>
                  <a:pt x="162220" y="127051"/>
                </a:cubicBezTo>
                <a:cubicBezTo>
                  <a:pt x="166736" y="128101"/>
                  <a:pt x="171571" y="128626"/>
                  <a:pt x="176723" y="128626"/>
                </a:cubicBezTo>
                <a:cubicBezTo>
                  <a:pt x="183466" y="128626"/>
                  <a:pt x="188460" y="127876"/>
                  <a:pt x="191704" y="126377"/>
                </a:cubicBezTo>
                <a:cubicBezTo>
                  <a:pt x="194949" y="124876"/>
                  <a:pt x="196571" y="122659"/>
                  <a:pt x="196571" y="119725"/>
                </a:cubicBezTo>
                <a:cubicBezTo>
                  <a:pt x="196571" y="117115"/>
                  <a:pt x="195616" y="115221"/>
                  <a:pt x="193708" y="114044"/>
                </a:cubicBezTo>
                <a:cubicBezTo>
                  <a:pt x="191800" y="112865"/>
                  <a:pt x="188174" y="111734"/>
                  <a:pt x="182830" y="110651"/>
                </a:cubicBezTo>
                <a:cubicBezTo>
                  <a:pt x="180286" y="110078"/>
                  <a:pt x="176835" y="109458"/>
                  <a:pt x="172477" y="108790"/>
                </a:cubicBezTo>
                <a:cubicBezTo>
                  <a:pt x="168120" y="108122"/>
                  <a:pt x="164160" y="107310"/>
                  <a:pt x="160597" y="106354"/>
                </a:cubicBezTo>
                <a:cubicBezTo>
                  <a:pt x="150865" y="103808"/>
                  <a:pt x="143645" y="99845"/>
                  <a:pt x="138937" y="94465"/>
                </a:cubicBezTo>
                <a:cubicBezTo>
                  <a:pt x="134230" y="89084"/>
                  <a:pt x="131876" y="82383"/>
                  <a:pt x="131876" y="74362"/>
                </a:cubicBezTo>
                <a:cubicBezTo>
                  <a:pt x="131876" y="64048"/>
                  <a:pt x="136758" y="55470"/>
                  <a:pt x="146523" y="48625"/>
                </a:cubicBezTo>
                <a:cubicBezTo>
                  <a:pt x="156288" y="41781"/>
                  <a:pt x="169631" y="38359"/>
                  <a:pt x="186552" y="38359"/>
                </a:cubicBezTo>
                <a:cubicBezTo>
                  <a:pt x="194567" y="38359"/>
                  <a:pt x="202248" y="39170"/>
                  <a:pt x="209595" y="40792"/>
                </a:cubicBezTo>
                <a:cubicBezTo>
                  <a:pt x="216943" y="42414"/>
                  <a:pt x="222684" y="44147"/>
                  <a:pt x="226819" y="45992"/>
                </a:cubicBezTo>
                <a:lnTo>
                  <a:pt x="226819" y="73091"/>
                </a:lnTo>
                <a:lnTo>
                  <a:pt x="223861" y="73091"/>
                </a:lnTo>
                <a:cubicBezTo>
                  <a:pt x="218772" y="69593"/>
                  <a:pt x="212967" y="66746"/>
                  <a:pt x="206447" y="64551"/>
                </a:cubicBezTo>
                <a:cubicBezTo>
                  <a:pt x="199926" y="62357"/>
                  <a:pt x="193326" y="61259"/>
                  <a:pt x="186647" y="61259"/>
                </a:cubicBezTo>
                <a:cubicBezTo>
                  <a:pt x="181113" y="61259"/>
                  <a:pt x="176453" y="62026"/>
                  <a:pt x="172668" y="63558"/>
                </a:cubicBezTo>
                <a:cubicBezTo>
                  <a:pt x="168883" y="65089"/>
                  <a:pt x="166991" y="67258"/>
                  <a:pt x="166991" y="70065"/>
                </a:cubicBezTo>
                <a:cubicBezTo>
                  <a:pt x="166991" y="72611"/>
                  <a:pt x="167849" y="74554"/>
                  <a:pt x="169567" y="75891"/>
                </a:cubicBezTo>
                <a:cubicBezTo>
                  <a:pt x="171284" y="77227"/>
                  <a:pt x="175324" y="78564"/>
                  <a:pt x="181685" y="79902"/>
                </a:cubicBezTo>
                <a:cubicBezTo>
                  <a:pt x="185184" y="80602"/>
                  <a:pt x="188953" y="81287"/>
                  <a:pt x="192992" y="81956"/>
                </a:cubicBezTo>
                <a:cubicBezTo>
                  <a:pt x="197032" y="82624"/>
                  <a:pt x="201087" y="83467"/>
                  <a:pt x="205158" y="84485"/>
                </a:cubicBezTo>
                <a:cubicBezTo>
                  <a:pt x="214192" y="86841"/>
                  <a:pt x="220871" y="90550"/>
                  <a:pt x="225197" y="95613"/>
                </a:cubicBezTo>
                <a:cubicBezTo>
                  <a:pt x="229522" y="100675"/>
                  <a:pt x="231685" y="106993"/>
                  <a:pt x="231685" y="114569"/>
                </a:cubicBezTo>
                <a:close/>
                <a:moveTo>
                  <a:pt x="347569" y="114569"/>
                </a:moveTo>
                <a:cubicBezTo>
                  <a:pt x="347569" y="125646"/>
                  <a:pt x="342607" y="134574"/>
                  <a:pt x="332683" y="141355"/>
                </a:cubicBezTo>
                <a:cubicBezTo>
                  <a:pt x="322760" y="148136"/>
                  <a:pt x="309178" y="151526"/>
                  <a:pt x="291939" y="151526"/>
                </a:cubicBezTo>
                <a:cubicBezTo>
                  <a:pt x="282397" y="151526"/>
                  <a:pt x="273746" y="150636"/>
                  <a:pt x="265985" y="148855"/>
                </a:cubicBezTo>
                <a:cubicBezTo>
                  <a:pt x="258224" y="147073"/>
                  <a:pt x="251990" y="145101"/>
                  <a:pt x="247283" y="142939"/>
                </a:cubicBezTo>
                <a:lnTo>
                  <a:pt x="247283" y="114694"/>
                </a:lnTo>
                <a:lnTo>
                  <a:pt x="250432" y="114694"/>
                </a:lnTo>
                <a:cubicBezTo>
                  <a:pt x="252149" y="115903"/>
                  <a:pt x="254137" y="117223"/>
                  <a:pt x="256395" y="118654"/>
                </a:cubicBezTo>
                <a:cubicBezTo>
                  <a:pt x="258654" y="120086"/>
                  <a:pt x="261850" y="121628"/>
                  <a:pt x="265985" y="123282"/>
                </a:cubicBezTo>
                <a:cubicBezTo>
                  <a:pt x="269547" y="124745"/>
                  <a:pt x="273587" y="126002"/>
                  <a:pt x="278103" y="127051"/>
                </a:cubicBezTo>
                <a:cubicBezTo>
                  <a:pt x="282620" y="128101"/>
                  <a:pt x="287454" y="128626"/>
                  <a:pt x="292607" y="128626"/>
                </a:cubicBezTo>
                <a:cubicBezTo>
                  <a:pt x="299350" y="128626"/>
                  <a:pt x="304344" y="127876"/>
                  <a:pt x="307588" y="126377"/>
                </a:cubicBezTo>
                <a:cubicBezTo>
                  <a:pt x="310832" y="124876"/>
                  <a:pt x="312454" y="122659"/>
                  <a:pt x="312454" y="119725"/>
                </a:cubicBezTo>
                <a:cubicBezTo>
                  <a:pt x="312454" y="117115"/>
                  <a:pt x="311500" y="115221"/>
                  <a:pt x="309592" y="114044"/>
                </a:cubicBezTo>
                <a:cubicBezTo>
                  <a:pt x="307683" y="112865"/>
                  <a:pt x="304057" y="111734"/>
                  <a:pt x="298714" y="110651"/>
                </a:cubicBezTo>
                <a:cubicBezTo>
                  <a:pt x="296169" y="110078"/>
                  <a:pt x="292718" y="109458"/>
                  <a:pt x="288361" y="108790"/>
                </a:cubicBezTo>
                <a:cubicBezTo>
                  <a:pt x="284003" y="108122"/>
                  <a:pt x="280043" y="107310"/>
                  <a:pt x="276481" y="106354"/>
                </a:cubicBezTo>
                <a:cubicBezTo>
                  <a:pt x="266748" y="103808"/>
                  <a:pt x="259528" y="99845"/>
                  <a:pt x="254821" y="94465"/>
                </a:cubicBezTo>
                <a:cubicBezTo>
                  <a:pt x="250113" y="89084"/>
                  <a:pt x="247760" y="82383"/>
                  <a:pt x="247760" y="74362"/>
                </a:cubicBezTo>
                <a:cubicBezTo>
                  <a:pt x="247760" y="64048"/>
                  <a:pt x="252642" y="55470"/>
                  <a:pt x="262407" y="48625"/>
                </a:cubicBezTo>
                <a:cubicBezTo>
                  <a:pt x="272171" y="41781"/>
                  <a:pt x="285514" y="38359"/>
                  <a:pt x="302435" y="38359"/>
                </a:cubicBezTo>
                <a:cubicBezTo>
                  <a:pt x="310450" y="38359"/>
                  <a:pt x="318132" y="39170"/>
                  <a:pt x="325479" y="40792"/>
                </a:cubicBezTo>
                <a:cubicBezTo>
                  <a:pt x="332826" y="42414"/>
                  <a:pt x="338567" y="44147"/>
                  <a:pt x="342702" y="45992"/>
                </a:cubicBezTo>
                <a:lnTo>
                  <a:pt x="342702" y="73091"/>
                </a:lnTo>
                <a:lnTo>
                  <a:pt x="339744" y="73091"/>
                </a:lnTo>
                <a:cubicBezTo>
                  <a:pt x="334655" y="69593"/>
                  <a:pt x="328851" y="66746"/>
                  <a:pt x="322330" y="64551"/>
                </a:cubicBezTo>
                <a:cubicBezTo>
                  <a:pt x="315810" y="62357"/>
                  <a:pt x="309210" y="61259"/>
                  <a:pt x="302531" y="61259"/>
                </a:cubicBezTo>
                <a:cubicBezTo>
                  <a:pt x="296996" y="61259"/>
                  <a:pt x="292337" y="62026"/>
                  <a:pt x="288552" y="63558"/>
                </a:cubicBezTo>
                <a:cubicBezTo>
                  <a:pt x="284767" y="65089"/>
                  <a:pt x="282874" y="67258"/>
                  <a:pt x="282874" y="70065"/>
                </a:cubicBezTo>
                <a:cubicBezTo>
                  <a:pt x="282874" y="72611"/>
                  <a:pt x="283733" y="74554"/>
                  <a:pt x="285451" y="75891"/>
                </a:cubicBezTo>
                <a:cubicBezTo>
                  <a:pt x="287168" y="77227"/>
                  <a:pt x="291208" y="78564"/>
                  <a:pt x="297569" y="79902"/>
                </a:cubicBezTo>
                <a:cubicBezTo>
                  <a:pt x="301068" y="80602"/>
                  <a:pt x="304837" y="81287"/>
                  <a:pt x="308876" y="81956"/>
                </a:cubicBezTo>
                <a:cubicBezTo>
                  <a:pt x="312915" y="82624"/>
                  <a:pt x="316971" y="83467"/>
                  <a:pt x="321042" y="84485"/>
                </a:cubicBezTo>
                <a:cubicBezTo>
                  <a:pt x="330075" y="86841"/>
                  <a:pt x="336754" y="90550"/>
                  <a:pt x="341080" y="95613"/>
                </a:cubicBezTo>
                <a:cubicBezTo>
                  <a:pt x="345406" y="100675"/>
                  <a:pt x="347569" y="106993"/>
                  <a:pt x="347569" y="114569"/>
                </a:cubicBezTo>
                <a:close/>
                <a:moveTo>
                  <a:pt x="475857" y="101145"/>
                </a:moveTo>
                <a:lnTo>
                  <a:pt x="397231" y="101145"/>
                </a:lnTo>
                <a:cubicBezTo>
                  <a:pt x="397740" y="109603"/>
                  <a:pt x="400937" y="116076"/>
                  <a:pt x="406821" y="120563"/>
                </a:cubicBezTo>
                <a:cubicBezTo>
                  <a:pt x="412705" y="125047"/>
                  <a:pt x="421372" y="127290"/>
                  <a:pt x="432823" y="127290"/>
                </a:cubicBezTo>
                <a:cubicBezTo>
                  <a:pt x="440075" y="127290"/>
                  <a:pt x="447104" y="125976"/>
                  <a:pt x="453910" y="123348"/>
                </a:cubicBezTo>
                <a:cubicBezTo>
                  <a:pt x="460717" y="120720"/>
                  <a:pt x="466092" y="117899"/>
                  <a:pt x="470036" y="114885"/>
                </a:cubicBezTo>
                <a:lnTo>
                  <a:pt x="473853" y="114885"/>
                </a:lnTo>
                <a:lnTo>
                  <a:pt x="473853" y="142461"/>
                </a:lnTo>
                <a:cubicBezTo>
                  <a:pt x="466092" y="145578"/>
                  <a:pt x="458777" y="147837"/>
                  <a:pt x="451907" y="149236"/>
                </a:cubicBezTo>
                <a:cubicBezTo>
                  <a:pt x="445036" y="150636"/>
                  <a:pt x="437435" y="151335"/>
                  <a:pt x="429101" y="151335"/>
                </a:cubicBezTo>
                <a:cubicBezTo>
                  <a:pt x="407600" y="151335"/>
                  <a:pt x="391124" y="146493"/>
                  <a:pt x="379674" y="136808"/>
                </a:cubicBezTo>
                <a:cubicBezTo>
                  <a:pt x="368224" y="127123"/>
                  <a:pt x="362498" y="113327"/>
                  <a:pt x="362498" y="95420"/>
                </a:cubicBezTo>
                <a:cubicBezTo>
                  <a:pt x="362498" y="77707"/>
                  <a:pt x="367921" y="63674"/>
                  <a:pt x="378767" y="53319"/>
                </a:cubicBezTo>
                <a:cubicBezTo>
                  <a:pt x="389613" y="42964"/>
                  <a:pt x="404483" y="37786"/>
                  <a:pt x="423376" y="37786"/>
                </a:cubicBezTo>
                <a:cubicBezTo>
                  <a:pt x="440806" y="37786"/>
                  <a:pt x="453910" y="42198"/>
                  <a:pt x="462689" y="51023"/>
                </a:cubicBezTo>
                <a:cubicBezTo>
                  <a:pt x="471468" y="59845"/>
                  <a:pt x="475857" y="72539"/>
                  <a:pt x="475857" y="89104"/>
                </a:cubicBezTo>
                <a:lnTo>
                  <a:pt x="475857" y="101145"/>
                </a:lnTo>
                <a:moveTo>
                  <a:pt x="441697" y="80916"/>
                </a:moveTo>
                <a:cubicBezTo>
                  <a:pt x="441506" y="73759"/>
                  <a:pt x="439725" y="68376"/>
                  <a:pt x="436353" y="64766"/>
                </a:cubicBezTo>
                <a:cubicBezTo>
                  <a:pt x="432982" y="61156"/>
                  <a:pt x="427734" y="59351"/>
                  <a:pt x="420609" y="59351"/>
                </a:cubicBezTo>
                <a:cubicBezTo>
                  <a:pt x="413993" y="59351"/>
                  <a:pt x="408554" y="61062"/>
                  <a:pt x="404292" y="64483"/>
                </a:cubicBezTo>
                <a:cubicBezTo>
                  <a:pt x="400030" y="67902"/>
                  <a:pt x="397645" y="73380"/>
                  <a:pt x="397136" y="80916"/>
                </a:cubicBezTo>
                <a:lnTo>
                  <a:pt x="441697" y="80916"/>
                </a:lnTo>
                <a:close/>
                <a:moveTo>
                  <a:pt x="604852" y="72608"/>
                </a:moveTo>
                <a:lnTo>
                  <a:pt x="604852" y="148473"/>
                </a:lnTo>
                <a:lnTo>
                  <a:pt x="570310" y="148473"/>
                </a:lnTo>
                <a:lnTo>
                  <a:pt x="570310" y="95005"/>
                </a:lnTo>
                <a:cubicBezTo>
                  <a:pt x="570310" y="89795"/>
                  <a:pt x="570183" y="85363"/>
                  <a:pt x="569928" y="81709"/>
                </a:cubicBezTo>
                <a:cubicBezTo>
                  <a:pt x="569674" y="78055"/>
                  <a:pt x="568974" y="75084"/>
                  <a:pt x="567829" y="72796"/>
                </a:cubicBezTo>
                <a:cubicBezTo>
                  <a:pt x="566684" y="70510"/>
                  <a:pt x="564951" y="68843"/>
                  <a:pt x="562629" y="67796"/>
                </a:cubicBezTo>
                <a:cubicBezTo>
                  <a:pt x="560307" y="66746"/>
                  <a:pt x="557047" y="66221"/>
                  <a:pt x="552848" y="66221"/>
                </a:cubicBezTo>
                <a:cubicBezTo>
                  <a:pt x="549477" y="66221"/>
                  <a:pt x="546201" y="66904"/>
                  <a:pt x="543020" y="68270"/>
                </a:cubicBezTo>
                <a:cubicBezTo>
                  <a:pt x="539839" y="69635"/>
                  <a:pt x="536977" y="71082"/>
                  <a:pt x="534432" y="72608"/>
                </a:cubicBezTo>
                <a:lnTo>
                  <a:pt x="534432" y="148473"/>
                </a:lnTo>
                <a:lnTo>
                  <a:pt x="500081" y="148473"/>
                </a:lnTo>
                <a:lnTo>
                  <a:pt x="500081" y="41221"/>
                </a:lnTo>
                <a:lnTo>
                  <a:pt x="534432" y="41221"/>
                </a:lnTo>
                <a:lnTo>
                  <a:pt x="534432" y="53149"/>
                </a:lnTo>
                <a:cubicBezTo>
                  <a:pt x="540348" y="48505"/>
                  <a:pt x="546010" y="44879"/>
                  <a:pt x="551417" y="42271"/>
                </a:cubicBezTo>
                <a:cubicBezTo>
                  <a:pt x="556824" y="39663"/>
                  <a:pt x="562804" y="38359"/>
                  <a:pt x="569356" y="38359"/>
                </a:cubicBezTo>
                <a:cubicBezTo>
                  <a:pt x="576417" y="38359"/>
                  <a:pt x="582651" y="39933"/>
                  <a:pt x="588058" y="43082"/>
                </a:cubicBezTo>
                <a:cubicBezTo>
                  <a:pt x="593465" y="46231"/>
                  <a:pt x="597696" y="50859"/>
                  <a:pt x="600749" y="56965"/>
                </a:cubicBezTo>
                <a:cubicBezTo>
                  <a:pt x="607619" y="51177"/>
                  <a:pt x="614299" y="46628"/>
                  <a:pt x="620787" y="43320"/>
                </a:cubicBezTo>
                <a:cubicBezTo>
                  <a:pt x="627276" y="40013"/>
                  <a:pt x="633637" y="38359"/>
                  <a:pt x="639871" y="38359"/>
                </a:cubicBezTo>
                <a:cubicBezTo>
                  <a:pt x="651449" y="38359"/>
                  <a:pt x="660243" y="41826"/>
                  <a:pt x="666255" y="48759"/>
                </a:cubicBezTo>
                <a:cubicBezTo>
                  <a:pt x="672266" y="55693"/>
                  <a:pt x="675272" y="65680"/>
                  <a:pt x="675272" y="78721"/>
                </a:cubicBezTo>
                <a:lnTo>
                  <a:pt x="675272" y="148473"/>
                </a:lnTo>
                <a:lnTo>
                  <a:pt x="640730" y="148473"/>
                </a:lnTo>
                <a:lnTo>
                  <a:pt x="640730" y="95005"/>
                </a:lnTo>
                <a:cubicBezTo>
                  <a:pt x="640730" y="89731"/>
                  <a:pt x="640618" y="85283"/>
                  <a:pt x="640396" y="81661"/>
                </a:cubicBezTo>
                <a:cubicBezTo>
                  <a:pt x="640173" y="78039"/>
                  <a:pt x="639489" y="75084"/>
                  <a:pt x="638344" y="72796"/>
                </a:cubicBezTo>
                <a:cubicBezTo>
                  <a:pt x="637263" y="70510"/>
                  <a:pt x="635545" y="68843"/>
                  <a:pt x="633192" y="67796"/>
                </a:cubicBezTo>
                <a:cubicBezTo>
                  <a:pt x="630838" y="66746"/>
                  <a:pt x="627530" y="66221"/>
                  <a:pt x="623268" y="66221"/>
                </a:cubicBezTo>
                <a:cubicBezTo>
                  <a:pt x="620405" y="66221"/>
                  <a:pt x="617606" y="66714"/>
                  <a:pt x="614871" y="67700"/>
                </a:cubicBezTo>
                <a:cubicBezTo>
                  <a:pt x="612136" y="68684"/>
                  <a:pt x="608796" y="70320"/>
                  <a:pt x="604852" y="72608"/>
                </a:cubicBezTo>
                <a:close/>
                <a:moveTo>
                  <a:pt x="818667" y="93416"/>
                </a:moveTo>
                <a:cubicBezTo>
                  <a:pt x="818667" y="110273"/>
                  <a:pt x="814007" y="124014"/>
                  <a:pt x="804688" y="134637"/>
                </a:cubicBezTo>
                <a:cubicBezTo>
                  <a:pt x="795368" y="145260"/>
                  <a:pt x="783743" y="150572"/>
                  <a:pt x="769812" y="150572"/>
                </a:cubicBezTo>
                <a:cubicBezTo>
                  <a:pt x="763832" y="150572"/>
                  <a:pt x="758584" y="149936"/>
                  <a:pt x="754068" y="148664"/>
                </a:cubicBezTo>
                <a:cubicBezTo>
                  <a:pt x="749551" y="147391"/>
                  <a:pt x="745257" y="145547"/>
                  <a:pt x="741186" y="143129"/>
                </a:cubicBezTo>
                <a:lnTo>
                  <a:pt x="739755" y="148473"/>
                </a:lnTo>
                <a:lnTo>
                  <a:pt x="706835" y="148473"/>
                </a:lnTo>
                <a:lnTo>
                  <a:pt x="706835" y="0"/>
                </a:lnTo>
                <a:lnTo>
                  <a:pt x="741186" y="0"/>
                </a:lnTo>
                <a:lnTo>
                  <a:pt x="741186" y="52481"/>
                </a:lnTo>
                <a:cubicBezTo>
                  <a:pt x="746466" y="48282"/>
                  <a:pt x="751857" y="44879"/>
                  <a:pt x="757360" y="42271"/>
                </a:cubicBezTo>
                <a:cubicBezTo>
                  <a:pt x="762862" y="39663"/>
                  <a:pt x="769207" y="38359"/>
                  <a:pt x="776396" y="38359"/>
                </a:cubicBezTo>
                <a:cubicBezTo>
                  <a:pt x="789945" y="38359"/>
                  <a:pt x="800378" y="43241"/>
                  <a:pt x="807693" y="53006"/>
                </a:cubicBezTo>
                <a:cubicBezTo>
                  <a:pt x="815009" y="62770"/>
                  <a:pt x="818667" y="76240"/>
                  <a:pt x="818667" y="93416"/>
                </a:cubicBezTo>
                <a:moveTo>
                  <a:pt x="783266" y="94182"/>
                </a:moveTo>
                <a:cubicBezTo>
                  <a:pt x="783266" y="84670"/>
                  <a:pt x="781644" y="77346"/>
                  <a:pt x="778400" y="72209"/>
                </a:cubicBezTo>
                <a:cubicBezTo>
                  <a:pt x="775155" y="67072"/>
                  <a:pt x="769367" y="64504"/>
                  <a:pt x="761033" y="64504"/>
                </a:cubicBezTo>
                <a:cubicBezTo>
                  <a:pt x="757789" y="64504"/>
                  <a:pt x="754449" y="64996"/>
                  <a:pt x="751014" y="65980"/>
                </a:cubicBezTo>
                <a:cubicBezTo>
                  <a:pt x="747579" y="66962"/>
                  <a:pt x="744303" y="68372"/>
                  <a:pt x="741186" y="70211"/>
                </a:cubicBezTo>
                <a:lnTo>
                  <a:pt x="741186" y="123861"/>
                </a:lnTo>
                <a:cubicBezTo>
                  <a:pt x="743667" y="124749"/>
                  <a:pt x="746021" y="125353"/>
                  <a:pt x="748247" y="125671"/>
                </a:cubicBezTo>
                <a:cubicBezTo>
                  <a:pt x="750473" y="125987"/>
                  <a:pt x="753145" y="126145"/>
                  <a:pt x="756262" y="126145"/>
                </a:cubicBezTo>
                <a:cubicBezTo>
                  <a:pt x="765359" y="126145"/>
                  <a:pt x="772134" y="123482"/>
                  <a:pt x="776587" y="118156"/>
                </a:cubicBezTo>
                <a:cubicBezTo>
                  <a:pt x="781040" y="112829"/>
                  <a:pt x="783266" y="104837"/>
                  <a:pt x="783266" y="94182"/>
                </a:cubicBezTo>
                <a:close/>
                <a:moveTo>
                  <a:pt x="877784" y="148473"/>
                </a:moveTo>
                <a:lnTo>
                  <a:pt x="843433" y="148473"/>
                </a:lnTo>
                <a:lnTo>
                  <a:pt x="843433" y="0"/>
                </a:lnTo>
                <a:lnTo>
                  <a:pt x="877784" y="0"/>
                </a:lnTo>
                <a:lnTo>
                  <a:pt x="877784" y="148473"/>
                </a:lnTo>
                <a:close/>
                <a:moveTo>
                  <a:pt x="1015800" y="101145"/>
                </a:moveTo>
                <a:lnTo>
                  <a:pt x="937175" y="101145"/>
                </a:lnTo>
                <a:cubicBezTo>
                  <a:pt x="937684" y="109603"/>
                  <a:pt x="940880" y="116076"/>
                  <a:pt x="946764" y="120563"/>
                </a:cubicBezTo>
                <a:cubicBezTo>
                  <a:pt x="952649" y="125047"/>
                  <a:pt x="961316" y="127290"/>
                  <a:pt x="972766" y="127290"/>
                </a:cubicBezTo>
                <a:cubicBezTo>
                  <a:pt x="980018" y="127290"/>
                  <a:pt x="987047" y="125976"/>
                  <a:pt x="993854" y="123348"/>
                </a:cubicBezTo>
                <a:cubicBezTo>
                  <a:pt x="1000660" y="120720"/>
                  <a:pt x="1006036" y="117899"/>
                  <a:pt x="1009980" y="114885"/>
                </a:cubicBezTo>
                <a:lnTo>
                  <a:pt x="1013797" y="114885"/>
                </a:lnTo>
                <a:lnTo>
                  <a:pt x="1013797" y="142461"/>
                </a:lnTo>
                <a:cubicBezTo>
                  <a:pt x="1006036" y="145578"/>
                  <a:pt x="998720" y="147837"/>
                  <a:pt x="991850" y="149236"/>
                </a:cubicBezTo>
                <a:cubicBezTo>
                  <a:pt x="984980" y="150636"/>
                  <a:pt x="977378" y="151335"/>
                  <a:pt x="969045" y="151335"/>
                </a:cubicBezTo>
                <a:cubicBezTo>
                  <a:pt x="947544" y="151335"/>
                  <a:pt x="931068" y="146493"/>
                  <a:pt x="919617" y="136808"/>
                </a:cubicBezTo>
                <a:cubicBezTo>
                  <a:pt x="908167" y="127123"/>
                  <a:pt x="902442" y="113327"/>
                  <a:pt x="902442" y="95420"/>
                </a:cubicBezTo>
                <a:cubicBezTo>
                  <a:pt x="902442" y="77707"/>
                  <a:pt x="907865" y="63674"/>
                  <a:pt x="918711" y="53319"/>
                </a:cubicBezTo>
                <a:cubicBezTo>
                  <a:pt x="929557" y="42964"/>
                  <a:pt x="944427" y="37786"/>
                  <a:pt x="963320" y="37786"/>
                </a:cubicBezTo>
                <a:cubicBezTo>
                  <a:pt x="980750" y="37786"/>
                  <a:pt x="993854" y="42198"/>
                  <a:pt x="1002632" y="51023"/>
                </a:cubicBezTo>
                <a:cubicBezTo>
                  <a:pt x="1011411" y="59845"/>
                  <a:pt x="1015800" y="72539"/>
                  <a:pt x="1015800" y="89104"/>
                </a:cubicBezTo>
                <a:lnTo>
                  <a:pt x="1015800" y="101145"/>
                </a:lnTo>
                <a:moveTo>
                  <a:pt x="981640" y="80916"/>
                </a:moveTo>
                <a:cubicBezTo>
                  <a:pt x="981449" y="73759"/>
                  <a:pt x="979668" y="68376"/>
                  <a:pt x="976297" y="64766"/>
                </a:cubicBezTo>
                <a:cubicBezTo>
                  <a:pt x="972925" y="61156"/>
                  <a:pt x="967677" y="59351"/>
                  <a:pt x="960552" y="59351"/>
                </a:cubicBezTo>
                <a:cubicBezTo>
                  <a:pt x="953937" y="59351"/>
                  <a:pt x="948498" y="61062"/>
                  <a:pt x="944236" y="64483"/>
                </a:cubicBezTo>
                <a:cubicBezTo>
                  <a:pt x="939974" y="67902"/>
                  <a:pt x="937588" y="73380"/>
                  <a:pt x="937079" y="80916"/>
                </a:cubicBezTo>
                <a:lnTo>
                  <a:pt x="981640" y="80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ertificate">
            <a:extLst xmlns:a="http://schemas.openxmlformats.org/drawingml/2006/main">
              <a:ext uri="{FF2B5EF4-FFF2-40B4-BE49-F238E27FC236}">
                <a16:creationId xmlns:a16="http://schemas.microsoft.com/office/drawing/2014/main" id="{E9DF71F3-141F-4A0D-A8AA-C87880F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528" y="4097389"/>
            <a:ext cx="1094949" cy="152290"/>
          </a:xfrm>
          <a:custGeom xmlns:a="http://schemas.openxmlformats.org/drawingml/2006/main">
            <a:pathLst>
              <a:path w="1094949" h="152290">
                <a:moveTo>
                  <a:pt x="63645" y="152290"/>
                </a:moveTo>
                <a:cubicBezTo>
                  <a:pt x="54294" y="152290"/>
                  <a:pt x="45754" y="151176"/>
                  <a:pt x="38025" y="148950"/>
                </a:cubicBezTo>
                <a:cubicBezTo>
                  <a:pt x="30296" y="146724"/>
                  <a:pt x="23569" y="143288"/>
                  <a:pt x="17843" y="138645"/>
                </a:cubicBezTo>
                <a:cubicBezTo>
                  <a:pt x="12182" y="134001"/>
                  <a:pt x="7793" y="128149"/>
                  <a:pt x="4676" y="121087"/>
                </a:cubicBezTo>
                <a:cubicBezTo>
                  <a:pt x="1559" y="114026"/>
                  <a:pt x="0" y="105757"/>
                  <a:pt x="0" y="96278"/>
                </a:cubicBezTo>
                <a:cubicBezTo>
                  <a:pt x="0" y="86291"/>
                  <a:pt x="1670" y="77672"/>
                  <a:pt x="5010" y="70420"/>
                </a:cubicBezTo>
                <a:cubicBezTo>
                  <a:pt x="8349" y="63168"/>
                  <a:pt x="13009" y="57156"/>
                  <a:pt x="18989" y="52385"/>
                </a:cubicBezTo>
                <a:cubicBezTo>
                  <a:pt x="24777" y="47869"/>
                  <a:pt x="31457" y="44561"/>
                  <a:pt x="39027" y="42462"/>
                </a:cubicBezTo>
                <a:cubicBezTo>
                  <a:pt x="46597" y="40362"/>
                  <a:pt x="54453" y="39313"/>
                  <a:pt x="62595" y="39313"/>
                </a:cubicBezTo>
                <a:cubicBezTo>
                  <a:pt x="69911" y="39313"/>
                  <a:pt x="76654" y="40106"/>
                  <a:pt x="82824" y="41692"/>
                </a:cubicBezTo>
                <a:cubicBezTo>
                  <a:pt x="88995" y="43279"/>
                  <a:pt x="94752" y="45341"/>
                  <a:pt x="100095" y="47880"/>
                </a:cubicBezTo>
                <a:lnTo>
                  <a:pt x="100095" y="77099"/>
                </a:lnTo>
                <a:lnTo>
                  <a:pt x="95229" y="77099"/>
                </a:lnTo>
                <a:cubicBezTo>
                  <a:pt x="93893" y="75970"/>
                  <a:pt x="92287" y="74653"/>
                  <a:pt x="90410" y="73148"/>
                </a:cubicBezTo>
                <a:cubicBezTo>
                  <a:pt x="88533" y="71643"/>
                  <a:pt x="86228" y="70170"/>
                  <a:pt x="83492" y="68729"/>
                </a:cubicBezTo>
                <a:cubicBezTo>
                  <a:pt x="80884" y="67349"/>
                  <a:pt x="78021" y="66205"/>
                  <a:pt x="74904" y="65297"/>
                </a:cubicBezTo>
                <a:cubicBezTo>
                  <a:pt x="71787" y="64386"/>
                  <a:pt x="68161" y="63931"/>
                  <a:pt x="64027" y="63931"/>
                </a:cubicBezTo>
                <a:cubicBezTo>
                  <a:pt x="54866" y="63931"/>
                  <a:pt x="47821" y="66833"/>
                  <a:pt x="42891" y="72638"/>
                </a:cubicBezTo>
                <a:cubicBezTo>
                  <a:pt x="37961" y="78441"/>
                  <a:pt x="35496" y="86321"/>
                  <a:pt x="35496" y="96278"/>
                </a:cubicBezTo>
                <a:cubicBezTo>
                  <a:pt x="35496" y="106552"/>
                  <a:pt x="38025" y="114352"/>
                  <a:pt x="43082" y="119680"/>
                </a:cubicBezTo>
                <a:cubicBezTo>
                  <a:pt x="48139" y="125008"/>
                  <a:pt x="55312" y="127671"/>
                  <a:pt x="64599" y="127671"/>
                </a:cubicBezTo>
                <a:cubicBezTo>
                  <a:pt x="68925" y="127671"/>
                  <a:pt x="72821" y="127182"/>
                  <a:pt x="76288" y="126204"/>
                </a:cubicBezTo>
                <a:cubicBezTo>
                  <a:pt x="79755" y="125224"/>
                  <a:pt x="82633" y="124071"/>
                  <a:pt x="84923" y="122745"/>
                </a:cubicBezTo>
                <a:cubicBezTo>
                  <a:pt x="87086" y="121483"/>
                  <a:pt x="88995" y="120157"/>
                  <a:pt x="90649" y="118768"/>
                </a:cubicBezTo>
                <a:cubicBezTo>
                  <a:pt x="92303" y="117378"/>
                  <a:pt x="93829" y="116020"/>
                  <a:pt x="95229" y="114694"/>
                </a:cubicBezTo>
                <a:lnTo>
                  <a:pt x="100095" y="114694"/>
                </a:lnTo>
                <a:lnTo>
                  <a:pt x="100095" y="143988"/>
                </a:lnTo>
                <a:cubicBezTo>
                  <a:pt x="94688" y="146533"/>
                  <a:pt x="89042" y="148552"/>
                  <a:pt x="83158" y="150047"/>
                </a:cubicBezTo>
                <a:cubicBezTo>
                  <a:pt x="77274" y="151542"/>
                  <a:pt x="70770" y="152290"/>
                  <a:pt x="63645" y="152290"/>
                </a:cubicBezTo>
                <a:close/>
                <a:moveTo>
                  <a:pt x="228265" y="102099"/>
                </a:moveTo>
                <a:lnTo>
                  <a:pt x="149639" y="102099"/>
                </a:lnTo>
                <a:cubicBezTo>
                  <a:pt x="150148" y="110558"/>
                  <a:pt x="153344" y="117030"/>
                  <a:pt x="159228" y="121517"/>
                </a:cubicBezTo>
                <a:cubicBezTo>
                  <a:pt x="165113" y="126002"/>
                  <a:pt x="173780" y="128244"/>
                  <a:pt x="185230" y="128244"/>
                </a:cubicBezTo>
                <a:cubicBezTo>
                  <a:pt x="192482" y="128244"/>
                  <a:pt x="199511" y="126930"/>
                  <a:pt x="206318" y="124302"/>
                </a:cubicBezTo>
                <a:cubicBezTo>
                  <a:pt x="213125" y="121674"/>
                  <a:pt x="218500" y="118853"/>
                  <a:pt x="222444" y="115839"/>
                </a:cubicBezTo>
                <a:lnTo>
                  <a:pt x="226261" y="115839"/>
                </a:lnTo>
                <a:lnTo>
                  <a:pt x="226261" y="143416"/>
                </a:lnTo>
                <a:cubicBezTo>
                  <a:pt x="218500" y="146533"/>
                  <a:pt x="211184" y="148791"/>
                  <a:pt x="204314" y="150190"/>
                </a:cubicBezTo>
                <a:cubicBezTo>
                  <a:pt x="197444" y="151590"/>
                  <a:pt x="189842" y="152290"/>
                  <a:pt x="181509" y="152290"/>
                </a:cubicBezTo>
                <a:cubicBezTo>
                  <a:pt x="160008" y="152290"/>
                  <a:pt x="143532" y="147447"/>
                  <a:pt x="132082" y="137762"/>
                </a:cubicBezTo>
                <a:cubicBezTo>
                  <a:pt x="120631" y="128077"/>
                  <a:pt x="114906" y="114281"/>
                  <a:pt x="114906" y="96374"/>
                </a:cubicBezTo>
                <a:cubicBezTo>
                  <a:pt x="114906" y="78662"/>
                  <a:pt x="120329" y="64628"/>
                  <a:pt x="131175" y="54273"/>
                </a:cubicBezTo>
                <a:cubicBezTo>
                  <a:pt x="142021" y="43918"/>
                  <a:pt x="156891" y="38740"/>
                  <a:pt x="175784" y="38740"/>
                </a:cubicBezTo>
                <a:cubicBezTo>
                  <a:pt x="193214" y="38740"/>
                  <a:pt x="206318" y="43153"/>
                  <a:pt x="215097" y="51977"/>
                </a:cubicBezTo>
                <a:cubicBezTo>
                  <a:pt x="223875" y="60799"/>
                  <a:pt x="228265" y="73493"/>
                  <a:pt x="228265" y="90058"/>
                </a:cubicBezTo>
                <a:lnTo>
                  <a:pt x="228265" y="102099"/>
                </a:lnTo>
                <a:moveTo>
                  <a:pt x="194104" y="81870"/>
                </a:moveTo>
                <a:cubicBezTo>
                  <a:pt x="193914" y="74714"/>
                  <a:pt x="192132" y="69330"/>
                  <a:pt x="188761" y="65720"/>
                </a:cubicBezTo>
                <a:cubicBezTo>
                  <a:pt x="185389" y="62110"/>
                  <a:pt x="180141" y="60305"/>
                  <a:pt x="173017" y="60305"/>
                </a:cubicBezTo>
                <a:cubicBezTo>
                  <a:pt x="166401" y="60305"/>
                  <a:pt x="160962" y="62016"/>
                  <a:pt x="156700" y="65437"/>
                </a:cubicBezTo>
                <a:cubicBezTo>
                  <a:pt x="152438" y="68856"/>
                  <a:pt x="150052" y="74334"/>
                  <a:pt x="149543" y="81870"/>
                </a:cubicBezTo>
                <a:lnTo>
                  <a:pt x="194104" y="81870"/>
                </a:lnTo>
                <a:close/>
                <a:moveTo>
                  <a:pt x="330161" y="75000"/>
                </a:moveTo>
                <a:lnTo>
                  <a:pt x="327107" y="75000"/>
                </a:lnTo>
                <a:cubicBezTo>
                  <a:pt x="325644" y="74491"/>
                  <a:pt x="323290" y="74109"/>
                  <a:pt x="320046" y="73855"/>
                </a:cubicBezTo>
                <a:cubicBezTo>
                  <a:pt x="316802" y="73600"/>
                  <a:pt x="314098" y="73473"/>
                  <a:pt x="311935" y="73473"/>
                </a:cubicBezTo>
                <a:cubicBezTo>
                  <a:pt x="307037" y="73473"/>
                  <a:pt x="302711" y="73791"/>
                  <a:pt x="298958" y="74427"/>
                </a:cubicBezTo>
                <a:cubicBezTo>
                  <a:pt x="295205" y="75063"/>
                  <a:pt x="291166" y="76145"/>
                  <a:pt x="286840" y="77672"/>
                </a:cubicBezTo>
                <a:lnTo>
                  <a:pt x="286840" y="149427"/>
                </a:lnTo>
                <a:lnTo>
                  <a:pt x="252489" y="149427"/>
                </a:lnTo>
                <a:lnTo>
                  <a:pt x="252489" y="42175"/>
                </a:lnTo>
                <a:lnTo>
                  <a:pt x="286840" y="42175"/>
                </a:lnTo>
                <a:lnTo>
                  <a:pt x="286840" y="57920"/>
                </a:lnTo>
                <a:cubicBezTo>
                  <a:pt x="294410" y="51431"/>
                  <a:pt x="300994" y="47121"/>
                  <a:pt x="306592" y="44990"/>
                </a:cubicBezTo>
                <a:cubicBezTo>
                  <a:pt x="312190" y="42859"/>
                  <a:pt x="317343" y="41794"/>
                  <a:pt x="322050" y="41794"/>
                </a:cubicBezTo>
                <a:cubicBezTo>
                  <a:pt x="323259" y="41794"/>
                  <a:pt x="324626" y="41826"/>
                  <a:pt x="326153" y="41889"/>
                </a:cubicBezTo>
                <a:cubicBezTo>
                  <a:pt x="327680" y="41953"/>
                  <a:pt x="329016" y="42048"/>
                  <a:pt x="330161" y="42175"/>
                </a:cubicBezTo>
                <a:lnTo>
                  <a:pt x="330161" y="75000"/>
                </a:lnTo>
                <a:close/>
                <a:moveTo>
                  <a:pt x="418124" y="148485"/>
                </a:moveTo>
                <a:cubicBezTo>
                  <a:pt x="414434" y="149435"/>
                  <a:pt x="410522" y="150180"/>
                  <a:pt x="406387" y="150718"/>
                </a:cubicBezTo>
                <a:cubicBezTo>
                  <a:pt x="402252" y="151257"/>
                  <a:pt x="397195" y="151526"/>
                  <a:pt x="391216" y="151526"/>
                </a:cubicBezTo>
                <a:cubicBezTo>
                  <a:pt x="377857" y="151526"/>
                  <a:pt x="367917" y="148820"/>
                  <a:pt x="361397" y="143407"/>
                </a:cubicBezTo>
                <a:cubicBezTo>
                  <a:pt x="354877" y="137994"/>
                  <a:pt x="351616" y="128728"/>
                  <a:pt x="351616" y="115610"/>
                </a:cubicBezTo>
                <a:lnTo>
                  <a:pt x="351616" y="65458"/>
                </a:lnTo>
                <a:lnTo>
                  <a:pt x="337494" y="65458"/>
                </a:lnTo>
                <a:lnTo>
                  <a:pt x="337494" y="42175"/>
                </a:lnTo>
                <a:lnTo>
                  <a:pt x="351616" y="42175"/>
                </a:lnTo>
                <a:lnTo>
                  <a:pt x="351616" y="11450"/>
                </a:lnTo>
                <a:lnTo>
                  <a:pt x="385967" y="11450"/>
                </a:lnTo>
                <a:lnTo>
                  <a:pt x="385967" y="42175"/>
                </a:lnTo>
                <a:lnTo>
                  <a:pt x="418124" y="42175"/>
                </a:lnTo>
                <a:lnTo>
                  <a:pt x="418124" y="65458"/>
                </a:lnTo>
                <a:lnTo>
                  <a:pt x="385967" y="65458"/>
                </a:lnTo>
                <a:lnTo>
                  <a:pt x="385967" y="103551"/>
                </a:lnTo>
                <a:cubicBezTo>
                  <a:pt x="385967" y="107316"/>
                  <a:pt x="385999" y="110602"/>
                  <a:pt x="386063" y="113409"/>
                </a:cubicBezTo>
                <a:cubicBezTo>
                  <a:pt x="386126" y="116216"/>
                  <a:pt x="386635" y="118737"/>
                  <a:pt x="387590" y="120971"/>
                </a:cubicBezTo>
                <a:cubicBezTo>
                  <a:pt x="388480" y="123204"/>
                  <a:pt x="390055" y="124974"/>
                  <a:pt x="392313" y="126282"/>
                </a:cubicBezTo>
                <a:cubicBezTo>
                  <a:pt x="394571" y="127590"/>
                  <a:pt x="397863" y="128244"/>
                  <a:pt x="402189" y="128244"/>
                </a:cubicBezTo>
                <a:cubicBezTo>
                  <a:pt x="403970" y="128244"/>
                  <a:pt x="406308" y="127862"/>
                  <a:pt x="409202" y="127099"/>
                </a:cubicBezTo>
                <a:cubicBezTo>
                  <a:pt x="412096" y="126336"/>
                  <a:pt x="414116" y="125636"/>
                  <a:pt x="415261" y="125000"/>
                </a:cubicBezTo>
                <a:lnTo>
                  <a:pt x="418124" y="125000"/>
                </a:lnTo>
                <a:lnTo>
                  <a:pt x="418124" y="148485"/>
                </a:lnTo>
                <a:close/>
                <a:moveTo>
                  <a:pt x="473075" y="149427"/>
                </a:moveTo>
                <a:lnTo>
                  <a:pt x="438724" y="149427"/>
                </a:lnTo>
                <a:lnTo>
                  <a:pt x="438724" y="42175"/>
                </a:lnTo>
                <a:lnTo>
                  <a:pt x="473075" y="42175"/>
                </a:lnTo>
                <a:lnTo>
                  <a:pt x="473075" y="149427"/>
                </a:lnTo>
                <a:moveTo>
                  <a:pt x="474029" y="27099"/>
                </a:moveTo>
                <a:lnTo>
                  <a:pt x="437769" y="27099"/>
                </a:lnTo>
                <a:lnTo>
                  <a:pt x="437769" y="954"/>
                </a:lnTo>
                <a:lnTo>
                  <a:pt x="474029" y="954"/>
                </a:lnTo>
                <a:lnTo>
                  <a:pt x="474029" y="27099"/>
                </a:lnTo>
                <a:close/>
                <a:moveTo>
                  <a:pt x="575022" y="26336"/>
                </a:moveTo>
                <a:lnTo>
                  <a:pt x="572446" y="26336"/>
                </a:lnTo>
                <a:cubicBezTo>
                  <a:pt x="570919" y="25908"/>
                  <a:pt x="568931" y="25420"/>
                  <a:pt x="566482" y="24872"/>
                </a:cubicBezTo>
                <a:cubicBezTo>
                  <a:pt x="564033" y="24321"/>
                  <a:pt x="561409" y="24046"/>
                  <a:pt x="558610" y="24046"/>
                </a:cubicBezTo>
                <a:cubicBezTo>
                  <a:pt x="551867" y="24046"/>
                  <a:pt x="547303" y="25230"/>
                  <a:pt x="544917" y="27597"/>
                </a:cubicBezTo>
                <a:cubicBezTo>
                  <a:pt x="542532" y="29965"/>
                  <a:pt x="541339" y="34544"/>
                  <a:pt x="541339" y="41335"/>
                </a:cubicBezTo>
                <a:lnTo>
                  <a:pt x="541339" y="42175"/>
                </a:lnTo>
                <a:lnTo>
                  <a:pt x="567866" y="42175"/>
                </a:lnTo>
                <a:lnTo>
                  <a:pt x="567866" y="65458"/>
                </a:lnTo>
                <a:lnTo>
                  <a:pt x="542484" y="65458"/>
                </a:lnTo>
                <a:lnTo>
                  <a:pt x="542484" y="149427"/>
                </a:lnTo>
                <a:lnTo>
                  <a:pt x="508133" y="149427"/>
                </a:lnTo>
                <a:lnTo>
                  <a:pt x="508133" y="65458"/>
                </a:lnTo>
                <a:lnTo>
                  <a:pt x="493438" y="65458"/>
                </a:lnTo>
                <a:lnTo>
                  <a:pt x="493438" y="42175"/>
                </a:lnTo>
                <a:lnTo>
                  <a:pt x="508133" y="42175"/>
                </a:lnTo>
                <a:lnTo>
                  <a:pt x="508133" y="39223"/>
                </a:lnTo>
                <a:cubicBezTo>
                  <a:pt x="508133" y="26149"/>
                  <a:pt x="511616" y="16344"/>
                  <a:pt x="518581" y="9807"/>
                </a:cubicBezTo>
                <a:cubicBezTo>
                  <a:pt x="525547" y="3269"/>
                  <a:pt x="536091" y="0"/>
                  <a:pt x="550213" y="0"/>
                </a:cubicBezTo>
                <a:cubicBezTo>
                  <a:pt x="555302" y="0"/>
                  <a:pt x="559914" y="177"/>
                  <a:pt x="564049" y="531"/>
                </a:cubicBezTo>
                <a:cubicBezTo>
                  <a:pt x="568184" y="883"/>
                  <a:pt x="571841" y="1347"/>
                  <a:pt x="575022" y="1923"/>
                </a:cubicBezTo>
                <a:lnTo>
                  <a:pt x="575022" y="26336"/>
                </a:lnTo>
                <a:close/>
                <a:moveTo>
                  <a:pt x="622375" y="149427"/>
                </a:moveTo>
                <a:lnTo>
                  <a:pt x="588024" y="149427"/>
                </a:lnTo>
                <a:lnTo>
                  <a:pt x="588024" y="42175"/>
                </a:lnTo>
                <a:lnTo>
                  <a:pt x="622375" y="42175"/>
                </a:lnTo>
                <a:lnTo>
                  <a:pt x="622375" y="149427"/>
                </a:lnTo>
                <a:moveTo>
                  <a:pt x="623329" y="27099"/>
                </a:moveTo>
                <a:lnTo>
                  <a:pt x="587070" y="27099"/>
                </a:lnTo>
                <a:lnTo>
                  <a:pt x="587070" y="954"/>
                </a:lnTo>
                <a:lnTo>
                  <a:pt x="623329" y="954"/>
                </a:lnTo>
                <a:lnTo>
                  <a:pt x="623329" y="27099"/>
                </a:lnTo>
                <a:close/>
                <a:moveTo>
                  <a:pt x="710678" y="152290"/>
                </a:moveTo>
                <a:cubicBezTo>
                  <a:pt x="701327" y="152290"/>
                  <a:pt x="692787" y="151176"/>
                  <a:pt x="685058" y="148950"/>
                </a:cubicBezTo>
                <a:cubicBezTo>
                  <a:pt x="677329" y="146724"/>
                  <a:pt x="670602" y="143288"/>
                  <a:pt x="664877" y="138645"/>
                </a:cubicBezTo>
                <a:cubicBezTo>
                  <a:pt x="659215" y="134001"/>
                  <a:pt x="654826" y="128149"/>
                  <a:pt x="651709" y="121087"/>
                </a:cubicBezTo>
                <a:cubicBezTo>
                  <a:pt x="648592" y="114026"/>
                  <a:pt x="647033" y="105757"/>
                  <a:pt x="647033" y="96278"/>
                </a:cubicBezTo>
                <a:cubicBezTo>
                  <a:pt x="647033" y="86291"/>
                  <a:pt x="648703" y="77672"/>
                  <a:pt x="652043" y="70420"/>
                </a:cubicBezTo>
                <a:cubicBezTo>
                  <a:pt x="655383" y="63168"/>
                  <a:pt x="660042" y="57156"/>
                  <a:pt x="666022" y="52385"/>
                </a:cubicBezTo>
                <a:cubicBezTo>
                  <a:pt x="671811" y="47869"/>
                  <a:pt x="678490" y="44561"/>
                  <a:pt x="686060" y="42462"/>
                </a:cubicBezTo>
                <a:cubicBezTo>
                  <a:pt x="693630" y="40362"/>
                  <a:pt x="701486" y="39313"/>
                  <a:pt x="709629" y="39313"/>
                </a:cubicBezTo>
                <a:cubicBezTo>
                  <a:pt x="716944" y="39313"/>
                  <a:pt x="723687" y="40106"/>
                  <a:pt x="729858" y="41692"/>
                </a:cubicBezTo>
                <a:cubicBezTo>
                  <a:pt x="736028" y="43279"/>
                  <a:pt x="741785" y="45341"/>
                  <a:pt x="747129" y="47880"/>
                </a:cubicBezTo>
                <a:lnTo>
                  <a:pt x="747129" y="77099"/>
                </a:lnTo>
                <a:lnTo>
                  <a:pt x="742262" y="77099"/>
                </a:lnTo>
                <a:cubicBezTo>
                  <a:pt x="740926" y="75970"/>
                  <a:pt x="739320" y="74653"/>
                  <a:pt x="737444" y="73148"/>
                </a:cubicBezTo>
                <a:cubicBezTo>
                  <a:pt x="735567" y="71643"/>
                  <a:pt x="733261" y="70170"/>
                  <a:pt x="730526" y="68729"/>
                </a:cubicBezTo>
                <a:cubicBezTo>
                  <a:pt x="727917" y="67349"/>
                  <a:pt x="725055" y="66205"/>
                  <a:pt x="721938" y="65297"/>
                </a:cubicBezTo>
                <a:cubicBezTo>
                  <a:pt x="718821" y="64386"/>
                  <a:pt x="715195" y="63931"/>
                  <a:pt x="711060" y="63931"/>
                </a:cubicBezTo>
                <a:cubicBezTo>
                  <a:pt x="701900" y="63931"/>
                  <a:pt x="694855" y="66833"/>
                  <a:pt x="689925" y="72638"/>
                </a:cubicBezTo>
                <a:cubicBezTo>
                  <a:pt x="684995" y="78441"/>
                  <a:pt x="682530" y="86321"/>
                  <a:pt x="682530" y="96278"/>
                </a:cubicBezTo>
                <a:cubicBezTo>
                  <a:pt x="682530" y="106552"/>
                  <a:pt x="685058" y="114352"/>
                  <a:pt x="690115" y="119680"/>
                </a:cubicBezTo>
                <a:cubicBezTo>
                  <a:pt x="695173" y="125008"/>
                  <a:pt x="702345" y="127671"/>
                  <a:pt x="711633" y="127671"/>
                </a:cubicBezTo>
                <a:cubicBezTo>
                  <a:pt x="715958" y="127671"/>
                  <a:pt x="719855" y="127182"/>
                  <a:pt x="723321" y="126204"/>
                </a:cubicBezTo>
                <a:cubicBezTo>
                  <a:pt x="726788" y="125224"/>
                  <a:pt x="729667" y="124071"/>
                  <a:pt x="731957" y="122745"/>
                </a:cubicBezTo>
                <a:cubicBezTo>
                  <a:pt x="734120" y="121483"/>
                  <a:pt x="736028" y="120157"/>
                  <a:pt x="737682" y="118768"/>
                </a:cubicBezTo>
                <a:cubicBezTo>
                  <a:pt x="739336" y="117378"/>
                  <a:pt x="740863" y="116020"/>
                  <a:pt x="742262" y="114694"/>
                </a:cubicBezTo>
                <a:lnTo>
                  <a:pt x="747129" y="114694"/>
                </a:lnTo>
                <a:lnTo>
                  <a:pt x="747129" y="143988"/>
                </a:lnTo>
                <a:cubicBezTo>
                  <a:pt x="741721" y="146533"/>
                  <a:pt x="736076" y="148552"/>
                  <a:pt x="730192" y="150047"/>
                </a:cubicBezTo>
                <a:cubicBezTo>
                  <a:pt x="724307" y="151542"/>
                  <a:pt x="717803" y="152290"/>
                  <a:pt x="710678" y="152290"/>
                </a:cubicBezTo>
                <a:close/>
                <a:moveTo>
                  <a:pt x="834649" y="121421"/>
                </a:moveTo>
                <a:lnTo>
                  <a:pt x="834649" y="99236"/>
                </a:lnTo>
                <a:cubicBezTo>
                  <a:pt x="830005" y="99616"/>
                  <a:pt x="824980" y="100138"/>
                  <a:pt x="819573" y="100802"/>
                </a:cubicBezTo>
                <a:cubicBezTo>
                  <a:pt x="814166" y="101464"/>
                  <a:pt x="810063" y="102238"/>
                  <a:pt x="807264" y="103125"/>
                </a:cubicBezTo>
                <a:cubicBezTo>
                  <a:pt x="803829" y="104198"/>
                  <a:pt x="801205" y="105763"/>
                  <a:pt x="799392" y="107818"/>
                </a:cubicBezTo>
                <a:cubicBezTo>
                  <a:pt x="797579" y="109872"/>
                  <a:pt x="796672" y="112573"/>
                  <a:pt x="796672" y="115923"/>
                </a:cubicBezTo>
                <a:cubicBezTo>
                  <a:pt x="796672" y="118135"/>
                  <a:pt x="796863" y="119937"/>
                  <a:pt x="797245" y="121329"/>
                </a:cubicBezTo>
                <a:cubicBezTo>
                  <a:pt x="797626" y="122719"/>
                  <a:pt x="798581" y="124045"/>
                  <a:pt x="800107" y="125310"/>
                </a:cubicBezTo>
                <a:cubicBezTo>
                  <a:pt x="801570" y="126574"/>
                  <a:pt x="803320" y="127506"/>
                  <a:pt x="805355" y="128107"/>
                </a:cubicBezTo>
                <a:cubicBezTo>
                  <a:pt x="807391" y="128707"/>
                  <a:pt x="810572" y="129007"/>
                  <a:pt x="814897" y="129007"/>
                </a:cubicBezTo>
                <a:cubicBezTo>
                  <a:pt x="818333" y="129007"/>
                  <a:pt x="821815" y="128313"/>
                  <a:pt x="825346" y="126923"/>
                </a:cubicBezTo>
                <a:cubicBezTo>
                  <a:pt x="828876" y="125531"/>
                  <a:pt x="831978" y="123698"/>
                  <a:pt x="834649" y="121421"/>
                </a:cubicBezTo>
                <a:moveTo>
                  <a:pt x="834649" y="138072"/>
                </a:moveTo>
                <a:cubicBezTo>
                  <a:pt x="832804" y="139472"/>
                  <a:pt x="830514" y="141157"/>
                  <a:pt x="827779" y="143129"/>
                </a:cubicBezTo>
                <a:cubicBezTo>
                  <a:pt x="825044" y="145101"/>
                  <a:pt x="822467" y="146660"/>
                  <a:pt x="820050" y="147805"/>
                </a:cubicBezTo>
                <a:cubicBezTo>
                  <a:pt x="816679" y="149332"/>
                  <a:pt x="813180" y="150461"/>
                  <a:pt x="809554" y="151192"/>
                </a:cubicBezTo>
                <a:cubicBezTo>
                  <a:pt x="805928" y="151924"/>
                  <a:pt x="801952" y="152290"/>
                  <a:pt x="797626" y="152290"/>
                </a:cubicBezTo>
                <a:cubicBezTo>
                  <a:pt x="787448" y="152290"/>
                  <a:pt x="778924" y="149141"/>
                  <a:pt x="772054" y="142843"/>
                </a:cubicBezTo>
                <a:cubicBezTo>
                  <a:pt x="765184" y="136545"/>
                  <a:pt x="761749" y="128498"/>
                  <a:pt x="761749" y="118702"/>
                </a:cubicBezTo>
                <a:cubicBezTo>
                  <a:pt x="761749" y="110878"/>
                  <a:pt x="763498" y="104484"/>
                  <a:pt x="766997" y="99523"/>
                </a:cubicBezTo>
                <a:cubicBezTo>
                  <a:pt x="770495" y="94561"/>
                  <a:pt x="775457" y="90649"/>
                  <a:pt x="781882" y="87786"/>
                </a:cubicBezTo>
                <a:cubicBezTo>
                  <a:pt x="788244" y="84923"/>
                  <a:pt x="796132" y="82888"/>
                  <a:pt x="805546" y="81679"/>
                </a:cubicBezTo>
                <a:cubicBezTo>
                  <a:pt x="814961" y="80471"/>
                  <a:pt x="824726" y="79580"/>
                  <a:pt x="834840" y="79007"/>
                </a:cubicBezTo>
                <a:lnTo>
                  <a:pt x="834840" y="78435"/>
                </a:lnTo>
                <a:cubicBezTo>
                  <a:pt x="834840" y="72519"/>
                  <a:pt x="832423" y="68432"/>
                  <a:pt x="827588" y="66173"/>
                </a:cubicBezTo>
                <a:cubicBezTo>
                  <a:pt x="822754" y="63915"/>
                  <a:pt x="815629" y="62786"/>
                  <a:pt x="806214" y="62786"/>
                </a:cubicBezTo>
                <a:cubicBezTo>
                  <a:pt x="800553" y="62786"/>
                  <a:pt x="794509" y="63788"/>
                  <a:pt x="788084" y="65792"/>
                </a:cubicBezTo>
                <a:cubicBezTo>
                  <a:pt x="781660" y="67796"/>
                  <a:pt x="777048" y="69338"/>
                  <a:pt x="774249" y="70420"/>
                </a:cubicBezTo>
                <a:lnTo>
                  <a:pt x="771100" y="70420"/>
                </a:lnTo>
                <a:lnTo>
                  <a:pt x="771100" y="44480"/>
                </a:lnTo>
                <a:cubicBezTo>
                  <a:pt x="774726" y="43524"/>
                  <a:pt x="780626" y="42392"/>
                  <a:pt x="788800" y="41084"/>
                </a:cubicBezTo>
                <a:cubicBezTo>
                  <a:pt x="796974" y="39776"/>
                  <a:pt x="805165" y="39122"/>
                  <a:pt x="813371" y="39122"/>
                </a:cubicBezTo>
                <a:cubicBezTo>
                  <a:pt x="832900" y="39122"/>
                  <a:pt x="847006" y="42131"/>
                  <a:pt x="855689" y="48148"/>
                </a:cubicBezTo>
                <a:cubicBezTo>
                  <a:pt x="864372" y="54164"/>
                  <a:pt x="868714" y="63602"/>
                  <a:pt x="868714" y="76464"/>
                </a:cubicBezTo>
                <a:lnTo>
                  <a:pt x="868714" y="149427"/>
                </a:lnTo>
                <a:lnTo>
                  <a:pt x="834649" y="149427"/>
                </a:lnTo>
                <a:lnTo>
                  <a:pt x="834649" y="138072"/>
                </a:lnTo>
                <a:close/>
                <a:moveTo>
                  <a:pt x="968815" y="148485"/>
                </a:moveTo>
                <a:cubicBezTo>
                  <a:pt x="965126" y="149435"/>
                  <a:pt x="961213" y="150180"/>
                  <a:pt x="957079" y="150718"/>
                </a:cubicBezTo>
                <a:cubicBezTo>
                  <a:pt x="952944" y="151257"/>
                  <a:pt x="947887" y="151526"/>
                  <a:pt x="941907" y="151526"/>
                </a:cubicBezTo>
                <a:cubicBezTo>
                  <a:pt x="928548" y="151526"/>
                  <a:pt x="918609" y="148820"/>
                  <a:pt x="912088" y="143407"/>
                </a:cubicBezTo>
                <a:cubicBezTo>
                  <a:pt x="905568" y="137994"/>
                  <a:pt x="902308" y="128728"/>
                  <a:pt x="902308" y="115610"/>
                </a:cubicBezTo>
                <a:lnTo>
                  <a:pt x="902308" y="65458"/>
                </a:lnTo>
                <a:lnTo>
                  <a:pt x="888186" y="65458"/>
                </a:lnTo>
                <a:lnTo>
                  <a:pt x="888186" y="42175"/>
                </a:lnTo>
                <a:lnTo>
                  <a:pt x="902308" y="42175"/>
                </a:lnTo>
                <a:lnTo>
                  <a:pt x="902308" y="11450"/>
                </a:lnTo>
                <a:lnTo>
                  <a:pt x="936659" y="11450"/>
                </a:lnTo>
                <a:lnTo>
                  <a:pt x="936659" y="42175"/>
                </a:lnTo>
                <a:lnTo>
                  <a:pt x="968815" y="42175"/>
                </a:lnTo>
                <a:lnTo>
                  <a:pt x="968815" y="65458"/>
                </a:lnTo>
                <a:lnTo>
                  <a:pt x="936659" y="65458"/>
                </a:lnTo>
                <a:lnTo>
                  <a:pt x="936659" y="103551"/>
                </a:lnTo>
                <a:cubicBezTo>
                  <a:pt x="936659" y="107316"/>
                  <a:pt x="936691" y="110602"/>
                  <a:pt x="936754" y="113409"/>
                </a:cubicBezTo>
                <a:cubicBezTo>
                  <a:pt x="936818" y="116216"/>
                  <a:pt x="937327" y="118737"/>
                  <a:pt x="938281" y="120971"/>
                </a:cubicBezTo>
                <a:cubicBezTo>
                  <a:pt x="939172" y="123204"/>
                  <a:pt x="940746" y="124974"/>
                  <a:pt x="943004" y="126282"/>
                </a:cubicBezTo>
                <a:cubicBezTo>
                  <a:pt x="945262" y="127590"/>
                  <a:pt x="948554" y="128244"/>
                  <a:pt x="952880" y="128244"/>
                </a:cubicBezTo>
                <a:cubicBezTo>
                  <a:pt x="954661" y="128244"/>
                  <a:pt x="956999" y="127862"/>
                  <a:pt x="959893" y="127099"/>
                </a:cubicBezTo>
                <a:cubicBezTo>
                  <a:pt x="962788" y="126336"/>
                  <a:pt x="964808" y="125636"/>
                  <a:pt x="965953" y="125000"/>
                </a:cubicBezTo>
                <a:lnTo>
                  <a:pt x="968815" y="125000"/>
                </a:lnTo>
                <a:lnTo>
                  <a:pt x="968815" y="148485"/>
                </a:lnTo>
                <a:close/>
                <a:moveTo>
                  <a:pt x="1094949" y="102099"/>
                </a:moveTo>
                <a:lnTo>
                  <a:pt x="1016323" y="102099"/>
                </a:lnTo>
                <a:cubicBezTo>
                  <a:pt x="1016832" y="110558"/>
                  <a:pt x="1020029" y="117030"/>
                  <a:pt x="1025913" y="121517"/>
                </a:cubicBezTo>
                <a:cubicBezTo>
                  <a:pt x="1031797" y="126002"/>
                  <a:pt x="1040465" y="128244"/>
                  <a:pt x="1051915" y="128244"/>
                </a:cubicBezTo>
                <a:cubicBezTo>
                  <a:pt x="1059167" y="128244"/>
                  <a:pt x="1066196" y="126930"/>
                  <a:pt x="1073003" y="124302"/>
                </a:cubicBezTo>
                <a:cubicBezTo>
                  <a:pt x="1079809" y="121674"/>
                  <a:pt x="1085185" y="118853"/>
                  <a:pt x="1089129" y="115839"/>
                </a:cubicBezTo>
                <a:lnTo>
                  <a:pt x="1092945" y="115839"/>
                </a:lnTo>
                <a:lnTo>
                  <a:pt x="1092945" y="143416"/>
                </a:lnTo>
                <a:cubicBezTo>
                  <a:pt x="1085185" y="146533"/>
                  <a:pt x="1077869" y="148791"/>
                  <a:pt x="1070999" y="150190"/>
                </a:cubicBezTo>
                <a:cubicBezTo>
                  <a:pt x="1064129" y="151590"/>
                  <a:pt x="1056527" y="152290"/>
                  <a:pt x="1048194" y="152290"/>
                </a:cubicBezTo>
                <a:cubicBezTo>
                  <a:pt x="1026692" y="152290"/>
                  <a:pt x="1010217" y="147447"/>
                  <a:pt x="998766" y="137762"/>
                </a:cubicBezTo>
                <a:cubicBezTo>
                  <a:pt x="987316" y="128077"/>
                  <a:pt x="981591" y="114281"/>
                  <a:pt x="981591" y="96374"/>
                </a:cubicBezTo>
                <a:cubicBezTo>
                  <a:pt x="981591" y="78662"/>
                  <a:pt x="987014" y="64628"/>
                  <a:pt x="997860" y="54273"/>
                </a:cubicBezTo>
                <a:cubicBezTo>
                  <a:pt x="1008706" y="43918"/>
                  <a:pt x="1023575" y="38740"/>
                  <a:pt x="1042468" y="38740"/>
                </a:cubicBezTo>
                <a:cubicBezTo>
                  <a:pt x="1059898" y="38740"/>
                  <a:pt x="1073003" y="43153"/>
                  <a:pt x="1081781" y="51977"/>
                </a:cubicBezTo>
                <a:cubicBezTo>
                  <a:pt x="1090560" y="60799"/>
                  <a:pt x="1094949" y="73493"/>
                  <a:pt x="1094949" y="90058"/>
                </a:cubicBezTo>
                <a:lnTo>
                  <a:pt x="1094949" y="102099"/>
                </a:lnTo>
                <a:moveTo>
                  <a:pt x="1060789" y="81870"/>
                </a:moveTo>
                <a:cubicBezTo>
                  <a:pt x="1060598" y="74714"/>
                  <a:pt x="1058817" y="69330"/>
                  <a:pt x="1055445" y="65720"/>
                </a:cubicBezTo>
                <a:cubicBezTo>
                  <a:pt x="1052074" y="62110"/>
                  <a:pt x="1046826" y="60305"/>
                  <a:pt x="1039701" y="60305"/>
                </a:cubicBezTo>
                <a:cubicBezTo>
                  <a:pt x="1033085" y="60305"/>
                  <a:pt x="1027647" y="62016"/>
                  <a:pt x="1023384" y="65437"/>
                </a:cubicBezTo>
                <a:cubicBezTo>
                  <a:pt x="1019122" y="68856"/>
                  <a:pt x="1016737" y="74334"/>
                  <a:pt x="1016228" y="81870"/>
                </a:cubicBezTo>
                <a:lnTo>
                  <a:pt x="1060789" y="81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settlement">
            <a:extLst xmlns:a="http://schemas.openxmlformats.org/drawingml/2006/main">
              <a:ext uri="{FF2B5EF4-FFF2-40B4-BE49-F238E27FC236}">
                <a16:creationId xmlns:a16="http://schemas.microsoft.com/office/drawing/2014/main" id="{C5E8037F-BBFA-463F-9748-17EC281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638" y="124817"/>
            <a:ext cx="1171776" cy="151526"/>
          </a:xfrm>
          <a:custGeom xmlns:a="http://schemas.openxmlformats.org/drawingml/2006/main">
            <a:pathLst>
              <a:path w="1171776" h="151526">
                <a:moveTo>
                  <a:pt x="100286" y="114569"/>
                </a:moveTo>
                <a:cubicBezTo>
                  <a:pt x="100286" y="125646"/>
                  <a:pt x="95324" y="134574"/>
                  <a:pt x="85401" y="141355"/>
                </a:cubicBezTo>
                <a:cubicBezTo>
                  <a:pt x="75477" y="148136"/>
                  <a:pt x="61896" y="151526"/>
                  <a:pt x="44656" y="151526"/>
                </a:cubicBezTo>
                <a:cubicBezTo>
                  <a:pt x="35114" y="151526"/>
                  <a:pt x="26463" y="150636"/>
                  <a:pt x="18702" y="148855"/>
                </a:cubicBezTo>
                <a:cubicBezTo>
                  <a:pt x="10941" y="147073"/>
                  <a:pt x="4707" y="145101"/>
                  <a:pt x="0" y="142939"/>
                </a:cubicBezTo>
                <a:lnTo>
                  <a:pt x="0" y="114694"/>
                </a:lnTo>
                <a:lnTo>
                  <a:pt x="3149" y="114694"/>
                </a:lnTo>
                <a:cubicBezTo>
                  <a:pt x="4866" y="115903"/>
                  <a:pt x="6854" y="117223"/>
                  <a:pt x="9113" y="118654"/>
                </a:cubicBezTo>
                <a:cubicBezTo>
                  <a:pt x="11371" y="120086"/>
                  <a:pt x="14567" y="121628"/>
                  <a:pt x="18702" y="123282"/>
                </a:cubicBezTo>
                <a:cubicBezTo>
                  <a:pt x="22265" y="124745"/>
                  <a:pt x="26304" y="126002"/>
                  <a:pt x="30821" y="127051"/>
                </a:cubicBezTo>
                <a:cubicBezTo>
                  <a:pt x="35337" y="128101"/>
                  <a:pt x="40172" y="128626"/>
                  <a:pt x="45324" y="128626"/>
                </a:cubicBezTo>
                <a:cubicBezTo>
                  <a:pt x="52067" y="128626"/>
                  <a:pt x="57061" y="127876"/>
                  <a:pt x="60305" y="126377"/>
                </a:cubicBezTo>
                <a:cubicBezTo>
                  <a:pt x="63549" y="124876"/>
                  <a:pt x="65172" y="122659"/>
                  <a:pt x="65172" y="119725"/>
                </a:cubicBezTo>
                <a:cubicBezTo>
                  <a:pt x="65172" y="117115"/>
                  <a:pt x="64217" y="115221"/>
                  <a:pt x="62309" y="114044"/>
                </a:cubicBezTo>
                <a:cubicBezTo>
                  <a:pt x="60401" y="112865"/>
                  <a:pt x="56775" y="111734"/>
                  <a:pt x="51431" y="110651"/>
                </a:cubicBezTo>
                <a:cubicBezTo>
                  <a:pt x="48887" y="110078"/>
                  <a:pt x="45436" y="109458"/>
                  <a:pt x="41078" y="108790"/>
                </a:cubicBezTo>
                <a:cubicBezTo>
                  <a:pt x="36721" y="108122"/>
                  <a:pt x="32761" y="107310"/>
                  <a:pt x="29198" y="106354"/>
                </a:cubicBezTo>
                <a:cubicBezTo>
                  <a:pt x="19466" y="103808"/>
                  <a:pt x="12246" y="99845"/>
                  <a:pt x="7538" y="94465"/>
                </a:cubicBezTo>
                <a:cubicBezTo>
                  <a:pt x="2831" y="89084"/>
                  <a:pt x="477" y="82383"/>
                  <a:pt x="477" y="74362"/>
                </a:cubicBezTo>
                <a:cubicBezTo>
                  <a:pt x="477" y="64048"/>
                  <a:pt x="5359" y="55470"/>
                  <a:pt x="15124" y="48625"/>
                </a:cubicBezTo>
                <a:cubicBezTo>
                  <a:pt x="24889" y="41781"/>
                  <a:pt x="38231" y="38359"/>
                  <a:pt x="55153" y="38359"/>
                </a:cubicBezTo>
                <a:cubicBezTo>
                  <a:pt x="63168" y="38359"/>
                  <a:pt x="70849" y="39170"/>
                  <a:pt x="78196" y="40792"/>
                </a:cubicBezTo>
                <a:cubicBezTo>
                  <a:pt x="85544" y="42414"/>
                  <a:pt x="91285" y="44147"/>
                  <a:pt x="95420" y="45992"/>
                </a:cubicBezTo>
                <a:lnTo>
                  <a:pt x="95420" y="73091"/>
                </a:lnTo>
                <a:lnTo>
                  <a:pt x="92462" y="73091"/>
                </a:lnTo>
                <a:cubicBezTo>
                  <a:pt x="87373" y="69593"/>
                  <a:pt x="81568" y="66746"/>
                  <a:pt x="75048" y="64551"/>
                </a:cubicBezTo>
                <a:cubicBezTo>
                  <a:pt x="68527" y="62357"/>
                  <a:pt x="61927" y="61259"/>
                  <a:pt x="55248" y="61259"/>
                </a:cubicBezTo>
                <a:cubicBezTo>
                  <a:pt x="49714" y="61259"/>
                  <a:pt x="45054" y="62026"/>
                  <a:pt x="41269" y="63558"/>
                </a:cubicBezTo>
                <a:cubicBezTo>
                  <a:pt x="37484" y="65089"/>
                  <a:pt x="35592" y="67258"/>
                  <a:pt x="35592" y="70065"/>
                </a:cubicBezTo>
                <a:cubicBezTo>
                  <a:pt x="35592" y="72611"/>
                  <a:pt x="36450" y="74554"/>
                  <a:pt x="38168" y="75891"/>
                </a:cubicBezTo>
                <a:cubicBezTo>
                  <a:pt x="39885" y="77227"/>
                  <a:pt x="43925" y="78564"/>
                  <a:pt x="50286" y="79902"/>
                </a:cubicBezTo>
                <a:cubicBezTo>
                  <a:pt x="53785" y="80602"/>
                  <a:pt x="57554" y="81287"/>
                  <a:pt x="61593" y="81956"/>
                </a:cubicBezTo>
                <a:cubicBezTo>
                  <a:pt x="65633" y="82624"/>
                  <a:pt x="69688" y="83467"/>
                  <a:pt x="73759" y="84485"/>
                </a:cubicBezTo>
                <a:cubicBezTo>
                  <a:pt x="82792" y="86841"/>
                  <a:pt x="89472" y="90550"/>
                  <a:pt x="93797" y="95613"/>
                </a:cubicBezTo>
                <a:cubicBezTo>
                  <a:pt x="98123" y="100675"/>
                  <a:pt x="100286" y="106993"/>
                  <a:pt x="100286" y="114569"/>
                </a:cubicBezTo>
                <a:close/>
                <a:moveTo>
                  <a:pt x="228575" y="101145"/>
                </a:moveTo>
                <a:lnTo>
                  <a:pt x="149950" y="101145"/>
                </a:lnTo>
                <a:cubicBezTo>
                  <a:pt x="150458" y="109603"/>
                  <a:pt x="153655" y="116076"/>
                  <a:pt x="159539" y="120563"/>
                </a:cubicBezTo>
                <a:cubicBezTo>
                  <a:pt x="165423" y="125047"/>
                  <a:pt x="174091" y="127290"/>
                  <a:pt x="185541" y="127290"/>
                </a:cubicBezTo>
                <a:cubicBezTo>
                  <a:pt x="192793" y="127290"/>
                  <a:pt x="199822" y="125976"/>
                  <a:pt x="206629" y="123348"/>
                </a:cubicBezTo>
                <a:cubicBezTo>
                  <a:pt x="213435" y="120720"/>
                  <a:pt x="218811" y="117899"/>
                  <a:pt x="222755" y="114885"/>
                </a:cubicBezTo>
                <a:lnTo>
                  <a:pt x="226572" y="114885"/>
                </a:lnTo>
                <a:lnTo>
                  <a:pt x="226572" y="142461"/>
                </a:lnTo>
                <a:cubicBezTo>
                  <a:pt x="218811" y="145578"/>
                  <a:pt x="211495" y="147837"/>
                  <a:pt x="204625" y="149236"/>
                </a:cubicBezTo>
                <a:cubicBezTo>
                  <a:pt x="197755" y="150636"/>
                  <a:pt x="190153" y="151335"/>
                  <a:pt x="181820" y="151335"/>
                </a:cubicBezTo>
                <a:cubicBezTo>
                  <a:pt x="160318" y="151335"/>
                  <a:pt x="143843" y="146493"/>
                  <a:pt x="132392" y="136808"/>
                </a:cubicBezTo>
                <a:cubicBezTo>
                  <a:pt x="120942" y="127123"/>
                  <a:pt x="115217" y="113327"/>
                  <a:pt x="115217" y="95420"/>
                </a:cubicBezTo>
                <a:cubicBezTo>
                  <a:pt x="115217" y="77707"/>
                  <a:pt x="120640" y="63674"/>
                  <a:pt x="131486" y="53319"/>
                </a:cubicBezTo>
                <a:cubicBezTo>
                  <a:pt x="142332" y="42964"/>
                  <a:pt x="157201" y="37786"/>
                  <a:pt x="176095" y="37786"/>
                </a:cubicBezTo>
                <a:cubicBezTo>
                  <a:pt x="193525" y="37786"/>
                  <a:pt x="206629" y="42198"/>
                  <a:pt x="215407" y="51023"/>
                </a:cubicBezTo>
                <a:cubicBezTo>
                  <a:pt x="224186" y="59845"/>
                  <a:pt x="228575" y="72539"/>
                  <a:pt x="228575" y="89104"/>
                </a:cubicBezTo>
                <a:lnTo>
                  <a:pt x="228575" y="101145"/>
                </a:lnTo>
                <a:moveTo>
                  <a:pt x="194415" y="80916"/>
                </a:moveTo>
                <a:cubicBezTo>
                  <a:pt x="194224" y="73759"/>
                  <a:pt x="192443" y="68376"/>
                  <a:pt x="189072" y="64766"/>
                </a:cubicBezTo>
                <a:cubicBezTo>
                  <a:pt x="185700" y="61156"/>
                  <a:pt x="180452" y="59351"/>
                  <a:pt x="173327" y="59351"/>
                </a:cubicBezTo>
                <a:cubicBezTo>
                  <a:pt x="166712" y="59351"/>
                  <a:pt x="161273" y="61062"/>
                  <a:pt x="157011" y="64483"/>
                </a:cubicBezTo>
                <a:cubicBezTo>
                  <a:pt x="152749" y="67902"/>
                  <a:pt x="150363" y="73380"/>
                  <a:pt x="149854" y="80916"/>
                </a:cubicBezTo>
                <a:lnTo>
                  <a:pt x="194415" y="80916"/>
                </a:lnTo>
                <a:close/>
                <a:moveTo>
                  <a:pt x="321311" y="147531"/>
                </a:moveTo>
                <a:cubicBezTo>
                  <a:pt x="317621" y="148481"/>
                  <a:pt x="313709" y="149225"/>
                  <a:pt x="309574" y="149764"/>
                </a:cubicBezTo>
                <a:cubicBezTo>
                  <a:pt x="305440" y="150303"/>
                  <a:pt x="300382" y="150572"/>
                  <a:pt x="294403" y="150572"/>
                </a:cubicBezTo>
                <a:cubicBezTo>
                  <a:pt x="281044" y="150572"/>
                  <a:pt x="271104" y="147866"/>
                  <a:pt x="264584" y="142453"/>
                </a:cubicBezTo>
                <a:cubicBezTo>
                  <a:pt x="258064" y="137039"/>
                  <a:pt x="254804" y="127774"/>
                  <a:pt x="254804" y="114656"/>
                </a:cubicBezTo>
                <a:lnTo>
                  <a:pt x="254804" y="64504"/>
                </a:lnTo>
                <a:lnTo>
                  <a:pt x="240681" y="64504"/>
                </a:lnTo>
                <a:lnTo>
                  <a:pt x="240681" y="41221"/>
                </a:lnTo>
                <a:lnTo>
                  <a:pt x="254804" y="41221"/>
                </a:lnTo>
                <a:lnTo>
                  <a:pt x="254804" y="10496"/>
                </a:lnTo>
                <a:lnTo>
                  <a:pt x="289155" y="10496"/>
                </a:lnTo>
                <a:lnTo>
                  <a:pt x="289155" y="41221"/>
                </a:lnTo>
                <a:lnTo>
                  <a:pt x="321311" y="41221"/>
                </a:lnTo>
                <a:lnTo>
                  <a:pt x="321311" y="64504"/>
                </a:lnTo>
                <a:lnTo>
                  <a:pt x="289155" y="64504"/>
                </a:lnTo>
                <a:lnTo>
                  <a:pt x="289155" y="102597"/>
                </a:lnTo>
                <a:cubicBezTo>
                  <a:pt x="289155" y="106362"/>
                  <a:pt x="289186" y="109648"/>
                  <a:pt x="289250" y="112455"/>
                </a:cubicBezTo>
                <a:cubicBezTo>
                  <a:pt x="289314" y="115262"/>
                  <a:pt x="289823" y="117783"/>
                  <a:pt x="290777" y="120017"/>
                </a:cubicBezTo>
                <a:cubicBezTo>
                  <a:pt x="291667" y="122249"/>
                  <a:pt x="293242" y="124020"/>
                  <a:pt x="295500" y="125328"/>
                </a:cubicBezTo>
                <a:cubicBezTo>
                  <a:pt x="297758" y="126636"/>
                  <a:pt x="301050" y="127290"/>
                  <a:pt x="305376" y="127290"/>
                </a:cubicBezTo>
                <a:cubicBezTo>
                  <a:pt x="307157" y="127290"/>
                  <a:pt x="309495" y="126908"/>
                  <a:pt x="312389" y="126145"/>
                </a:cubicBezTo>
                <a:cubicBezTo>
                  <a:pt x="315284" y="125381"/>
                  <a:pt x="317303" y="124682"/>
                  <a:pt x="318448" y="124045"/>
                </a:cubicBezTo>
                <a:lnTo>
                  <a:pt x="321311" y="124045"/>
                </a:lnTo>
                <a:lnTo>
                  <a:pt x="321311" y="147531"/>
                </a:lnTo>
                <a:close/>
                <a:moveTo>
                  <a:pt x="410422" y="147531"/>
                </a:moveTo>
                <a:cubicBezTo>
                  <a:pt x="406733" y="148481"/>
                  <a:pt x="402820" y="149225"/>
                  <a:pt x="398686" y="149764"/>
                </a:cubicBezTo>
                <a:cubicBezTo>
                  <a:pt x="394551" y="150303"/>
                  <a:pt x="389493" y="150572"/>
                  <a:pt x="383514" y="150572"/>
                </a:cubicBezTo>
                <a:cubicBezTo>
                  <a:pt x="370155" y="150572"/>
                  <a:pt x="360216" y="147866"/>
                  <a:pt x="353695" y="142453"/>
                </a:cubicBezTo>
                <a:cubicBezTo>
                  <a:pt x="347175" y="137039"/>
                  <a:pt x="343915" y="127774"/>
                  <a:pt x="343915" y="114656"/>
                </a:cubicBezTo>
                <a:lnTo>
                  <a:pt x="343915" y="64504"/>
                </a:lnTo>
                <a:lnTo>
                  <a:pt x="329793" y="64504"/>
                </a:lnTo>
                <a:lnTo>
                  <a:pt x="329793" y="41221"/>
                </a:lnTo>
                <a:lnTo>
                  <a:pt x="343915" y="41221"/>
                </a:lnTo>
                <a:lnTo>
                  <a:pt x="343915" y="10496"/>
                </a:lnTo>
                <a:lnTo>
                  <a:pt x="378266" y="10496"/>
                </a:lnTo>
                <a:lnTo>
                  <a:pt x="378266" y="41221"/>
                </a:lnTo>
                <a:lnTo>
                  <a:pt x="410422" y="41221"/>
                </a:lnTo>
                <a:lnTo>
                  <a:pt x="410422" y="64504"/>
                </a:lnTo>
                <a:lnTo>
                  <a:pt x="378266" y="64504"/>
                </a:lnTo>
                <a:lnTo>
                  <a:pt x="378266" y="102597"/>
                </a:lnTo>
                <a:cubicBezTo>
                  <a:pt x="378266" y="106362"/>
                  <a:pt x="378298" y="109648"/>
                  <a:pt x="378361" y="112455"/>
                </a:cubicBezTo>
                <a:cubicBezTo>
                  <a:pt x="378425" y="115262"/>
                  <a:pt x="378934" y="117783"/>
                  <a:pt x="379888" y="120017"/>
                </a:cubicBezTo>
                <a:cubicBezTo>
                  <a:pt x="380778" y="122249"/>
                  <a:pt x="382353" y="124020"/>
                  <a:pt x="384611" y="125328"/>
                </a:cubicBezTo>
                <a:cubicBezTo>
                  <a:pt x="386869" y="126636"/>
                  <a:pt x="390161" y="127290"/>
                  <a:pt x="394487" y="127290"/>
                </a:cubicBezTo>
                <a:cubicBezTo>
                  <a:pt x="396268" y="127290"/>
                  <a:pt x="398606" y="126908"/>
                  <a:pt x="401500" y="126145"/>
                </a:cubicBezTo>
                <a:cubicBezTo>
                  <a:pt x="404395" y="125381"/>
                  <a:pt x="406415" y="124682"/>
                  <a:pt x="407560" y="124045"/>
                </a:cubicBezTo>
                <a:lnTo>
                  <a:pt x="410422" y="124045"/>
                </a:lnTo>
                <a:lnTo>
                  <a:pt x="410422" y="147531"/>
                </a:lnTo>
                <a:close/>
                <a:moveTo>
                  <a:pt x="465373" y="148473"/>
                </a:moveTo>
                <a:lnTo>
                  <a:pt x="431022" y="148473"/>
                </a:lnTo>
                <a:lnTo>
                  <a:pt x="431022" y="0"/>
                </a:lnTo>
                <a:lnTo>
                  <a:pt x="465373" y="0"/>
                </a:lnTo>
                <a:lnTo>
                  <a:pt x="465373" y="148473"/>
                </a:lnTo>
                <a:close/>
                <a:moveTo>
                  <a:pt x="603390" y="101145"/>
                </a:moveTo>
                <a:lnTo>
                  <a:pt x="524764" y="101145"/>
                </a:lnTo>
                <a:cubicBezTo>
                  <a:pt x="525273" y="109603"/>
                  <a:pt x="528470" y="116076"/>
                  <a:pt x="534354" y="120563"/>
                </a:cubicBezTo>
                <a:cubicBezTo>
                  <a:pt x="540238" y="125047"/>
                  <a:pt x="548906" y="127290"/>
                  <a:pt x="560356" y="127290"/>
                </a:cubicBezTo>
                <a:cubicBezTo>
                  <a:pt x="567608" y="127290"/>
                  <a:pt x="574637" y="125976"/>
                  <a:pt x="581444" y="123348"/>
                </a:cubicBezTo>
                <a:cubicBezTo>
                  <a:pt x="588250" y="120720"/>
                  <a:pt x="593626" y="117899"/>
                  <a:pt x="597570" y="114885"/>
                </a:cubicBezTo>
                <a:lnTo>
                  <a:pt x="601386" y="114885"/>
                </a:lnTo>
                <a:lnTo>
                  <a:pt x="601386" y="142461"/>
                </a:lnTo>
                <a:cubicBezTo>
                  <a:pt x="593626" y="145578"/>
                  <a:pt x="586310" y="147837"/>
                  <a:pt x="579440" y="149236"/>
                </a:cubicBezTo>
                <a:cubicBezTo>
                  <a:pt x="572570" y="150636"/>
                  <a:pt x="564968" y="151335"/>
                  <a:pt x="556635" y="151335"/>
                </a:cubicBezTo>
                <a:cubicBezTo>
                  <a:pt x="535133" y="151335"/>
                  <a:pt x="518658" y="146493"/>
                  <a:pt x="507207" y="136808"/>
                </a:cubicBezTo>
                <a:cubicBezTo>
                  <a:pt x="495757" y="127123"/>
                  <a:pt x="490032" y="113327"/>
                  <a:pt x="490032" y="95420"/>
                </a:cubicBezTo>
                <a:cubicBezTo>
                  <a:pt x="490032" y="77707"/>
                  <a:pt x="495455" y="63674"/>
                  <a:pt x="506301" y="53319"/>
                </a:cubicBezTo>
                <a:cubicBezTo>
                  <a:pt x="517147" y="42964"/>
                  <a:pt x="532016" y="37786"/>
                  <a:pt x="550909" y="37786"/>
                </a:cubicBezTo>
                <a:cubicBezTo>
                  <a:pt x="568339" y="37786"/>
                  <a:pt x="581444" y="42198"/>
                  <a:pt x="590222" y="51023"/>
                </a:cubicBezTo>
                <a:cubicBezTo>
                  <a:pt x="599001" y="59845"/>
                  <a:pt x="603390" y="72539"/>
                  <a:pt x="603390" y="89104"/>
                </a:cubicBezTo>
                <a:lnTo>
                  <a:pt x="603390" y="101145"/>
                </a:lnTo>
                <a:moveTo>
                  <a:pt x="569230" y="80916"/>
                </a:moveTo>
                <a:cubicBezTo>
                  <a:pt x="569039" y="73759"/>
                  <a:pt x="567258" y="68376"/>
                  <a:pt x="563886" y="64766"/>
                </a:cubicBezTo>
                <a:cubicBezTo>
                  <a:pt x="560515" y="61156"/>
                  <a:pt x="555267" y="59351"/>
                  <a:pt x="548142" y="59351"/>
                </a:cubicBezTo>
                <a:cubicBezTo>
                  <a:pt x="541526" y="59351"/>
                  <a:pt x="536088" y="61062"/>
                  <a:pt x="531825" y="64483"/>
                </a:cubicBezTo>
                <a:cubicBezTo>
                  <a:pt x="527563" y="67902"/>
                  <a:pt x="525178" y="73380"/>
                  <a:pt x="524669" y="80916"/>
                </a:cubicBezTo>
                <a:lnTo>
                  <a:pt x="569230" y="80916"/>
                </a:lnTo>
                <a:close/>
                <a:moveTo>
                  <a:pt x="732385" y="72608"/>
                </a:moveTo>
                <a:lnTo>
                  <a:pt x="732385" y="148473"/>
                </a:lnTo>
                <a:lnTo>
                  <a:pt x="697843" y="148473"/>
                </a:lnTo>
                <a:lnTo>
                  <a:pt x="697843" y="95005"/>
                </a:lnTo>
                <a:cubicBezTo>
                  <a:pt x="697843" y="89795"/>
                  <a:pt x="697716" y="85363"/>
                  <a:pt x="697461" y="81709"/>
                </a:cubicBezTo>
                <a:cubicBezTo>
                  <a:pt x="697207" y="78055"/>
                  <a:pt x="696507" y="75084"/>
                  <a:pt x="695362" y="72796"/>
                </a:cubicBezTo>
                <a:cubicBezTo>
                  <a:pt x="694217" y="70510"/>
                  <a:pt x="692484" y="68843"/>
                  <a:pt x="690162" y="67796"/>
                </a:cubicBezTo>
                <a:cubicBezTo>
                  <a:pt x="687840" y="66746"/>
                  <a:pt x="684580" y="66221"/>
                  <a:pt x="680381" y="66221"/>
                </a:cubicBezTo>
                <a:cubicBezTo>
                  <a:pt x="677010" y="66221"/>
                  <a:pt x="673734" y="66904"/>
                  <a:pt x="670553" y="68270"/>
                </a:cubicBezTo>
                <a:cubicBezTo>
                  <a:pt x="667372" y="69635"/>
                  <a:pt x="664510" y="71082"/>
                  <a:pt x="661965" y="72608"/>
                </a:cubicBezTo>
                <a:lnTo>
                  <a:pt x="661965" y="148473"/>
                </a:lnTo>
                <a:lnTo>
                  <a:pt x="627614" y="148473"/>
                </a:lnTo>
                <a:lnTo>
                  <a:pt x="627614" y="41221"/>
                </a:lnTo>
                <a:lnTo>
                  <a:pt x="661965" y="41221"/>
                </a:lnTo>
                <a:lnTo>
                  <a:pt x="661965" y="53149"/>
                </a:lnTo>
                <a:cubicBezTo>
                  <a:pt x="667881" y="48505"/>
                  <a:pt x="673543" y="44879"/>
                  <a:pt x="678950" y="42271"/>
                </a:cubicBezTo>
                <a:cubicBezTo>
                  <a:pt x="684357" y="39663"/>
                  <a:pt x="690337" y="38359"/>
                  <a:pt x="696889" y="38359"/>
                </a:cubicBezTo>
                <a:cubicBezTo>
                  <a:pt x="703950" y="38359"/>
                  <a:pt x="710184" y="39933"/>
                  <a:pt x="715591" y="43082"/>
                </a:cubicBezTo>
                <a:cubicBezTo>
                  <a:pt x="720998" y="46231"/>
                  <a:pt x="725229" y="50859"/>
                  <a:pt x="728282" y="56965"/>
                </a:cubicBezTo>
                <a:cubicBezTo>
                  <a:pt x="735152" y="51177"/>
                  <a:pt x="741832" y="46628"/>
                  <a:pt x="748320" y="43320"/>
                </a:cubicBezTo>
                <a:cubicBezTo>
                  <a:pt x="754809" y="40013"/>
                  <a:pt x="761170" y="38359"/>
                  <a:pt x="767404" y="38359"/>
                </a:cubicBezTo>
                <a:cubicBezTo>
                  <a:pt x="778982" y="38359"/>
                  <a:pt x="787776" y="41826"/>
                  <a:pt x="793788" y="48759"/>
                </a:cubicBezTo>
                <a:cubicBezTo>
                  <a:pt x="799799" y="55693"/>
                  <a:pt x="802805" y="65680"/>
                  <a:pt x="802805" y="78721"/>
                </a:cubicBezTo>
                <a:lnTo>
                  <a:pt x="802805" y="148473"/>
                </a:lnTo>
                <a:lnTo>
                  <a:pt x="768263" y="148473"/>
                </a:lnTo>
                <a:lnTo>
                  <a:pt x="768263" y="95005"/>
                </a:lnTo>
                <a:cubicBezTo>
                  <a:pt x="768263" y="89731"/>
                  <a:pt x="768151" y="85283"/>
                  <a:pt x="767929" y="81661"/>
                </a:cubicBezTo>
                <a:cubicBezTo>
                  <a:pt x="767706" y="78039"/>
                  <a:pt x="767022" y="75084"/>
                  <a:pt x="765877" y="72796"/>
                </a:cubicBezTo>
                <a:cubicBezTo>
                  <a:pt x="764796" y="70510"/>
                  <a:pt x="763078" y="68843"/>
                  <a:pt x="760725" y="67796"/>
                </a:cubicBezTo>
                <a:cubicBezTo>
                  <a:pt x="758371" y="66746"/>
                  <a:pt x="755063" y="66221"/>
                  <a:pt x="750801" y="66221"/>
                </a:cubicBezTo>
                <a:cubicBezTo>
                  <a:pt x="747938" y="66221"/>
                  <a:pt x="745139" y="66714"/>
                  <a:pt x="742404" y="67700"/>
                </a:cubicBezTo>
                <a:cubicBezTo>
                  <a:pt x="739669" y="68684"/>
                  <a:pt x="736329" y="70320"/>
                  <a:pt x="732385" y="72608"/>
                </a:cubicBezTo>
                <a:close/>
                <a:moveTo>
                  <a:pt x="939903" y="101145"/>
                </a:moveTo>
                <a:lnTo>
                  <a:pt x="861277" y="101145"/>
                </a:lnTo>
                <a:cubicBezTo>
                  <a:pt x="861786" y="109603"/>
                  <a:pt x="864982" y="116076"/>
                  <a:pt x="870866" y="120563"/>
                </a:cubicBezTo>
                <a:cubicBezTo>
                  <a:pt x="876751" y="125047"/>
                  <a:pt x="885418" y="127290"/>
                  <a:pt x="896868" y="127290"/>
                </a:cubicBezTo>
                <a:cubicBezTo>
                  <a:pt x="904120" y="127290"/>
                  <a:pt x="911149" y="125976"/>
                  <a:pt x="917956" y="123348"/>
                </a:cubicBezTo>
                <a:cubicBezTo>
                  <a:pt x="924763" y="120720"/>
                  <a:pt x="930138" y="117899"/>
                  <a:pt x="934082" y="114885"/>
                </a:cubicBezTo>
                <a:lnTo>
                  <a:pt x="937899" y="114885"/>
                </a:lnTo>
                <a:lnTo>
                  <a:pt x="937899" y="142461"/>
                </a:lnTo>
                <a:cubicBezTo>
                  <a:pt x="930138" y="145578"/>
                  <a:pt x="922822" y="147837"/>
                  <a:pt x="915952" y="149236"/>
                </a:cubicBezTo>
                <a:cubicBezTo>
                  <a:pt x="909082" y="150636"/>
                  <a:pt x="901480" y="151335"/>
                  <a:pt x="893147" y="151335"/>
                </a:cubicBezTo>
                <a:cubicBezTo>
                  <a:pt x="871646" y="151335"/>
                  <a:pt x="855170" y="146493"/>
                  <a:pt x="843720" y="136808"/>
                </a:cubicBezTo>
                <a:cubicBezTo>
                  <a:pt x="832269" y="127123"/>
                  <a:pt x="826544" y="113327"/>
                  <a:pt x="826544" y="95420"/>
                </a:cubicBezTo>
                <a:cubicBezTo>
                  <a:pt x="826544" y="77707"/>
                  <a:pt x="831967" y="63674"/>
                  <a:pt x="842813" y="53319"/>
                </a:cubicBezTo>
                <a:cubicBezTo>
                  <a:pt x="853659" y="42964"/>
                  <a:pt x="868529" y="37786"/>
                  <a:pt x="887422" y="37786"/>
                </a:cubicBezTo>
                <a:cubicBezTo>
                  <a:pt x="904852" y="37786"/>
                  <a:pt x="917956" y="42198"/>
                  <a:pt x="926735" y="51023"/>
                </a:cubicBezTo>
                <a:cubicBezTo>
                  <a:pt x="935513" y="59845"/>
                  <a:pt x="939903" y="72539"/>
                  <a:pt x="939903" y="89104"/>
                </a:cubicBezTo>
                <a:lnTo>
                  <a:pt x="939903" y="101145"/>
                </a:lnTo>
                <a:moveTo>
                  <a:pt x="905742" y="80916"/>
                </a:moveTo>
                <a:cubicBezTo>
                  <a:pt x="905551" y="73759"/>
                  <a:pt x="903770" y="68376"/>
                  <a:pt x="900399" y="64766"/>
                </a:cubicBezTo>
                <a:cubicBezTo>
                  <a:pt x="897027" y="61156"/>
                  <a:pt x="891779" y="59351"/>
                  <a:pt x="884655" y="59351"/>
                </a:cubicBezTo>
                <a:cubicBezTo>
                  <a:pt x="878039" y="59351"/>
                  <a:pt x="872600" y="61062"/>
                  <a:pt x="868338" y="64483"/>
                </a:cubicBezTo>
                <a:cubicBezTo>
                  <a:pt x="864076" y="67902"/>
                  <a:pt x="861690" y="73380"/>
                  <a:pt x="861181" y="80916"/>
                </a:cubicBezTo>
                <a:lnTo>
                  <a:pt x="905742" y="80916"/>
                </a:lnTo>
                <a:close/>
                <a:moveTo>
                  <a:pt x="1071760" y="148473"/>
                </a:moveTo>
                <a:lnTo>
                  <a:pt x="1037218" y="148473"/>
                </a:lnTo>
                <a:lnTo>
                  <a:pt x="1037218" y="95387"/>
                </a:lnTo>
                <a:cubicBezTo>
                  <a:pt x="1037218" y="91065"/>
                  <a:pt x="1036996" y="86760"/>
                  <a:pt x="1036550" y="82472"/>
                </a:cubicBezTo>
                <a:cubicBezTo>
                  <a:pt x="1036105" y="78182"/>
                  <a:pt x="1035342" y="75021"/>
                  <a:pt x="1034260" y="72987"/>
                </a:cubicBezTo>
                <a:cubicBezTo>
                  <a:pt x="1032988" y="70637"/>
                  <a:pt x="1031127" y="68923"/>
                  <a:pt x="1028678" y="67843"/>
                </a:cubicBezTo>
                <a:cubicBezTo>
                  <a:pt x="1026229" y="66762"/>
                  <a:pt x="1022810" y="66221"/>
                  <a:pt x="1018421" y="66221"/>
                </a:cubicBezTo>
                <a:cubicBezTo>
                  <a:pt x="1015304" y="66221"/>
                  <a:pt x="1012139" y="66730"/>
                  <a:pt x="1008926" y="67748"/>
                </a:cubicBezTo>
                <a:cubicBezTo>
                  <a:pt x="1005714" y="68764"/>
                  <a:pt x="1002231" y="70384"/>
                  <a:pt x="998478" y="72608"/>
                </a:cubicBezTo>
                <a:lnTo>
                  <a:pt x="998478" y="148473"/>
                </a:lnTo>
                <a:lnTo>
                  <a:pt x="964127" y="148473"/>
                </a:lnTo>
                <a:lnTo>
                  <a:pt x="964127" y="41221"/>
                </a:lnTo>
                <a:lnTo>
                  <a:pt x="998478" y="41221"/>
                </a:lnTo>
                <a:lnTo>
                  <a:pt x="998478" y="53149"/>
                </a:lnTo>
                <a:cubicBezTo>
                  <a:pt x="1004585" y="48378"/>
                  <a:pt x="1010453" y="44720"/>
                  <a:pt x="1016083" y="42175"/>
                </a:cubicBezTo>
                <a:cubicBezTo>
                  <a:pt x="1021713" y="39631"/>
                  <a:pt x="1027963" y="38359"/>
                  <a:pt x="1034833" y="38359"/>
                </a:cubicBezTo>
                <a:cubicBezTo>
                  <a:pt x="1046410" y="38359"/>
                  <a:pt x="1055459" y="41730"/>
                  <a:pt x="1061980" y="48473"/>
                </a:cubicBezTo>
                <a:cubicBezTo>
                  <a:pt x="1068500" y="55216"/>
                  <a:pt x="1071760" y="65299"/>
                  <a:pt x="1071760" y="78721"/>
                </a:cubicBezTo>
                <a:lnTo>
                  <a:pt x="1071760" y="148473"/>
                </a:lnTo>
                <a:close/>
                <a:moveTo>
                  <a:pt x="1171776" y="147531"/>
                </a:moveTo>
                <a:cubicBezTo>
                  <a:pt x="1168087" y="148481"/>
                  <a:pt x="1164175" y="149225"/>
                  <a:pt x="1160040" y="149764"/>
                </a:cubicBezTo>
                <a:cubicBezTo>
                  <a:pt x="1155905" y="150303"/>
                  <a:pt x="1150848" y="150572"/>
                  <a:pt x="1144868" y="150572"/>
                </a:cubicBezTo>
                <a:cubicBezTo>
                  <a:pt x="1131509" y="150572"/>
                  <a:pt x="1121570" y="147866"/>
                  <a:pt x="1115050" y="142453"/>
                </a:cubicBezTo>
                <a:cubicBezTo>
                  <a:pt x="1108529" y="137039"/>
                  <a:pt x="1105269" y="127774"/>
                  <a:pt x="1105269" y="114656"/>
                </a:cubicBezTo>
                <a:lnTo>
                  <a:pt x="1105269" y="64504"/>
                </a:lnTo>
                <a:lnTo>
                  <a:pt x="1091147" y="64504"/>
                </a:lnTo>
                <a:lnTo>
                  <a:pt x="1091147" y="41221"/>
                </a:lnTo>
                <a:lnTo>
                  <a:pt x="1105269" y="41221"/>
                </a:lnTo>
                <a:lnTo>
                  <a:pt x="1105269" y="10496"/>
                </a:lnTo>
                <a:lnTo>
                  <a:pt x="1139620" y="10496"/>
                </a:lnTo>
                <a:lnTo>
                  <a:pt x="1139620" y="41221"/>
                </a:lnTo>
                <a:lnTo>
                  <a:pt x="1171776" y="41221"/>
                </a:lnTo>
                <a:lnTo>
                  <a:pt x="1171776" y="64504"/>
                </a:lnTo>
                <a:lnTo>
                  <a:pt x="1139620" y="64504"/>
                </a:lnTo>
                <a:lnTo>
                  <a:pt x="1139620" y="102597"/>
                </a:lnTo>
                <a:cubicBezTo>
                  <a:pt x="1139620" y="106362"/>
                  <a:pt x="1139652" y="109648"/>
                  <a:pt x="1139715" y="112455"/>
                </a:cubicBezTo>
                <a:cubicBezTo>
                  <a:pt x="1139779" y="115262"/>
                  <a:pt x="1140288" y="117783"/>
                  <a:pt x="1141242" y="120017"/>
                </a:cubicBezTo>
                <a:cubicBezTo>
                  <a:pt x="1142133" y="122249"/>
                  <a:pt x="1143707" y="124020"/>
                  <a:pt x="1145965" y="125328"/>
                </a:cubicBezTo>
                <a:cubicBezTo>
                  <a:pt x="1148224" y="126636"/>
                  <a:pt x="1151516" y="127290"/>
                  <a:pt x="1155841" y="127290"/>
                </a:cubicBezTo>
                <a:cubicBezTo>
                  <a:pt x="1157623" y="127290"/>
                  <a:pt x="1159960" y="126908"/>
                  <a:pt x="1162855" y="126145"/>
                </a:cubicBezTo>
                <a:cubicBezTo>
                  <a:pt x="1165749" y="125381"/>
                  <a:pt x="1167769" y="124682"/>
                  <a:pt x="1168914" y="124045"/>
                </a:cubicBezTo>
                <a:lnTo>
                  <a:pt x="1171776" y="124045"/>
                </a:lnTo>
                <a:lnTo>
                  <a:pt x="1171776" y="147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assembleeffect">
            <a:extLst xmlns:a="http://schemas.openxmlformats.org/drawingml/2006/main">
              <a:ext uri="{FF2B5EF4-FFF2-40B4-BE49-F238E27FC236}">
                <a16:creationId xmlns:a16="http://schemas.microsoft.com/office/drawing/2014/main" id="{FF81E2EF-B380-4F69-9E8C-E14840EE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611" y="3858543"/>
            <a:ext cx="1714729" cy="152481"/>
          </a:xfrm>
          <a:custGeom xmlns:a="http://schemas.openxmlformats.org/drawingml/2006/main">
            <a:pathLst>
              <a:path w="1714729" h="152481">
                <a:moveTo>
                  <a:pt x="72901" y="121421"/>
                </a:moveTo>
                <a:lnTo>
                  <a:pt x="72901" y="99236"/>
                </a:lnTo>
                <a:cubicBezTo>
                  <a:pt x="68257" y="99616"/>
                  <a:pt x="63231" y="100138"/>
                  <a:pt x="57824" y="100802"/>
                </a:cubicBezTo>
                <a:cubicBezTo>
                  <a:pt x="52417" y="101464"/>
                  <a:pt x="48314" y="102238"/>
                  <a:pt x="45515" y="103125"/>
                </a:cubicBezTo>
                <a:cubicBezTo>
                  <a:pt x="42080" y="104198"/>
                  <a:pt x="39456" y="105763"/>
                  <a:pt x="37643" y="107818"/>
                </a:cubicBezTo>
                <a:cubicBezTo>
                  <a:pt x="35830" y="109872"/>
                  <a:pt x="34924" y="112573"/>
                  <a:pt x="34924" y="115923"/>
                </a:cubicBezTo>
                <a:cubicBezTo>
                  <a:pt x="34924" y="118135"/>
                  <a:pt x="35114" y="119937"/>
                  <a:pt x="35496" y="121329"/>
                </a:cubicBezTo>
                <a:cubicBezTo>
                  <a:pt x="35878" y="122719"/>
                  <a:pt x="36832" y="124045"/>
                  <a:pt x="38359" y="125310"/>
                </a:cubicBezTo>
                <a:cubicBezTo>
                  <a:pt x="39822" y="126574"/>
                  <a:pt x="41571" y="127506"/>
                  <a:pt x="43607" y="128107"/>
                </a:cubicBezTo>
                <a:cubicBezTo>
                  <a:pt x="45642" y="128707"/>
                  <a:pt x="48823" y="129007"/>
                  <a:pt x="53149" y="129007"/>
                </a:cubicBezTo>
                <a:cubicBezTo>
                  <a:pt x="56584" y="129007"/>
                  <a:pt x="60067" y="128313"/>
                  <a:pt x="63597" y="126923"/>
                </a:cubicBezTo>
                <a:cubicBezTo>
                  <a:pt x="67128" y="125531"/>
                  <a:pt x="70229" y="123698"/>
                  <a:pt x="72901" y="121421"/>
                </a:cubicBezTo>
                <a:moveTo>
                  <a:pt x="72901" y="138072"/>
                </a:moveTo>
                <a:cubicBezTo>
                  <a:pt x="71056" y="139472"/>
                  <a:pt x="68766" y="141157"/>
                  <a:pt x="66030" y="143129"/>
                </a:cubicBezTo>
                <a:cubicBezTo>
                  <a:pt x="63295" y="145101"/>
                  <a:pt x="60719" y="146660"/>
                  <a:pt x="58301" y="147805"/>
                </a:cubicBezTo>
                <a:cubicBezTo>
                  <a:pt x="54930" y="149332"/>
                  <a:pt x="51431" y="150461"/>
                  <a:pt x="47805" y="151192"/>
                </a:cubicBezTo>
                <a:cubicBezTo>
                  <a:pt x="44179" y="151924"/>
                  <a:pt x="40203" y="152290"/>
                  <a:pt x="35878" y="152290"/>
                </a:cubicBezTo>
                <a:cubicBezTo>
                  <a:pt x="25700" y="152290"/>
                  <a:pt x="17176" y="149141"/>
                  <a:pt x="10305" y="142843"/>
                </a:cubicBezTo>
                <a:cubicBezTo>
                  <a:pt x="3435" y="136545"/>
                  <a:pt x="0" y="128498"/>
                  <a:pt x="0" y="118702"/>
                </a:cubicBezTo>
                <a:cubicBezTo>
                  <a:pt x="0" y="110878"/>
                  <a:pt x="1749" y="104484"/>
                  <a:pt x="5248" y="99523"/>
                </a:cubicBezTo>
                <a:cubicBezTo>
                  <a:pt x="8747" y="94561"/>
                  <a:pt x="13709" y="90649"/>
                  <a:pt x="20134" y="87786"/>
                </a:cubicBezTo>
                <a:cubicBezTo>
                  <a:pt x="26495" y="84923"/>
                  <a:pt x="34383" y="82888"/>
                  <a:pt x="43798" y="81679"/>
                </a:cubicBezTo>
                <a:cubicBezTo>
                  <a:pt x="53212" y="80471"/>
                  <a:pt x="62977" y="79580"/>
                  <a:pt x="73091" y="79007"/>
                </a:cubicBezTo>
                <a:lnTo>
                  <a:pt x="73091" y="78435"/>
                </a:lnTo>
                <a:cubicBezTo>
                  <a:pt x="73091" y="72519"/>
                  <a:pt x="70674" y="68432"/>
                  <a:pt x="65840" y="66173"/>
                </a:cubicBezTo>
                <a:cubicBezTo>
                  <a:pt x="61005" y="63915"/>
                  <a:pt x="53880" y="62786"/>
                  <a:pt x="44466" y="62786"/>
                </a:cubicBezTo>
                <a:cubicBezTo>
                  <a:pt x="38804" y="62786"/>
                  <a:pt x="32761" y="63788"/>
                  <a:pt x="26336" y="65792"/>
                </a:cubicBezTo>
                <a:cubicBezTo>
                  <a:pt x="19911" y="67796"/>
                  <a:pt x="15299" y="69338"/>
                  <a:pt x="12500" y="70420"/>
                </a:cubicBezTo>
                <a:lnTo>
                  <a:pt x="9351" y="70420"/>
                </a:lnTo>
                <a:lnTo>
                  <a:pt x="9351" y="44480"/>
                </a:lnTo>
                <a:cubicBezTo>
                  <a:pt x="12977" y="43524"/>
                  <a:pt x="18877" y="42392"/>
                  <a:pt x="27051" y="41084"/>
                </a:cubicBezTo>
                <a:cubicBezTo>
                  <a:pt x="35226" y="39776"/>
                  <a:pt x="43416" y="39122"/>
                  <a:pt x="51622" y="39122"/>
                </a:cubicBezTo>
                <a:cubicBezTo>
                  <a:pt x="71151" y="39122"/>
                  <a:pt x="85257" y="42131"/>
                  <a:pt x="93941" y="48148"/>
                </a:cubicBezTo>
                <a:cubicBezTo>
                  <a:pt x="102624" y="54164"/>
                  <a:pt x="106965" y="63602"/>
                  <a:pt x="106965" y="76464"/>
                </a:cubicBezTo>
                <a:lnTo>
                  <a:pt x="106965" y="149427"/>
                </a:lnTo>
                <a:lnTo>
                  <a:pt x="72901" y="149427"/>
                </a:lnTo>
                <a:lnTo>
                  <a:pt x="72901" y="138072"/>
                </a:lnTo>
                <a:close/>
                <a:moveTo>
                  <a:pt x="231685" y="115523"/>
                </a:moveTo>
                <a:cubicBezTo>
                  <a:pt x="231685" y="126600"/>
                  <a:pt x="226723" y="135529"/>
                  <a:pt x="216799" y="142309"/>
                </a:cubicBezTo>
                <a:cubicBezTo>
                  <a:pt x="206876" y="149090"/>
                  <a:pt x="193294" y="152481"/>
                  <a:pt x="176055" y="152481"/>
                </a:cubicBezTo>
                <a:cubicBezTo>
                  <a:pt x="166513" y="152481"/>
                  <a:pt x="157862" y="151590"/>
                  <a:pt x="150101" y="149809"/>
                </a:cubicBezTo>
                <a:cubicBezTo>
                  <a:pt x="142340" y="148028"/>
                  <a:pt x="136106" y="146056"/>
                  <a:pt x="131399" y="143893"/>
                </a:cubicBezTo>
                <a:lnTo>
                  <a:pt x="131399" y="115649"/>
                </a:lnTo>
                <a:lnTo>
                  <a:pt x="134548" y="115649"/>
                </a:lnTo>
                <a:cubicBezTo>
                  <a:pt x="136265" y="116857"/>
                  <a:pt x="138253" y="118177"/>
                  <a:pt x="140511" y="119608"/>
                </a:cubicBezTo>
                <a:cubicBezTo>
                  <a:pt x="142770" y="121040"/>
                  <a:pt x="145966" y="122582"/>
                  <a:pt x="150101" y="124236"/>
                </a:cubicBezTo>
                <a:cubicBezTo>
                  <a:pt x="153663" y="125699"/>
                  <a:pt x="157703" y="126956"/>
                  <a:pt x="162219" y="128005"/>
                </a:cubicBezTo>
                <a:cubicBezTo>
                  <a:pt x="166736" y="129055"/>
                  <a:pt x="171570" y="129580"/>
                  <a:pt x="176723" y="129580"/>
                </a:cubicBezTo>
                <a:cubicBezTo>
                  <a:pt x="183466" y="129580"/>
                  <a:pt x="188460" y="128830"/>
                  <a:pt x="191704" y="127331"/>
                </a:cubicBezTo>
                <a:cubicBezTo>
                  <a:pt x="194948" y="125831"/>
                  <a:pt x="196570" y="123613"/>
                  <a:pt x="196570" y="120679"/>
                </a:cubicBezTo>
                <a:cubicBezTo>
                  <a:pt x="196570" y="118069"/>
                  <a:pt x="195616" y="116175"/>
                  <a:pt x="193708" y="114999"/>
                </a:cubicBezTo>
                <a:cubicBezTo>
                  <a:pt x="191799" y="113820"/>
                  <a:pt x="188173" y="112689"/>
                  <a:pt x="182830" y="111605"/>
                </a:cubicBezTo>
                <a:cubicBezTo>
                  <a:pt x="180285" y="111033"/>
                  <a:pt x="176834" y="110412"/>
                  <a:pt x="172477" y="109744"/>
                </a:cubicBezTo>
                <a:cubicBezTo>
                  <a:pt x="168119" y="109077"/>
                  <a:pt x="164160" y="108264"/>
                  <a:pt x="160597" y="107308"/>
                </a:cubicBezTo>
                <a:cubicBezTo>
                  <a:pt x="150864" y="104762"/>
                  <a:pt x="143644" y="100799"/>
                  <a:pt x="138937" y="95420"/>
                </a:cubicBezTo>
                <a:cubicBezTo>
                  <a:pt x="134230" y="90038"/>
                  <a:pt x="131876" y="83337"/>
                  <a:pt x="131876" y="75316"/>
                </a:cubicBezTo>
                <a:cubicBezTo>
                  <a:pt x="131876" y="65003"/>
                  <a:pt x="136758" y="56424"/>
                  <a:pt x="146523" y="49579"/>
                </a:cubicBezTo>
                <a:cubicBezTo>
                  <a:pt x="156287" y="42735"/>
                  <a:pt x="169630" y="39313"/>
                  <a:pt x="186551" y="39313"/>
                </a:cubicBezTo>
                <a:cubicBezTo>
                  <a:pt x="194567" y="39313"/>
                  <a:pt x="202248" y="40124"/>
                  <a:pt x="209595" y="41746"/>
                </a:cubicBezTo>
                <a:cubicBezTo>
                  <a:pt x="216942" y="43368"/>
                  <a:pt x="222684" y="45102"/>
                  <a:pt x="226818" y="46946"/>
                </a:cubicBezTo>
                <a:lnTo>
                  <a:pt x="226818" y="74046"/>
                </a:lnTo>
                <a:lnTo>
                  <a:pt x="223860" y="74046"/>
                </a:lnTo>
                <a:cubicBezTo>
                  <a:pt x="218771" y="70547"/>
                  <a:pt x="212967" y="67700"/>
                  <a:pt x="206446" y="65506"/>
                </a:cubicBezTo>
                <a:cubicBezTo>
                  <a:pt x="199926" y="63311"/>
                  <a:pt x="193326" y="62214"/>
                  <a:pt x="186647" y="62214"/>
                </a:cubicBezTo>
                <a:cubicBezTo>
                  <a:pt x="181112" y="62214"/>
                  <a:pt x="176453" y="62980"/>
                  <a:pt x="172668" y="64513"/>
                </a:cubicBezTo>
                <a:cubicBezTo>
                  <a:pt x="168883" y="66043"/>
                  <a:pt x="166990" y="68212"/>
                  <a:pt x="166990" y="71019"/>
                </a:cubicBezTo>
                <a:cubicBezTo>
                  <a:pt x="166990" y="73566"/>
                  <a:pt x="167849" y="75508"/>
                  <a:pt x="169567" y="76846"/>
                </a:cubicBezTo>
                <a:cubicBezTo>
                  <a:pt x="171284" y="78181"/>
                  <a:pt x="175324" y="79518"/>
                  <a:pt x="181685" y="80856"/>
                </a:cubicBezTo>
                <a:cubicBezTo>
                  <a:pt x="185184" y="81556"/>
                  <a:pt x="188953" y="82241"/>
                  <a:pt x="192992" y="82911"/>
                </a:cubicBezTo>
                <a:cubicBezTo>
                  <a:pt x="197032" y="83579"/>
                  <a:pt x="201087" y="84421"/>
                  <a:pt x="205158" y="85439"/>
                </a:cubicBezTo>
                <a:cubicBezTo>
                  <a:pt x="214191" y="87795"/>
                  <a:pt x="220871" y="91504"/>
                  <a:pt x="225196" y="96568"/>
                </a:cubicBezTo>
                <a:cubicBezTo>
                  <a:pt x="229522" y="101629"/>
                  <a:pt x="231685" y="107947"/>
                  <a:pt x="231685" y="115523"/>
                </a:cubicBezTo>
                <a:close/>
                <a:moveTo>
                  <a:pt x="347569" y="115523"/>
                </a:moveTo>
                <a:cubicBezTo>
                  <a:pt x="347569" y="126600"/>
                  <a:pt x="342607" y="135529"/>
                  <a:pt x="332684" y="142309"/>
                </a:cubicBezTo>
                <a:cubicBezTo>
                  <a:pt x="322760" y="149090"/>
                  <a:pt x="309179" y="152481"/>
                  <a:pt x="291939" y="152481"/>
                </a:cubicBezTo>
                <a:cubicBezTo>
                  <a:pt x="282397" y="152481"/>
                  <a:pt x="273746" y="151590"/>
                  <a:pt x="265985" y="149809"/>
                </a:cubicBezTo>
                <a:cubicBezTo>
                  <a:pt x="258224" y="148028"/>
                  <a:pt x="251990" y="146056"/>
                  <a:pt x="247283" y="143893"/>
                </a:cubicBezTo>
                <a:lnTo>
                  <a:pt x="247283" y="115649"/>
                </a:lnTo>
                <a:lnTo>
                  <a:pt x="250432" y="115649"/>
                </a:lnTo>
                <a:cubicBezTo>
                  <a:pt x="252149" y="116857"/>
                  <a:pt x="254137" y="118177"/>
                  <a:pt x="256396" y="119608"/>
                </a:cubicBezTo>
                <a:cubicBezTo>
                  <a:pt x="258654" y="121040"/>
                  <a:pt x="261850" y="122582"/>
                  <a:pt x="265985" y="124236"/>
                </a:cubicBezTo>
                <a:cubicBezTo>
                  <a:pt x="269548" y="125699"/>
                  <a:pt x="273587" y="126956"/>
                  <a:pt x="278104" y="128005"/>
                </a:cubicBezTo>
                <a:cubicBezTo>
                  <a:pt x="282620" y="129055"/>
                  <a:pt x="287455" y="129580"/>
                  <a:pt x="292607" y="129580"/>
                </a:cubicBezTo>
                <a:cubicBezTo>
                  <a:pt x="299350" y="129580"/>
                  <a:pt x="304344" y="128830"/>
                  <a:pt x="307588" y="127331"/>
                </a:cubicBezTo>
                <a:cubicBezTo>
                  <a:pt x="310832" y="125831"/>
                  <a:pt x="312455" y="123613"/>
                  <a:pt x="312455" y="120679"/>
                </a:cubicBezTo>
                <a:cubicBezTo>
                  <a:pt x="312455" y="118069"/>
                  <a:pt x="311500" y="116175"/>
                  <a:pt x="309592" y="114999"/>
                </a:cubicBezTo>
                <a:cubicBezTo>
                  <a:pt x="307684" y="113820"/>
                  <a:pt x="304058" y="112689"/>
                  <a:pt x="298714" y="111605"/>
                </a:cubicBezTo>
                <a:cubicBezTo>
                  <a:pt x="296170" y="111033"/>
                  <a:pt x="292719" y="110412"/>
                  <a:pt x="288361" y="109744"/>
                </a:cubicBezTo>
                <a:cubicBezTo>
                  <a:pt x="284004" y="109077"/>
                  <a:pt x="280044" y="108264"/>
                  <a:pt x="276481" y="107308"/>
                </a:cubicBezTo>
                <a:cubicBezTo>
                  <a:pt x="266749" y="104762"/>
                  <a:pt x="259529" y="100799"/>
                  <a:pt x="254821" y="95420"/>
                </a:cubicBezTo>
                <a:cubicBezTo>
                  <a:pt x="250114" y="90038"/>
                  <a:pt x="247760" y="83337"/>
                  <a:pt x="247760" y="75316"/>
                </a:cubicBezTo>
                <a:cubicBezTo>
                  <a:pt x="247760" y="65003"/>
                  <a:pt x="252642" y="56424"/>
                  <a:pt x="262407" y="49579"/>
                </a:cubicBezTo>
                <a:cubicBezTo>
                  <a:pt x="272172" y="42735"/>
                  <a:pt x="285514" y="39313"/>
                  <a:pt x="302436" y="39313"/>
                </a:cubicBezTo>
                <a:cubicBezTo>
                  <a:pt x="310451" y="39313"/>
                  <a:pt x="318132" y="40124"/>
                  <a:pt x="325479" y="41746"/>
                </a:cubicBezTo>
                <a:cubicBezTo>
                  <a:pt x="332827" y="43368"/>
                  <a:pt x="338568" y="45102"/>
                  <a:pt x="342703" y="46946"/>
                </a:cubicBezTo>
                <a:lnTo>
                  <a:pt x="342703" y="74046"/>
                </a:lnTo>
                <a:lnTo>
                  <a:pt x="339745" y="74046"/>
                </a:lnTo>
                <a:cubicBezTo>
                  <a:pt x="334656" y="70547"/>
                  <a:pt x="328851" y="67700"/>
                  <a:pt x="322331" y="65506"/>
                </a:cubicBezTo>
                <a:cubicBezTo>
                  <a:pt x="315810" y="63311"/>
                  <a:pt x="309210" y="62214"/>
                  <a:pt x="302531" y="62214"/>
                </a:cubicBezTo>
                <a:cubicBezTo>
                  <a:pt x="296997" y="62214"/>
                  <a:pt x="292337" y="62980"/>
                  <a:pt x="288552" y="64513"/>
                </a:cubicBezTo>
                <a:cubicBezTo>
                  <a:pt x="284767" y="66043"/>
                  <a:pt x="282875" y="68212"/>
                  <a:pt x="282875" y="71019"/>
                </a:cubicBezTo>
                <a:cubicBezTo>
                  <a:pt x="282875" y="73566"/>
                  <a:pt x="283733" y="75508"/>
                  <a:pt x="285451" y="76846"/>
                </a:cubicBezTo>
                <a:cubicBezTo>
                  <a:pt x="287168" y="78181"/>
                  <a:pt x="291208" y="79518"/>
                  <a:pt x="297569" y="80856"/>
                </a:cubicBezTo>
                <a:cubicBezTo>
                  <a:pt x="301068" y="81556"/>
                  <a:pt x="304837" y="82241"/>
                  <a:pt x="308876" y="82911"/>
                </a:cubicBezTo>
                <a:cubicBezTo>
                  <a:pt x="312916" y="83579"/>
                  <a:pt x="316971" y="84421"/>
                  <a:pt x="321042" y="85439"/>
                </a:cubicBezTo>
                <a:cubicBezTo>
                  <a:pt x="330075" y="87795"/>
                  <a:pt x="336755" y="91504"/>
                  <a:pt x="341080" y="96568"/>
                </a:cubicBezTo>
                <a:cubicBezTo>
                  <a:pt x="345406" y="101629"/>
                  <a:pt x="347569" y="107947"/>
                  <a:pt x="347569" y="115523"/>
                </a:cubicBezTo>
                <a:close/>
                <a:moveTo>
                  <a:pt x="475857" y="102099"/>
                </a:moveTo>
                <a:lnTo>
                  <a:pt x="397232" y="102099"/>
                </a:lnTo>
                <a:cubicBezTo>
                  <a:pt x="397741" y="110558"/>
                  <a:pt x="400937" y="117030"/>
                  <a:pt x="406821" y="121517"/>
                </a:cubicBezTo>
                <a:cubicBezTo>
                  <a:pt x="412706" y="126002"/>
                  <a:pt x="421373" y="128244"/>
                  <a:pt x="432823" y="128244"/>
                </a:cubicBezTo>
                <a:cubicBezTo>
                  <a:pt x="440075" y="128244"/>
                  <a:pt x="447104" y="126930"/>
                  <a:pt x="453911" y="124302"/>
                </a:cubicBezTo>
                <a:cubicBezTo>
                  <a:pt x="460718" y="121674"/>
                  <a:pt x="466093" y="118853"/>
                  <a:pt x="470037" y="115839"/>
                </a:cubicBezTo>
                <a:lnTo>
                  <a:pt x="473854" y="115839"/>
                </a:lnTo>
                <a:lnTo>
                  <a:pt x="473854" y="143416"/>
                </a:lnTo>
                <a:cubicBezTo>
                  <a:pt x="466093" y="146533"/>
                  <a:pt x="458777" y="148791"/>
                  <a:pt x="451907" y="150190"/>
                </a:cubicBezTo>
                <a:cubicBezTo>
                  <a:pt x="445037" y="151590"/>
                  <a:pt x="437435" y="152290"/>
                  <a:pt x="429102" y="152290"/>
                </a:cubicBezTo>
                <a:cubicBezTo>
                  <a:pt x="407601" y="152290"/>
                  <a:pt x="391125" y="147447"/>
                  <a:pt x="379675" y="137762"/>
                </a:cubicBezTo>
                <a:cubicBezTo>
                  <a:pt x="368224" y="128077"/>
                  <a:pt x="362499" y="114281"/>
                  <a:pt x="362499" y="96374"/>
                </a:cubicBezTo>
                <a:cubicBezTo>
                  <a:pt x="362499" y="78662"/>
                  <a:pt x="367922" y="64628"/>
                  <a:pt x="378768" y="54273"/>
                </a:cubicBezTo>
                <a:cubicBezTo>
                  <a:pt x="389614" y="43918"/>
                  <a:pt x="404484" y="38740"/>
                  <a:pt x="423377" y="38740"/>
                </a:cubicBezTo>
                <a:cubicBezTo>
                  <a:pt x="440807" y="38740"/>
                  <a:pt x="453911" y="43153"/>
                  <a:pt x="462690" y="51977"/>
                </a:cubicBezTo>
                <a:cubicBezTo>
                  <a:pt x="471468" y="60799"/>
                  <a:pt x="475857" y="73493"/>
                  <a:pt x="475857" y="90058"/>
                </a:cubicBezTo>
                <a:lnTo>
                  <a:pt x="475857" y="102099"/>
                </a:lnTo>
                <a:moveTo>
                  <a:pt x="441697" y="81870"/>
                </a:moveTo>
                <a:cubicBezTo>
                  <a:pt x="441506" y="74714"/>
                  <a:pt x="439725" y="69330"/>
                  <a:pt x="436354" y="65720"/>
                </a:cubicBezTo>
                <a:cubicBezTo>
                  <a:pt x="432982" y="62110"/>
                  <a:pt x="427734" y="60305"/>
                  <a:pt x="420610" y="60305"/>
                </a:cubicBezTo>
                <a:cubicBezTo>
                  <a:pt x="413994" y="60305"/>
                  <a:pt x="408555" y="62016"/>
                  <a:pt x="404293" y="65437"/>
                </a:cubicBezTo>
                <a:cubicBezTo>
                  <a:pt x="400031" y="68856"/>
                  <a:pt x="397645" y="74334"/>
                  <a:pt x="397136" y="81870"/>
                </a:cubicBezTo>
                <a:lnTo>
                  <a:pt x="441697" y="81870"/>
                </a:lnTo>
                <a:close/>
                <a:moveTo>
                  <a:pt x="604852" y="73563"/>
                </a:moveTo>
                <a:lnTo>
                  <a:pt x="604852" y="149427"/>
                </a:lnTo>
                <a:lnTo>
                  <a:pt x="570310" y="149427"/>
                </a:lnTo>
                <a:lnTo>
                  <a:pt x="570310" y="95959"/>
                </a:lnTo>
                <a:cubicBezTo>
                  <a:pt x="570310" y="90749"/>
                  <a:pt x="570183" y="86317"/>
                  <a:pt x="569929" y="82663"/>
                </a:cubicBezTo>
                <a:cubicBezTo>
                  <a:pt x="569674" y="79009"/>
                  <a:pt x="568975" y="76038"/>
                  <a:pt x="567830" y="73750"/>
                </a:cubicBezTo>
                <a:cubicBezTo>
                  <a:pt x="566684" y="71464"/>
                  <a:pt x="564951" y="69797"/>
                  <a:pt x="562629" y="68750"/>
                </a:cubicBezTo>
                <a:cubicBezTo>
                  <a:pt x="560307" y="67700"/>
                  <a:pt x="557047" y="67175"/>
                  <a:pt x="552849" y="67175"/>
                </a:cubicBezTo>
                <a:cubicBezTo>
                  <a:pt x="549477" y="67175"/>
                  <a:pt x="546201" y="67858"/>
                  <a:pt x="543020" y="69224"/>
                </a:cubicBezTo>
                <a:cubicBezTo>
                  <a:pt x="539840" y="70590"/>
                  <a:pt x="536977" y="72036"/>
                  <a:pt x="534433" y="73563"/>
                </a:cubicBezTo>
                <a:lnTo>
                  <a:pt x="534433" y="149427"/>
                </a:lnTo>
                <a:lnTo>
                  <a:pt x="500082" y="149427"/>
                </a:lnTo>
                <a:lnTo>
                  <a:pt x="500082" y="42175"/>
                </a:lnTo>
                <a:lnTo>
                  <a:pt x="534433" y="42175"/>
                </a:lnTo>
                <a:lnTo>
                  <a:pt x="534433" y="54103"/>
                </a:lnTo>
                <a:cubicBezTo>
                  <a:pt x="540349" y="49459"/>
                  <a:pt x="546010" y="45833"/>
                  <a:pt x="551417" y="43225"/>
                </a:cubicBezTo>
                <a:cubicBezTo>
                  <a:pt x="556824" y="40617"/>
                  <a:pt x="562804" y="39313"/>
                  <a:pt x="569356" y="39313"/>
                </a:cubicBezTo>
                <a:cubicBezTo>
                  <a:pt x="576417" y="39313"/>
                  <a:pt x="582651" y="40887"/>
                  <a:pt x="588058" y="44036"/>
                </a:cubicBezTo>
                <a:cubicBezTo>
                  <a:pt x="593466" y="47185"/>
                  <a:pt x="597696" y="51813"/>
                  <a:pt x="600749" y="57920"/>
                </a:cubicBezTo>
                <a:cubicBezTo>
                  <a:pt x="607619" y="52131"/>
                  <a:pt x="614299" y="47583"/>
                  <a:pt x="620787" y="44275"/>
                </a:cubicBezTo>
                <a:cubicBezTo>
                  <a:pt x="627276" y="40967"/>
                  <a:pt x="633637" y="39313"/>
                  <a:pt x="639871" y="39313"/>
                </a:cubicBezTo>
                <a:cubicBezTo>
                  <a:pt x="651449" y="39313"/>
                  <a:pt x="660243" y="42780"/>
                  <a:pt x="666255" y="49714"/>
                </a:cubicBezTo>
                <a:cubicBezTo>
                  <a:pt x="672266" y="56647"/>
                  <a:pt x="675272" y="66635"/>
                  <a:pt x="675272" y="79675"/>
                </a:cubicBezTo>
                <a:lnTo>
                  <a:pt x="675272" y="149427"/>
                </a:lnTo>
                <a:lnTo>
                  <a:pt x="640730" y="149427"/>
                </a:lnTo>
                <a:lnTo>
                  <a:pt x="640730" y="95959"/>
                </a:lnTo>
                <a:cubicBezTo>
                  <a:pt x="640730" y="90685"/>
                  <a:pt x="640619" y="86237"/>
                  <a:pt x="640396" y="82615"/>
                </a:cubicBezTo>
                <a:cubicBezTo>
                  <a:pt x="640173" y="78994"/>
                  <a:pt x="639490" y="76038"/>
                  <a:pt x="638345" y="73750"/>
                </a:cubicBezTo>
                <a:cubicBezTo>
                  <a:pt x="637263" y="71464"/>
                  <a:pt x="635546" y="69797"/>
                  <a:pt x="633192" y="68750"/>
                </a:cubicBezTo>
                <a:cubicBezTo>
                  <a:pt x="630838" y="67700"/>
                  <a:pt x="627530" y="67175"/>
                  <a:pt x="623268" y="67175"/>
                </a:cubicBezTo>
                <a:cubicBezTo>
                  <a:pt x="620406" y="67175"/>
                  <a:pt x="617607" y="67668"/>
                  <a:pt x="614871" y="68654"/>
                </a:cubicBezTo>
                <a:cubicBezTo>
                  <a:pt x="612136" y="69638"/>
                  <a:pt x="608796" y="71274"/>
                  <a:pt x="604852" y="73563"/>
                </a:cubicBezTo>
                <a:close/>
                <a:moveTo>
                  <a:pt x="818668" y="94370"/>
                </a:moveTo>
                <a:cubicBezTo>
                  <a:pt x="818668" y="111227"/>
                  <a:pt x="814008" y="124968"/>
                  <a:pt x="804689" y="135591"/>
                </a:cubicBezTo>
                <a:cubicBezTo>
                  <a:pt x="795369" y="146215"/>
                  <a:pt x="783744" y="151526"/>
                  <a:pt x="769813" y="151526"/>
                </a:cubicBezTo>
                <a:cubicBezTo>
                  <a:pt x="763833" y="151526"/>
                  <a:pt x="758585" y="150890"/>
                  <a:pt x="754068" y="149618"/>
                </a:cubicBezTo>
                <a:cubicBezTo>
                  <a:pt x="749552" y="148346"/>
                  <a:pt x="745258" y="146501"/>
                  <a:pt x="741187" y="144084"/>
                </a:cubicBezTo>
                <a:lnTo>
                  <a:pt x="739755" y="149427"/>
                </a:lnTo>
                <a:lnTo>
                  <a:pt x="706836" y="149427"/>
                </a:lnTo>
                <a:lnTo>
                  <a:pt x="706836" y="954"/>
                </a:lnTo>
                <a:lnTo>
                  <a:pt x="741187" y="954"/>
                </a:lnTo>
                <a:lnTo>
                  <a:pt x="741187" y="53435"/>
                </a:lnTo>
                <a:cubicBezTo>
                  <a:pt x="746467" y="49237"/>
                  <a:pt x="751858" y="45833"/>
                  <a:pt x="757360" y="43225"/>
                </a:cubicBezTo>
                <a:cubicBezTo>
                  <a:pt x="762863" y="40617"/>
                  <a:pt x="769208" y="39313"/>
                  <a:pt x="776397" y="39313"/>
                </a:cubicBezTo>
                <a:cubicBezTo>
                  <a:pt x="789946" y="39313"/>
                  <a:pt x="800379" y="44195"/>
                  <a:pt x="807694" y="53960"/>
                </a:cubicBezTo>
                <a:cubicBezTo>
                  <a:pt x="815010" y="63724"/>
                  <a:pt x="818668" y="77194"/>
                  <a:pt x="818668" y="94370"/>
                </a:cubicBezTo>
                <a:moveTo>
                  <a:pt x="783267" y="95136"/>
                </a:moveTo>
                <a:cubicBezTo>
                  <a:pt x="783267" y="85624"/>
                  <a:pt x="781645" y="78300"/>
                  <a:pt x="778400" y="73163"/>
                </a:cubicBezTo>
                <a:cubicBezTo>
                  <a:pt x="775156" y="68026"/>
                  <a:pt x="769367" y="65458"/>
                  <a:pt x="761034" y="65458"/>
                </a:cubicBezTo>
                <a:cubicBezTo>
                  <a:pt x="757790" y="65458"/>
                  <a:pt x="754450" y="65950"/>
                  <a:pt x="751015" y="66934"/>
                </a:cubicBezTo>
                <a:cubicBezTo>
                  <a:pt x="747580" y="67916"/>
                  <a:pt x="744304" y="69326"/>
                  <a:pt x="741187" y="71165"/>
                </a:cubicBezTo>
                <a:lnTo>
                  <a:pt x="741187" y="124815"/>
                </a:lnTo>
                <a:cubicBezTo>
                  <a:pt x="743668" y="125703"/>
                  <a:pt x="746021" y="126307"/>
                  <a:pt x="748248" y="126625"/>
                </a:cubicBezTo>
                <a:cubicBezTo>
                  <a:pt x="750474" y="126941"/>
                  <a:pt x="753146" y="127099"/>
                  <a:pt x="756263" y="127099"/>
                </a:cubicBezTo>
                <a:cubicBezTo>
                  <a:pt x="765360" y="127099"/>
                  <a:pt x="772135" y="124436"/>
                  <a:pt x="776587" y="119111"/>
                </a:cubicBezTo>
                <a:cubicBezTo>
                  <a:pt x="781040" y="113783"/>
                  <a:pt x="783267" y="105792"/>
                  <a:pt x="783267" y="95136"/>
                </a:cubicBezTo>
                <a:close/>
                <a:moveTo>
                  <a:pt x="877784" y="149427"/>
                </a:moveTo>
                <a:lnTo>
                  <a:pt x="843433" y="149427"/>
                </a:lnTo>
                <a:lnTo>
                  <a:pt x="843433" y="954"/>
                </a:lnTo>
                <a:lnTo>
                  <a:pt x="877784" y="954"/>
                </a:lnTo>
                <a:lnTo>
                  <a:pt x="877784" y="149427"/>
                </a:lnTo>
                <a:close/>
                <a:moveTo>
                  <a:pt x="1015801" y="102099"/>
                </a:moveTo>
                <a:lnTo>
                  <a:pt x="937175" y="102099"/>
                </a:lnTo>
                <a:cubicBezTo>
                  <a:pt x="937684" y="110558"/>
                  <a:pt x="940881" y="117030"/>
                  <a:pt x="946765" y="121517"/>
                </a:cubicBezTo>
                <a:cubicBezTo>
                  <a:pt x="952649" y="126002"/>
                  <a:pt x="961317" y="128244"/>
                  <a:pt x="972767" y="128244"/>
                </a:cubicBezTo>
                <a:cubicBezTo>
                  <a:pt x="980019" y="128244"/>
                  <a:pt x="987048" y="126930"/>
                  <a:pt x="993855" y="124302"/>
                </a:cubicBezTo>
                <a:cubicBezTo>
                  <a:pt x="1000661" y="121674"/>
                  <a:pt x="1006037" y="118853"/>
                  <a:pt x="1009981" y="115839"/>
                </a:cubicBezTo>
                <a:lnTo>
                  <a:pt x="1013797" y="115839"/>
                </a:lnTo>
                <a:lnTo>
                  <a:pt x="1013797" y="143416"/>
                </a:lnTo>
                <a:cubicBezTo>
                  <a:pt x="1006037" y="146533"/>
                  <a:pt x="998721" y="148791"/>
                  <a:pt x="991851" y="150190"/>
                </a:cubicBezTo>
                <a:cubicBezTo>
                  <a:pt x="984981" y="151590"/>
                  <a:pt x="977379" y="152290"/>
                  <a:pt x="969046" y="152290"/>
                </a:cubicBezTo>
                <a:cubicBezTo>
                  <a:pt x="947544" y="152290"/>
                  <a:pt x="931069" y="147447"/>
                  <a:pt x="919618" y="137762"/>
                </a:cubicBezTo>
                <a:cubicBezTo>
                  <a:pt x="908168" y="128077"/>
                  <a:pt x="902443" y="114281"/>
                  <a:pt x="902443" y="96374"/>
                </a:cubicBezTo>
                <a:cubicBezTo>
                  <a:pt x="902443" y="78662"/>
                  <a:pt x="907866" y="64628"/>
                  <a:pt x="918712" y="54273"/>
                </a:cubicBezTo>
                <a:cubicBezTo>
                  <a:pt x="929558" y="43918"/>
                  <a:pt x="944427" y="38740"/>
                  <a:pt x="963320" y="38740"/>
                </a:cubicBezTo>
                <a:cubicBezTo>
                  <a:pt x="980750" y="38740"/>
                  <a:pt x="993855" y="43153"/>
                  <a:pt x="1002633" y="51977"/>
                </a:cubicBezTo>
                <a:cubicBezTo>
                  <a:pt x="1011412" y="60799"/>
                  <a:pt x="1015801" y="73493"/>
                  <a:pt x="1015801" y="90058"/>
                </a:cubicBezTo>
                <a:lnTo>
                  <a:pt x="1015801" y="102099"/>
                </a:lnTo>
                <a:moveTo>
                  <a:pt x="981641" y="81870"/>
                </a:moveTo>
                <a:cubicBezTo>
                  <a:pt x="981450" y="74714"/>
                  <a:pt x="979669" y="69330"/>
                  <a:pt x="976298" y="65720"/>
                </a:cubicBezTo>
                <a:cubicBezTo>
                  <a:pt x="972926" y="62110"/>
                  <a:pt x="967678" y="60305"/>
                  <a:pt x="960553" y="60305"/>
                </a:cubicBezTo>
                <a:cubicBezTo>
                  <a:pt x="953938" y="60305"/>
                  <a:pt x="948499" y="62016"/>
                  <a:pt x="944237" y="65437"/>
                </a:cubicBezTo>
                <a:cubicBezTo>
                  <a:pt x="939974" y="68856"/>
                  <a:pt x="937589" y="74334"/>
                  <a:pt x="937080" y="81870"/>
                </a:cubicBezTo>
                <a:lnTo>
                  <a:pt x="981641" y="81870"/>
                </a:lnTo>
                <a:close/>
                <a:moveTo>
                  <a:pt x="1212394" y="102099"/>
                </a:moveTo>
                <a:lnTo>
                  <a:pt x="1133768" y="102099"/>
                </a:lnTo>
                <a:cubicBezTo>
                  <a:pt x="1134277" y="110558"/>
                  <a:pt x="1137473" y="117030"/>
                  <a:pt x="1143357" y="121517"/>
                </a:cubicBezTo>
                <a:cubicBezTo>
                  <a:pt x="1149242" y="126002"/>
                  <a:pt x="1157909" y="128244"/>
                  <a:pt x="1169359" y="128244"/>
                </a:cubicBezTo>
                <a:cubicBezTo>
                  <a:pt x="1176611" y="128244"/>
                  <a:pt x="1183640" y="126930"/>
                  <a:pt x="1190447" y="124302"/>
                </a:cubicBezTo>
                <a:cubicBezTo>
                  <a:pt x="1197254" y="121674"/>
                  <a:pt x="1202629" y="118853"/>
                  <a:pt x="1206573" y="115839"/>
                </a:cubicBezTo>
                <a:lnTo>
                  <a:pt x="1210390" y="115839"/>
                </a:lnTo>
                <a:lnTo>
                  <a:pt x="1210390" y="143416"/>
                </a:lnTo>
                <a:cubicBezTo>
                  <a:pt x="1202629" y="146533"/>
                  <a:pt x="1195313" y="148791"/>
                  <a:pt x="1188443" y="150190"/>
                </a:cubicBezTo>
                <a:cubicBezTo>
                  <a:pt x="1181573" y="151590"/>
                  <a:pt x="1173971" y="152290"/>
                  <a:pt x="1165638" y="152290"/>
                </a:cubicBezTo>
                <a:cubicBezTo>
                  <a:pt x="1144137" y="152290"/>
                  <a:pt x="1127661" y="147447"/>
                  <a:pt x="1116211" y="137762"/>
                </a:cubicBezTo>
                <a:cubicBezTo>
                  <a:pt x="1104760" y="128077"/>
                  <a:pt x="1099035" y="114281"/>
                  <a:pt x="1099035" y="96374"/>
                </a:cubicBezTo>
                <a:cubicBezTo>
                  <a:pt x="1099035" y="78662"/>
                  <a:pt x="1104458" y="64628"/>
                  <a:pt x="1115304" y="54273"/>
                </a:cubicBezTo>
                <a:cubicBezTo>
                  <a:pt x="1126150" y="43918"/>
                  <a:pt x="1141020" y="38740"/>
                  <a:pt x="1159913" y="38740"/>
                </a:cubicBezTo>
                <a:cubicBezTo>
                  <a:pt x="1177343" y="38740"/>
                  <a:pt x="1190447" y="43153"/>
                  <a:pt x="1199226" y="51977"/>
                </a:cubicBezTo>
                <a:cubicBezTo>
                  <a:pt x="1208004" y="60799"/>
                  <a:pt x="1212394" y="73493"/>
                  <a:pt x="1212394" y="90058"/>
                </a:cubicBezTo>
                <a:lnTo>
                  <a:pt x="1212394" y="102099"/>
                </a:lnTo>
                <a:moveTo>
                  <a:pt x="1178233" y="81870"/>
                </a:moveTo>
                <a:cubicBezTo>
                  <a:pt x="1178042" y="74714"/>
                  <a:pt x="1176261" y="69330"/>
                  <a:pt x="1172890" y="65720"/>
                </a:cubicBezTo>
                <a:cubicBezTo>
                  <a:pt x="1169518" y="62110"/>
                  <a:pt x="1164270" y="60305"/>
                  <a:pt x="1157146" y="60305"/>
                </a:cubicBezTo>
                <a:cubicBezTo>
                  <a:pt x="1150530" y="60305"/>
                  <a:pt x="1145091" y="62016"/>
                  <a:pt x="1140829" y="65437"/>
                </a:cubicBezTo>
                <a:cubicBezTo>
                  <a:pt x="1136567" y="68856"/>
                  <a:pt x="1134181" y="74334"/>
                  <a:pt x="1133672" y="81870"/>
                </a:cubicBezTo>
                <a:lnTo>
                  <a:pt x="1178233" y="81870"/>
                </a:lnTo>
                <a:close/>
                <a:moveTo>
                  <a:pt x="1306084" y="26336"/>
                </a:moveTo>
                <a:lnTo>
                  <a:pt x="1303507" y="26336"/>
                </a:lnTo>
                <a:cubicBezTo>
                  <a:pt x="1301981" y="25908"/>
                  <a:pt x="1299993" y="25420"/>
                  <a:pt x="1297544" y="24872"/>
                </a:cubicBezTo>
                <a:cubicBezTo>
                  <a:pt x="1295095" y="24321"/>
                  <a:pt x="1292471" y="24046"/>
                  <a:pt x="1289672" y="24046"/>
                </a:cubicBezTo>
                <a:cubicBezTo>
                  <a:pt x="1282929" y="24046"/>
                  <a:pt x="1278364" y="25230"/>
                  <a:pt x="1275979" y="27597"/>
                </a:cubicBezTo>
                <a:cubicBezTo>
                  <a:pt x="1273593" y="29965"/>
                  <a:pt x="1272401" y="34544"/>
                  <a:pt x="1272401" y="41335"/>
                </a:cubicBezTo>
                <a:lnTo>
                  <a:pt x="1272401" y="42175"/>
                </a:lnTo>
                <a:lnTo>
                  <a:pt x="1298927" y="42175"/>
                </a:lnTo>
                <a:lnTo>
                  <a:pt x="1298927" y="65458"/>
                </a:lnTo>
                <a:lnTo>
                  <a:pt x="1273546" y="65458"/>
                </a:lnTo>
                <a:lnTo>
                  <a:pt x="1273546" y="149427"/>
                </a:lnTo>
                <a:lnTo>
                  <a:pt x="1239195" y="149427"/>
                </a:lnTo>
                <a:lnTo>
                  <a:pt x="1239195" y="65458"/>
                </a:lnTo>
                <a:lnTo>
                  <a:pt x="1224500" y="65458"/>
                </a:lnTo>
                <a:lnTo>
                  <a:pt x="1224500" y="42175"/>
                </a:lnTo>
                <a:lnTo>
                  <a:pt x="1239195" y="42175"/>
                </a:lnTo>
                <a:lnTo>
                  <a:pt x="1239195" y="39223"/>
                </a:lnTo>
                <a:cubicBezTo>
                  <a:pt x="1239195" y="26149"/>
                  <a:pt x="1242677" y="16344"/>
                  <a:pt x="1249643" y="9807"/>
                </a:cubicBezTo>
                <a:cubicBezTo>
                  <a:pt x="1256609" y="3269"/>
                  <a:pt x="1267153" y="0"/>
                  <a:pt x="1281275" y="0"/>
                </a:cubicBezTo>
                <a:cubicBezTo>
                  <a:pt x="1286364" y="0"/>
                  <a:pt x="1290976" y="177"/>
                  <a:pt x="1295110" y="531"/>
                </a:cubicBezTo>
                <a:cubicBezTo>
                  <a:pt x="1299245" y="883"/>
                  <a:pt x="1302903" y="1347"/>
                  <a:pt x="1306084" y="1923"/>
                </a:cubicBezTo>
                <a:lnTo>
                  <a:pt x="1306084" y="26336"/>
                </a:lnTo>
                <a:close/>
                <a:moveTo>
                  <a:pt x="1388551" y="26336"/>
                </a:moveTo>
                <a:lnTo>
                  <a:pt x="1385975" y="26336"/>
                </a:lnTo>
                <a:cubicBezTo>
                  <a:pt x="1384448" y="25908"/>
                  <a:pt x="1382460" y="25420"/>
                  <a:pt x="1380011" y="24872"/>
                </a:cubicBezTo>
                <a:cubicBezTo>
                  <a:pt x="1377562" y="24321"/>
                  <a:pt x="1374938" y="24046"/>
                  <a:pt x="1372139" y="24046"/>
                </a:cubicBezTo>
                <a:cubicBezTo>
                  <a:pt x="1365396" y="24046"/>
                  <a:pt x="1360831" y="25230"/>
                  <a:pt x="1358446" y="27597"/>
                </a:cubicBezTo>
                <a:cubicBezTo>
                  <a:pt x="1356060" y="29965"/>
                  <a:pt x="1354868" y="34544"/>
                  <a:pt x="1354868" y="41335"/>
                </a:cubicBezTo>
                <a:lnTo>
                  <a:pt x="1354868" y="42175"/>
                </a:lnTo>
                <a:lnTo>
                  <a:pt x="1381394" y="42175"/>
                </a:lnTo>
                <a:lnTo>
                  <a:pt x="1381394" y="65458"/>
                </a:lnTo>
                <a:lnTo>
                  <a:pt x="1356013" y="65458"/>
                </a:lnTo>
                <a:lnTo>
                  <a:pt x="1356013" y="149427"/>
                </a:lnTo>
                <a:lnTo>
                  <a:pt x="1321662" y="149427"/>
                </a:lnTo>
                <a:lnTo>
                  <a:pt x="1321662" y="65458"/>
                </a:lnTo>
                <a:lnTo>
                  <a:pt x="1306967" y="65458"/>
                </a:lnTo>
                <a:lnTo>
                  <a:pt x="1306967" y="42175"/>
                </a:lnTo>
                <a:lnTo>
                  <a:pt x="1321662" y="42175"/>
                </a:lnTo>
                <a:lnTo>
                  <a:pt x="1321662" y="39223"/>
                </a:lnTo>
                <a:cubicBezTo>
                  <a:pt x="1321662" y="26149"/>
                  <a:pt x="1325145" y="16344"/>
                  <a:pt x="1332110" y="9807"/>
                </a:cubicBezTo>
                <a:cubicBezTo>
                  <a:pt x="1339076" y="3269"/>
                  <a:pt x="1349620" y="0"/>
                  <a:pt x="1363742" y="0"/>
                </a:cubicBezTo>
                <a:cubicBezTo>
                  <a:pt x="1368831" y="0"/>
                  <a:pt x="1373443" y="177"/>
                  <a:pt x="1377578" y="531"/>
                </a:cubicBezTo>
                <a:cubicBezTo>
                  <a:pt x="1381712" y="883"/>
                  <a:pt x="1385370" y="1347"/>
                  <a:pt x="1388551" y="1923"/>
                </a:cubicBezTo>
                <a:lnTo>
                  <a:pt x="1388551" y="26336"/>
                </a:lnTo>
                <a:close/>
                <a:moveTo>
                  <a:pt x="1507086" y="102099"/>
                </a:moveTo>
                <a:lnTo>
                  <a:pt x="1428461" y="102099"/>
                </a:lnTo>
                <a:cubicBezTo>
                  <a:pt x="1428970" y="110558"/>
                  <a:pt x="1432166" y="117030"/>
                  <a:pt x="1438050" y="121517"/>
                </a:cubicBezTo>
                <a:cubicBezTo>
                  <a:pt x="1443934" y="126002"/>
                  <a:pt x="1452602" y="128244"/>
                  <a:pt x="1464052" y="128244"/>
                </a:cubicBezTo>
                <a:cubicBezTo>
                  <a:pt x="1471304" y="128244"/>
                  <a:pt x="1478333" y="126930"/>
                  <a:pt x="1485140" y="124302"/>
                </a:cubicBezTo>
                <a:cubicBezTo>
                  <a:pt x="1491946" y="121674"/>
                  <a:pt x="1497322" y="118853"/>
                  <a:pt x="1501266" y="115839"/>
                </a:cubicBezTo>
                <a:lnTo>
                  <a:pt x="1505083" y="115839"/>
                </a:lnTo>
                <a:lnTo>
                  <a:pt x="1505083" y="143416"/>
                </a:lnTo>
                <a:cubicBezTo>
                  <a:pt x="1497322" y="146533"/>
                  <a:pt x="1490006" y="148791"/>
                  <a:pt x="1483136" y="150190"/>
                </a:cubicBezTo>
                <a:cubicBezTo>
                  <a:pt x="1476266" y="151590"/>
                  <a:pt x="1468664" y="152290"/>
                  <a:pt x="1460331" y="152290"/>
                </a:cubicBezTo>
                <a:cubicBezTo>
                  <a:pt x="1438830" y="152290"/>
                  <a:pt x="1422354" y="147447"/>
                  <a:pt x="1410903" y="137762"/>
                </a:cubicBezTo>
                <a:cubicBezTo>
                  <a:pt x="1399453" y="128077"/>
                  <a:pt x="1393728" y="114281"/>
                  <a:pt x="1393728" y="96374"/>
                </a:cubicBezTo>
                <a:cubicBezTo>
                  <a:pt x="1393728" y="78662"/>
                  <a:pt x="1399151" y="64628"/>
                  <a:pt x="1409997" y="54273"/>
                </a:cubicBezTo>
                <a:cubicBezTo>
                  <a:pt x="1420843" y="43918"/>
                  <a:pt x="1435712" y="38740"/>
                  <a:pt x="1454606" y="38740"/>
                </a:cubicBezTo>
                <a:cubicBezTo>
                  <a:pt x="1472036" y="38740"/>
                  <a:pt x="1485140" y="43153"/>
                  <a:pt x="1493918" y="51977"/>
                </a:cubicBezTo>
                <a:cubicBezTo>
                  <a:pt x="1502697" y="60799"/>
                  <a:pt x="1507086" y="73493"/>
                  <a:pt x="1507086" y="90058"/>
                </a:cubicBezTo>
                <a:lnTo>
                  <a:pt x="1507086" y="102099"/>
                </a:lnTo>
                <a:moveTo>
                  <a:pt x="1472926" y="81870"/>
                </a:moveTo>
                <a:cubicBezTo>
                  <a:pt x="1472735" y="74714"/>
                  <a:pt x="1470954" y="69330"/>
                  <a:pt x="1467583" y="65720"/>
                </a:cubicBezTo>
                <a:cubicBezTo>
                  <a:pt x="1464211" y="62110"/>
                  <a:pt x="1458963" y="60305"/>
                  <a:pt x="1451838" y="60305"/>
                </a:cubicBezTo>
                <a:cubicBezTo>
                  <a:pt x="1445223" y="60305"/>
                  <a:pt x="1439784" y="62016"/>
                  <a:pt x="1435522" y="65437"/>
                </a:cubicBezTo>
                <a:cubicBezTo>
                  <a:pt x="1431260" y="68856"/>
                  <a:pt x="1428874" y="74334"/>
                  <a:pt x="1428365" y="81870"/>
                </a:cubicBezTo>
                <a:lnTo>
                  <a:pt x="1472926" y="81870"/>
                </a:lnTo>
                <a:close/>
                <a:moveTo>
                  <a:pt x="1587131" y="152290"/>
                </a:moveTo>
                <a:cubicBezTo>
                  <a:pt x="1577780" y="152290"/>
                  <a:pt x="1569240" y="151176"/>
                  <a:pt x="1561511" y="148950"/>
                </a:cubicBezTo>
                <a:cubicBezTo>
                  <a:pt x="1553782" y="146724"/>
                  <a:pt x="1547055" y="143288"/>
                  <a:pt x="1541330" y="138645"/>
                </a:cubicBezTo>
                <a:cubicBezTo>
                  <a:pt x="1535668" y="134001"/>
                  <a:pt x="1531279" y="128149"/>
                  <a:pt x="1528162" y="121087"/>
                </a:cubicBezTo>
                <a:cubicBezTo>
                  <a:pt x="1525045" y="114026"/>
                  <a:pt x="1523486" y="105757"/>
                  <a:pt x="1523486" y="96278"/>
                </a:cubicBezTo>
                <a:cubicBezTo>
                  <a:pt x="1523486" y="86291"/>
                  <a:pt x="1525156" y="77672"/>
                  <a:pt x="1528496" y="70420"/>
                </a:cubicBezTo>
                <a:cubicBezTo>
                  <a:pt x="1531835" y="63168"/>
                  <a:pt x="1536495" y="57156"/>
                  <a:pt x="1542475" y="52385"/>
                </a:cubicBezTo>
                <a:cubicBezTo>
                  <a:pt x="1548263" y="47869"/>
                  <a:pt x="1554943" y="44561"/>
                  <a:pt x="1562513" y="42462"/>
                </a:cubicBezTo>
                <a:cubicBezTo>
                  <a:pt x="1570083" y="40362"/>
                  <a:pt x="1577939" y="39313"/>
                  <a:pt x="1586081" y="39313"/>
                </a:cubicBezTo>
                <a:cubicBezTo>
                  <a:pt x="1593397" y="39313"/>
                  <a:pt x="1600140" y="40106"/>
                  <a:pt x="1606310" y="41692"/>
                </a:cubicBezTo>
                <a:cubicBezTo>
                  <a:pt x="1612481" y="43279"/>
                  <a:pt x="1618238" y="45341"/>
                  <a:pt x="1623581" y="47880"/>
                </a:cubicBezTo>
                <a:lnTo>
                  <a:pt x="1623581" y="77099"/>
                </a:lnTo>
                <a:lnTo>
                  <a:pt x="1618715" y="77099"/>
                </a:lnTo>
                <a:cubicBezTo>
                  <a:pt x="1617379" y="75970"/>
                  <a:pt x="1615773" y="74653"/>
                  <a:pt x="1613896" y="73148"/>
                </a:cubicBezTo>
                <a:cubicBezTo>
                  <a:pt x="1612020" y="71643"/>
                  <a:pt x="1609714" y="70170"/>
                  <a:pt x="1606978" y="68729"/>
                </a:cubicBezTo>
                <a:cubicBezTo>
                  <a:pt x="1604370" y="67349"/>
                  <a:pt x="1601508" y="66205"/>
                  <a:pt x="1598390" y="65297"/>
                </a:cubicBezTo>
                <a:cubicBezTo>
                  <a:pt x="1595273" y="64386"/>
                  <a:pt x="1591647" y="63931"/>
                  <a:pt x="1587513" y="63931"/>
                </a:cubicBezTo>
                <a:cubicBezTo>
                  <a:pt x="1578352" y="63931"/>
                  <a:pt x="1571307" y="66833"/>
                  <a:pt x="1566377" y="72638"/>
                </a:cubicBezTo>
                <a:cubicBezTo>
                  <a:pt x="1561447" y="78441"/>
                  <a:pt x="1558982" y="86321"/>
                  <a:pt x="1558982" y="96278"/>
                </a:cubicBezTo>
                <a:cubicBezTo>
                  <a:pt x="1558982" y="106552"/>
                  <a:pt x="1561511" y="114352"/>
                  <a:pt x="1566568" y="119680"/>
                </a:cubicBezTo>
                <a:cubicBezTo>
                  <a:pt x="1571625" y="125008"/>
                  <a:pt x="1578798" y="127671"/>
                  <a:pt x="1588085" y="127671"/>
                </a:cubicBezTo>
                <a:cubicBezTo>
                  <a:pt x="1592411" y="127671"/>
                  <a:pt x="1596307" y="127182"/>
                  <a:pt x="1599774" y="126204"/>
                </a:cubicBezTo>
                <a:cubicBezTo>
                  <a:pt x="1603241" y="125224"/>
                  <a:pt x="1606119" y="124071"/>
                  <a:pt x="1608410" y="122745"/>
                </a:cubicBezTo>
                <a:cubicBezTo>
                  <a:pt x="1610572" y="121483"/>
                  <a:pt x="1612481" y="120157"/>
                  <a:pt x="1614135" y="118768"/>
                </a:cubicBezTo>
                <a:cubicBezTo>
                  <a:pt x="1615789" y="117378"/>
                  <a:pt x="1617315" y="116020"/>
                  <a:pt x="1618715" y="114694"/>
                </a:cubicBezTo>
                <a:lnTo>
                  <a:pt x="1623581" y="114694"/>
                </a:lnTo>
                <a:lnTo>
                  <a:pt x="1623581" y="143988"/>
                </a:lnTo>
                <a:cubicBezTo>
                  <a:pt x="1618174" y="146533"/>
                  <a:pt x="1612528" y="148552"/>
                  <a:pt x="1606644" y="150047"/>
                </a:cubicBezTo>
                <a:cubicBezTo>
                  <a:pt x="1600760" y="151542"/>
                  <a:pt x="1594256" y="152290"/>
                  <a:pt x="1587131" y="152290"/>
                </a:cubicBezTo>
                <a:close/>
                <a:moveTo>
                  <a:pt x="1714729" y="148485"/>
                </a:moveTo>
                <a:cubicBezTo>
                  <a:pt x="1711040" y="149435"/>
                  <a:pt x="1707128" y="150180"/>
                  <a:pt x="1702993" y="150718"/>
                </a:cubicBezTo>
                <a:cubicBezTo>
                  <a:pt x="1698858" y="151257"/>
                  <a:pt x="1693801" y="151526"/>
                  <a:pt x="1687821" y="151526"/>
                </a:cubicBezTo>
                <a:cubicBezTo>
                  <a:pt x="1674462" y="151526"/>
                  <a:pt x="1664523" y="148820"/>
                  <a:pt x="1658002" y="143407"/>
                </a:cubicBezTo>
                <a:cubicBezTo>
                  <a:pt x="1651482" y="137994"/>
                  <a:pt x="1648222" y="128728"/>
                  <a:pt x="1648222" y="115610"/>
                </a:cubicBezTo>
                <a:lnTo>
                  <a:pt x="1648222" y="65458"/>
                </a:lnTo>
                <a:lnTo>
                  <a:pt x="1634100" y="65458"/>
                </a:lnTo>
                <a:lnTo>
                  <a:pt x="1634100" y="42175"/>
                </a:lnTo>
                <a:lnTo>
                  <a:pt x="1648222" y="42175"/>
                </a:lnTo>
                <a:lnTo>
                  <a:pt x="1648222" y="11450"/>
                </a:lnTo>
                <a:lnTo>
                  <a:pt x="1682573" y="11450"/>
                </a:lnTo>
                <a:lnTo>
                  <a:pt x="1682573" y="42175"/>
                </a:lnTo>
                <a:lnTo>
                  <a:pt x="1714729" y="42175"/>
                </a:lnTo>
                <a:lnTo>
                  <a:pt x="1714729" y="65458"/>
                </a:lnTo>
                <a:lnTo>
                  <a:pt x="1682573" y="65458"/>
                </a:lnTo>
                <a:lnTo>
                  <a:pt x="1682573" y="103551"/>
                </a:lnTo>
                <a:cubicBezTo>
                  <a:pt x="1682573" y="107316"/>
                  <a:pt x="1682605" y="110602"/>
                  <a:pt x="1682668" y="113409"/>
                </a:cubicBezTo>
                <a:cubicBezTo>
                  <a:pt x="1682732" y="116216"/>
                  <a:pt x="1683241" y="118737"/>
                  <a:pt x="1684195" y="120971"/>
                </a:cubicBezTo>
                <a:cubicBezTo>
                  <a:pt x="1685086" y="123204"/>
                  <a:pt x="1686660" y="124974"/>
                  <a:pt x="1688918" y="126282"/>
                </a:cubicBezTo>
                <a:cubicBezTo>
                  <a:pt x="1691177" y="127590"/>
                  <a:pt x="1694469" y="128244"/>
                  <a:pt x="1698794" y="128244"/>
                </a:cubicBezTo>
                <a:cubicBezTo>
                  <a:pt x="1700575" y="128244"/>
                  <a:pt x="1702913" y="127862"/>
                  <a:pt x="1705808" y="127099"/>
                </a:cubicBezTo>
                <a:cubicBezTo>
                  <a:pt x="1708702" y="126336"/>
                  <a:pt x="1710722" y="125636"/>
                  <a:pt x="1711867" y="125000"/>
                </a:cubicBezTo>
                <a:lnTo>
                  <a:pt x="1714729" y="125000"/>
                </a:lnTo>
                <a:lnTo>
                  <a:pt x="1714729" y="148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ertificate">
            <a:extLst xmlns:a="http://schemas.openxmlformats.org/drawingml/2006/main">
              <a:ext uri="{FF2B5EF4-FFF2-40B4-BE49-F238E27FC236}">
                <a16:creationId xmlns:a16="http://schemas.microsoft.com/office/drawing/2014/main" id="{2AF1235C-1CF1-497B-9C26-79A867A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198" y="4097389"/>
            <a:ext cx="1094949" cy="152290"/>
          </a:xfrm>
          <a:custGeom xmlns:a="http://schemas.openxmlformats.org/drawingml/2006/main">
            <a:pathLst>
              <a:path w="1094949" h="152290">
                <a:moveTo>
                  <a:pt x="63645" y="152290"/>
                </a:moveTo>
                <a:cubicBezTo>
                  <a:pt x="54294" y="152290"/>
                  <a:pt x="45754" y="151176"/>
                  <a:pt x="38025" y="148950"/>
                </a:cubicBezTo>
                <a:cubicBezTo>
                  <a:pt x="30296" y="146724"/>
                  <a:pt x="23569" y="143288"/>
                  <a:pt x="17843" y="138645"/>
                </a:cubicBezTo>
                <a:cubicBezTo>
                  <a:pt x="12182" y="134001"/>
                  <a:pt x="7793" y="128149"/>
                  <a:pt x="4676" y="121087"/>
                </a:cubicBezTo>
                <a:cubicBezTo>
                  <a:pt x="1559" y="114026"/>
                  <a:pt x="0" y="105757"/>
                  <a:pt x="0" y="96278"/>
                </a:cubicBezTo>
                <a:cubicBezTo>
                  <a:pt x="0" y="86291"/>
                  <a:pt x="1670" y="77672"/>
                  <a:pt x="5010" y="70420"/>
                </a:cubicBezTo>
                <a:cubicBezTo>
                  <a:pt x="8349" y="63168"/>
                  <a:pt x="13009" y="57156"/>
                  <a:pt x="18989" y="52385"/>
                </a:cubicBezTo>
                <a:cubicBezTo>
                  <a:pt x="24777" y="47869"/>
                  <a:pt x="31457" y="44561"/>
                  <a:pt x="39027" y="42462"/>
                </a:cubicBezTo>
                <a:cubicBezTo>
                  <a:pt x="46597" y="40362"/>
                  <a:pt x="54453" y="39313"/>
                  <a:pt x="62595" y="39313"/>
                </a:cubicBezTo>
                <a:cubicBezTo>
                  <a:pt x="69911" y="39313"/>
                  <a:pt x="76654" y="40106"/>
                  <a:pt x="82824" y="41692"/>
                </a:cubicBezTo>
                <a:cubicBezTo>
                  <a:pt x="88995" y="43279"/>
                  <a:pt x="94752" y="45341"/>
                  <a:pt x="100095" y="47880"/>
                </a:cubicBezTo>
                <a:lnTo>
                  <a:pt x="100095" y="77099"/>
                </a:lnTo>
                <a:lnTo>
                  <a:pt x="95229" y="77099"/>
                </a:lnTo>
                <a:cubicBezTo>
                  <a:pt x="93893" y="75970"/>
                  <a:pt x="92287" y="74653"/>
                  <a:pt x="90410" y="73148"/>
                </a:cubicBezTo>
                <a:cubicBezTo>
                  <a:pt x="88533" y="71643"/>
                  <a:pt x="86228" y="70170"/>
                  <a:pt x="83492" y="68729"/>
                </a:cubicBezTo>
                <a:cubicBezTo>
                  <a:pt x="80884" y="67349"/>
                  <a:pt x="78021" y="66205"/>
                  <a:pt x="74904" y="65297"/>
                </a:cubicBezTo>
                <a:cubicBezTo>
                  <a:pt x="71787" y="64386"/>
                  <a:pt x="68161" y="63931"/>
                  <a:pt x="64027" y="63931"/>
                </a:cubicBezTo>
                <a:cubicBezTo>
                  <a:pt x="54866" y="63931"/>
                  <a:pt x="47821" y="66833"/>
                  <a:pt x="42891" y="72638"/>
                </a:cubicBezTo>
                <a:cubicBezTo>
                  <a:pt x="37961" y="78441"/>
                  <a:pt x="35496" y="86321"/>
                  <a:pt x="35496" y="96278"/>
                </a:cubicBezTo>
                <a:cubicBezTo>
                  <a:pt x="35496" y="106552"/>
                  <a:pt x="38025" y="114352"/>
                  <a:pt x="43082" y="119680"/>
                </a:cubicBezTo>
                <a:cubicBezTo>
                  <a:pt x="48139" y="125008"/>
                  <a:pt x="55312" y="127671"/>
                  <a:pt x="64599" y="127671"/>
                </a:cubicBezTo>
                <a:cubicBezTo>
                  <a:pt x="68925" y="127671"/>
                  <a:pt x="72821" y="127182"/>
                  <a:pt x="76288" y="126204"/>
                </a:cubicBezTo>
                <a:cubicBezTo>
                  <a:pt x="79755" y="125224"/>
                  <a:pt x="82633" y="124071"/>
                  <a:pt x="84923" y="122745"/>
                </a:cubicBezTo>
                <a:cubicBezTo>
                  <a:pt x="87086" y="121483"/>
                  <a:pt x="88995" y="120157"/>
                  <a:pt x="90649" y="118768"/>
                </a:cubicBezTo>
                <a:cubicBezTo>
                  <a:pt x="92303" y="117378"/>
                  <a:pt x="93829" y="116020"/>
                  <a:pt x="95229" y="114694"/>
                </a:cubicBezTo>
                <a:lnTo>
                  <a:pt x="100095" y="114694"/>
                </a:lnTo>
                <a:lnTo>
                  <a:pt x="100095" y="143988"/>
                </a:lnTo>
                <a:cubicBezTo>
                  <a:pt x="94688" y="146533"/>
                  <a:pt x="89042" y="148552"/>
                  <a:pt x="83158" y="150047"/>
                </a:cubicBezTo>
                <a:cubicBezTo>
                  <a:pt x="77274" y="151542"/>
                  <a:pt x="70770" y="152290"/>
                  <a:pt x="63645" y="152290"/>
                </a:cubicBezTo>
                <a:close/>
                <a:moveTo>
                  <a:pt x="228265" y="102099"/>
                </a:moveTo>
                <a:lnTo>
                  <a:pt x="149639" y="102099"/>
                </a:lnTo>
                <a:cubicBezTo>
                  <a:pt x="150148" y="110558"/>
                  <a:pt x="153344" y="117030"/>
                  <a:pt x="159228" y="121517"/>
                </a:cubicBezTo>
                <a:cubicBezTo>
                  <a:pt x="165113" y="126002"/>
                  <a:pt x="173780" y="128244"/>
                  <a:pt x="185230" y="128244"/>
                </a:cubicBezTo>
                <a:cubicBezTo>
                  <a:pt x="192482" y="128244"/>
                  <a:pt x="199511" y="126930"/>
                  <a:pt x="206318" y="124302"/>
                </a:cubicBezTo>
                <a:cubicBezTo>
                  <a:pt x="213125" y="121674"/>
                  <a:pt x="218500" y="118853"/>
                  <a:pt x="222444" y="115839"/>
                </a:cubicBezTo>
                <a:lnTo>
                  <a:pt x="226261" y="115839"/>
                </a:lnTo>
                <a:lnTo>
                  <a:pt x="226261" y="143416"/>
                </a:lnTo>
                <a:cubicBezTo>
                  <a:pt x="218500" y="146533"/>
                  <a:pt x="211184" y="148791"/>
                  <a:pt x="204314" y="150190"/>
                </a:cubicBezTo>
                <a:cubicBezTo>
                  <a:pt x="197444" y="151590"/>
                  <a:pt x="189842" y="152290"/>
                  <a:pt x="181509" y="152290"/>
                </a:cubicBezTo>
                <a:cubicBezTo>
                  <a:pt x="160008" y="152290"/>
                  <a:pt x="143532" y="147447"/>
                  <a:pt x="132082" y="137762"/>
                </a:cubicBezTo>
                <a:cubicBezTo>
                  <a:pt x="120631" y="128077"/>
                  <a:pt x="114906" y="114281"/>
                  <a:pt x="114906" y="96374"/>
                </a:cubicBezTo>
                <a:cubicBezTo>
                  <a:pt x="114906" y="78662"/>
                  <a:pt x="120329" y="64628"/>
                  <a:pt x="131175" y="54273"/>
                </a:cubicBezTo>
                <a:cubicBezTo>
                  <a:pt x="142021" y="43918"/>
                  <a:pt x="156891" y="38740"/>
                  <a:pt x="175784" y="38740"/>
                </a:cubicBezTo>
                <a:cubicBezTo>
                  <a:pt x="193214" y="38740"/>
                  <a:pt x="206318" y="43153"/>
                  <a:pt x="215097" y="51977"/>
                </a:cubicBezTo>
                <a:cubicBezTo>
                  <a:pt x="223875" y="60799"/>
                  <a:pt x="228265" y="73493"/>
                  <a:pt x="228265" y="90058"/>
                </a:cubicBezTo>
                <a:lnTo>
                  <a:pt x="228265" y="102099"/>
                </a:lnTo>
                <a:moveTo>
                  <a:pt x="194104" y="81870"/>
                </a:moveTo>
                <a:cubicBezTo>
                  <a:pt x="193914" y="74714"/>
                  <a:pt x="192132" y="69330"/>
                  <a:pt x="188761" y="65720"/>
                </a:cubicBezTo>
                <a:cubicBezTo>
                  <a:pt x="185389" y="62110"/>
                  <a:pt x="180141" y="60305"/>
                  <a:pt x="173017" y="60305"/>
                </a:cubicBezTo>
                <a:cubicBezTo>
                  <a:pt x="166401" y="60305"/>
                  <a:pt x="160962" y="62016"/>
                  <a:pt x="156700" y="65437"/>
                </a:cubicBezTo>
                <a:cubicBezTo>
                  <a:pt x="152438" y="68856"/>
                  <a:pt x="150052" y="74334"/>
                  <a:pt x="149543" y="81870"/>
                </a:cubicBezTo>
                <a:lnTo>
                  <a:pt x="194104" y="81870"/>
                </a:lnTo>
                <a:close/>
                <a:moveTo>
                  <a:pt x="330161" y="75000"/>
                </a:moveTo>
                <a:lnTo>
                  <a:pt x="327107" y="75000"/>
                </a:lnTo>
                <a:cubicBezTo>
                  <a:pt x="325644" y="74491"/>
                  <a:pt x="323291" y="74109"/>
                  <a:pt x="320046" y="73855"/>
                </a:cubicBezTo>
                <a:cubicBezTo>
                  <a:pt x="316802" y="73600"/>
                  <a:pt x="314099" y="73473"/>
                  <a:pt x="311936" y="73473"/>
                </a:cubicBezTo>
                <a:cubicBezTo>
                  <a:pt x="307037" y="73473"/>
                  <a:pt x="302712" y="73791"/>
                  <a:pt x="298959" y="74427"/>
                </a:cubicBezTo>
                <a:cubicBezTo>
                  <a:pt x="295205" y="75063"/>
                  <a:pt x="291166" y="76145"/>
                  <a:pt x="286840" y="77672"/>
                </a:cubicBezTo>
                <a:lnTo>
                  <a:pt x="286840" y="149427"/>
                </a:lnTo>
                <a:lnTo>
                  <a:pt x="252489" y="149427"/>
                </a:lnTo>
                <a:lnTo>
                  <a:pt x="252489" y="42175"/>
                </a:lnTo>
                <a:lnTo>
                  <a:pt x="286840" y="42175"/>
                </a:lnTo>
                <a:lnTo>
                  <a:pt x="286840" y="57920"/>
                </a:lnTo>
                <a:cubicBezTo>
                  <a:pt x="294410" y="51431"/>
                  <a:pt x="300994" y="47121"/>
                  <a:pt x="306592" y="44990"/>
                </a:cubicBezTo>
                <a:cubicBezTo>
                  <a:pt x="312190" y="42859"/>
                  <a:pt x="317343" y="41794"/>
                  <a:pt x="322050" y="41794"/>
                </a:cubicBezTo>
                <a:cubicBezTo>
                  <a:pt x="323259" y="41794"/>
                  <a:pt x="324626" y="41826"/>
                  <a:pt x="326153" y="41889"/>
                </a:cubicBezTo>
                <a:cubicBezTo>
                  <a:pt x="327680" y="41953"/>
                  <a:pt x="329016" y="42048"/>
                  <a:pt x="330161" y="42175"/>
                </a:cubicBezTo>
                <a:lnTo>
                  <a:pt x="330161" y="75000"/>
                </a:lnTo>
                <a:close/>
                <a:moveTo>
                  <a:pt x="418124" y="148485"/>
                </a:moveTo>
                <a:cubicBezTo>
                  <a:pt x="414434" y="149435"/>
                  <a:pt x="410522" y="150180"/>
                  <a:pt x="406387" y="150718"/>
                </a:cubicBezTo>
                <a:cubicBezTo>
                  <a:pt x="402252" y="151257"/>
                  <a:pt x="397195" y="151526"/>
                  <a:pt x="391216" y="151526"/>
                </a:cubicBezTo>
                <a:cubicBezTo>
                  <a:pt x="377857" y="151526"/>
                  <a:pt x="367917" y="148820"/>
                  <a:pt x="361397" y="143407"/>
                </a:cubicBezTo>
                <a:cubicBezTo>
                  <a:pt x="354877" y="137994"/>
                  <a:pt x="351616" y="128728"/>
                  <a:pt x="351616" y="115610"/>
                </a:cubicBezTo>
                <a:lnTo>
                  <a:pt x="351616" y="65458"/>
                </a:lnTo>
                <a:lnTo>
                  <a:pt x="337494" y="65458"/>
                </a:lnTo>
                <a:lnTo>
                  <a:pt x="337494" y="42175"/>
                </a:lnTo>
                <a:lnTo>
                  <a:pt x="351616" y="42175"/>
                </a:lnTo>
                <a:lnTo>
                  <a:pt x="351616" y="11450"/>
                </a:lnTo>
                <a:lnTo>
                  <a:pt x="385967" y="11450"/>
                </a:lnTo>
                <a:lnTo>
                  <a:pt x="385967" y="42175"/>
                </a:lnTo>
                <a:lnTo>
                  <a:pt x="418124" y="42175"/>
                </a:lnTo>
                <a:lnTo>
                  <a:pt x="418124" y="65458"/>
                </a:lnTo>
                <a:lnTo>
                  <a:pt x="385967" y="65458"/>
                </a:lnTo>
                <a:lnTo>
                  <a:pt x="385967" y="103551"/>
                </a:lnTo>
                <a:cubicBezTo>
                  <a:pt x="385967" y="107316"/>
                  <a:pt x="385999" y="110602"/>
                  <a:pt x="386063" y="113409"/>
                </a:cubicBezTo>
                <a:cubicBezTo>
                  <a:pt x="386126" y="116216"/>
                  <a:pt x="386635" y="118737"/>
                  <a:pt x="387590" y="120971"/>
                </a:cubicBezTo>
                <a:cubicBezTo>
                  <a:pt x="388480" y="123204"/>
                  <a:pt x="390055" y="124974"/>
                  <a:pt x="392313" y="126282"/>
                </a:cubicBezTo>
                <a:cubicBezTo>
                  <a:pt x="394571" y="127590"/>
                  <a:pt x="397863" y="128244"/>
                  <a:pt x="402189" y="128244"/>
                </a:cubicBezTo>
                <a:cubicBezTo>
                  <a:pt x="403970" y="128244"/>
                  <a:pt x="406308" y="127862"/>
                  <a:pt x="409202" y="127099"/>
                </a:cubicBezTo>
                <a:cubicBezTo>
                  <a:pt x="412096" y="126336"/>
                  <a:pt x="414116" y="125636"/>
                  <a:pt x="415261" y="125000"/>
                </a:cubicBezTo>
                <a:lnTo>
                  <a:pt x="418124" y="125000"/>
                </a:lnTo>
                <a:lnTo>
                  <a:pt x="418124" y="148485"/>
                </a:lnTo>
                <a:close/>
                <a:moveTo>
                  <a:pt x="473075" y="149427"/>
                </a:moveTo>
                <a:lnTo>
                  <a:pt x="438724" y="149427"/>
                </a:lnTo>
                <a:lnTo>
                  <a:pt x="438724" y="42175"/>
                </a:lnTo>
                <a:lnTo>
                  <a:pt x="473075" y="42175"/>
                </a:lnTo>
                <a:lnTo>
                  <a:pt x="473075" y="149427"/>
                </a:lnTo>
                <a:moveTo>
                  <a:pt x="474029" y="27099"/>
                </a:moveTo>
                <a:lnTo>
                  <a:pt x="437769" y="27099"/>
                </a:lnTo>
                <a:lnTo>
                  <a:pt x="437769" y="954"/>
                </a:lnTo>
                <a:lnTo>
                  <a:pt x="474029" y="954"/>
                </a:lnTo>
                <a:lnTo>
                  <a:pt x="474029" y="27099"/>
                </a:lnTo>
                <a:close/>
                <a:moveTo>
                  <a:pt x="575022" y="26336"/>
                </a:moveTo>
                <a:lnTo>
                  <a:pt x="572446" y="26336"/>
                </a:lnTo>
                <a:cubicBezTo>
                  <a:pt x="570919" y="25908"/>
                  <a:pt x="568931" y="25420"/>
                  <a:pt x="566482" y="24872"/>
                </a:cubicBezTo>
                <a:cubicBezTo>
                  <a:pt x="564033" y="24321"/>
                  <a:pt x="561409" y="24046"/>
                  <a:pt x="558610" y="24046"/>
                </a:cubicBezTo>
                <a:cubicBezTo>
                  <a:pt x="551867" y="24046"/>
                  <a:pt x="547303" y="25230"/>
                  <a:pt x="544917" y="27597"/>
                </a:cubicBezTo>
                <a:cubicBezTo>
                  <a:pt x="542532" y="29965"/>
                  <a:pt x="541339" y="34544"/>
                  <a:pt x="541339" y="41335"/>
                </a:cubicBezTo>
                <a:lnTo>
                  <a:pt x="541339" y="42175"/>
                </a:lnTo>
                <a:lnTo>
                  <a:pt x="567866" y="42175"/>
                </a:lnTo>
                <a:lnTo>
                  <a:pt x="567866" y="65458"/>
                </a:lnTo>
                <a:lnTo>
                  <a:pt x="542484" y="65458"/>
                </a:lnTo>
                <a:lnTo>
                  <a:pt x="542484" y="149427"/>
                </a:lnTo>
                <a:lnTo>
                  <a:pt x="508133" y="149427"/>
                </a:lnTo>
                <a:lnTo>
                  <a:pt x="508133" y="65458"/>
                </a:lnTo>
                <a:lnTo>
                  <a:pt x="493439" y="65458"/>
                </a:lnTo>
                <a:lnTo>
                  <a:pt x="493439" y="42175"/>
                </a:lnTo>
                <a:lnTo>
                  <a:pt x="508133" y="42175"/>
                </a:lnTo>
                <a:lnTo>
                  <a:pt x="508133" y="39223"/>
                </a:lnTo>
                <a:cubicBezTo>
                  <a:pt x="508133" y="26149"/>
                  <a:pt x="511616" y="16344"/>
                  <a:pt x="518582" y="9807"/>
                </a:cubicBezTo>
                <a:cubicBezTo>
                  <a:pt x="525547" y="3269"/>
                  <a:pt x="536091" y="0"/>
                  <a:pt x="550213" y="0"/>
                </a:cubicBezTo>
                <a:cubicBezTo>
                  <a:pt x="555302" y="0"/>
                  <a:pt x="559914" y="177"/>
                  <a:pt x="564049" y="531"/>
                </a:cubicBezTo>
                <a:cubicBezTo>
                  <a:pt x="568184" y="883"/>
                  <a:pt x="571842" y="1347"/>
                  <a:pt x="575022" y="1923"/>
                </a:cubicBezTo>
                <a:lnTo>
                  <a:pt x="575022" y="26336"/>
                </a:lnTo>
                <a:close/>
                <a:moveTo>
                  <a:pt x="622375" y="149427"/>
                </a:moveTo>
                <a:lnTo>
                  <a:pt x="588023" y="149427"/>
                </a:lnTo>
                <a:lnTo>
                  <a:pt x="588023" y="42175"/>
                </a:lnTo>
                <a:lnTo>
                  <a:pt x="622375" y="42175"/>
                </a:lnTo>
                <a:lnTo>
                  <a:pt x="622375" y="149427"/>
                </a:lnTo>
                <a:moveTo>
                  <a:pt x="623329" y="27099"/>
                </a:moveTo>
                <a:lnTo>
                  <a:pt x="587069" y="27099"/>
                </a:lnTo>
                <a:lnTo>
                  <a:pt x="587069" y="954"/>
                </a:lnTo>
                <a:lnTo>
                  <a:pt x="623329" y="954"/>
                </a:lnTo>
                <a:lnTo>
                  <a:pt x="623329" y="27099"/>
                </a:lnTo>
                <a:close/>
                <a:moveTo>
                  <a:pt x="710678" y="152290"/>
                </a:moveTo>
                <a:cubicBezTo>
                  <a:pt x="701327" y="152290"/>
                  <a:pt x="692787" y="151176"/>
                  <a:pt x="685058" y="148950"/>
                </a:cubicBezTo>
                <a:cubicBezTo>
                  <a:pt x="677329" y="146724"/>
                  <a:pt x="670602" y="143288"/>
                  <a:pt x="664877" y="138645"/>
                </a:cubicBezTo>
                <a:cubicBezTo>
                  <a:pt x="659215" y="134001"/>
                  <a:pt x="654826" y="128149"/>
                  <a:pt x="651709" y="121087"/>
                </a:cubicBezTo>
                <a:cubicBezTo>
                  <a:pt x="648592" y="114026"/>
                  <a:pt x="647033" y="105757"/>
                  <a:pt x="647033" y="96278"/>
                </a:cubicBezTo>
                <a:cubicBezTo>
                  <a:pt x="647033" y="86291"/>
                  <a:pt x="648703" y="77672"/>
                  <a:pt x="652043" y="70420"/>
                </a:cubicBezTo>
                <a:cubicBezTo>
                  <a:pt x="655382" y="63168"/>
                  <a:pt x="660042" y="57156"/>
                  <a:pt x="666022" y="52385"/>
                </a:cubicBezTo>
                <a:cubicBezTo>
                  <a:pt x="671810" y="47869"/>
                  <a:pt x="678490" y="44561"/>
                  <a:pt x="686060" y="42462"/>
                </a:cubicBezTo>
                <a:cubicBezTo>
                  <a:pt x="693630" y="40362"/>
                  <a:pt x="701486" y="39313"/>
                  <a:pt x="709628" y="39313"/>
                </a:cubicBezTo>
                <a:cubicBezTo>
                  <a:pt x="716944" y="39313"/>
                  <a:pt x="723687" y="40106"/>
                  <a:pt x="729857" y="41692"/>
                </a:cubicBezTo>
                <a:cubicBezTo>
                  <a:pt x="736028" y="43279"/>
                  <a:pt x="741785" y="45341"/>
                  <a:pt x="747128" y="47880"/>
                </a:cubicBezTo>
                <a:lnTo>
                  <a:pt x="747128" y="77099"/>
                </a:lnTo>
                <a:lnTo>
                  <a:pt x="742262" y="77099"/>
                </a:lnTo>
                <a:cubicBezTo>
                  <a:pt x="740926" y="75970"/>
                  <a:pt x="739320" y="74653"/>
                  <a:pt x="737443" y="73148"/>
                </a:cubicBezTo>
                <a:cubicBezTo>
                  <a:pt x="735567" y="71643"/>
                  <a:pt x="733261" y="70170"/>
                  <a:pt x="730525" y="68729"/>
                </a:cubicBezTo>
                <a:cubicBezTo>
                  <a:pt x="727917" y="67349"/>
                  <a:pt x="725055" y="66205"/>
                  <a:pt x="721938" y="65297"/>
                </a:cubicBezTo>
                <a:cubicBezTo>
                  <a:pt x="718820" y="64386"/>
                  <a:pt x="715195" y="63931"/>
                  <a:pt x="711060" y="63931"/>
                </a:cubicBezTo>
                <a:cubicBezTo>
                  <a:pt x="701899" y="63931"/>
                  <a:pt x="694854" y="66833"/>
                  <a:pt x="689924" y="72638"/>
                </a:cubicBezTo>
                <a:cubicBezTo>
                  <a:pt x="684994" y="78441"/>
                  <a:pt x="682529" y="86321"/>
                  <a:pt x="682529" y="96278"/>
                </a:cubicBezTo>
                <a:cubicBezTo>
                  <a:pt x="682529" y="106552"/>
                  <a:pt x="685058" y="114352"/>
                  <a:pt x="690115" y="119680"/>
                </a:cubicBezTo>
                <a:cubicBezTo>
                  <a:pt x="695172" y="125008"/>
                  <a:pt x="702345" y="127671"/>
                  <a:pt x="711632" y="127671"/>
                </a:cubicBezTo>
                <a:cubicBezTo>
                  <a:pt x="715958" y="127671"/>
                  <a:pt x="719854" y="127182"/>
                  <a:pt x="723321" y="126204"/>
                </a:cubicBezTo>
                <a:cubicBezTo>
                  <a:pt x="726788" y="125224"/>
                  <a:pt x="729667" y="124071"/>
                  <a:pt x="731957" y="122745"/>
                </a:cubicBezTo>
                <a:cubicBezTo>
                  <a:pt x="734119" y="121483"/>
                  <a:pt x="736028" y="120157"/>
                  <a:pt x="737682" y="118768"/>
                </a:cubicBezTo>
                <a:cubicBezTo>
                  <a:pt x="739336" y="117378"/>
                  <a:pt x="740862" y="116020"/>
                  <a:pt x="742262" y="114694"/>
                </a:cubicBezTo>
                <a:lnTo>
                  <a:pt x="747128" y="114694"/>
                </a:lnTo>
                <a:lnTo>
                  <a:pt x="747128" y="143988"/>
                </a:lnTo>
                <a:cubicBezTo>
                  <a:pt x="741721" y="146533"/>
                  <a:pt x="736076" y="148552"/>
                  <a:pt x="730191" y="150047"/>
                </a:cubicBezTo>
                <a:cubicBezTo>
                  <a:pt x="724307" y="151542"/>
                  <a:pt x="717803" y="152290"/>
                  <a:pt x="710678" y="152290"/>
                </a:cubicBezTo>
                <a:close/>
                <a:moveTo>
                  <a:pt x="834649" y="121421"/>
                </a:moveTo>
                <a:lnTo>
                  <a:pt x="834649" y="99236"/>
                </a:lnTo>
                <a:cubicBezTo>
                  <a:pt x="830005" y="99616"/>
                  <a:pt x="824979" y="100138"/>
                  <a:pt x="819572" y="100802"/>
                </a:cubicBezTo>
                <a:cubicBezTo>
                  <a:pt x="814165" y="101464"/>
                  <a:pt x="810062" y="102238"/>
                  <a:pt x="807263" y="103125"/>
                </a:cubicBezTo>
                <a:cubicBezTo>
                  <a:pt x="803828" y="104198"/>
                  <a:pt x="801204" y="105763"/>
                  <a:pt x="799391" y="107818"/>
                </a:cubicBezTo>
                <a:cubicBezTo>
                  <a:pt x="797578" y="109872"/>
                  <a:pt x="796672" y="112573"/>
                  <a:pt x="796672" y="115923"/>
                </a:cubicBezTo>
                <a:cubicBezTo>
                  <a:pt x="796672" y="118135"/>
                  <a:pt x="796863" y="119937"/>
                  <a:pt x="797244" y="121329"/>
                </a:cubicBezTo>
                <a:cubicBezTo>
                  <a:pt x="797626" y="122719"/>
                  <a:pt x="798580" y="124045"/>
                  <a:pt x="800107" y="125310"/>
                </a:cubicBezTo>
                <a:cubicBezTo>
                  <a:pt x="801570" y="126574"/>
                  <a:pt x="803319" y="127506"/>
                  <a:pt x="805355" y="128107"/>
                </a:cubicBezTo>
                <a:cubicBezTo>
                  <a:pt x="807390" y="128707"/>
                  <a:pt x="810571" y="129007"/>
                  <a:pt x="814897" y="129007"/>
                </a:cubicBezTo>
                <a:cubicBezTo>
                  <a:pt x="818332" y="129007"/>
                  <a:pt x="821815" y="128313"/>
                  <a:pt x="825345" y="126923"/>
                </a:cubicBezTo>
                <a:cubicBezTo>
                  <a:pt x="828876" y="125531"/>
                  <a:pt x="831977" y="123698"/>
                  <a:pt x="834649" y="121421"/>
                </a:cubicBezTo>
                <a:moveTo>
                  <a:pt x="834649" y="138072"/>
                </a:moveTo>
                <a:cubicBezTo>
                  <a:pt x="832804" y="139472"/>
                  <a:pt x="830514" y="141157"/>
                  <a:pt x="827778" y="143129"/>
                </a:cubicBezTo>
                <a:cubicBezTo>
                  <a:pt x="825043" y="145101"/>
                  <a:pt x="822467" y="146660"/>
                  <a:pt x="820049" y="147805"/>
                </a:cubicBezTo>
                <a:cubicBezTo>
                  <a:pt x="816678" y="149332"/>
                  <a:pt x="813179" y="150461"/>
                  <a:pt x="809553" y="151192"/>
                </a:cubicBezTo>
                <a:cubicBezTo>
                  <a:pt x="805927" y="151924"/>
                  <a:pt x="801952" y="152290"/>
                  <a:pt x="797626" y="152290"/>
                </a:cubicBezTo>
                <a:cubicBezTo>
                  <a:pt x="787448" y="152290"/>
                  <a:pt x="778924" y="149141"/>
                  <a:pt x="772053" y="142843"/>
                </a:cubicBezTo>
                <a:cubicBezTo>
                  <a:pt x="765183" y="136545"/>
                  <a:pt x="761748" y="128498"/>
                  <a:pt x="761748" y="118702"/>
                </a:cubicBezTo>
                <a:cubicBezTo>
                  <a:pt x="761748" y="110878"/>
                  <a:pt x="763497" y="104484"/>
                  <a:pt x="766996" y="99523"/>
                </a:cubicBezTo>
                <a:cubicBezTo>
                  <a:pt x="770495" y="94561"/>
                  <a:pt x="775457" y="90649"/>
                  <a:pt x="781882" y="87786"/>
                </a:cubicBezTo>
                <a:cubicBezTo>
                  <a:pt x="788243" y="84923"/>
                  <a:pt x="796131" y="82888"/>
                  <a:pt x="805546" y="81679"/>
                </a:cubicBezTo>
                <a:cubicBezTo>
                  <a:pt x="814960" y="80471"/>
                  <a:pt x="824725" y="79580"/>
                  <a:pt x="834840" y="79007"/>
                </a:cubicBezTo>
                <a:lnTo>
                  <a:pt x="834840" y="78435"/>
                </a:lnTo>
                <a:cubicBezTo>
                  <a:pt x="834840" y="72519"/>
                  <a:pt x="832422" y="68432"/>
                  <a:pt x="827588" y="66173"/>
                </a:cubicBezTo>
                <a:cubicBezTo>
                  <a:pt x="822753" y="63915"/>
                  <a:pt x="815628" y="62786"/>
                  <a:pt x="806214" y="62786"/>
                </a:cubicBezTo>
                <a:cubicBezTo>
                  <a:pt x="800552" y="62786"/>
                  <a:pt x="794509" y="63788"/>
                  <a:pt x="788084" y="65792"/>
                </a:cubicBezTo>
                <a:cubicBezTo>
                  <a:pt x="781659" y="67796"/>
                  <a:pt x="777047" y="69338"/>
                  <a:pt x="774248" y="70420"/>
                </a:cubicBezTo>
                <a:lnTo>
                  <a:pt x="771099" y="70420"/>
                </a:lnTo>
                <a:lnTo>
                  <a:pt x="771099" y="44480"/>
                </a:lnTo>
                <a:cubicBezTo>
                  <a:pt x="774725" y="43524"/>
                  <a:pt x="780625" y="42392"/>
                  <a:pt x="788800" y="41084"/>
                </a:cubicBezTo>
                <a:cubicBezTo>
                  <a:pt x="796974" y="39776"/>
                  <a:pt x="805164" y="39122"/>
                  <a:pt x="813370" y="39122"/>
                </a:cubicBezTo>
                <a:cubicBezTo>
                  <a:pt x="832899" y="39122"/>
                  <a:pt x="847006" y="42131"/>
                  <a:pt x="855689" y="48148"/>
                </a:cubicBezTo>
                <a:cubicBezTo>
                  <a:pt x="864372" y="54164"/>
                  <a:pt x="868713" y="63602"/>
                  <a:pt x="868713" y="76464"/>
                </a:cubicBezTo>
                <a:lnTo>
                  <a:pt x="868713" y="149427"/>
                </a:lnTo>
                <a:lnTo>
                  <a:pt x="834649" y="149427"/>
                </a:lnTo>
                <a:lnTo>
                  <a:pt x="834649" y="138072"/>
                </a:lnTo>
                <a:close/>
                <a:moveTo>
                  <a:pt x="968815" y="148485"/>
                </a:moveTo>
                <a:cubicBezTo>
                  <a:pt x="965126" y="149435"/>
                  <a:pt x="961213" y="150180"/>
                  <a:pt x="957079" y="150718"/>
                </a:cubicBezTo>
                <a:cubicBezTo>
                  <a:pt x="952944" y="151257"/>
                  <a:pt x="947887" y="151526"/>
                  <a:pt x="941907" y="151526"/>
                </a:cubicBezTo>
                <a:cubicBezTo>
                  <a:pt x="928548" y="151526"/>
                  <a:pt x="918609" y="148820"/>
                  <a:pt x="912088" y="143407"/>
                </a:cubicBezTo>
                <a:cubicBezTo>
                  <a:pt x="905568" y="137994"/>
                  <a:pt x="902308" y="128728"/>
                  <a:pt x="902308" y="115610"/>
                </a:cubicBezTo>
                <a:lnTo>
                  <a:pt x="902308" y="65458"/>
                </a:lnTo>
                <a:lnTo>
                  <a:pt x="888186" y="65458"/>
                </a:lnTo>
                <a:lnTo>
                  <a:pt x="888186" y="42175"/>
                </a:lnTo>
                <a:lnTo>
                  <a:pt x="902308" y="42175"/>
                </a:lnTo>
                <a:lnTo>
                  <a:pt x="902308" y="11450"/>
                </a:lnTo>
                <a:lnTo>
                  <a:pt x="936659" y="11450"/>
                </a:lnTo>
                <a:lnTo>
                  <a:pt x="936659" y="42175"/>
                </a:lnTo>
                <a:lnTo>
                  <a:pt x="968815" y="42175"/>
                </a:lnTo>
                <a:lnTo>
                  <a:pt x="968815" y="65458"/>
                </a:lnTo>
                <a:lnTo>
                  <a:pt x="936659" y="65458"/>
                </a:lnTo>
                <a:lnTo>
                  <a:pt x="936659" y="103551"/>
                </a:lnTo>
                <a:cubicBezTo>
                  <a:pt x="936659" y="107316"/>
                  <a:pt x="936691" y="110602"/>
                  <a:pt x="936754" y="113409"/>
                </a:cubicBezTo>
                <a:cubicBezTo>
                  <a:pt x="936818" y="116216"/>
                  <a:pt x="937327" y="118737"/>
                  <a:pt x="938281" y="120971"/>
                </a:cubicBezTo>
                <a:cubicBezTo>
                  <a:pt x="939172" y="123204"/>
                  <a:pt x="940746" y="124974"/>
                  <a:pt x="943004" y="126282"/>
                </a:cubicBezTo>
                <a:cubicBezTo>
                  <a:pt x="945262" y="127590"/>
                  <a:pt x="948554" y="128244"/>
                  <a:pt x="952880" y="128244"/>
                </a:cubicBezTo>
                <a:cubicBezTo>
                  <a:pt x="954661" y="128244"/>
                  <a:pt x="956999" y="127862"/>
                  <a:pt x="959893" y="127099"/>
                </a:cubicBezTo>
                <a:cubicBezTo>
                  <a:pt x="962788" y="126336"/>
                  <a:pt x="964808" y="125636"/>
                  <a:pt x="965953" y="125000"/>
                </a:cubicBezTo>
                <a:lnTo>
                  <a:pt x="968815" y="125000"/>
                </a:lnTo>
                <a:lnTo>
                  <a:pt x="968815" y="148485"/>
                </a:lnTo>
                <a:close/>
                <a:moveTo>
                  <a:pt x="1094949" y="102099"/>
                </a:moveTo>
                <a:lnTo>
                  <a:pt x="1016323" y="102099"/>
                </a:lnTo>
                <a:cubicBezTo>
                  <a:pt x="1016832" y="110558"/>
                  <a:pt x="1020029" y="117030"/>
                  <a:pt x="1025913" y="121517"/>
                </a:cubicBezTo>
                <a:cubicBezTo>
                  <a:pt x="1031797" y="126002"/>
                  <a:pt x="1040465" y="128244"/>
                  <a:pt x="1051915" y="128244"/>
                </a:cubicBezTo>
                <a:cubicBezTo>
                  <a:pt x="1059167" y="128244"/>
                  <a:pt x="1066196" y="126930"/>
                  <a:pt x="1073003" y="124302"/>
                </a:cubicBezTo>
                <a:cubicBezTo>
                  <a:pt x="1079809" y="121674"/>
                  <a:pt x="1085185" y="118853"/>
                  <a:pt x="1089129" y="115839"/>
                </a:cubicBezTo>
                <a:lnTo>
                  <a:pt x="1092945" y="115839"/>
                </a:lnTo>
                <a:lnTo>
                  <a:pt x="1092945" y="143416"/>
                </a:lnTo>
                <a:cubicBezTo>
                  <a:pt x="1085185" y="146533"/>
                  <a:pt x="1077869" y="148791"/>
                  <a:pt x="1070999" y="150190"/>
                </a:cubicBezTo>
                <a:cubicBezTo>
                  <a:pt x="1064129" y="151590"/>
                  <a:pt x="1056527" y="152290"/>
                  <a:pt x="1048194" y="152290"/>
                </a:cubicBezTo>
                <a:cubicBezTo>
                  <a:pt x="1026692" y="152290"/>
                  <a:pt x="1010217" y="147447"/>
                  <a:pt x="998766" y="137762"/>
                </a:cubicBezTo>
                <a:cubicBezTo>
                  <a:pt x="987316" y="128077"/>
                  <a:pt x="981591" y="114281"/>
                  <a:pt x="981591" y="96374"/>
                </a:cubicBezTo>
                <a:cubicBezTo>
                  <a:pt x="981591" y="78662"/>
                  <a:pt x="987014" y="64628"/>
                  <a:pt x="997860" y="54273"/>
                </a:cubicBezTo>
                <a:cubicBezTo>
                  <a:pt x="1008706" y="43918"/>
                  <a:pt x="1023575" y="38740"/>
                  <a:pt x="1042468" y="38740"/>
                </a:cubicBezTo>
                <a:cubicBezTo>
                  <a:pt x="1059898" y="38740"/>
                  <a:pt x="1073003" y="43153"/>
                  <a:pt x="1081781" y="51977"/>
                </a:cubicBezTo>
                <a:cubicBezTo>
                  <a:pt x="1090560" y="60799"/>
                  <a:pt x="1094949" y="73493"/>
                  <a:pt x="1094949" y="90058"/>
                </a:cubicBezTo>
                <a:lnTo>
                  <a:pt x="1094949" y="102099"/>
                </a:lnTo>
                <a:moveTo>
                  <a:pt x="1060789" y="81870"/>
                </a:moveTo>
                <a:cubicBezTo>
                  <a:pt x="1060598" y="74714"/>
                  <a:pt x="1058817" y="69330"/>
                  <a:pt x="1055445" y="65720"/>
                </a:cubicBezTo>
                <a:cubicBezTo>
                  <a:pt x="1052074" y="62110"/>
                  <a:pt x="1046826" y="60305"/>
                  <a:pt x="1039701" y="60305"/>
                </a:cubicBezTo>
                <a:cubicBezTo>
                  <a:pt x="1033085" y="60305"/>
                  <a:pt x="1027647" y="62016"/>
                  <a:pt x="1023384" y="65437"/>
                </a:cubicBezTo>
                <a:cubicBezTo>
                  <a:pt x="1019122" y="68856"/>
                  <a:pt x="1016737" y="74334"/>
                  <a:pt x="1016228" y="81870"/>
                </a:cubicBezTo>
                <a:lnTo>
                  <a:pt x="1060789" y="81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ordering">
            <a:extLst xmlns:a="http://schemas.openxmlformats.org/drawingml/2006/main">
              <a:ext uri="{FF2B5EF4-FFF2-40B4-BE49-F238E27FC236}">
                <a16:creationId xmlns:a16="http://schemas.microsoft.com/office/drawing/2014/main" id="{66A6F97F-95FC-4014-A063-5FCEDB9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73" y="450516"/>
            <a:ext cx="912852" cy="188931"/>
          </a:xfrm>
          <a:custGeom xmlns:a="http://schemas.openxmlformats.org/drawingml/2006/main">
            <a:pathLst>
              <a:path w="912852" h="188931">
                <a:moveTo>
                  <a:pt x="117366" y="94895"/>
                </a:moveTo>
                <a:cubicBezTo>
                  <a:pt x="117366" y="112559"/>
                  <a:pt x="112229" y="126478"/>
                  <a:pt x="101956" y="136650"/>
                </a:cubicBezTo>
                <a:cubicBezTo>
                  <a:pt x="91682" y="146822"/>
                  <a:pt x="77258" y="151908"/>
                  <a:pt x="58683" y="151908"/>
                </a:cubicBezTo>
                <a:cubicBezTo>
                  <a:pt x="40108" y="151908"/>
                  <a:pt x="25684" y="146822"/>
                  <a:pt x="15410" y="136650"/>
                </a:cubicBezTo>
                <a:cubicBezTo>
                  <a:pt x="5137" y="126478"/>
                  <a:pt x="0" y="112559"/>
                  <a:pt x="0" y="94895"/>
                </a:cubicBezTo>
                <a:cubicBezTo>
                  <a:pt x="0" y="77103"/>
                  <a:pt x="5169" y="63137"/>
                  <a:pt x="15506" y="52997"/>
                </a:cubicBezTo>
                <a:cubicBezTo>
                  <a:pt x="25843" y="42856"/>
                  <a:pt x="40235" y="37786"/>
                  <a:pt x="58683" y="37786"/>
                </a:cubicBezTo>
                <a:cubicBezTo>
                  <a:pt x="77385" y="37786"/>
                  <a:pt x="91841" y="42888"/>
                  <a:pt x="102051" y="53092"/>
                </a:cubicBezTo>
                <a:cubicBezTo>
                  <a:pt x="112261" y="63296"/>
                  <a:pt x="117366" y="77230"/>
                  <a:pt x="117366" y="94895"/>
                </a:cubicBezTo>
                <a:moveTo>
                  <a:pt x="75095" y="120983"/>
                </a:moveTo>
                <a:cubicBezTo>
                  <a:pt x="77322" y="118244"/>
                  <a:pt x="78992" y="114947"/>
                  <a:pt x="80105" y="111092"/>
                </a:cubicBezTo>
                <a:cubicBezTo>
                  <a:pt x="81218" y="107238"/>
                  <a:pt x="81775" y="101902"/>
                  <a:pt x="81775" y="95086"/>
                </a:cubicBezTo>
                <a:cubicBezTo>
                  <a:pt x="81775" y="88780"/>
                  <a:pt x="81202" y="83493"/>
                  <a:pt x="80057" y="79225"/>
                </a:cubicBezTo>
                <a:cubicBezTo>
                  <a:pt x="78912" y="74955"/>
                  <a:pt x="77322" y="71546"/>
                  <a:pt x="75286" y="68997"/>
                </a:cubicBezTo>
                <a:cubicBezTo>
                  <a:pt x="73250" y="66387"/>
                  <a:pt x="70801" y="64540"/>
                  <a:pt x="67939" y="63457"/>
                </a:cubicBezTo>
                <a:cubicBezTo>
                  <a:pt x="65076" y="62374"/>
                  <a:pt x="61991" y="61832"/>
                  <a:pt x="58683" y="61832"/>
                </a:cubicBezTo>
                <a:cubicBezTo>
                  <a:pt x="55375" y="61832"/>
                  <a:pt x="52433" y="62278"/>
                  <a:pt x="49857" y="63171"/>
                </a:cubicBezTo>
                <a:cubicBezTo>
                  <a:pt x="47280" y="64061"/>
                  <a:pt x="44815" y="65844"/>
                  <a:pt x="42462" y="68520"/>
                </a:cubicBezTo>
                <a:cubicBezTo>
                  <a:pt x="40362" y="71005"/>
                  <a:pt x="38693" y="74413"/>
                  <a:pt x="37452" y="78745"/>
                </a:cubicBezTo>
                <a:cubicBezTo>
                  <a:pt x="36212" y="83077"/>
                  <a:pt x="35592" y="88524"/>
                  <a:pt x="35592" y="95086"/>
                </a:cubicBezTo>
                <a:cubicBezTo>
                  <a:pt x="35592" y="100946"/>
                  <a:pt x="36132" y="106027"/>
                  <a:pt x="37214" y="110329"/>
                </a:cubicBezTo>
                <a:cubicBezTo>
                  <a:pt x="38295" y="114629"/>
                  <a:pt x="39885" y="118085"/>
                  <a:pt x="41985" y="120697"/>
                </a:cubicBezTo>
                <a:cubicBezTo>
                  <a:pt x="44020" y="123180"/>
                  <a:pt x="46453" y="124995"/>
                  <a:pt x="49284" y="126142"/>
                </a:cubicBezTo>
                <a:cubicBezTo>
                  <a:pt x="52115" y="127289"/>
                  <a:pt x="55343" y="127862"/>
                  <a:pt x="58969" y="127862"/>
                </a:cubicBezTo>
                <a:cubicBezTo>
                  <a:pt x="62086" y="127862"/>
                  <a:pt x="65060" y="127336"/>
                  <a:pt x="67891" y="126285"/>
                </a:cubicBezTo>
                <a:cubicBezTo>
                  <a:pt x="70722" y="125233"/>
                  <a:pt x="73123" y="123466"/>
                  <a:pt x="75095" y="120983"/>
                </a:cubicBezTo>
                <a:close/>
                <a:moveTo>
                  <a:pt x="219749" y="74046"/>
                </a:moveTo>
                <a:lnTo>
                  <a:pt x="216696" y="74046"/>
                </a:lnTo>
                <a:cubicBezTo>
                  <a:pt x="215233" y="73537"/>
                  <a:pt x="212879" y="73155"/>
                  <a:pt x="209635" y="72901"/>
                </a:cubicBezTo>
                <a:cubicBezTo>
                  <a:pt x="206391" y="72646"/>
                  <a:pt x="203687" y="72519"/>
                  <a:pt x="201524" y="72519"/>
                </a:cubicBezTo>
                <a:cubicBezTo>
                  <a:pt x="196626" y="72519"/>
                  <a:pt x="192300" y="72837"/>
                  <a:pt x="188547" y="73473"/>
                </a:cubicBezTo>
                <a:cubicBezTo>
                  <a:pt x="184794" y="74109"/>
                  <a:pt x="180755" y="75191"/>
                  <a:pt x="176429" y="76717"/>
                </a:cubicBezTo>
                <a:lnTo>
                  <a:pt x="176429" y="148473"/>
                </a:lnTo>
                <a:lnTo>
                  <a:pt x="142078" y="148473"/>
                </a:lnTo>
                <a:lnTo>
                  <a:pt x="142078" y="41221"/>
                </a:lnTo>
                <a:lnTo>
                  <a:pt x="176429" y="41221"/>
                </a:lnTo>
                <a:lnTo>
                  <a:pt x="176429" y="56965"/>
                </a:lnTo>
                <a:cubicBezTo>
                  <a:pt x="183999" y="50477"/>
                  <a:pt x="190583" y="46167"/>
                  <a:pt x="196181" y="44036"/>
                </a:cubicBezTo>
                <a:cubicBezTo>
                  <a:pt x="201779" y="41905"/>
                  <a:pt x="206931" y="40840"/>
                  <a:pt x="211639" y="40840"/>
                </a:cubicBezTo>
                <a:cubicBezTo>
                  <a:pt x="212847" y="40840"/>
                  <a:pt x="214215" y="40871"/>
                  <a:pt x="215742" y="40935"/>
                </a:cubicBezTo>
                <a:cubicBezTo>
                  <a:pt x="217268" y="40999"/>
                  <a:pt x="218604" y="41094"/>
                  <a:pt x="219749" y="41221"/>
                </a:cubicBezTo>
                <a:lnTo>
                  <a:pt x="219749" y="74046"/>
                </a:lnTo>
                <a:close/>
                <a:moveTo>
                  <a:pt x="343399" y="148473"/>
                </a:moveTo>
                <a:lnTo>
                  <a:pt x="309048" y="148473"/>
                </a:lnTo>
                <a:lnTo>
                  <a:pt x="309048" y="137309"/>
                </a:lnTo>
                <a:cubicBezTo>
                  <a:pt x="303132" y="142143"/>
                  <a:pt x="297598" y="145722"/>
                  <a:pt x="292445" y="148044"/>
                </a:cubicBezTo>
                <a:cubicBezTo>
                  <a:pt x="287293" y="150365"/>
                  <a:pt x="281345" y="151526"/>
                  <a:pt x="274602" y="151526"/>
                </a:cubicBezTo>
                <a:cubicBezTo>
                  <a:pt x="261561" y="151526"/>
                  <a:pt x="251128" y="146497"/>
                  <a:pt x="243304" y="136438"/>
                </a:cubicBezTo>
                <a:cubicBezTo>
                  <a:pt x="235480" y="126377"/>
                  <a:pt x="231567" y="112816"/>
                  <a:pt x="231567" y="95754"/>
                </a:cubicBezTo>
                <a:cubicBezTo>
                  <a:pt x="231567" y="86649"/>
                  <a:pt x="232887" y="78579"/>
                  <a:pt x="235527" y="71544"/>
                </a:cubicBezTo>
                <a:cubicBezTo>
                  <a:pt x="238167" y="64509"/>
                  <a:pt x="241777" y="58476"/>
                  <a:pt x="246358" y="53447"/>
                </a:cubicBezTo>
                <a:cubicBezTo>
                  <a:pt x="250683" y="48672"/>
                  <a:pt x="255931" y="44963"/>
                  <a:pt x="262102" y="42322"/>
                </a:cubicBezTo>
                <a:cubicBezTo>
                  <a:pt x="268272" y="39680"/>
                  <a:pt x="274443" y="38359"/>
                  <a:pt x="280613" y="38359"/>
                </a:cubicBezTo>
                <a:cubicBezTo>
                  <a:pt x="287038" y="38359"/>
                  <a:pt x="292302" y="39043"/>
                  <a:pt x="296405" y="40410"/>
                </a:cubicBezTo>
                <a:cubicBezTo>
                  <a:pt x="300508" y="41778"/>
                  <a:pt x="304723" y="43511"/>
                  <a:pt x="309048" y="45611"/>
                </a:cubicBezTo>
                <a:lnTo>
                  <a:pt x="309048" y="0"/>
                </a:lnTo>
                <a:lnTo>
                  <a:pt x="343399" y="0"/>
                </a:lnTo>
                <a:lnTo>
                  <a:pt x="343399" y="148473"/>
                </a:lnTo>
                <a:moveTo>
                  <a:pt x="309048" y="118988"/>
                </a:moveTo>
                <a:lnTo>
                  <a:pt x="309048" y="66412"/>
                </a:lnTo>
                <a:cubicBezTo>
                  <a:pt x="306631" y="65394"/>
                  <a:pt x="304086" y="64663"/>
                  <a:pt x="301415" y="64217"/>
                </a:cubicBezTo>
                <a:cubicBezTo>
                  <a:pt x="298743" y="63772"/>
                  <a:pt x="296294" y="63549"/>
                  <a:pt x="294067" y="63549"/>
                </a:cubicBezTo>
                <a:cubicBezTo>
                  <a:pt x="285034" y="63549"/>
                  <a:pt x="278259" y="66364"/>
                  <a:pt x="273743" y="71994"/>
                </a:cubicBezTo>
                <a:cubicBezTo>
                  <a:pt x="269226" y="77624"/>
                  <a:pt x="266968" y="85432"/>
                  <a:pt x="266968" y="95420"/>
                </a:cubicBezTo>
                <a:cubicBezTo>
                  <a:pt x="266968" y="105916"/>
                  <a:pt x="268781" y="113533"/>
                  <a:pt x="272407" y="118273"/>
                </a:cubicBezTo>
                <a:cubicBezTo>
                  <a:pt x="276033" y="123012"/>
                  <a:pt x="281854" y="125381"/>
                  <a:pt x="289869" y="125381"/>
                </a:cubicBezTo>
                <a:cubicBezTo>
                  <a:pt x="292986" y="125381"/>
                  <a:pt x="296294" y="124793"/>
                  <a:pt x="299792" y="123616"/>
                </a:cubicBezTo>
                <a:cubicBezTo>
                  <a:pt x="303291" y="122439"/>
                  <a:pt x="306376" y="120897"/>
                  <a:pt x="309048" y="118988"/>
                </a:cubicBezTo>
                <a:close/>
                <a:moveTo>
                  <a:pt x="481334" y="101145"/>
                </a:moveTo>
                <a:lnTo>
                  <a:pt x="402708" y="101145"/>
                </a:lnTo>
                <a:cubicBezTo>
                  <a:pt x="403217" y="109603"/>
                  <a:pt x="406414" y="116076"/>
                  <a:pt x="412298" y="120563"/>
                </a:cubicBezTo>
                <a:cubicBezTo>
                  <a:pt x="418182" y="125047"/>
                  <a:pt x="426850" y="127290"/>
                  <a:pt x="438300" y="127290"/>
                </a:cubicBezTo>
                <a:cubicBezTo>
                  <a:pt x="445552" y="127290"/>
                  <a:pt x="452581" y="125976"/>
                  <a:pt x="459388" y="123348"/>
                </a:cubicBezTo>
                <a:cubicBezTo>
                  <a:pt x="466194" y="120720"/>
                  <a:pt x="471570" y="117899"/>
                  <a:pt x="475514" y="114885"/>
                </a:cubicBezTo>
                <a:lnTo>
                  <a:pt x="479330" y="114885"/>
                </a:lnTo>
                <a:lnTo>
                  <a:pt x="479330" y="142461"/>
                </a:lnTo>
                <a:cubicBezTo>
                  <a:pt x="471570" y="145578"/>
                  <a:pt x="464254" y="147837"/>
                  <a:pt x="457384" y="149236"/>
                </a:cubicBezTo>
                <a:cubicBezTo>
                  <a:pt x="450514" y="150636"/>
                  <a:pt x="442912" y="151335"/>
                  <a:pt x="434579" y="151335"/>
                </a:cubicBezTo>
                <a:cubicBezTo>
                  <a:pt x="413077" y="151335"/>
                  <a:pt x="396602" y="146493"/>
                  <a:pt x="385151" y="136808"/>
                </a:cubicBezTo>
                <a:cubicBezTo>
                  <a:pt x="373701" y="127123"/>
                  <a:pt x="367976" y="113327"/>
                  <a:pt x="367976" y="95420"/>
                </a:cubicBezTo>
                <a:cubicBezTo>
                  <a:pt x="367976" y="77707"/>
                  <a:pt x="373399" y="63674"/>
                  <a:pt x="384245" y="53319"/>
                </a:cubicBezTo>
                <a:cubicBezTo>
                  <a:pt x="395091" y="42964"/>
                  <a:pt x="409960" y="37786"/>
                  <a:pt x="428853" y="37786"/>
                </a:cubicBezTo>
                <a:cubicBezTo>
                  <a:pt x="446283" y="37786"/>
                  <a:pt x="459388" y="42198"/>
                  <a:pt x="468166" y="51023"/>
                </a:cubicBezTo>
                <a:cubicBezTo>
                  <a:pt x="476945" y="59845"/>
                  <a:pt x="481334" y="72539"/>
                  <a:pt x="481334" y="89104"/>
                </a:cubicBezTo>
                <a:lnTo>
                  <a:pt x="481334" y="101145"/>
                </a:lnTo>
                <a:moveTo>
                  <a:pt x="447174" y="80916"/>
                </a:moveTo>
                <a:cubicBezTo>
                  <a:pt x="446983" y="73759"/>
                  <a:pt x="445202" y="68376"/>
                  <a:pt x="441830" y="64766"/>
                </a:cubicBezTo>
                <a:cubicBezTo>
                  <a:pt x="438459" y="61156"/>
                  <a:pt x="433211" y="59351"/>
                  <a:pt x="426086" y="59351"/>
                </a:cubicBezTo>
                <a:cubicBezTo>
                  <a:pt x="419470" y="59351"/>
                  <a:pt x="414032" y="61062"/>
                  <a:pt x="409769" y="64483"/>
                </a:cubicBezTo>
                <a:cubicBezTo>
                  <a:pt x="405507" y="67902"/>
                  <a:pt x="403122" y="73380"/>
                  <a:pt x="402613" y="80916"/>
                </a:cubicBezTo>
                <a:lnTo>
                  <a:pt x="447174" y="80916"/>
                </a:lnTo>
                <a:close/>
                <a:moveTo>
                  <a:pt x="583230" y="74046"/>
                </a:moveTo>
                <a:lnTo>
                  <a:pt x="580177" y="74046"/>
                </a:lnTo>
                <a:cubicBezTo>
                  <a:pt x="578714" y="73537"/>
                  <a:pt x="576360" y="73155"/>
                  <a:pt x="573116" y="72901"/>
                </a:cubicBezTo>
                <a:cubicBezTo>
                  <a:pt x="569871" y="72646"/>
                  <a:pt x="567168" y="72519"/>
                  <a:pt x="565005" y="72519"/>
                </a:cubicBezTo>
                <a:cubicBezTo>
                  <a:pt x="560107" y="72519"/>
                  <a:pt x="555781" y="72837"/>
                  <a:pt x="552028" y="73473"/>
                </a:cubicBezTo>
                <a:cubicBezTo>
                  <a:pt x="548275" y="74109"/>
                  <a:pt x="544235" y="75191"/>
                  <a:pt x="539910" y="76717"/>
                </a:cubicBezTo>
                <a:lnTo>
                  <a:pt x="539910" y="148473"/>
                </a:lnTo>
                <a:lnTo>
                  <a:pt x="505559" y="148473"/>
                </a:lnTo>
                <a:lnTo>
                  <a:pt x="505559" y="41221"/>
                </a:lnTo>
                <a:lnTo>
                  <a:pt x="539910" y="41221"/>
                </a:lnTo>
                <a:lnTo>
                  <a:pt x="539910" y="56965"/>
                </a:lnTo>
                <a:cubicBezTo>
                  <a:pt x="547480" y="50477"/>
                  <a:pt x="554064" y="46167"/>
                  <a:pt x="559662" y="44036"/>
                </a:cubicBezTo>
                <a:cubicBezTo>
                  <a:pt x="565259" y="41905"/>
                  <a:pt x="570412" y="40840"/>
                  <a:pt x="575120" y="40840"/>
                </a:cubicBezTo>
                <a:cubicBezTo>
                  <a:pt x="576328" y="40840"/>
                  <a:pt x="577696" y="40871"/>
                  <a:pt x="579223" y="40935"/>
                </a:cubicBezTo>
                <a:cubicBezTo>
                  <a:pt x="580749" y="40999"/>
                  <a:pt x="582085" y="41094"/>
                  <a:pt x="583230" y="41221"/>
                </a:cubicBezTo>
                <a:lnTo>
                  <a:pt x="583230" y="74046"/>
                </a:lnTo>
                <a:close/>
                <a:moveTo>
                  <a:pt x="637032" y="148473"/>
                </a:moveTo>
                <a:lnTo>
                  <a:pt x="602681" y="148473"/>
                </a:lnTo>
                <a:lnTo>
                  <a:pt x="602681" y="41221"/>
                </a:lnTo>
                <a:lnTo>
                  <a:pt x="637032" y="41221"/>
                </a:lnTo>
                <a:lnTo>
                  <a:pt x="637032" y="148473"/>
                </a:lnTo>
                <a:moveTo>
                  <a:pt x="637987" y="26145"/>
                </a:moveTo>
                <a:lnTo>
                  <a:pt x="601727" y="26145"/>
                </a:lnTo>
                <a:lnTo>
                  <a:pt x="601727" y="0"/>
                </a:lnTo>
                <a:lnTo>
                  <a:pt x="637987" y="0"/>
                </a:lnTo>
                <a:lnTo>
                  <a:pt x="637987" y="26145"/>
                </a:lnTo>
                <a:close/>
                <a:moveTo>
                  <a:pt x="777148" y="148473"/>
                </a:moveTo>
                <a:lnTo>
                  <a:pt x="742607" y="148473"/>
                </a:lnTo>
                <a:lnTo>
                  <a:pt x="742607" y="95387"/>
                </a:lnTo>
                <a:cubicBezTo>
                  <a:pt x="742607" y="91065"/>
                  <a:pt x="742384" y="86760"/>
                  <a:pt x="741939" y="82472"/>
                </a:cubicBezTo>
                <a:cubicBezTo>
                  <a:pt x="741493" y="78182"/>
                  <a:pt x="740730" y="75021"/>
                  <a:pt x="739649" y="72987"/>
                </a:cubicBezTo>
                <a:cubicBezTo>
                  <a:pt x="738376" y="70637"/>
                  <a:pt x="736516" y="68923"/>
                  <a:pt x="734066" y="67843"/>
                </a:cubicBezTo>
                <a:cubicBezTo>
                  <a:pt x="731617" y="66762"/>
                  <a:pt x="728198" y="66221"/>
                  <a:pt x="723809" y="66221"/>
                </a:cubicBezTo>
                <a:cubicBezTo>
                  <a:pt x="720692" y="66221"/>
                  <a:pt x="717527" y="66730"/>
                  <a:pt x="714315" y="67748"/>
                </a:cubicBezTo>
                <a:cubicBezTo>
                  <a:pt x="711102" y="68764"/>
                  <a:pt x="707619" y="70384"/>
                  <a:pt x="703866" y="72608"/>
                </a:cubicBezTo>
                <a:lnTo>
                  <a:pt x="703866" y="148473"/>
                </a:lnTo>
                <a:lnTo>
                  <a:pt x="669515" y="148473"/>
                </a:lnTo>
                <a:lnTo>
                  <a:pt x="669515" y="41221"/>
                </a:lnTo>
                <a:lnTo>
                  <a:pt x="703866" y="41221"/>
                </a:lnTo>
                <a:lnTo>
                  <a:pt x="703866" y="53149"/>
                </a:lnTo>
                <a:cubicBezTo>
                  <a:pt x="709973" y="48378"/>
                  <a:pt x="715841" y="44720"/>
                  <a:pt x="721471" y="42175"/>
                </a:cubicBezTo>
                <a:cubicBezTo>
                  <a:pt x="727101" y="39631"/>
                  <a:pt x="733351" y="38359"/>
                  <a:pt x="740221" y="38359"/>
                </a:cubicBezTo>
                <a:cubicBezTo>
                  <a:pt x="751799" y="38359"/>
                  <a:pt x="760848" y="41730"/>
                  <a:pt x="767368" y="48473"/>
                </a:cubicBezTo>
                <a:cubicBezTo>
                  <a:pt x="773888" y="55216"/>
                  <a:pt x="777148" y="65299"/>
                  <a:pt x="777148" y="78721"/>
                </a:cubicBezTo>
                <a:lnTo>
                  <a:pt x="777148" y="148473"/>
                </a:lnTo>
                <a:close/>
                <a:moveTo>
                  <a:pt x="912852" y="136191"/>
                </a:moveTo>
                <a:cubicBezTo>
                  <a:pt x="912852" y="146255"/>
                  <a:pt x="911421" y="154727"/>
                  <a:pt x="908558" y="161605"/>
                </a:cubicBezTo>
                <a:cubicBezTo>
                  <a:pt x="905695" y="168485"/>
                  <a:pt x="901688" y="173867"/>
                  <a:pt x="896535" y="177752"/>
                </a:cubicBezTo>
                <a:cubicBezTo>
                  <a:pt x="891382" y="181702"/>
                  <a:pt x="885164" y="184552"/>
                  <a:pt x="877881" y="186304"/>
                </a:cubicBezTo>
                <a:cubicBezTo>
                  <a:pt x="870597" y="188055"/>
                  <a:pt x="862375" y="188931"/>
                  <a:pt x="853215" y="188931"/>
                </a:cubicBezTo>
                <a:cubicBezTo>
                  <a:pt x="845772" y="188931"/>
                  <a:pt x="838440" y="188487"/>
                  <a:pt x="831220" y="187598"/>
                </a:cubicBezTo>
                <a:cubicBezTo>
                  <a:pt x="824000" y="186711"/>
                  <a:pt x="817750" y="185634"/>
                  <a:pt x="812470" y="184366"/>
                </a:cubicBezTo>
                <a:lnTo>
                  <a:pt x="812470" y="157633"/>
                </a:lnTo>
                <a:lnTo>
                  <a:pt x="816669" y="157633"/>
                </a:lnTo>
                <a:cubicBezTo>
                  <a:pt x="820867" y="159263"/>
                  <a:pt x="825988" y="160752"/>
                  <a:pt x="832031" y="162100"/>
                </a:cubicBezTo>
                <a:cubicBezTo>
                  <a:pt x="838075" y="163448"/>
                  <a:pt x="843482" y="164122"/>
                  <a:pt x="848253" y="164122"/>
                </a:cubicBezTo>
                <a:cubicBezTo>
                  <a:pt x="854614" y="164122"/>
                  <a:pt x="859783" y="163531"/>
                  <a:pt x="863758" y="162350"/>
                </a:cubicBezTo>
                <a:cubicBezTo>
                  <a:pt x="867734" y="161170"/>
                  <a:pt x="870772" y="159494"/>
                  <a:pt x="872871" y="157323"/>
                </a:cubicBezTo>
                <a:cubicBezTo>
                  <a:pt x="874843" y="155281"/>
                  <a:pt x="876274" y="152664"/>
                  <a:pt x="877165" y="149472"/>
                </a:cubicBezTo>
                <a:cubicBezTo>
                  <a:pt x="878055" y="146281"/>
                  <a:pt x="878501" y="142452"/>
                  <a:pt x="878501" y="137983"/>
                </a:cubicBezTo>
                <a:lnTo>
                  <a:pt x="878501" y="135973"/>
                </a:lnTo>
                <a:cubicBezTo>
                  <a:pt x="874366" y="139344"/>
                  <a:pt x="869786" y="142016"/>
                  <a:pt x="864760" y="143988"/>
                </a:cubicBezTo>
                <a:cubicBezTo>
                  <a:pt x="859735" y="145960"/>
                  <a:pt x="854137" y="146946"/>
                  <a:pt x="847967" y="146946"/>
                </a:cubicBezTo>
                <a:cubicBezTo>
                  <a:pt x="832954" y="146946"/>
                  <a:pt x="821376" y="142430"/>
                  <a:pt x="813234" y="133397"/>
                </a:cubicBezTo>
                <a:cubicBezTo>
                  <a:pt x="805091" y="124364"/>
                  <a:pt x="801020" y="110623"/>
                  <a:pt x="801020" y="92175"/>
                </a:cubicBezTo>
                <a:cubicBezTo>
                  <a:pt x="801020" y="83333"/>
                  <a:pt x="802261" y="75700"/>
                  <a:pt x="804741" y="69275"/>
                </a:cubicBezTo>
                <a:cubicBezTo>
                  <a:pt x="807222" y="62850"/>
                  <a:pt x="810721" y="57252"/>
                  <a:pt x="815238" y="52481"/>
                </a:cubicBezTo>
                <a:cubicBezTo>
                  <a:pt x="819436" y="48028"/>
                  <a:pt x="824605" y="44561"/>
                  <a:pt x="830743" y="42080"/>
                </a:cubicBezTo>
                <a:cubicBezTo>
                  <a:pt x="836882" y="39599"/>
                  <a:pt x="843164" y="38359"/>
                  <a:pt x="849589" y="38359"/>
                </a:cubicBezTo>
                <a:cubicBezTo>
                  <a:pt x="855377" y="38359"/>
                  <a:pt x="860641" y="39043"/>
                  <a:pt x="865381" y="40410"/>
                </a:cubicBezTo>
                <a:cubicBezTo>
                  <a:pt x="870120" y="41778"/>
                  <a:pt x="874430" y="43670"/>
                  <a:pt x="878310" y="46088"/>
                </a:cubicBezTo>
                <a:lnTo>
                  <a:pt x="879550" y="41221"/>
                </a:lnTo>
                <a:lnTo>
                  <a:pt x="912852" y="41221"/>
                </a:lnTo>
                <a:lnTo>
                  <a:pt x="912852" y="136191"/>
                </a:lnTo>
                <a:moveTo>
                  <a:pt x="878501" y="114703"/>
                </a:moveTo>
                <a:lnTo>
                  <a:pt x="878501" y="66218"/>
                </a:lnTo>
                <a:cubicBezTo>
                  <a:pt x="876529" y="65391"/>
                  <a:pt x="874111" y="64740"/>
                  <a:pt x="871249" y="64265"/>
                </a:cubicBezTo>
                <a:cubicBezTo>
                  <a:pt x="868386" y="63788"/>
                  <a:pt x="865810" y="63549"/>
                  <a:pt x="863520" y="63549"/>
                </a:cubicBezTo>
                <a:cubicBezTo>
                  <a:pt x="854487" y="63549"/>
                  <a:pt x="847712" y="66138"/>
                  <a:pt x="843196" y="71314"/>
                </a:cubicBezTo>
                <a:cubicBezTo>
                  <a:pt x="838679" y="76489"/>
                  <a:pt x="836421" y="83712"/>
                  <a:pt x="836421" y="92983"/>
                </a:cubicBezTo>
                <a:cubicBezTo>
                  <a:pt x="836421" y="103273"/>
                  <a:pt x="838345" y="110450"/>
                  <a:pt x="842194" y="114515"/>
                </a:cubicBezTo>
                <a:cubicBezTo>
                  <a:pt x="846042" y="118579"/>
                  <a:pt x="851751" y="120610"/>
                  <a:pt x="859321" y="120610"/>
                </a:cubicBezTo>
                <a:cubicBezTo>
                  <a:pt x="862757" y="120610"/>
                  <a:pt x="866128" y="120071"/>
                  <a:pt x="869436" y="118991"/>
                </a:cubicBezTo>
                <a:cubicBezTo>
                  <a:pt x="872744" y="117912"/>
                  <a:pt x="875765" y="116482"/>
                  <a:pt x="878501" y="114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2E1D4-602C-473B-90AC-F346764F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761" y="1087537"/>
            <a:ext cx="629685" cy="1737061"/>
          </a:xfrm>
          <a:custGeom xmlns:a="http://schemas.openxmlformats.org/drawingml/2006/main">
            <a:pathLst>
              <a:path w="629685" h="1737061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6" y="7190"/>
                </a:cubicBezTo>
                <a:cubicBezTo>
                  <a:pt x="582948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5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5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4" y="1709396"/>
                </a:cubicBezTo>
                <a:cubicBezTo>
                  <a:pt x="18807" y="1700539"/>
                  <a:pt x="11982" y="1690325"/>
                  <a:pt x="7190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6" y="69879"/>
                  <a:pt x="7190" y="58307"/>
                </a:cubicBezTo>
                <a:cubicBezTo>
                  <a:pt x="11982" y="46735"/>
                  <a:pt x="18807" y="36521"/>
                  <a:pt x="27664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722D3-F29C-4548-98AF-64C8FB6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761" y="1087537"/>
            <a:ext cx="629685" cy="1737061"/>
          </a:xfrm>
          <a:custGeom xmlns:a="http://schemas.openxmlformats.org/drawingml/2006/main">
            <a:pathLst>
              <a:path w="629685" h="1737061" fill="none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6" y="7190"/>
                </a:cubicBezTo>
                <a:cubicBezTo>
                  <a:pt x="582948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5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5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4" y="1709396"/>
                </a:cubicBezTo>
                <a:cubicBezTo>
                  <a:pt x="18807" y="1700539"/>
                  <a:pt x="11982" y="1690325"/>
                  <a:pt x="7190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6" y="69879"/>
                  <a:pt x="7190" y="58307"/>
                </a:cubicBezTo>
                <a:cubicBezTo>
                  <a:pt x="11982" y="46735"/>
                  <a:pt x="18807" y="36521"/>
                  <a:pt x="27664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07EE7-753C-47B6-9EA8-1274F5C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291" y="1087537"/>
            <a:ext cx="629685" cy="1737061"/>
          </a:xfrm>
          <a:custGeom xmlns:a="http://schemas.openxmlformats.org/drawingml/2006/main">
            <a:pathLst>
              <a:path w="629685" h="1737061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6" y="7190"/>
                </a:cubicBezTo>
                <a:cubicBezTo>
                  <a:pt x="582948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7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7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6" y="1725077"/>
                  <a:pt x="36521" y="1718253"/>
                  <a:pt x="27665" y="1709396"/>
                </a:cubicBezTo>
                <a:cubicBezTo>
                  <a:pt x="18808" y="1700539"/>
                  <a:pt x="11982" y="1690325"/>
                  <a:pt x="7190" y="1678753"/>
                </a:cubicBezTo>
                <a:cubicBezTo>
                  <a:pt x="2397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5" y="27664"/>
                </a:cubicBezTo>
                <a:cubicBezTo>
                  <a:pt x="36521" y="18808"/>
                  <a:pt x="46736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5D618-C9EE-4093-8587-D9361F63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291" y="1087537"/>
            <a:ext cx="629685" cy="1737061"/>
          </a:xfrm>
          <a:custGeom xmlns:a="http://schemas.openxmlformats.org/drawingml/2006/main">
            <a:pathLst>
              <a:path w="629685" h="1737061" fill="none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6" y="7190"/>
                </a:cubicBezTo>
                <a:cubicBezTo>
                  <a:pt x="582948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7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7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6" y="1725077"/>
                  <a:pt x="36521" y="1718253"/>
                  <a:pt x="27665" y="1709396"/>
                </a:cubicBezTo>
                <a:cubicBezTo>
                  <a:pt x="18808" y="1700539"/>
                  <a:pt x="11982" y="1690325"/>
                  <a:pt x="7190" y="1678753"/>
                </a:cubicBezTo>
                <a:cubicBezTo>
                  <a:pt x="2397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5" y="27664"/>
                </a:cubicBezTo>
                <a:cubicBezTo>
                  <a:pt x="36521" y="18808"/>
                  <a:pt x="46736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E36E8-B392-4665-8B7D-CAB1E868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786" y="1087537"/>
            <a:ext cx="629685" cy="1737061"/>
          </a:xfrm>
          <a:custGeom xmlns:a="http://schemas.openxmlformats.org/drawingml/2006/main">
            <a:pathLst>
              <a:path w="629685" h="1737061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7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8" y="1725077"/>
                  <a:pt x="571376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4" y="1709396"/>
                </a:cubicBezTo>
                <a:cubicBezTo>
                  <a:pt x="18808" y="1700539"/>
                  <a:pt x="11982" y="1690325"/>
                  <a:pt x="7189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4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18C62-F550-42CA-BBB4-F39FC012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786" y="1087537"/>
            <a:ext cx="629685" cy="1737061"/>
          </a:xfrm>
          <a:custGeom xmlns:a="http://schemas.openxmlformats.org/drawingml/2006/main">
            <a:pathLst>
              <a:path w="629685" h="1737061" fill="none">
                <a:moveTo>
                  <a:pt x="94453" y="0"/>
                </a:moveTo>
                <a:lnTo>
                  <a:pt x="535232" y="0"/>
                </a:lnTo>
                <a:cubicBezTo>
                  <a:pt x="547756" y="0"/>
                  <a:pt x="559805" y="2397"/>
                  <a:pt x="571377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8" y="1725077"/>
                  <a:pt x="571376" y="1729871"/>
                </a:cubicBezTo>
                <a:cubicBezTo>
                  <a:pt x="559805" y="1734664"/>
                  <a:pt x="547756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4" y="1709396"/>
                </a:cubicBezTo>
                <a:cubicBezTo>
                  <a:pt x="18808" y="1700539"/>
                  <a:pt x="11982" y="1690325"/>
                  <a:pt x="7189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7" y="69879"/>
                  <a:pt x="7190" y="58307"/>
                </a:cubicBezTo>
                <a:cubicBezTo>
                  <a:pt x="11982" y="46735"/>
                  <a:pt x="18808" y="36521"/>
                  <a:pt x="27664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F3FB6-0F30-48D2-BE51-E0B548E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507" y="1087537"/>
            <a:ext cx="629685" cy="1737061"/>
          </a:xfrm>
          <a:custGeom xmlns:a="http://schemas.openxmlformats.org/drawingml/2006/main">
            <a:pathLst>
              <a:path w="629685" h="1737061">
                <a:moveTo>
                  <a:pt x="94453" y="0"/>
                </a:moveTo>
                <a:lnTo>
                  <a:pt x="535232" y="0"/>
                </a:lnTo>
                <a:cubicBezTo>
                  <a:pt x="547757" y="0"/>
                  <a:pt x="559805" y="2397"/>
                  <a:pt x="571377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7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5" y="1709396"/>
                </a:cubicBezTo>
                <a:cubicBezTo>
                  <a:pt x="18808" y="1700539"/>
                  <a:pt x="11983" y="1690325"/>
                  <a:pt x="7189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6" y="69879"/>
                  <a:pt x="7189" y="58307"/>
                </a:cubicBezTo>
                <a:cubicBezTo>
                  <a:pt x="11983" y="46735"/>
                  <a:pt x="18808" y="36521"/>
                  <a:pt x="27665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5F135-B6FB-4FC5-AA5D-948B373B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507" y="1087537"/>
            <a:ext cx="629685" cy="1737061"/>
          </a:xfrm>
          <a:custGeom xmlns:a="http://schemas.openxmlformats.org/drawingml/2006/main">
            <a:pathLst>
              <a:path w="629685" h="1737061" fill="none">
                <a:moveTo>
                  <a:pt x="94453" y="0"/>
                </a:moveTo>
                <a:lnTo>
                  <a:pt x="535232" y="0"/>
                </a:lnTo>
                <a:cubicBezTo>
                  <a:pt x="547757" y="0"/>
                  <a:pt x="559805" y="2397"/>
                  <a:pt x="571377" y="7190"/>
                </a:cubicBezTo>
                <a:cubicBezTo>
                  <a:pt x="582949" y="11983"/>
                  <a:pt x="593163" y="18808"/>
                  <a:pt x="602020" y="27664"/>
                </a:cubicBezTo>
                <a:cubicBezTo>
                  <a:pt x="610876" y="36521"/>
                  <a:pt x="617701" y="46735"/>
                  <a:pt x="622494" y="58307"/>
                </a:cubicBezTo>
                <a:cubicBezTo>
                  <a:pt x="627288" y="69879"/>
                  <a:pt x="629685" y="81927"/>
                  <a:pt x="629685" y="94453"/>
                </a:cubicBezTo>
                <a:lnTo>
                  <a:pt x="629685" y="1642608"/>
                </a:lnTo>
                <a:cubicBezTo>
                  <a:pt x="629685" y="1655133"/>
                  <a:pt x="627288" y="1667181"/>
                  <a:pt x="622494" y="1678753"/>
                </a:cubicBezTo>
                <a:cubicBezTo>
                  <a:pt x="617701" y="1690325"/>
                  <a:pt x="610876" y="1700539"/>
                  <a:pt x="602020" y="1709396"/>
                </a:cubicBezTo>
                <a:cubicBezTo>
                  <a:pt x="593163" y="1718253"/>
                  <a:pt x="582949" y="1725077"/>
                  <a:pt x="571377" y="1729871"/>
                </a:cubicBezTo>
                <a:cubicBezTo>
                  <a:pt x="559805" y="1734664"/>
                  <a:pt x="547757" y="1737061"/>
                  <a:pt x="535232" y="1737061"/>
                </a:cubicBezTo>
                <a:lnTo>
                  <a:pt x="94453" y="1737061"/>
                </a:lnTo>
                <a:cubicBezTo>
                  <a:pt x="81928" y="1737061"/>
                  <a:pt x="69879" y="1734664"/>
                  <a:pt x="58307" y="1729871"/>
                </a:cubicBezTo>
                <a:cubicBezTo>
                  <a:pt x="46735" y="1725077"/>
                  <a:pt x="36521" y="1718253"/>
                  <a:pt x="27665" y="1709396"/>
                </a:cubicBezTo>
                <a:cubicBezTo>
                  <a:pt x="18808" y="1700539"/>
                  <a:pt x="11983" y="1690325"/>
                  <a:pt x="7189" y="1678753"/>
                </a:cubicBezTo>
                <a:cubicBezTo>
                  <a:pt x="2396" y="1667181"/>
                  <a:pt x="0" y="1655133"/>
                  <a:pt x="0" y="1642608"/>
                </a:cubicBezTo>
                <a:lnTo>
                  <a:pt x="0" y="94453"/>
                </a:lnTo>
                <a:cubicBezTo>
                  <a:pt x="0" y="81927"/>
                  <a:pt x="2396" y="69879"/>
                  <a:pt x="7189" y="58307"/>
                </a:cubicBezTo>
                <a:cubicBezTo>
                  <a:pt x="11983" y="46735"/>
                  <a:pt x="18808" y="36521"/>
                  <a:pt x="27665" y="27664"/>
                </a:cubicBezTo>
                <a:cubicBezTo>
                  <a:pt x="36521" y="18808"/>
                  <a:pt x="46735" y="11983"/>
                  <a:pt x="58307" y="7190"/>
                </a:cubicBezTo>
                <a:cubicBezTo>
                  <a:pt x="69879" y="2397"/>
                  <a:pt x="81928" y="0"/>
                  <a:pt x="944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94" name="Text C">
            <a:extLst xmlns:a="http://schemas.openxmlformats.org/drawingml/2006/main">
              <a:ext uri="{FF2B5EF4-FFF2-40B4-BE49-F238E27FC236}">
                <a16:creationId xmlns:a16="http://schemas.microsoft.com/office/drawing/2014/main" id="{D380C4B6-A3E7-4EEB-8551-FDE5648C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525" y="2201953"/>
            <a:ext cx="192875" cy="164885"/>
          </a:xfrm>
          <a:custGeom xmlns:a="http://schemas.openxmlformats.org/drawingml/2006/main">
            <a:pathLst>
              <a:path w="192875" h="164885">
                <a:moveTo>
                  <a:pt x="124173" y="24682"/>
                </a:moveTo>
                <a:lnTo>
                  <a:pt x="130407" y="0"/>
                </a:lnTo>
                <a:cubicBezTo>
                  <a:pt x="150721" y="5174"/>
                  <a:pt x="166210" y="14483"/>
                  <a:pt x="176876" y="27926"/>
                </a:cubicBezTo>
                <a:cubicBezTo>
                  <a:pt x="187542" y="41370"/>
                  <a:pt x="192875" y="57803"/>
                  <a:pt x="192875" y="77226"/>
                </a:cubicBezTo>
                <a:cubicBezTo>
                  <a:pt x="192875" y="97328"/>
                  <a:pt x="188782" y="113677"/>
                  <a:pt x="180597" y="126272"/>
                </a:cubicBezTo>
                <a:cubicBezTo>
                  <a:pt x="172413" y="138867"/>
                  <a:pt x="160559" y="148452"/>
                  <a:pt x="145038" y="155025"/>
                </a:cubicBezTo>
                <a:cubicBezTo>
                  <a:pt x="129516" y="161598"/>
                  <a:pt x="112850" y="164885"/>
                  <a:pt x="95038" y="164885"/>
                </a:cubicBezTo>
                <a:cubicBezTo>
                  <a:pt x="75615" y="164885"/>
                  <a:pt x="58672" y="161174"/>
                  <a:pt x="44211" y="153753"/>
                </a:cubicBezTo>
                <a:cubicBezTo>
                  <a:pt x="29750" y="146331"/>
                  <a:pt x="18766" y="135771"/>
                  <a:pt x="11259" y="122073"/>
                </a:cubicBezTo>
                <a:cubicBezTo>
                  <a:pt x="3753" y="108375"/>
                  <a:pt x="0" y="93299"/>
                  <a:pt x="0" y="76845"/>
                </a:cubicBezTo>
                <a:cubicBezTo>
                  <a:pt x="0" y="58185"/>
                  <a:pt x="4750" y="42494"/>
                  <a:pt x="14249" y="29771"/>
                </a:cubicBezTo>
                <a:cubicBezTo>
                  <a:pt x="23749" y="17048"/>
                  <a:pt x="37108" y="8185"/>
                  <a:pt x="54326" y="3181"/>
                </a:cubicBezTo>
                <a:lnTo>
                  <a:pt x="60051" y="27481"/>
                </a:lnTo>
                <a:cubicBezTo>
                  <a:pt x="46435" y="31807"/>
                  <a:pt x="36522" y="38083"/>
                  <a:pt x="30312" y="46310"/>
                </a:cubicBezTo>
                <a:cubicBezTo>
                  <a:pt x="24099" y="54538"/>
                  <a:pt x="20992" y="64885"/>
                  <a:pt x="20992" y="77353"/>
                </a:cubicBezTo>
                <a:cubicBezTo>
                  <a:pt x="20992" y="91688"/>
                  <a:pt x="24434" y="103668"/>
                  <a:pt x="31317" y="113295"/>
                </a:cubicBezTo>
                <a:cubicBezTo>
                  <a:pt x="38198" y="122922"/>
                  <a:pt x="47438" y="129686"/>
                  <a:pt x="59037" y="133587"/>
                </a:cubicBezTo>
                <a:cubicBezTo>
                  <a:pt x="70633" y="137489"/>
                  <a:pt x="82590" y="139440"/>
                  <a:pt x="94907" y="139440"/>
                </a:cubicBezTo>
                <a:cubicBezTo>
                  <a:pt x="110794" y="139440"/>
                  <a:pt x="124664" y="137129"/>
                  <a:pt x="136518" y="132506"/>
                </a:cubicBezTo>
                <a:cubicBezTo>
                  <a:pt x="148371" y="127883"/>
                  <a:pt x="157229" y="120695"/>
                  <a:pt x="163092" y="110941"/>
                </a:cubicBezTo>
                <a:cubicBezTo>
                  <a:pt x="168952" y="101187"/>
                  <a:pt x="171882" y="90627"/>
                  <a:pt x="171882" y="79262"/>
                </a:cubicBezTo>
                <a:cubicBezTo>
                  <a:pt x="171882" y="65437"/>
                  <a:pt x="167875" y="53732"/>
                  <a:pt x="159860" y="44147"/>
                </a:cubicBezTo>
                <a:cubicBezTo>
                  <a:pt x="151844" y="34563"/>
                  <a:pt x="139949" y="28075"/>
                  <a:pt x="124173" y="24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h">
            <a:extLst xmlns:a="http://schemas.openxmlformats.org/drawingml/2006/main">
              <a:ext uri="{FF2B5EF4-FFF2-40B4-BE49-F238E27FC236}">
                <a16:creationId xmlns:a16="http://schemas.microsoft.com/office/drawing/2014/main" id="{CE055CBE-DF83-49BA-9F34-953A340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832" y="2064465"/>
            <a:ext cx="186513" cy="110051"/>
          </a:xfrm>
          <a:custGeom xmlns:a="http://schemas.openxmlformats.org/drawingml/2006/main">
            <a:pathLst>
              <a:path w="186513" h="110051">
                <a:moveTo>
                  <a:pt x="186513" y="110051"/>
                </a:moveTo>
                <a:lnTo>
                  <a:pt x="0" y="110051"/>
                </a:lnTo>
                <a:lnTo>
                  <a:pt x="0" y="87150"/>
                </a:lnTo>
                <a:lnTo>
                  <a:pt x="66921" y="87150"/>
                </a:lnTo>
                <a:cubicBezTo>
                  <a:pt x="54538" y="76463"/>
                  <a:pt x="48346" y="62977"/>
                  <a:pt x="48346" y="46692"/>
                </a:cubicBezTo>
                <a:cubicBezTo>
                  <a:pt x="48346" y="36684"/>
                  <a:pt x="50318" y="27990"/>
                  <a:pt x="54262" y="20611"/>
                </a:cubicBezTo>
                <a:cubicBezTo>
                  <a:pt x="58206" y="13232"/>
                  <a:pt x="63655" y="7952"/>
                  <a:pt x="70610" y="4771"/>
                </a:cubicBezTo>
                <a:cubicBezTo>
                  <a:pt x="77566" y="1590"/>
                  <a:pt x="87659" y="0"/>
                  <a:pt x="100890" y="0"/>
                </a:cubicBezTo>
                <a:lnTo>
                  <a:pt x="186513" y="0"/>
                </a:lnTo>
                <a:lnTo>
                  <a:pt x="186513" y="22901"/>
                </a:lnTo>
                <a:lnTo>
                  <a:pt x="100890" y="22901"/>
                </a:lnTo>
                <a:cubicBezTo>
                  <a:pt x="89440" y="22901"/>
                  <a:pt x="81107" y="25382"/>
                  <a:pt x="75890" y="30343"/>
                </a:cubicBezTo>
                <a:cubicBezTo>
                  <a:pt x="70674" y="35305"/>
                  <a:pt x="68066" y="42324"/>
                  <a:pt x="68066" y="51399"/>
                </a:cubicBezTo>
                <a:cubicBezTo>
                  <a:pt x="68066" y="58185"/>
                  <a:pt x="69826" y="64567"/>
                  <a:pt x="73346" y="70547"/>
                </a:cubicBezTo>
                <a:cubicBezTo>
                  <a:pt x="76866" y="76527"/>
                  <a:pt x="81637" y="80789"/>
                  <a:pt x="87659" y="83333"/>
                </a:cubicBezTo>
                <a:cubicBezTo>
                  <a:pt x="93681" y="85878"/>
                  <a:pt x="101993" y="87150"/>
                  <a:pt x="112595" y="87150"/>
                </a:cubicBezTo>
                <a:lnTo>
                  <a:pt x="186513" y="87150"/>
                </a:lnTo>
                <a:lnTo>
                  <a:pt x="186513" y="110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e">
            <a:extLst xmlns:a="http://schemas.openxmlformats.org/drawingml/2006/main">
              <a:ext uri="{FF2B5EF4-FFF2-40B4-BE49-F238E27FC236}">
                <a16:creationId xmlns:a16="http://schemas.microsoft.com/office/drawing/2014/main" id="{215E9A6C-2A04-4EA0-9423-B23291C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78" y="1912724"/>
            <a:ext cx="141221" cy="124554"/>
          </a:xfrm>
          <a:custGeom xmlns:a="http://schemas.openxmlformats.org/drawingml/2006/main">
            <a:pathLst>
              <a:path w="141221" h="124554">
                <a:moveTo>
                  <a:pt x="94656" y="24427"/>
                </a:moveTo>
                <a:lnTo>
                  <a:pt x="97582" y="763"/>
                </a:lnTo>
                <a:cubicBezTo>
                  <a:pt x="111408" y="4495"/>
                  <a:pt x="122137" y="11408"/>
                  <a:pt x="129771" y="21501"/>
                </a:cubicBezTo>
                <a:cubicBezTo>
                  <a:pt x="137404" y="31594"/>
                  <a:pt x="141221" y="44487"/>
                  <a:pt x="141221" y="60178"/>
                </a:cubicBezTo>
                <a:cubicBezTo>
                  <a:pt x="141221" y="79940"/>
                  <a:pt x="135135" y="95610"/>
                  <a:pt x="122964" y="107188"/>
                </a:cubicBezTo>
                <a:cubicBezTo>
                  <a:pt x="110793" y="118766"/>
                  <a:pt x="93723" y="124554"/>
                  <a:pt x="71756" y="124554"/>
                </a:cubicBezTo>
                <a:cubicBezTo>
                  <a:pt x="49024" y="124554"/>
                  <a:pt x="31382" y="118702"/>
                  <a:pt x="18829" y="106997"/>
                </a:cubicBezTo>
                <a:cubicBezTo>
                  <a:pt x="6276" y="95292"/>
                  <a:pt x="0" y="80110"/>
                  <a:pt x="0" y="61450"/>
                </a:cubicBezTo>
                <a:cubicBezTo>
                  <a:pt x="0" y="43384"/>
                  <a:pt x="6140" y="28626"/>
                  <a:pt x="18420" y="17176"/>
                </a:cubicBezTo>
                <a:cubicBezTo>
                  <a:pt x="30697" y="5725"/>
                  <a:pt x="47971" y="0"/>
                  <a:pt x="70241" y="0"/>
                </a:cubicBezTo>
                <a:cubicBezTo>
                  <a:pt x="71595" y="0"/>
                  <a:pt x="73627" y="42"/>
                  <a:pt x="76336" y="127"/>
                </a:cubicBezTo>
                <a:lnTo>
                  <a:pt x="76336" y="100890"/>
                </a:lnTo>
                <a:cubicBezTo>
                  <a:pt x="91136" y="100042"/>
                  <a:pt x="102470" y="95844"/>
                  <a:pt x="110337" y="88295"/>
                </a:cubicBezTo>
                <a:cubicBezTo>
                  <a:pt x="118204" y="80746"/>
                  <a:pt x="122137" y="71331"/>
                  <a:pt x="122137" y="60051"/>
                </a:cubicBezTo>
                <a:cubicBezTo>
                  <a:pt x="122137" y="51654"/>
                  <a:pt x="119953" y="44487"/>
                  <a:pt x="115585" y="38550"/>
                </a:cubicBezTo>
                <a:cubicBezTo>
                  <a:pt x="111214" y="32612"/>
                  <a:pt x="104238" y="27905"/>
                  <a:pt x="94656" y="24427"/>
                </a:cubicBezTo>
                <a:moveTo>
                  <a:pt x="57252" y="99618"/>
                </a:moveTo>
                <a:lnTo>
                  <a:pt x="57252" y="24173"/>
                </a:lnTo>
                <a:cubicBezTo>
                  <a:pt x="46072" y="25191"/>
                  <a:pt x="37687" y="28075"/>
                  <a:pt x="32097" y="32824"/>
                </a:cubicBezTo>
                <a:cubicBezTo>
                  <a:pt x="23422" y="40119"/>
                  <a:pt x="19084" y="49576"/>
                  <a:pt x="19084" y="61196"/>
                </a:cubicBezTo>
                <a:cubicBezTo>
                  <a:pt x="19084" y="71713"/>
                  <a:pt x="22547" y="80555"/>
                  <a:pt x="29473" y="87722"/>
                </a:cubicBezTo>
                <a:cubicBezTo>
                  <a:pt x="36396" y="94889"/>
                  <a:pt x="45656" y="98855"/>
                  <a:pt x="57252" y="99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c">
            <a:extLst xmlns:a="http://schemas.openxmlformats.org/drawingml/2006/main">
              <a:ext uri="{FF2B5EF4-FFF2-40B4-BE49-F238E27FC236}">
                <a16:creationId xmlns:a16="http://schemas.microsoft.com/office/drawing/2014/main" id="{EE07B7C1-CF18-4FD4-9AE3-E882EBD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78" y="1774087"/>
            <a:ext cx="141221" cy="117684"/>
          </a:xfrm>
          <a:custGeom xmlns:a="http://schemas.openxmlformats.org/drawingml/2006/main">
            <a:pathLst>
              <a:path w="141221" h="117684">
                <a:moveTo>
                  <a:pt x="88549" y="22519"/>
                </a:moveTo>
                <a:lnTo>
                  <a:pt x="91476" y="0"/>
                </a:lnTo>
                <a:cubicBezTo>
                  <a:pt x="107037" y="2460"/>
                  <a:pt x="119219" y="8757"/>
                  <a:pt x="128021" y="18893"/>
                </a:cubicBezTo>
                <a:cubicBezTo>
                  <a:pt x="136821" y="29029"/>
                  <a:pt x="141221" y="41476"/>
                  <a:pt x="141221" y="56234"/>
                </a:cubicBezTo>
                <a:cubicBezTo>
                  <a:pt x="141221" y="74724"/>
                  <a:pt x="135178" y="89588"/>
                  <a:pt x="123091" y="100827"/>
                </a:cubicBezTo>
                <a:cubicBezTo>
                  <a:pt x="111005" y="112065"/>
                  <a:pt x="93681" y="117684"/>
                  <a:pt x="71119" y="117684"/>
                </a:cubicBezTo>
                <a:cubicBezTo>
                  <a:pt x="56531" y="117684"/>
                  <a:pt x="43766" y="115267"/>
                  <a:pt x="32824" y="110432"/>
                </a:cubicBezTo>
                <a:cubicBezTo>
                  <a:pt x="21883" y="105598"/>
                  <a:pt x="13677" y="98240"/>
                  <a:pt x="8206" y="88359"/>
                </a:cubicBezTo>
                <a:cubicBezTo>
                  <a:pt x="2735" y="78477"/>
                  <a:pt x="0" y="67727"/>
                  <a:pt x="0" y="56107"/>
                </a:cubicBezTo>
                <a:cubicBezTo>
                  <a:pt x="0" y="41433"/>
                  <a:pt x="3723" y="29432"/>
                  <a:pt x="11168" y="20102"/>
                </a:cubicBezTo>
                <a:cubicBezTo>
                  <a:pt x="18611" y="10772"/>
                  <a:pt x="29180" y="4792"/>
                  <a:pt x="42875" y="2163"/>
                </a:cubicBezTo>
                <a:lnTo>
                  <a:pt x="46310" y="24427"/>
                </a:lnTo>
                <a:cubicBezTo>
                  <a:pt x="37277" y="26548"/>
                  <a:pt x="30481" y="30301"/>
                  <a:pt x="25922" y="35687"/>
                </a:cubicBezTo>
                <a:cubicBezTo>
                  <a:pt x="21363" y="41073"/>
                  <a:pt x="19084" y="47583"/>
                  <a:pt x="19084" y="55216"/>
                </a:cubicBezTo>
                <a:cubicBezTo>
                  <a:pt x="19084" y="66751"/>
                  <a:pt x="23199" y="76124"/>
                  <a:pt x="31429" y="83333"/>
                </a:cubicBezTo>
                <a:cubicBezTo>
                  <a:pt x="39656" y="90543"/>
                  <a:pt x="52674" y="94147"/>
                  <a:pt x="70483" y="94147"/>
                </a:cubicBezTo>
                <a:cubicBezTo>
                  <a:pt x="88547" y="94147"/>
                  <a:pt x="101672" y="90670"/>
                  <a:pt x="109860" y="83715"/>
                </a:cubicBezTo>
                <a:cubicBezTo>
                  <a:pt x="118045" y="76760"/>
                  <a:pt x="122137" y="67684"/>
                  <a:pt x="122137" y="56488"/>
                </a:cubicBezTo>
                <a:cubicBezTo>
                  <a:pt x="122137" y="47498"/>
                  <a:pt x="119391" y="39991"/>
                  <a:pt x="113899" y="33969"/>
                </a:cubicBezTo>
                <a:cubicBezTo>
                  <a:pt x="108407" y="27947"/>
                  <a:pt x="99957" y="24131"/>
                  <a:pt x="88549" y="225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k">
            <a:extLst xmlns:a="http://schemas.openxmlformats.org/drawingml/2006/main">
              <a:ext uri="{FF2B5EF4-FFF2-40B4-BE49-F238E27FC236}">
                <a16:creationId xmlns:a16="http://schemas.microsoft.com/office/drawing/2014/main" id="{9F70E207-FB94-48EE-ADB3-FF8F2ED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832" y="1642408"/>
            <a:ext cx="186513" cy="111959"/>
          </a:xfrm>
          <a:custGeom xmlns:a="http://schemas.openxmlformats.org/drawingml/2006/main">
            <a:pathLst>
              <a:path w="186513" h="111959">
                <a:moveTo>
                  <a:pt x="186513" y="111959"/>
                </a:moveTo>
                <a:lnTo>
                  <a:pt x="0" y="111959"/>
                </a:lnTo>
                <a:lnTo>
                  <a:pt x="0" y="89058"/>
                </a:lnTo>
                <a:lnTo>
                  <a:pt x="106361" y="89058"/>
                </a:lnTo>
                <a:lnTo>
                  <a:pt x="51399" y="34860"/>
                </a:lnTo>
                <a:lnTo>
                  <a:pt x="51399" y="5216"/>
                </a:lnTo>
                <a:lnTo>
                  <a:pt x="101526" y="56870"/>
                </a:lnTo>
                <a:lnTo>
                  <a:pt x="186513" y="0"/>
                </a:lnTo>
                <a:lnTo>
                  <a:pt x="186513" y="28244"/>
                </a:lnTo>
                <a:lnTo>
                  <a:pt x="117430" y="72901"/>
                </a:lnTo>
                <a:lnTo>
                  <a:pt x="132951" y="89058"/>
                </a:lnTo>
                <a:lnTo>
                  <a:pt x="186513" y="89058"/>
                </a:lnTo>
                <a:lnTo>
                  <a:pt x="186513" y="111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s">
            <a:extLst xmlns:a="http://schemas.openxmlformats.org/drawingml/2006/main">
              <a:ext uri="{FF2B5EF4-FFF2-40B4-BE49-F238E27FC236}">
                <a16:creationId xmlns:a16="http://schemas.microsoft.com/office/drawing/2014/main" id="{681D1FC4-6BCE-42D9-8D82-97BB2D9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78" y="1521161"/>
            <a:ext cx="141221" cy="112213"/>
          </a:xfrm>
          <a:custGeom xmlns:a="http://schemas.openxmlformats.org/drawingml/2006/main">
            <a:pathLst>
              <a:path w="141221" h="112213">
                <a:moveTo>
                  <a:pt x="97710" y="112213"/>
                </a:moveTo>
                <a:lnTo>
                  <a:pt x="94147" y="89567"/>
                </a:lnTo>
                <a:cubicBezTo>
                  <a:pt x="103183" y="88295"/>
                  <a:pt x="110108" y="84754"/>
                  <a:pt x="114921" y="78944"/>
                </a:cubicBezTo>
                <a:cubicBezTo>
                  <a:pt x="119732" y="73134"/>
                  <a:pt x="122137" y="65013"/>
                  <a:pt x="122137" y="54580"/>
                </a:cubicBezTo>
                <a:cubicBezTo>
                  <a:pt x="122137" y="44063"/>
                  <a:pt x="120013" y="36259"/>
                  <a:pt x="115764" y="31170"/>
                </a:cubicBezTo>
                <a:cubicBezTo>
                  <a:pt x="111512" y="26081"/>
                  <a:pt x="106527" y="23537"/>
                  <a:pt x="100807" y="23537"/>
                </a:cubicBezTo>
                <a:cubicBezTo>
                  <a:pt x="95673" y="23537"/>
                  <a:pt x="91633" y="25784"/>
                  <a:pt x="88689" y="30280"/>
                </a:cubicBezTo>
                <a:cubicBezTo>
                  <a:pt x="86669" y="33418"/>
                  <a:pt x="84102" y="41221"/>
                  <a:pt x="80987" y="53689"/>
                </a:cubicBezTo>
                <a:cubicBezTo>
                  <a:pt x="76744" y="70483"/>
                  <a:pt x="73073" y="82124"/>
                  <a:pt x="69974" y="88613"/>
                </a:cubicBezTo>
                <a:cubicBezTo>
                  <a:pt x="66876" y="95102"/>
                  <a:pt x="62589" y="100021"/>
                  <a:pt x="57113" y="103371"/>
                </a:cubicBezTo>
                <a:cubicBezTo>
                  <a:pt x="51637" y="106722"/>
                  <a:pt x="45588" y="108397"/>
                  <a:pt x="38967" y="108397"/>
                </a:cubicBezTo>
                <a:cubicBezTo>
                  <a:pt x="32940" y="108397"/>
                  <a:pt x="27358" y="107018"/>
                  <a:pt x="22221" y="104262"/>
                </a:cubicBezTo>
                <a:cubicBezTo>
                  <a:pt x="17084" y="101505"/>
                  <a:pt x="12818" y="97752"/>
                  <a:pt x="9423" y="93002"/>
                </a:cubicBezTo>
                <a:cubicBezTo>
                  <a:pt x="6791" y="89440"/>
                  <a:pt x="4563" y="84584"/>
                  <a:pt x="2739" y="78435"/>
                </a:cubicBezTo>
                <a:cubicBezTo>
                  <a:pt x="913" y="72286"/>
                  <a:pt x="0" y="65691"/>
                  <a:pt x="0" y="58651"/>
                </a:cubicBezTo>
                <a:cubicBezTo>
                  <a:pt x="0" y="48049"/>
                  <a:pt x="1537" y="38740"/>
                  <a:pt x="4612" y="30725"/>
                </a:cubicBezTo>
                <a:cubicBezTo>
                  <a:pt x="7684" y="22710"/>
                  <a:pt x="11847" y="16794"/>
                  <a:pt x="17100" y="12977"/>
                </a:cubicBezTo>
                <a:cubicBezTo>
                  <a:pt x="22351" y="9160"/>
                  <a:pt x="29373" y="6531"/>
                  <a:pt x="38168" y="5089"/>
                </a:cubicBezTo>
                <a:lnTo>
                  <a:pt x="41221" y="27481"/>
                </a:lnTo>
                <a:cubicBezTo>
                  <a:pt x="34266" y="28499"/>
                  <a:pt x="28838" y="31446"/>
                  <a:pt x="24936" y="36323"/>
                </a:cubicBezTo>
                <a:cubicBezTo>
                  <a:pt x="21035" y="41200"/>
                  <a:pt x="19084" y="48091"/>
                  <a:pt x="19084" y="56997"/>
                </a:cubicBezTo>
                <a:cubicBezTo>
                  <a:pt x="19084" y="67515"/>
                  <a:pt x="20815" y="75021"/>
                  <a:pt x="24276" y="79516"/>
                </a:cubicBezTo>
                <a:cubicBezTo>
                  <a:pt x="27735" y="84012"/>
                  <a:pt x="31787" y="86259"/>
                  <a:pt x="36430" y="86259"/>
                </a:cubicBezTo>
                <a:cubicBezTo>
                  <a:pt x="39383" y="86259"/>
                  <a:pt x="42042" y="85326"/>
                  <a:pt x="44406" y="83460"/>
                </a:cubicBezTo>
                <a:cubicBezTo>
                  <a:pt x="46852" y="81594"/>
                  <a:pt x="48877" y="78668"/>
                  <a:pt x="50481" y="74682"/>
                </a:cubicBezTo>
                <a:cubicBezTo>
                  <a:pt x="51326" y="72392"/>
                  <a:pt x="53268" y="65649"/>
                  <a:pt x="56306" y="54453"/>
                </a:cubicBezTo>
                <a:cubicBezTo>
                  <a:pt x="60629" y="38253"/>
                  <a:pt x="64167" y="26951"/>
                  <a:pt x="66921" y="20547"/>
                </a:cubicBezTo>
                <a:cubicBezTo>
                  <a:pt x="69675" y="14143"/>
                  <a:pt x="73680" y="9118"/>
                  <a:pt x="78936" y="5471"/>
                </a:cubicBezTo>
                <a:cubicBezTo>
                  <a:pt x="84189" y="1824"/>
                  <a:pt x="90714" y="0"/>
                  <a:pt x="98509" y="0"/>
                </a:cubicBezTo>
                <a:cubicBezTo>
                  <a:pt x="106137" y="0"/>
                  <a:pt x="113320" y="2226"/>
                  <a:pt x="120058" y="6679"/>
                </a:cubicBezTo>
                <a:cubicBezTo>
                  <a:pt x="126793" y="11132"/>
                  <a:pt x="132004" y="17557"/>
                  <a:pt x="135691" y="25954"/>
                </a:cubicBezTo>
                <a:cubicBezTo>
                  <a:pt x="139378" y="34351"/>
                  <a:pt x="141221" y="43851"/>
                  <a:pt x="141221" y="54453"/>
                </a:cubicBezTo>
                <a:cubicBezTo>
                  <a:pt x="141221" y="72010"/>
                  <a:pt x="137563" y="85390"/>
                  <a:pt x="130248" y="94593"/>
                </a:cubicBezTo>
                <a:cubicBezTo>
                  <a:pt x="122932" y="103795"/>
                  <a:pt x="112086" y="109669"/>
                  <a:pt x="97710" y="112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C">
            <a:extLst xmlns:a="http://schemas.openxmlformats.org/drawingml/2006/main">
              <a:ext uri="{FF2B5EF4-FFF2-40B4-BE49-F238E27FC236}">
                <a16:creationId xmlns:a16="http://schemas.microsoft.com/office/drawing/2014/main" id="{D9B36D63-20C1-489F-B4A4-4267189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248" y="2201953"/>
            <a:ext cx="192875" cy="164885"/>
          </a:xfrm>
          <a:custGeom xmlns:a="http://schemas.openxmlformats.org/drawingml/2006/main">
            <a:pathLst>
              <a:path w="192875" h="164885">
                <a:moveTo>
                  <a:pt x="124173" y="24682"/>
                </a:moveTo>
                <a:lnTo>
                  <a:pt x="130407" y="0"/>
                </a:lnTo>
                <a:cubicBezTo>
                  <a:pt x="150721" y="5174"/>
                  <a:pt x="166210" y="14483"/>
                  <a:pt x="176876" y="27926"/>
                </a:cubicBezTo>
                <a:cubicBezTo>
                  <a:pt x="187542" y="41370"/>
                  <a:pt x="192875" y="57803"/>
                  <a:pt x="192875" y="77226"/>
                </a:cubicBezTo>
                <a:cubicBezTo>
                  <a:pt x="192875" y="97328"/>
                  <a:pt x="188782" y="113677"/>
                  <a:pt x="180597" y="126272"/>
                </a:cubicBezTo>
                <a:cubicBezTo>
                  <a:pt x="172413" y="138867"/>
                  <a:pt x="160559" y="148452"/>
                  <a:pt x="145038" y="155025"/>
                </a:cubicBezTo>
                <a:cubicBezTo>
                  <a:pt x="129516" y="161598"/>
                  <a:pt x="112850" y="164885"/>
                  <a:pt x="95038" y="164885"/>
                </a:cubicBezTo>
                <a:cubicBezTo>
                  <a:pt x="75615" y="164885"/>
                  <a:pt x="58672" y="161174"/>
                  <a:pt x="44211" y="153753"/>
                </a:cubicBezTo>
                <a:cubicBezTo>
                  <a:pt x="29750" y="146331"/>
                  <a:pt x="18766" y="135771"/>
                  <a:pt x="11259" y="122073"/>
                </a:cubicBezTo>
                <a:cubicBezTo>
                  <a:pt x="3753" y="108375"/>
                  <a:pt x="0" y="93299"/>
                  <a:pt x="0" y="76845"/>
                </a:cubicBezTo>
                <a:cubicBezTo>
                  <a:pt x="0" y="58185"/>
                  <a:pt x="4750" y="42494"/>
                  <a:pt x="14249" y="29771"/>
                </a:cubicBezTo>
                <a:cubicBezTo>
                  <a:pt x="23749" y="17048"/>
                  <a:pt x="37108" y="8185"/>
                  <a:pt x="54326" y="3181"/>
                </a:cubicBezTo>
                <a:lnTo>
                  <a:pt x="60051" y="27481"/>
                </a:lnTo>
                <a:cubicBezTo>
                  <a:pt x="46435" y="31807"/>
                  <a:pt x="36522" y="38083"/>
                  <a:pt x="30312" y="46310"/>
                </a:cubicBezTo>
                <a:cubicBezTo>
                  <a:pt x="24099" y="54538"/>
                  <a:pt x="20992" y="64885"/>
                  <a:pt x="20992" y="77353"/>
                </a:cubicBezTo>
                <a:cubicBezTo>
                  <a:pt x="20992" y="91688"/>
                  <a:pt x="24434" y="103668"/>
                  <a:pt x="31317" y="113295"/>
                </a:cubicBezTo>
                <a:cubicBezTo>
                  <a:pt x="38198" y="122922"/>
                  <a:pt x="47438" y="129686"/>
                  <a:pt x="59037" y="133587"/>
                </a:cubicBezTo>
                <a:cubicBezTo>
                  <a:pt x="70633" y="137489"/>
                  <a:pt x="82590" y="139440"/>
                  <a:pt x="94907" y="139440"/>
                </a:cubicBezTo>
                <a:cubicBezTo>
                  <a:pt x="110794" y="139440"/>
                  <a:pt x="124664" y="137129"/>
                  <a:pt x="136518" y="132506"/>
                </a:cubicBezTo>
                <a:cubicBezTo>
                  <a:pt x="148371" y="127883"/>
                  <a:pt x="157229" y="120695"/>
                  <a:pt x="163092" y="110941"/>
                </a:cubicBezTo>
                <a:cubicBezTo>
                  <a:pt x="168952" y="101187"/>
                  <a:pt x="171882" y="90627"/>
                  <a:pt x="171882" y="79262"/>
                </a:cubicBezTo>
                <a:cubicBezTo>
                  <a:pt x="171882" y="65437"/>
                  <a:pt x="167875" y="53732"/>
                  <a:pt x="159860" y="44147"/>
                </a:cubicBezTo>
                <a:cubicBezTo>
                  <a:pt x="151844" y="34563"/>
                  <a:pt x="139949" y="28075"/>
                  <a:pt x="124173" y="24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h">
            <a:extLst xmlns:a="http://schemas.openxmlformats.org/drawingml/2006/main">
              <a:ext uri="{FF2B5EF4-FFF2-40B4-BE49-F238E27FC236}">
                <a16:creationId xmlns:a16="http://schemas.microsoft.com/office/drawing/2014/main" id="{E80DB2BD-2175-46FF-A572-9DF1D4B7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556" y="2064465"/>
            <a:ext cx="186513" cy="110051"/>
          </a:xfrm>
          <a:custGeom xmlns:a="http://schemas.openxmlformats.org/drawingml/2006/main">
            <a:pathLst>
              <a:path w="186513" h="110051">
                <a:moveTo>
                  <a:pt x="186513" y="110051"/>
                </a:moveTo>
                <a:lnTo>
                  <a:pt x="0" y="110051"/>
                </a:lnTo>
                <a:lnTo>
                  <a:pt x="0" y="87150"/>
                </a:lnTo>
                <a:lnTo>
                  <a:pt x="66921" y="87150"/>
                </a:lnTo>
                <a:cubicBezTo>
                  <a:pt x="54538" y="76463"/>
                  <a:pt x="48346" y="62977"/>
                  <a:pt x="48346" y="46692"/>
                </a:cubicBezTo>
                <a:cubicBezTo>
                  <a:pt x="48346" y="36684"/>
                  <a:pt x="50318" y="27990"/>
                  <a:pt x="54262" y="20611"/>
                </a:cubicBezTo>
                <a:cubicBezTo>
                  <a:pt x="58206" y="13232"/>
                  <a:pt x="63655" y="7952"/>
                  <a:pt x="70610" y="4771"/>
                </a:cubicBezTo>
                <a:cubicBezTo>
                  <a:pt x="77566" y="1590"/>
                  <a:pt x="87659" y="0"/>
                  <a:pt x="100890" y="0"/>
                </a:cubicBezTo>
                <a:lnTo>
                  <a:pt x="186513" y="0"/>
                </a:lnTo>
                <a:lnTo>
                  <a:pt x="186513" y="22901"/>
                </a:lnTo>
                <a:lnTo>
                  <a:pt x="100890" y="22901"/>
                </a:lnTo>
                <a:cubicBezTo>
                  <a:pt x="89440" y="22901"/>
                  <a:pt x="81107" y="25382"/>
                  <a:pt x="75890" y="30343"/>
                </a:cubicBezTo>
                <a:cubicBezTo>
                  <a:pt x="70674" y="35305"/>
                  <a:pt x="68066" y="42324"/>
                  <a:pt x="68066" y="51399"/>
                </a:cubicBezTo>
                <a:cubicBezTo>
                  <a:pt x="68066" y="58185"/>
                  <a:pt x="69826" y="64567"/>
                  <a:pt x="73346" y="70547"/>
                </a:cubicBezTo>
                <a:cubicBezTo>
                  <a:pt x="76866" y="76527"/>
                  <a:pt x="81637" y="80789"/>
                  <a:pt x="87659" y="83333"/>
                </a:cubicBezTo>
                <a:cubicBezTo>
                  <a:pt x="93681" y="85878"/>
                  <a:pt x="101993" y="87150"/>
                  <a:pt x="112595" y="87150"/>
                </a:cubicBezTo>
                <a:lnTo>
                  <a:pt x="186513" y="87150"/>
                </a:lnTo>
                <a:lnTo>
                  <a:pt x="186513" y="110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e">
            <a:extLst xmlns:a="http://schemas.openxmlformats.org/drawingml/2006/main">
              <a:ext uri="{FF2B5EF4-FFF2-40B4-BE49-F238E27FC236}">
                <a16:creationId xmlns:a16="http://schemas.microsoft.com/office/drawing/2014/main" id="{BF274EC2-051E-4A31-A591-40BECEA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902" y="1912724"/>
            <a:ext cx="141221" cy="124554"/>
          </a:xfrm>
          <a:custGeom xmlns:a="http://schemas.openxmlformats.org/drawingml/2006/main">
            <a:pathLst>
              <a:path w="141221" h="124554">
                <a:moveTo>
                  <a:pt x="94656" y="24427"/>
                </a:moveTo>
                <a:lnTo>
                  <a:pt x="97582" y="763"/>
                </a:lnTo>
                <a:cubicBezTo>
                  <a:pt x="111408" y="4495"/>
                  <a:pt x="122137" y="11408"/>
                  <a:pt x="129771" y="21501"/>
                </a:cubicBezTo>
                <a:cubicBezTo>
                  <a:pt x="137404" y="31594"/>
                  <a:pt x="141221" y="44487"/>
                  <a:pt x="141221" y="60178"/>
                </a:cubicBezTo>
                <a:cubicBezTo>
                  <a:pt x="141221" y="79940"/>
                  <a:pt x="135135" y="95610"/>
                  <a:pt x="122964" y="107188"/>
                </a:cubicBezTo>
                <a:cubicBezTo>
                  <a:pt x="110793" y="118766"/>
                  <a:pt x="93723" y="124554"/>
                  <a:pt x="71756" y="124554"/>
                </a:cubicBezTo>
                <a:cubicBezTo>
                  <a:pt x="49024" y="124554"/>
                  <a:pt x="31382" y="118702"/>
                  <a:pt x="18829" y="106997"/>
                </a:cubicBezTo>
                <a:cubicBezTo>
                  <a:pt x="6276" y="95292"/>
                  <a:pt x="0" y="80110"/>
                  <a:pt x="0" y="61450"/>
                </a:cubicBezTo>
                <a:cubicBezTo>
                  <a:pt x="0" y="43384"/>
                  <a:pt x="6140" y="28626"/>
                  <a:pt x="18420" y="17176"/>
                </a:cubicBezTo>
                <a:cubicBezTo>
                  <a:pt x="30697" y="5725"/>
                  <a:pt x="47971" y="0"/>
                  <a:pt x="70241" y="0"/>
                </a:cubicBezTo>
                <a:cubicBezTo>
                  <a:pt x="71595" y="0"/>
                  <a:pt x="73627" y="42"/>
                  <a:pt x="76336" y="127"/>
                </a:cubicBezTo>
                <a:lnTo>
                  <a:pt x="76336" y="100890"/>
                </a:lnTo>
                <a:cubicBezTo>
                  <a:pt x="91136" y="100042"/>
                  <a:pt x="102470" y="95844"/>
                  <a:pt x="110337" y="88295"/>
                </a:cubicBezTo>
                <a:cubicBezTo>
                  <a:pt x="118204" y="80746"/>
                  <a:pt x="122137" y="71331"/>
                  <a:pt x="122137" y="60051"/>
                </a:cubicBezTo>
                <a:cubicBezTo>
                  <a:pt x="122137" y="51654"/>
                  <a:pt x="119953" y="44487"/>
                  <a:pt x="115585" y="38550"/>
                </a:cubicBezTo>
                <a:cubicBezTo>
                  <a:pt x="111214" y="32612"/>
                  <a:pt x="104238" y="27905"/>
                  <a:pt x="94656" y="24427"/>
                </a:cubicBezTo>
                <a:moveTo>
                  <a:pt x="57252" y="99618"/>
                </a:moveTo>
                <a:lnTo>
                  <a:pt x="57252" y="24173"/>
                </a:lnTo>
                <a:cubicBezTo>
                  <a:pt x="46072" y="25191"/>
                  <a:pt x="37687" y="28075"/>
                  <a:pt x="32097" y="32824"/>
                </a:cubicBezTo>
                <a:cubicBezTo>
                  <a:pt x="23422" y="40119"/>
                  <a:pt x="19084" y="49576"/>
                  <a:pt x="19084" y="61196"/>
                </a:cubicBezTo>
                <a:cubicBezTo>
                  <a:pt x="19084" y="71713"/>
                  <a:pt x="22547" y="80555"/>
                  <a:pt x="29473" y="87722"/>
                </a:cubicBezTo>
                <a:cubicBezTo>
                  <a:pt x="36396" y="94889"/>
                  <a:pt x="45656" y="98855"/>
                  <a:pt x="57252" y="99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c">
            <a:extLst xmlns:a="http://schemas.openxmlformats.org/drawingml/2006/main">
              <a:ext uri="{FF2B5EF4-FFF2-40B4-BE49-F238E27FC236}">
                <a16:creationId xmlns:a16="http://schemas.microsoft.com/office/drawing/2014/main" id="{57BE9AEC-CC22-47F6-BEC1-45345C9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902" y="1774087"/>
            <a:ext cx="141221" cy="117684"/>
          </a:xfrm>
          <a:custGeom xmlns:a="http://schemas.openxmlformats.org/drawingml/2006/main">
            <a:pathLst>
              <a:path w="141221" h="117684">
                <a:moveTo>
                  <a:pt x="88549" y="22519"/>
                </a:moveTo>
                <a:lnTo>
                  <a:pt x="91476" y="0"/>
                </a:lnTo>
                <a:cubicBezTo>
                  <a:pt x="107037" y="2460"/>
                  <a:pt x="119219" y="8757"/>
                  <a:pt x="128021" y="18893"/>
                </a:cubicBezTo>
                <a:cubicBezTo>
                  <a:pt x="136821" y="29029"/>
                  <a:pt x="141221" y="41476"/>
                  <a:pt x="141221" y="56234"/>
                </a:cubicBezTo>
                <a:cubicBezTo>
                  <a:pt x="141221" y="74724"/>
                  <a:pt x="135178" y="89588"/>
                  <a:pt x="123091" y="100827"/>
                </a:cubicBezTo>
                <a:cubicBezTo>
                  <a:pt x="111005" y="112065"/>
                  <a:pt x="93681" y="117684"/>
                  <a:pt x="71119" y="117684"/>
                </a:cubicBezTo>
                <a:cubicBezTo>
                  <a:pt x="56531" y="117684"/>
                  <a:pt x="43766" y="115267"/>
                  <a:pt x="32824" y="110432"/>
                </a:cubicBezTo>
                <a:cubicBezTo>
                  <a:pt x="21883" y="105598"/>
                  <a:pt x="13677" y="98240"/>
                  <a:pt x="8206" y="88359"/>
                </a:cubicBezTo>
                <a:cubicBezTo>
                  <a:pt x="2735" y="78477"/>
                  <a:pt x="0" y="67727"/>
                  <a:pt x="0" y="56107"/>
                </a:cubicBezTo>
                <a:cubicBezTo>
                  <a:pt x="0" y="41433"/>
                  <a:pt x="3723" y="29432"/>
                  <a:pt x="11168" y="20102"/>
                </a:cubicBezTo>
                <a:cubicBezTo>
                  <a:pt x="18611" y="10772"/>
                  <a:pt x="29180" y="4792"/>
                  <a:pt x="42875" y="2163"/>
                </a:cubicBezTo>
                <a:lnTo>
                  <a:pt x="46310" y="24427"/>
                </a:lnTo>
                <a:cubicBezTo>
                  <a:pt x="37277" y="26548"/>
                  <a:pt x="30481" y="30301"/>
                  <a:pt x="25922" y="35687"/>
                </a:cubicBezTo>
                <a:cubicBezTo>
                  <a:pt x="21363" y="41073"/>
                  <a:pt x="19084" y="47583"/>
                  <a:pt x="19084" y="55216"/>
                </a:cubicBezTo>
                <a:cubicBezTo>
                  <a:pt x="19084" y="66751"/>
                  <a:pt x="23199" y="76124"/>
                  <a:pt x="31429" y="83333"/>
                </a:cubicBezTo>
                <a:cubicBezTo>
                  <a:pt x="39656" y="90543"/>
                  <a:pt x="52674" y="94147"/>
                  <a:pt x="70483" y="94147"/>
                </a:cubicBezTo>
                <a:cubicBezTo>
                  <a:pt x="88547" y="94147"/>
                  <a:pt x="101672" y="90670"/>
                  <a:pt x="109860" y="83715"/>
                </a:cubicBezTo>
                <a:cubicBezTo>
                  <a:pt x="118045" y="76760"/>
                  <a:pt x="122137" y="67684"/>
                  <a:pt x="122137" y="56488"/>
                </a:cubicBezTo>
                <a:cubicBezTo>
                  <a:pt x="122137" y="47498"/>
                  <a:pt x="119391" y="39991"/>
                  <a:pt x="113899" y="33969"/>
                </a:cubicBezTo>
                <a:cubicBezTo>
                  <a:pt x="108407" y="27947"/>
                  <a:pt x="99957" y="24131"/>
                  <a:pt x="88549" y="225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k">
            <a:extLst xmlns:a="http://schemas.openxmlformats.org/drawingml/2006/main">
              <a:ext uri="{FF2B5EF4-FFF2-40B4-BE49-F238E27FC236}">
                <a16:creationId xmlns:a16="http://schemas.microsoft.com/office/drawing/2014/main" id="{FD64E929-CD65-4879-9680-E31845AF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556" y="1642408"/>
            <a:ext cx="186513" cy="111959"/>
          </a:xfrm>
          <a:custGeom xmlns:a="http://schemas.openxmlformats.org/drawingml/2006/main">
            <a:pathLst>
              <a:path w="186513" h="111959">
                <a:moveTo>
                  <a:pt x="186513" y="111959"/>
                </a:moveTo>
                <a:lnTo>
                  <a:pt x="0" y="111959"/>
                </a:lnTo>
                <a:lnTo>
                  <a:pt x="0" y="89058"/>
                </a:lnTo>
                <a:lnTo>
                  <a:pt x="106361" y="89058"/>
                </a:lnTo>
                <a:lnTo>
                  <a:pt x="51399" y="34860"/>
                </a:lnTo>
                <a:lnTo>
                  <a:pt x="51399" y="5216"/>
                </a:lnTo>
                <a:lnTo>
                  <a:pt x="101526" y="56870"/>
                </a:lnTo>
                <a:lnTo>
                  <a:pt x="186513" y="0"/>
                </a:lnTo>
                <a:lnTo>
                  <a:pt x="186513" y="28244"/>
                </a:lnTo>
                <a:lnTo>
                  <a:pt x="117430" y="72901"/>
                </a:lnTo>
                <a:lnTo>
                  <a:pt x="132951" y="89058"/>
                </a:lnTo>
                <a:lnTo>
                  <a:pt x="186513" y="89058"/>
                </a:lnTo>
                <a:lnTo>
                  <a:pt x="186513" y="111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">
            <a:extLst xmlns:a="http://schemas.openxmlformats.org/drawingml/2006/main">
              <a:ext uri="{FF2B5EF4-FFF2-40B4-BE49-F238E27FC236}">
                <a16:creationId xmlns:a16="http://schemas.microsoft.com/office/drawing/2014/main" id="{E6E38B27-86AD-4147-9899-74EA5A6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902" y="1521162"/>
            <a:ext cx="141221" cy="112213"/>
          </a:xfrm>
          <a:custGeom xmlns:a="http://schemas.openxmlformats.org/drawingml/2006/main">
            <a:pathLst>
              <a:path w="141221" h="112213">
                <a:moveTo>
                  <a:pt x="97710" y="112213"/>
                </a:moveTo>
                <a:lnTo>
                  <a:pt x="94147" y="89567"/>
                </a:lnTo>
                <a:cubicBezTo>
                  <a:pt x="103183" y="88295"/>
                  <a:pt x="110108" y="84754"/>
                  <a:pt x="114921" y="78944"/>
                </a:cubicBezTo>
                <a:cubicBezTo>
                  <a:pt x="119732" y="73134"/>
                  <a:pt x="122137" y="65013"/>
                  <a:pt x="122137" y="54580"/>
                </a:cubicBezTo>
                <a:cubicBezTo>
                  <a:pt x="122137" y="44063"/>
                  <a:pt x="120013" y="36259"/>
                  <a:pt x="115764" y="31170"/>
                </a:cubicBezTo>
                <a:cubicBezTo>
                  <a:pt x="111512" y="26081"/>
                  <a:pt x="106527" y="23537"/>
                  <a:pt x="100807" y="23537"/>
                </a:cubicBezTo>
                <a:cubicBezTo>
                  <a:pt x="95673" y="23537"/>
                  <a:pt x="91633" y="25784"/>
                  <a:pt x="88689" y="30280"/>
                </a:cubicBezTo>
                <a:cubicBezTo>
                  <a:pt x="86669" y="33418"/>
                  <a:pt x="84102" y="41221"/>
                  <a:pt x="80987" y="53689"/>
                </a:cubicBezTo>
                <a:cubicBezTo>
                  <a:pt x="76744" y="70483"/>
                  <a:pt x="73073" y="82124"/>
                  <a:pt x="69974" y="88613"/>
                </a:cubicBezTo>
                <a:cubicBezTo>
                  <a:pt x="66876" y="95102"/>
                  <a:pt x="62589" y="100021"/>
                  <a:pt x="57113" y="103371"/>
                </a:cubicBezTo>
                <a:cubicBezTo>
                  <a:pt x="51637" y="106722"/>
                  <a:pt x="45588" y="108397"/>
                  <a:pt x="38967" y="108397"/>
                </a:cubicBezTo>
                <a:cubicBezTo>
                  <a:pt x="32940" y="108397"/>
                  <a:pt x="27358" y="107018"/>
                  <a:pt x="22221" y="104262"/>
                </a:cubicBezTo>
                <a:cubicBezTo>
                  <a:pt x="17084" y="101505"/>
                  <a:pt x="12818" y="97752"/>
                  <a:pt x="9423" y="93002"/>
                </a:cubicBezTo>
                <a:cubicBezTo>
                  <a:pt x="6791" y="89440"/>
                  <a:pt x="4563" y="84584"/>
                  <a:pt x="2739" y="78435"/>
                </a:cubicBezTo>
                <a:cubicBezTo>
                  <a:pt x="913" y="72286"/>
                  <a:pt x="0" y="65691"/>
                  <a:pt x="0" y="58651"/>
                </a:cubicBezTo>
                <a:cubicBezTo>
                  <a:pt x="0" y="48049"/>
                  <a:pt x="1537" y="38740"/>
                  <a:pt x="4612" y="30725"/>
                </a:cubicBezTo>
                <a:cubicBezTo>
                  <a:pt x="7684" y="22710"/>
                  <a:pt x="11847" y="16794"/>
                  <a:pt x="17100" y="12977"/>
                </a:cubicBezTo>
                <a:cubicBezTo>
                  <a:pt x="22351" y="9160"/>
                  <a:pt x="29373" y="6531"/>
                  <a:pt x="38168" y="5089"/>
                </a:cubicBezTo>
                <a:lnTo>
                  <a:pt x="41221" y="27481"/>
                </a:lnTo>
                <a:cubicBezTo>
                  <a:pt x="34266" y="28499"/>
                  <a:pt x="28838" y="31446"/>
                  <a:pt x="24936" y="36323"/>
                </a:cubicBezTo>
                <a:cubicBezTo>
                  <a:pt x="21035" y="41200"/>
                  <a:pt x="19084" y="48091"/>
                  <a:pt x="19084" y="56997"/>
                </a:cubicBezTo>
                <a:cubicBezTo>
                  <a:pt x="19084" y="67515"/>
                  <a:pt x="20815" y="75021"/>
                  <a:pt x="24276" y="79516"/>
                </a:cubicBezTo>
                <a:cubicBezTo>
                  <a:pt x="27735" y="84012"/>
                  <a:pt x="31787" y="86259"/>
                  <a:pt x="36430" y="86259"/>
                </a:cubicBezTo>
                <a:cubicBezTo>
                  <a:pt x="39383" y="86259"/>
                  <a:pt x="42042" y="85326"/>
                  <a:pt x="44406" y="83460"/>
                </a:cubicBezTo>
                <a:cubicBezTo>
                  <a:pt x="46852" y="81594"/>
                  <a:pt x="48877" y="78668"/>
                  <a:pt x="50481" y="74682"/>
                </a:cubicBezTo>
                <a:cubicBezTo>
                  <a:pt x="51326" y="72392"/>
                  <a:pt x="53268" y="65649"/>
                  <a:pt x="56306" y="54453"/>
                </a:cubicBezTo>
                <a:cubicBezTo>
                  <a:pt x="60629" y="38253"/>
                  <a:pt x="64167" y="26951"/>
                  <a:pt x="66921" y="20547"/>
                </a:cubicBezTo>
                <a:cubicBezTo>
                  <a:pt x="69675" y="14143"/>
                  <a:pt x="73680" y="9118"/>
                  <a:pt x="78936" y="5471"/>
                </a:cubicBezTo>
                <a:cubicBezTo>
                  <a:pt x="84189" y="1824"/>
                  <a:pt x="90714" y="0"/>
                  <a:pt x="98509" y="0"/>
                </a:cubicBezTo>
                <a:cubicBezTo>
                  <a:pt x="106137" y="0"/>
                  <a:pt x="113320" y="2226"/>
                  <a:pt x="120058" y="6679"/>
                </a:cubicBezTo>
                <a:cubicBezTo>
                  <a:pt x="126793" y="11132"/>
                  <a:pt x="132004" y="17557"/>
                  <a:pt x="135691" y="25954"/>
                </a:cubicBezTo>
                <a:cubicBezTo>
                  <a:pt x="139378" y="34351"/>
                  <a:pt x="141221" y="43851"/>
                  <a:pt x="141221" y="54453"/>
                </a:cubicBezTo>
                <a:cubicBezTo>
                  <a:pt x="141221" y="72010"/>
                  <a:pt x="137563" y="85390"/>
                  <a:pt x="130248" y="94593"/>
                </a:cubicBezTo>
                <a:cubicBezTo>
                  <a:pt x="122932" y="103795"/>
                  <a:pt x="112086" y="109669"/>
                  <a:pt x="97710" y="112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C">
            <a:extLst xmlns:a="http://schemas.openxmlformats.org/drawingml/2006/main">
              <a:ext uri="{FF2B5EF4-FFF2-40B4-BE49-F238E27FC236}">
                <a16:creationId xmlns:a16="http://schemas.microsoft.com/office/drawing/2014/main" id="{08982E18-3FE6-457F-B3E2-2BB03906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779" y="2419086"/>
            <a:ext cx="192875" cy="164885"/>
          </a:xfrm>
          <a:custGeom xmlns:a="http://schemas.openxmlformats.org/drawingml/2006/main">
            <a:pathLst>
              <a:path w="192875" h="164885">
                <a:moveTo>
                  <a:pt x="124173" y="24682"/>
                </a:moveTo>
                <a:lnTo>
                  <a:pt x="130407" y="0"/>
                </a:lnTo>
                <a:cubicBezTo>
                  <a:pt x="150721" y="5174"/>
                  <a:pt x="166210" y="14483"/>
                  <a:pt x="176876" y="27926"/>
                </a:cubicBezTo>
                <a:cubicBezTo>
                  <a:pt x="187542" y="41370"/>
                  <a:pt x="192875" y="57803"/>
                  <a:pt x="192875" y="77226"/>
                </a:cubicBezTo>
                <a:cubicBezTo>
                  <a:pt x="192875" y="97328"/>
                  <a:pt x="188782" y="113677"/>
                  <a:pt x="180597" y="126272"/>
                </a:cubicBezTo>
                <a:cubicBezTo>
                  <a:pt x="172413" y="138867"/>
                  <a:pt x="160559" y="148452"/>
                  <a:pt x="145038" y="155025"/>
                </a:cubicBezTo>
                <a:cubicBezTo>
                  <a:pt x="129516" y="161598"/>
                  <a:pt x="112850" y="164885"/>
                  <a:pt x="95038" y="164885"/>
                </a:cubicBezTo>
                <a:cubicBezTo>
                  <a:pt x="75615" y="164885"/>
                  <a:pt x="58672" y="161174"/>
                  <a:pt x="44211" y="153753"/>
                </a:cubicBezTo>
                <a:cubicBezTo>
                  <a:pt x="29750" y="146331"/>
                  <a:pt x="18766" y="135771"/>
                  <a:pt x="11259" y="122073"/>
                </a:cubicBezTo>
                <a:cubicBezTo>
                  <a:pt x="3753" y="108375"/>
                  <a:pt x="0" y="93299"/>
                  <a:pt x="0" y="76845"/>
                </a:cubicBezTo>
                <a:cubicBezTo>
                  <a:pt x="0" y="58185"/>
                  <a:pt x="4750" y="42494"/>
                  <a:pt x="14249" y="29771"/>
                </a:cubicBezTo>
                <a:cubicBezTo>
                  <a:pt x="23749" y="17048"/>
                  <a:pt x="37108" y="8185"/>
                  <a:pt x="54326" y="3181"/>
                </a:cubicBezTo>
                <a:lnTo>
                  <a:pt x="60051" y="27481"/>
                </a:lnTo>
                <a:cubicBezTo>
                  <a:pt x="46435" y="31807"/>
                  <a:pt x="36522" y="38083"/>
                  <a:pt x="30312" y="46310"/>
                </a:cubicBezTo>
                <a:cubicBezTo>
                  <a:pt x="24099" y="54538"/>
                  <a:pt x="20992" y="64885"/>
                  <a:pt x="20992" y="77353"/>
                </a:cubicBezTo>
                <a:cubicBezTo>
                  <a:pt x="20992" y="91688"/>
                  <a:pt x="24434" y="103668"/>
                  <a:pt x="31317" y="113295"/>
                </a:cubicBezTo>
                <a:cubicBezTo>
                  <a:pt x="38198" y="122922"/>
                  <a:pt x="47438" y="129686"/>
                  <a:pt x="59037" y="133587"/>
                </a:cubicBezTo>
                <a:cubicBezTo>
                  <a:pt x="70633" y="137489"/>
                  <a:pt x="82590" y="139440"/>
                  <a:pt x="94907" y="139440"/>
                </a:cubicBezTo>
                <a:cubicBezTo>
                  <a:pt x="110794" y="139440"/>
                  <a:pt x="124664" y="137129"/>
                  <a:pt x="136518" y="132506"/>
                </a:cubicBezTo>
                <a:cubicBezTo>
                  <a:pt x="148371" y="127883"/>
                  <a:pt x="157229" y="120695"/>
                  <a:pt x="163092" y="110941"/>
                </a:cubicBezTo>
                <a:cubicBezTo>
                  <a:pt x="168952" y="101187"/>
                  <a:pt x="171882" y="90627"/>
                  <a:pt x="171882" y="79262"/>
                </a:cubicBezTo>
                <a:cubicBezTo>
                  <a:pt x="171882" y="65437"/>
                  <a:pt x="167875" y="53732"/>
                  <a:pt x="159860" y="44147"/>
                </a:cubicBezTo>
                <a:cubicBezTo>
                  <a:pt x="151844" y="34563"/>
                  <a:pt x="139949" y="28075"/>
                  <a:pt x="124173" y="24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o">
            <a:extLst xmlns:a="http://schemas.openxmlformats.org/drawingml/2006/main">
              <a:ext uri="{FF2B5EF4-FFF2-40B4-BE49-F238E27FC236}">
                <a16:creationId xmlns:a16="http://schemas.microsoft.com/office/drawing/2014/main" id="{366114B1-825E-4D25-8451-E40FA06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2273583"/>
            <a:ext cx="141221" cy="126590"/>
          </a:xfrm>
          <a:custGeom xmlns:a="http://schemas.openxmlformats.org/drawingml/2006/main">
            <a:pathLst>
              <a:path w="141221" h="126590">
                <a:moveTo>
                  <a:pt x="70611" y="126590"/>
                </a:moveTo>
                <a:cubicBezTo>
                  <a:pt x="45589" y="126590"/>
                  <a:pt x="27057" y="119635"/>
                  <a:pt x="15013" y="105725"/>
                </a:cubicBezTo>
                <a:cubicBezTo>
                  <a:pt x="5004" y="94105"/>
                  <a:pt x="0" y="79940"/>
                  <a:pt x="0" y="63231"/>
                </a:cubicBezTo>
                <a:cubicBezTo>
                  <a:pt x="0" y="44656"/>
                  <a:pt x="6086" y="29474"/>
                  <a:pt x="18257" y="17684"/>
                </a:cubicBezTo>
                <a:cubicBezTo>
                  <a:pt x="30428" y="5895"/>
                  <a:pt x="47243" y="0"/>
                  <a:pt x="68702" y="0"/>
                </a:cubicBezTo>
                <a:cubicBezTo>
                  <a:pt x="86090" y="0"/>
                  <a:pt x="99766" y="2608"/>
                  <a:pt x="109733" y="7824"/>
                </a:cubicBezTo>
                <a:cubicBezTo>
                  <a:pt x="119699" y="13041"/>
                  <a:pt x="127438" y="20632"/>
                  <a:pt x="132951" y="30598"/>
                </a:cubicBezTo>
                <a:cubicBezTo>
                  <a:pt x="138464" y="40564"/>
                  <a:pt x="141221" y="51442"/>
                  <a:pt x="141221" y="63231"/>
                </a:cubicBezTo>
                <a:cubicBezTo>
                  <a:pt x="141221" y="82146"/>
                  <a:pt x="135157" y="97434"/>
                  <a:pt x="123028" y="109096"/>
                </a:cubicBezTo>
                <a:cubicBezTo>
                  <a:pt x="110899" y="120759"/>
                  <a:pt x="93426" y="126590"/>
                  <a:pt x="70611" y="126590"/>
                </a:cubicBezTo>
                <a:moveTo>
                  <a:pt x="70547" y="103053"/>
                </a:moveTo>
                <a:cubicBezTo>
                  <a:pt x="87786" y="103053"/>
                  <a:pt x="100694" y="99279"/>
                  <a:pt x="109271" y="91730"/>
                </a:cubicBezTo>
                <a:cubicBezTo>
                  <a:pt x="117849" y="84181"/>
                  <a:pt x="122137" y="74682"/>
                  <a:pt x="122137" y="63231"/>
                </a:cubicBezTo>
                <a:cubicBezTo>
                  <a:pt x="122137" y="51866"/>
                  <a:pt x="117827" y="42409"/>
                  <a:pt x="109208" y="34860"/>
                </a:cubicBezTo>
                <a:cubicBezTo>
                  <a:pt x="100588" y="27311"/>
                  <a:pt x="87448" y="23537"/>
                  <a:pt x="69788" y="23537"/>
                </a:cubicBezTo>
                <a:cubicBezTo>
                  <a:pt x="53139" y="23537"/>
                  <a:pt x="40527" y="27332"/>
                  <a:pt x="31950" y="34924"/>
                </a:cubicBezTo>
                <a:cubicBezTo>
                  <a:pt x="23373" y="42515"/>
                  <a:pt x="19084" y="51951"/>
                  <a:pt x="19084" y="63231"/>
                </a:cubicBezTo>
                <a:cubicBezTo>
                  <a:pt x="19084" y="74682"/>
                  <a:pt x="23351" y="84181"/>
                  <a:pt x="31886" y="91730"/>
                </a:cubicBezTo>
                <a:cubicBezTo>
                  <a:pt x="40421" y="99279"/>
                  <a:pt x="53308" y="103053"/>
                  <a:pt x="70547" y="1030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n">
            <a:extLst xmlns:a="http://schemas.openxmlformats.org/drawingml/2006/main">
              <a:ext uri="{FF2B5EF4-FFF2-40B4-BE49-F238E27FC236}">
                <a16:creationId xmlns:a16="http://schemas.microsoft.com/office/drawing/2014/main" id="{9609032C-F722-4BDF-A717-81B19AE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2136982"/>
            <a:ext cx="138168" cy="109796"/>
          </a:xfrm>
          <a:custGeom xmlns:a="http://schemas.openxmlformats.org/drawingml/2006/main">
            <a:pathLst>
              <a:path w="138168" h="109796">
                <a:moveTo>
                  <a:pt x="138168" y="109796"/>
                </a:moveTo>
                <a:lnTo>
                  <a:pt x="3053" y="109796"/>
                </a:lnTo>
                <a:lnTo>
                  <a:pt x="3053" y="89186"/>
                </a:lnTo>
                <a:lnTo>
                  <a:pt x="22137" y="89186"/>
                </a:lnTo>
                <a:cubicBezTo>
                  <a:pt x="7379" y="79262"/>
                  <a:pt x="0" y="64928"/>
                  <a:pt x="0" y="46183"/>
                </a:cubicBezTo>
                <a:cubicBezTo>
                  <a:pt x="0" y="38041"/>
                  <a:pt x="1463" y="30555"/>
                  <a:pt x="4389" y="23728"/>
                </a:cubicBezTo>
                <a:cubicBezTo>
                  <a:pt x="7316" y="16900"/>
                  <a:pt x="11153" y="11790"/>
                  <a:pt x="15903" y="8397"/>
                </a:cubicBezTo>
                <a:cubicBezTo>
                  <a:pt x="20653" y="5004"/>
                  <a:pt x="26293" y="2629"/>
                  <a:pt x="32824" y="1272"/>
                </a:cubicBezTo>
                <a:cubicBezTo>
                  <a:pt x="37065" y="424"/>
                  <a:pt x="44487" y="0"/>
                  <a:pt x="55089" y="0"/>
                </a:cubicBezTo>
                <a:lnTo>
                  <a:pt x="138168" y="0"/>
                </a:lnTo>
                <a:lnTo>
                  <a:pt x="138168" y="22901"/>
                </a:lnTo>
                <a:lnTo>
                  <a:pt x="55892" y="22901"/>
                </a:lnTo>
                <a:cubicBezTo>
                  <a:pt x="46552" y="22901"/>
                  <a:pt x="39567" y="23791"/>
                  <a:pt x="34939" y="25572"/>
                </a:cubicBezTo>
                <a:cubicBezTo>
                  <a:pt x="30312" y="27354"/>
                  <a:pt x="26618" y="30513"/>
                  <a:pt x="23859" y="35051"/>
                </a:cubicBezTo>
                <a:cubicBezTo>
                  <a:pt x="21100" y="39589"/>
                  <a:pt x="19720" y="44911"/>
                  <a:pt x="19720" y="51018"/>
                </a:cubicBezTo>
                <a:cubicBezTo>
                  <a:pt x="19720" y="60772"/>
                  <a:pt x="22820" y="69190"/>
                  <a:pt x="29019" y="76272"/>
                </a:cubicBezTo>
                <a:cubicBezTo>
                  <a:pt x="35216" y="83354"/>
                  <a:pt x="46976" y="86895"/>
                  <a:pt x="64297" y="86895"/>
                </a:cubicBezTo>
                <a:lnTo>
                  <a:pt x="138168" y="86895"/>
                </a:lnTo>
                <a:lnTo>
                  <a:pt x="138168" y="10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s">
            <a:extLst xmlns:a="http://schemas.openxmlformats.org/drawingml/2006/main">
              <a:ext uri="{FF2B5EF4-FFF2-40B4-BE49-F238E27FC236}">
                <a16:creationId xmlns:a16="http://schemas.microsoft.com/office/drawing/2014/main" id="{0C76518E-EB61-40B0-85A9-EC057626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1998854"/>
            <a:ext cx="141221" cy="112213"/>
          </a:xfrm>
          <a:custGeom xmlns:a="http://schemas.openxmlformats.org/drawingml/2006/main">
            <a:pathLst>
              <a:path w="141221" h="112213">
                <a:moveTo>
                  <a:pt x="97710" y="112213"/>
                </a:moveTo>
                <a:lnTo>
                  <a:pt x="94147" y="89567"/>
                </a:lnTo>
                <a:cubicBezTo>
                  <a:pt x="103183" y="88295"/>
                  <a:pt x="110108" y="84754"/>
                  <a:pt x="114921" y="78944"/>
                </a:cubicBezTo>
                <a:cubicBezTo>
                  <a:pt x="119732" y="73134"/>
                  <a:pt x="122137" y="65013"/>
                  <a:pt x="122137" y="54580"/>
                </a:cubicBezTo>
                <a:cubicBezTo>
                  <a:pt x="122137" y="44063"/>
                  <a:pt x="120013" y="36259"/>
                  <a:pt x="115764" y="31170"/>
                </a:cubicBezTo>
                <a:cubicBezTo>
                  <a:pt x="111512" y="26081"/>
                  <a:pt x="106527" y="23537"/>
                  <a:pt x="100807" y="23537"/>
                </a:cubicBezTo>
                <a:cubicBezTo>
                  <a:pt x="95673" y="23537"/>
                  <a:pt x="91633" y="25784"/>
                  <a:pt x="88689" y="30280"/>
                </a:cubicBezTo>
                <a:cubicBezTo>
                  <a:pt x="86669" y="33418"/>
                  <a:pt x="84102" y="41221"/>
                  <a:pt x="80987" y="53689"/>
                </a:cubicBezTo>
                <a:cubicBezTo>
                  <a:pt x="76744" y="70483"/>
                  <a:pt x="73073" y="82124"/>
                  <a:pt x="69974" y="88613"/>
                </a:cubicBezTo>
                <a:cubicBezTo>
                  <a:pt x="66876" y="95102"/>
                  <a:pt x="62589" y="100021"/>
                  <a:pt x="57113" y="103371"/>
                </a:cubicBezTo>
                <a:cubicBezTo>
                  <a:pt x="51637" y="106722"/>
                  <a:pt x="45588" y="108397"/>
                  <a:pt x="38967" y="108397"/>
                </a:cubicBezTo>
                <a:cubicBezTo>
                  <a:pt x="32940" y="108397"/>
                  <a:pt x="27358" y="107018"/>
                  <a:pt x="22221" y="104262"/>
                </a:cubicBezTo>
                <a:cubicBezTo>
                  <a:pt x="17084" y="101505"/>
                  <a:pt x="12818" y="97752"/>
                  <a:pt x="9423" y="93002"/>
                </a:cubicBezTo>
                <a:cubicBezTo>
                  <a:pt x="6791" y="89440"/>
                  <a:pt x="4563" y="84584"/>
                  <a:pt x="2739" y="78435"/>
                </a:cubicBezTo>
                <a:cubicBezTo>
                  <a:pt x="913" y="72286"/>
                  <a:pt x="0" y="65691"/>
                  <a:pt x="0" y="58651"/>
                </a:cubicBezTo>
                <a:cubicBezTo>
                  <a:pt x="0" y="48049"/>
                  <a:pt x="1537" y="38740"/>
                  <a:pt x="4612" y="30725"/>
                </a:cubicBezTo>
                <a:cubicBezTo>
                  <a:pt x="7684" y="22710"/>
                  <a:pt x="11847" y="16794"/>
                  <a:pt x="17100" y="12977"/>
                </a:cubicBezTo>
                <a:cubicBezTo>
                  <a:pt x="22351" y="9160"/>
                  <a:pt x="29373" y="6531"/>
                  <a:pt x="38168" y="5089"/>
                </a:cubicBezTo>
                <a:lnTo>
                  <a:pt x="41221" y="27481"/>
                </a:lnTo>
                <a:cubicBezTo>
                  <a:pt x="34266" y="28499"/>
                  <a:pt x="28838" y="31446"/>
                  <a:pt x="24936" y="36323"/>
                </a:cubicBezTo>
                <a:cubicBezTo>
                  <a:pt x="21035" y="41200"/>
                  <a:pt x="19084" y="48091"/>
                  <a:pt x="19084" y="56997"/>
                </a:cubicBezTo>
                <a:cubicBezTo>
                  <a:pt x="19084" y="67515"/>
                  <a:pt x="20815" y="75021"/>
                  <a:pt x="24276" y="79516"/>
                </a:cubicBezTo>
                <a:cubicBezTo>
                  <a:pt x="27735" y="84012"/>
                  <a:pt x="31787" y="86259"/>
                  <a:pt x="36430" y="86259"/>
                </a:cubicBezTo>
                <a:cubicBezTo>
                  <a:pt x="39383" y="86259"/>
                  <a:pt x="42042" y="85326"/>
                  <a:pt x="44406" y="83460"/>
                </a:cubicBezTo>
                <a:cubicBezTo>
                  <a:pt x="46852" y="81594"/>
                  <a:pt x="48877" y="78668"/>
                  <a:pt x="50481" y="74682"/>
                </a:cubicBezTo>
                <a:cubicBezTo>
                  <a:pt x="51326" y="72392"/>
                  <a:pt x="53268" y="65649"/>
                  <a:pt x="56306" y="54453"/>
                </a:cubicBezTo>
                <a:cubicBezTo>
                  <a:pt x="60629" y="38253"/>
                  <a:pt x="64167" y="26951"/>
                  <a:pt x="66921" y="20547"/>
                </a:cubicBezTo>
                <a:cubicBezTo>
                  <a:pt x="69675" y="14143"/>
                  <a:pt x="73680" y="9118"/>
                  <a:pt x="78936" y="5471"/>
                </a:cubicBezTo>
                <a:cubicBezTo>
                  <a:pt x="84189" y="1824"/>
                  <a:pt x="90714" y="0"/>
                  <a:pt x="98509" y="0"/>
                </a:cubicBezTo>
                <a:cubicBezTo>
                  <a:pt x="106137" y="0"/>
                  <a:pt x="113320" y="2226"/>
                  <a:pt x="120058" y="6679"/>
                </a:cubicBezTo>
                <a:cubicBezTo>
                  <a:pt x="126793" y="11132"/>
                  <a:pt x="132004" y="17557"/>
                  <a:pt x="135691" y="25954"/>
                </a:cubicBezTo>
                <a:cubicBezTo>
                  <a:pt x="139378" y="34351"/>
                  <a:pt x="141221" y="43851"/>
                  <a:pt x="141221" y="54453"/>
                </a:cubicBezTo>
                <a:cubicBezTo>
                  <a:pt x="141221" y="72010"/>
                  <a:pt x="137563" y="85390"/>
                  <a:pt x="130248" y="94593"/>
                </a:cubicBezTo>
                <a:cubicBezTo>
                  <a:pt x="122932" y="103795"/>
                  <a:pt x="112086" y="109669"/>
                  <a:pt x="97710" y="112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e">
            <a:extLst xmlns:a="http://schemas.openxmlformats.org/drawingml/2006/main">
              <a:ext uri="{FF2B5EF4-FFF2-40B4-BE49-F238E27FC236}">
                <a16:creationId xmlns:a16="http://schemas.microsoft.com/office/drawing/2014/main" id="{971C94A4-BAAA-473B-BE29-B4440781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1854706"/>
            <a:ext cx="141221" cy="124554"/>
          </a:xfrm>
          <a:custGeom xmlns:a="http://schemas.openxmlformats.org/drawingml/2006/main">
            <a:pathLst>
              <a:path w="141221" h="124554">
                <a:moveTo>
                  <a:pt x="94656" y="24427"/>
                </a:moveTo>
                <a:lnTo>
                  <a:pt x="97582" y="763"/>
                </a:lnTo>
                <a:cubicBezTo>
                  <a:pt x="111408" y="4495"/>
                  <a:pt x="122137" y="11408"/>
                  <a:pt x="129771" y="21501"/>
                </a:cubicBezTo>
                <a:cubicBezTo>
                  <a:pt x="137404" y="31594"/>
                  <a:pt x="141221" y="44487"/>
                  <a:pt x="141221" y="60178"/>
                </a:cubicBezTo>
                <a:cubicBezTo>
                  <a:pt x="141221" y="79940"/>
                  <a:pt x="135135" y="95610"/>
                  <a:pt x="122964" y="107188"/>
                </a:cubicBezTo>
                <a:cubicBezTo>
                  <a:pt x="110793" y="118766"/>
                  <a:pt x="93723" y="124554"/>
                  <a:pt x="71756" y="124554"/>
                </a:cubicBezTo>
                <a:cubicBezTo>
                  <a:pt x="49024" y="124554"/>
                  <a:pt x="31382" y="118702"/>
                  <a:pt x="18829" y="106997"/>
                </a:cubicBezTo>
                <a:cubicBezTo>
                  <a:pt x="6276" y="95292"/>
                  <a:pt x="0" y="80110"/>
                  <a:pt x="0" y="61450"/>
                </a:cubicBezTo>
                <a:cubicBezTo>
                  <a:pt x="0" y="43384"/>
                  <a:pt x="6140" y="28626"/>
                  <a:pt x="18420" y="17176"/>
                </a:cubicBezTo>
                <a:cubicBezTo>
                  <a:pt x="30697" y="5725"/>
                  <a:pt x="47971" y="0"/>
                  <a:pt x="70241" y="0"/>
                </a:cubicBezTo>
                <a:cubicBezTo>
                  <a:pt x="71595" y="0"/>
                  <a:pt x="73627" y="42"/>
                  <a:pt x="76336" y="127"/>
                </a:cubicBezTo>
                <a:lnTo>
                  <a:pt x="76336" y="100890"/>
                </a:lnTo>
                <a:cubicBezTo>
                  <a:pt x="91136" y="100042"/>
                  <a:pt x="102470" y="95844"/>
                  <a:pt x="110337" y="88295"/>
                </a:cubicBezTo>
                <a:cubicBezTo>
                  <a:pt x="118204" y="80746"/>
                  <a:pt x="122137" y="71331"/>
                  <a:pt x="122137" y="60051"/>
                </a:cubicBezTo>
                <a:cubicBezTo>
                  <a:pt x="122137" y="51654"/>
                  <a:pt x="119953" y="44487"/>
                  <a:pt x="115585" y="38550"/>
                </a:cubicBezTo>
                <a:cubicBezTo>
                  <a:pt x="111214" y="32612"/>
                  <a:pt x="104238" y="27905"/>
                  <a:pt x="94656" y="24427"/>
                </a:cubicBezTo>
                <a:moveTo>
                  <a:pt x="57252" y="99618"/>
                </a:moveTo>
                <a:lnTo>
                  <a:pt x="57252" y="24173"/>
                </a:lnTo>
                <a:cubicBezTo>
                  <a:pt x="46072" y="25191"/>
                  <a:pt x="37687" y="28075"/>
                  <a:pt x="32097" y="32824"/>
                </a:cubicBezTo>
                <a:cubicBezTo>
                  <a:pt x="23422" y="40119"/>
                  <a:pt x="19084" y="49576"/>
                  <a:pt x="19084" y="61196"/>
                </a:cubicBezTo>
                <a:cubicBezTo>
                  <a:pt x="19084" y="71713"/>
                  <a:pt x="22547" y="80555"/>
                  <a:pt x="29473" y="87722"/>
                </a:cubicBezTo>
                <a:cubicBezTo>
                  <a:pt x="36396" y="94889"/>
                  <a:pt x="45656" y="98855"/>
                  <a:pt x="57252" y="99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n">
            <a:extLst xmlns:a="http://schemas.openxmlformats.org/drawingml/2006/main">
              <a:ext uri="{FF2B5EF4-FFF2-40B4-BE49-F238E27FC236}">
                <a16:creationId xmlns:a16="http://schemas.microsoft.com/office/drawing/2014/main" id="{10B192C2-A3EF-4C4A-8FBA-190E833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1716960"/>
            <a:ext cx="138168" cy="109796"/>
          </a:xfrm>
          <a:custGeom xmlns:a="http://schemas.openxmlformats.org/drawingml/2006/main">
            <a:pathLst>
              <a:path w="138168" h="109796">
                <a:moveTo>
                  <a:pt x="138168" y="109796"/>
                </a:moveTo>
                <a:lnTo>
                  <a:pt x="3053" y="109796"/>
                </a:lnTo>
                <a:lnTo>
                  <a:pt x="3053" y="89186"/>
                </a:lnTo>
                <a:lnTo>
                  <a:pt x="22137" y="89186"/>
                </a:lnTo>
                <a:cubicBezTo>
                  <a:pt x="7379" y="79262"/>
                  <a:pt x="0" y="64928"/>
                  <a:pt x="0" y="46183"/>
                </a:cubicBezTo>
                <a:cubicBezTo>
                  <a:pt x="0" y="38041"/>
                  <a:pt x="1463" y="30555"/>
                  <a:pt x="4389" y="23728"/>
                </a:cubicBezTo>
                <a:cubicBezTo>
                  <a:pt x="7316" y="16900"/>
                  <a:pt x="11153" y="11790"/>
                  <a:pt x="15903" y="8397"/>
                </a:cubicBezTo>
                <a:cubicBezTo>
                  <a:pt x="20653" y="5004"/>
                  <a:pt x="26293" y="2629"/>
                  <a:pt x="32824" y="1272"/>
                </a:cubicBezTo>
                <a:cubicBezTo>
                  <a:pt x="37065" y="424"/>
                  <a:pt x="44487" y="0"/>
                  <a:pt x="55089" y="0"/>
                </a:cubicBezTo>
                <a:lnTo>
                  <a:pt x="138168" y="0"/>
                </a:lnTo>
                <a:lnTo>
                  <a:pt x="138168" y="22901"/>
                </a:lnTo>
                <a:lnTo>
                  <a:pt x="55892" y="22901"/>
                </a:lnTo>
                <a:cubicBezTo>
                  <a:pt x="46552" y="22901"/>
                  <a:pt x="39567" y="23791"/>
                  <a:pt x="34939" y="25572"/>
                </a:cubicBezTo>
                <a:cubicBezTo>
                  <a:pt x="30312" y="27354"/>
                  <a:pt x="26618" y="30513"/>
                  <a:pt x="23859" y="35051"/>
                </a:cubicBezTo>
                <a:cubicBezTo>
                  <a:pt x="21100" y="39589"/>
                  <a:pt x="19720" y="44911"/>
                  <a:pt x="19720" y="51018"/>
                </a:cubicBezTo>
                <a:cubicBezTo>
                  <a:pt x="19720" y="60772"/>
                  <a:pt x="22820" y="69190"/>
                  <a:pt x="29019" y="76272"/>
                </a:cubicBezTo>
                <a:cubicBezTo>
                  <a:pt x="35216" y="83354"/>
                  <a:pt x="46976" y="86895"/>
                  <a:pt x="64297" y="86895"/>
                </a:cubicBezTo>
                <a:lnTo>
                  <a:pt x="138168" y="86895"/>
                </a:lnTo>
                <a:lnTo>
                  <a:pt x="138168" y="10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s">
            <a:extLst xmlns:a="http://schemas.openxmlformats.org/drawingml/2006/main">
              <a:ext uri="{FF2B5EF4-FFF2-40B4-BE49-F238E27FC236}">
                <a16:creationId xmlns:a16="http://schemas.microsoft.com/office/drawing/2014/main" id="{74EEB069-032A-4A77-9F1D-2C91E15F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1578833"/>
            <a:ext cx="141221" cy="112213"/>
          </a:xfrm>
          <a:custGeom xmlns:a="http://schemas.openxmlformats.org/drawingml/2006/main">
            <a:pathLst>
              <a:path w="141221" h="112213">
                <a:moveTo>
                  <a:pt x="97710" y="112213"/>
                </a:moveTo>
                <a:lnTo>
                  <a:pt x="94147" y="89567"/>
                </a:lnTo>
                <a:cubicBezTo>
                  <a:pt x="103183" y="88295"/>
                  <a:pt x="110108" y="84754"/>
                  <a:pt x="114921" y="78944"/>
                </a:cubicBezTo>
                <a:cubicBezTo>
                  <a:pt x="119732" y="73134"/>
                  <a:pt x="122137" y="65013"/>
                  <a:pt x="122137" y="54580"/>
                </a:cubicBezTo>
                <a:cubicBezTo>
                  <a:pt x="122137" y="44063"/>
                  <a:pt x="120013" y="36259"/>
                  <a:pt x="115764" y="31170"/>
                </a:cubicBezTo>
                <a:cubicBezTo>
                  <a:pt x="111512" y="26081"/>
                  <a:pt x="106527" y="23537"/>
                  <a:pt x="100807" y="23537"/>
                </a:cubicBezTo>
                <a:cubicBezTo>
                  <a:pt x="95673" y="23537"/>
                  <a:pt x="91633" y="25784"/>
                  <a:pt x="88689" y="30280"/>
                </a:cubicBezTo>
                <a:cubicBezTo>
                  <a:pt x="86669" y="33418"/>
                  <a:pt x="84102" y="41221"/>
                  <a:pt x="80987" y="53689"/>
                </a:cubicBezTo>
                <a:cubicBezTo>
                  <a:pt x="76744" y="70483"/>
                  <a:pt x="73073" y="82124"/>
                  <a:pt x="69974" y="88613"/>
                </a:cubicBezTo>
                <a:cubicBezTo>
                  <a:pt x="66876" y="95102"/>
                  <a:pt x="62589" y="100021"/>
                  <a:pt x="57113" y="103371"/>
                </a:cubicBezTo>
                <a:cubicBezTo>
                  <a:pt x="51637" y="106722"/>
                  <a:pt x="45588" y="108397"/>
                  <a:pt x="38967" y="108397"/>
                </a:cubicBezTo>
                <a:cubicBezTo>
                  <a:pt x="32940" y="108397"/>
                  <a:pt x="27358" y="107018"/>
                  <a:pt x="22221" y="104262"/>
                </a:cubicBezTo>
                <a:cubicBezTo>
                  <a:pt x="17084" y="101505"/>
                  <a:pt x="12818" y="97752"/>
                  <a:pt x="9423" y="93002"/>
                </a:cubicBezTo>
                <a:cubicBezTo>
                  <a:pt x="6791" y="89440"/>
                  <a:pt x="4563" y="84584"/>
                  <a:pt x="2739" y="78435"/>
                </a:cubicBezTo>
                <a:cubicBezTo>
                  <a:pt x="913" y="72286"/>
                  <a:pt x="0" y="65691"/>
                  <a:pt x="0" y="58651"/>
                </a:cubicBezTo>
                <a:cubicBezTo>
                  <a:pt x="0" y="48049"/>
                  <a:pt x="1537" y="38740"/>
                  <a:pt x="4612" y="30725"/>
                </a:cubicBezTo>
                <a:cubicBezTo>
                  <a:pt x="7684" y="22710"/>
                  <a:pt x="11847" y="16794"/>
                  <a:pt x="17100" y="12977"/>
                </a:cubicBezTo>
                <a:cubicBezTo>
                  <a:pt x="22351" y="9160"/>
                  <a:pt x="29373" y="6531"/>
                  <a:pt x="38168" y="5089"/>
                </a:cubicBezTo>
                <a:lnTo>
                  <a:pt x="41221" y="27481"/>
                </a:lnTo>
                <a:cubicBezTo>
                  <a:pt x="34266" y="28499"/>
                  <a:pt x="28838" y="31446"/>
                  <a:pt x="24936" y="36323"/>
                </a:cubicBezTo>
                <a:cubicBezTo>
                  <a:pt x="21035" y="41200"/>
                  <a:pt x="19084" y="48091"/>
                  <a:pt x="19084" y="56997"/>
                </a:cubicBezTo>
                <a:cubicBezTo>
                  <a:pt x="19084" y="67515"/>
                  <a:pt x="20815" y="75021"/>
                  <a:pt x="24276" y="79516"/>
                </a:cubicBezTo>
                <a:cubicBezTo>
                  <a:pt x="27735" y="84012"/>
                  <a:pt x="31787" y="86259"/>
                  <a:pt x="36430" y="86259"/>
                </a:cubicBezTo>
                <a:cubicBezTo>
                  <a:pt x="39383" y="86259"/>
                  <a:pt x="42042" y="85326"/>
                  <a:pt x="44406" y="83460"/>
                </a:cubicBezTo>
                <a:cubicBezTo>
                  <a:pt x="46852" y="81594"/>
                  <a:pt x="48877" y="78668"/>
                  <a:pt x="50481" y="74682"/>
                </a:cubicBezTo>
                <a:cubicBezTo>
                  <a:pt x="51326" y="72392"/>
                  <a:pt x="53268" y="65649"/>
                  <a:pt x="56306" y="54453"/>
                </a:cubicBezTo>
                <a:cubicBezTo>
                  <a:pt x="60629" y="38253"/>
                  <a:pt x="64167" y="26951"/>
                  <a:pt x="66921" y="20547"/>
                </a:cubicBezTo>
                <a:cubicBezTo>
                  <a:pt x="69675" y="14143"/>
                  <a:pt x="73680" y="9118"/>
                  <a:pt x="78936" y="5471"/>
                </a:cubicBezTo>
                <a:cubicBezTo>
                  <a:pt x="84189" y="1824"/>
                  <a:pt x="90714" y="0"/>
                  <a:pt x="98509" y="0"/>
                </a:cubicBezTo>
                <a:cubicBezTo>
                  <a:pt x="106137" y="0"/>
                  <a:pt x="113320" y="2226"/>
                  <a:pt x="120058" y="6679"/>
                </a:cubicBezTo>
                <a:cubicBezTo>
                  <a:pt x="126793" y="11132"/>
                  <a:pt x="132004" y="17557"/>
                  <a:pt x="135691" y="25954"/>
                </a:cubicBezTo>
                <a:cubicBezTo>
                  <a:pt x="139378" y="34351"/>
                  <a:pt x="141221" y="43851"/>
                  <a:pt x="141221" y="54453"/>
                </a:cubicBezTo>
                <a:cubicBezTo>
                  <a:pt x="141221" y="72010"/>
                  <a:pt x="137563" y="85390"/>
                  <a:pt x="130248" y="94593"/>
                </a:cubicBezTo>
                <a:cubicBezTo>
                  <a:pt x="122932" y="103795"/>
                  <a:pt x="112086" y="109669"/>
                  <a:pt x="97710" y="112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u">
            <a:extLst xmlns:a="http://schemas.openxmlformats.org/drawingml/2006/main">
              <a:ext uri="{FF2B5EF4-FFF2-40B4-BE49-F238E27FC236}">
                <a16:creationId xmlns:a16="http://schemas.microsoft.com/office/drawing/2014/main" id="{733E2FDE-AFAC-48C5-96E9-177EE3E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1442574"/>
            <a:ext cx="138168" cy="109542"/>
          </a:xfrm>
          <a:custGeom xmlns:a="http://schemas.openxmlformats.org/drawingml/2006/main">
            <a:pathLst>
              <a:path w="138168" h="109542">
                <a:moveTo>
                  <a:pt x="135114" y="20483"/>
                </a:moveTo>
                <a:lnTo>
                  <a:pt x="115267" y="20483"/>
                </a:lnTo>
                <a:cubicBezTo>
                  <a:pt x="130534" y="31001"/>
                  <a:pt x="138168" y="45293"/>
                  <a:pt x="138168" y="63359"/>
                </a:cubicBezTo>
                <a:cubicBezTo>
                  <a:pt x="138168" y="71331"/>
                  <a:pt x="136641" y="78774"/>
                  <a:pt x="133587" y="85687"/>
                </a:cubicBezTo>
                <a:cubicBezTo>
                  <a:pt x="130534" y="92599"/>
                  <a:pt x="126696" y="97731"/>
                  <a:pt x="122073" y="101081"/>
                </a:cubicBezTo>
                <a:cubicBezTo>
                  <a:pt x="117451" y="104431"/>
                  <a:pt x="111789" y="106785"/>
                  <a:pt x="105089" y="108142"/>
                </a:cubicBezTo>
                <a:cubicBezTo>
                  <a:pt x="100593" y="109075"/>
                  <a:pt x="93469" y="109542"/>
                  <a:pt x="83715" y="109542"/>
                </a:cubicBezTo>
                <a:lnTo>
                  <a:pt x="0" y="109542"/>
                </a:lnTo>
                <a:lnTo>
                  <a:pt x="0" y="86641"/>
                </a:lnTo>
                <a:lnTo>
                  <a:pt x="74936" y="86641"/>
                </a:lnTo>
                <a:cubicBezTo>
                  <a:pt x="86895" y="86641"/>
                  <a:pt x="94953" y="86174"/>
                  <a:pt x="99109" y="85242"/>
                </a:cubicBezTo>
                <a:cubicBezTo>
                  <a:pt x="105131" y="83800"/>
                  <a:pt x="109860" y="80746"/>
                  <a:pt x="113295" y="76081"/>
                </a:cubicBezTo>
                <a:cubicBezTo>
                  <a:pt x="116730" y="71416"/>
                  <a:pt x="118448" y="65649"/>
                  <a:pt x="118448" y="58778"/>
                </a:cubicBezTo>
                <a:cubicBezTo>
                  <a:pt x="118448" y="51908"/>
                  <a:pt x="116688" y="45462"/>
                  <a:pt x="113168" y="39440"/>
                </a:cubicBezTo>
                <a:cubicBezTo>
                  <a:pt x="109648" y="33418"/>
                  <a:pt x="104856" y="29156"/>
                  <a:pt x="98791" y="26654"/>
                </a:cubicBezTo>
                <a:cubicBezTo>
                  <a:pt x="92727" y="24152"/>
                  <a:pt x="83927" y="22901"/>
                  <a:pt x="72392" y="22901"/>
                </a:cubicBezTo>
                <a:lnTo>
                  <a:pt x="0" y="22901"/>
                </a:lnTo>
                <a:lnTo>
                  <a:pt x="0" y="0"/>
                </a:lnTo>
                <a:lnTo>
                  <a:pt x="135114" y="0"/>
                </a:lnTo>
                <a:lnTo>
                  <a:pt x="135114" y="20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s">
            <a:extLst xmlns:a="http://schemas.openxmlformats.org/drawingml/2006/main">
              <a:ext uri="{FF2B5EF4-FFF2-40B4-BE49-F238E27FC236}">
                <a16:creationId xmlns:a16="http://schemas.microsoft.com/office/drawing/2014/main" id="{8AD2422E-FDAC-4CBC-80C1-4548A5D0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433" y="1303682"/>
            <a:ext cx="141221" cy="112213"/>
          </a:xfrm>
          <a:custGeom xmlns:a="http://schemas.openxmlformats.org/drawingml/2006/main">
            <a:pathLst>
              <a:path w="141221" h="112213">
                <a:moveTo>
                  <a:pt x="97710" y="112213"/>
                </a:moveTo>
                <a:lnTo>
                  <a:pt x="94147" y="89567"/>
                </a:lnTo>
                <a:cubicBezTo>
                  <a:pt x="103183" y="88295"/>
                  <a:pt x="110108" y="84754"/>
                  <a:pt x="114921" y="78944"/>
                </a:cubicBezTo>
                <a:cubicBezTo>
                  <a:pt x="119732" y="73134"/>
                  <a:pt x="122137" y="65013"/>
                  <a:pt x="122137" y="54580"/>
                </a:cubicBezTo>
                <a:cubicBezTo>
                  <a:pt x="122137" y="44063"/>
                  <a:pt x="120013" y="36259"/>
                  <a:pt x="115764" y="31170"/>
                </a:cubicBezTo>
                <a:cubicBezTo>
                  <a:pt x="111512" y="26081"/>
                  <a:pt x="106527" y="23537"/>
                  <a:pt x="100807" y="23537"/>
                </a:cubicBezTo>
                <a:cubicBezTo>
                  <a:pt x="95673" y="23537"/>
                  <a:pt x="91633" y="25784"/>
                  <a:pt x="88689" y="30280"/>
                </a:cubicBezTo>
                <a:cubicBezTo>
                  <a:pt x="86669" y="33418"/>
                  <a:pt x="84102" y="41221"/>
                  <a:pt x="80987" y="53689"/>
                </a:cubicBezTo>
                <a:cubicBezTo>
                  <a:pt x="76744" y="70483"/>
                  <a:pt x="73073" y="82124"/>
                  <a:pt x="69974" y="88613"/>
                </a:cubicBezTo>
                <a:cubicBezTo>
                  <a:pt x="66876" y="95102"/>
                  <a:pt x="62589" y="100021"/>
                  <a:pt x="57113" y="103371"/>
                </a:cubicBezTo>
                <a:cubicBezTo>
                  <a:pt x="51637" y="106722"/>
                  <a:pt x="45588" y="108397"/>
                  <a:pt x="38967" y="108397"/>
                </a:cubicBezTo>
                <a:cubicBezTo>
                  <a:pt x="32940" y="108397"/>
                  <a:pt x="27358" y="107018"/>
                  <a:pt x="22221" y="104262"/>
                </a:cubicBezTo>
                <a:cubicBezTo>
                  <a:pt x="17084" y="101505"/>
                  <a:pt x="12818" y="97752"/>
                  <a:pt x="9423" y="93002"/>
                </a:cubicBezTo>
                <a:cubicBezTo>
                  <a:pt x="6791" y="89440"/>
                  <a:pt x="4563" y="84584"/>
                  <a:pt x="2739" y="78435"/>
                </a:cubicBezTo>
                <a:cubicBezTo>
                  <a:pt x="913" y="72286"/>
                  <a:pt x="0" y="65691"/>
                  <a:pt x="0" y="58651"/>
                </a:cubicBezTo>
                <a:cubicBezTo>
                  <a:pt x="0" y="48049"/>
                  <a:pt x="1537" y="38740"/>
                  <a:pt x="4612" y="30725"/>
                </a:cubicBezTo>
                <a:cubicBezTo>
                  <a:pt x="7684" y="22710"/>
                  <a:pt x="11847" y="16794"/>
                  <a:pt x="17100" y="12977"/>
                </a:cubicBezTo>
                <a:cubicBezTo>
                  <a:pt x="22351" y="9160"/>
                  <a:pt x="29373" y="6531"/>
                  <a:pt x="38168" y="5089"/>
                </a:cubicBezTo>
                <a:lnTo>
                  <a:pt x="41221" y="27481"/>
                </a:lnTo>
                <a:cubicBezTo>
                  <a:pt x="34266" y="28499"/>
                  <a:pt x="28838" y="31446"/>
                  <a:pt x="24936" y="36323"/>
                </a:cubicBezTo>
                <a:cubicBezTo>
                  <a:pt x="21035" y="41200"/>
                  <a:pt x="19084" y="48091"/>
                  <a:pt x="19084" y="56997"/>
                </a:cubicBezTo>
                <a:cubicBezTo>
                  <a:pt x="19084" y="67515"/>
                  <a:pt x="20815" y="75021"/>
                  <a:pt x="24276" y="79516"/>
                </a:cubicBezTo>
                <a:cubicBezTo>
                  <a:pt x="27735" y="84012"/>
                  <a:pt x="31787" y="86259"/>
                  <a:pt x="36430" y="86259"/>
                </a:cubicBezTo>
                <a:cubicBezTo>
                  <a:pt x="39383" y="86259"/>
                  <a:pt x="42042" y="85326"/>
                  <a:pt x="44406" y="83460"/>
                </a:cubicBezTo>
                <a:cubicBezTo>
                  <a:pt x="46852" y="81594"/>
                  <a:pt x="48877" y="78668"/>
                  <a:pt x="50481" y="74682"/>
                </a:cubicBezTo>
                <a:cubicBezTo>
                  <a:pt x="51326" y="72392"/>
                  <a:pt x="53268" y="65649"/>
                  <a:pt x="56306" y="54453"/>
                </a:cubicBezTo>
                <a:cubicBezTo>
                  <a:pt x="60629" y="38253"/>
                  <a:pt x="64167" y="26951"/>
                  <a:pt x="66921" y="20547"/>
                </a:cubicBezTo>
                <a:cubicBezTo>
                  <a:pt x="69675" y="14143"/>
                  <a:pt x="73680" y="9118"/>
                  <a:pt x="78936" y="5471"/>
                </a:cubicBezTo>
                <a:cubicBezTo>
                  <a:pt x="84189" y="1824"/>
                  <a:pt x="90714" y="0"/>
                  <a:pt x="98509" y="0"/>
                </a:cubicBezTo>
                <a:cubicBezTo>
                  <a:pt x="106137" y="0"/>
                  <a:pt x="113320" y="2226"/>
                  <a:pt x="120058" y="6679"/>
                </a:cubicBezTo>
                <a:cubicBezTo>
                  <a:pt x="126793" y="11132"/>
                  <a:pt x="132004" y="17557"/>
                  <a:pt x="135691" y="25954"/>
                </a:cubicBezTo>
                <a:cubicBezTo>
                  <a:pt x="139378" y="34351"/>
                  <a:pt x="141221" y="43851"/>
                  <a:pt x="141221" y="54453"/>
                </a:cubicBezTo>
                <a:cubicBezTo>
                  <a:pt x="141221" y="72010"/>
                  <a:pt x="137563" y="85390"/>
                  <a:pt x="130248" y="94593"/>
                </a:cubicBezTo>
                <a:cubicBezTo>
                  <a:pt x="122932" y="103795"/>
                  <a:pt x="112086" y="109669"/>
                  <a:pt x="97710" y="112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E">
            <a:extLst xmlns:a="http://schemas.openxmlformats.org/drawingml/2006/main">
              <a:ext uri="{FF2B5EF4-FFF2-40B4-BE49-F238E27FC236}">
                <a16:creationId xmlns:a16="http://schemas.microsoft.com/office/drawing/2014/main" id="{F12AE3C5-2DFE-4B81-A86A-7939FD2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60" y="2346905"/>
            <a:ext cx="186513" cy="139185"/>
          </a:xfrm>
          <a:custGeom xmlns:a="http://schemas.openxmlformats.org/drawingml/2006/main">
            <a:pathLst>
              <a:path w="186513" h="139185">
                <a:moveTo>
                  <a:pt x="186513" y="139185"/>
                </a:moveTo>
                <a:lnTo>
                  <a:pt x="0" y="139185"/>
                </a:lnTo>
                <a:lnTo>
                  <a:pt x="0" y="4326"/>
                </a:lnTo>
                <a:lnTo>
                  <a:pt x="22010" y="4326"/>
                </a:lnTo>
                <a:lnTo>
                  <a:pt x="22010" y="114504"/>
                </a:lnTo>
                <a:lnTo>
                  <a:pt x="79135" y="114504"/>
                </a:lnTo>
                <a:lnTo>
                  <a:pt x="79135" y="11323"/>
                </a:lnTo>
                <a:lnTo>
                  <a:pt x="100763" y="11323"/>
                </a:lnTo>
                <a:lnTo>
                  <a:pt x="100763" y="114504"/>
                </a:lnTo>
                <a:lnTo>
                  <a:pt x="164503" y="114504"/>
                </a:lnTo>
                <a:lnTo>
                  <a:pt x="164503" y="0"/>
                </a:lnTo>
                <a:lnTo>
                  <a:pt x="186513" y="0"/>
                </a:lnTo>
                <a:lnTo>
                  <a:pt x="186513" y="1391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x">
            <a:extLst xmlns:a="http://schemas.openxmlformats.org/drawingml/2006/main">
              <a:ext uri="{FF2B5EF4-FFF2-40B4-BE49-F238E27FC236}">
                <a16:creationId xmlns:a16="http://schemas.microsoft.com/office/drawing/2014/main" id="{B5672663-E4FC-448D-A49F-933B0B73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160" y="2204538"/>
            <a:ext cx="135114" cy="126463"/>
          </a:xfrm>
          <a:custGeom xmlns:a="http://schemas.openxmlformats.org/drawingml/2006/main">
            <a:pathLst>
              <a:path w="135114" h="126463">
                <a:moveTo>
                  <a:pt x="135114" y="126463"/>
                </a:moveTo>
                <a:lnTo>
                  <a:pt x="64885" y="77099"/>
                </a:lnTo>
                <a:lnTo>
                  <a:pt x="0" y="122773"/>
                </a:lnTo>
                <a:lnTo>
                  <a:pt x="0" y="94147"/>
                </a:lnTo>
                <a:lnTo>
                  <a:pt x="31679" y="73409"/>
                </a:lnTo>
                <a:cubicBezTo>
                  <a:pt x="37701" y="69508"/>
                  <a:pt x="42748" y="66370"/>
                  <a:pt x="46819" y="63995"/>
                </a:cubicBezTo>
                <a:cubicBezTo>
                  <a:pt x="41221" y="60263"/>
                  <a:pt x="36259" y="56828"/>
                  <a:pt x="31934" y="53689"/>
                </a:cubicBezTo>
                <a:lnTo>
                  <a:pt x="0" y="30916"/>
                </a:lnTo>
                <a:lnTo>
                  <a:pt x="0" y="3562"/>
                </a:lnTo>
                <a:lnTo>
                  <a:pt x="63613" y="50254"/>
                </a:lnTo>
                <a:lnTo>
                  <a:pt x="135114" y="0"/>
                </a:lnTo>
                <a:lnTo>
                  <a:pt x="135114" y="28117"/>
                </a:lnTo>
                <a:lnTo>
                  <a:pt x="93130" y="55852"/>
                </a:lnTo>
                <a:lnTo>
                  <a:pt x="81806" y="63231"/>
                </a:lnTo>
                <a:lnTo>
                  <a:pt x="135114" y="98727"/>
                </a:lnTo>
                <a:lnTo>
                  <a:pt x="135114" y="1264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e">
            <a:extLst xmlns:a="http://schemas.openxmlformats.org/drawingml/2006/main">
              <a:ext uri="{FF2B5EF4-FFF2-40B4-BE49-F238E27FC236}">
                <a16:creationId xmlns:a16="http://schemas.microsoft.com/office/drawing/2014/main" id="{4F954F48-FEE5-4668-A9FF-C490F22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06" y="2068532"/>
            <a:ext cx="141221" cy="124554"/>
          </a:xfrm>
          <a:custGeom xmlns:a="http://schemas.openxmlformats.org/drawingml/2006/main">
            <a:pathLst>
              <a:path w="141221" h="124554">
                <a:moveTo>
                  <a:pt x="94656" y="24427"/>
                </a:moveTo>
                <a:lnTo>
                  <a:pt x="97582" y="763"/>
                </a:lnTo>
                <a:cubicBezTo>
                  <a:pt x="111408" y="4495"/>
                  <a:pt x="122137" y="11408"/>
                  <a:pt x="129771" y="21501"/>
                </a:cubicBezTo>
                <a:cubicBezTo>
                  <a:pt x="137404" y="31594"/>
                  <a:pt x="141221" y="44487"/>
                  <a:pt x="141221" y="60178"/>
                </a:cubicBezTo>
                <a:cubicBezTo>
                  <a:pt x="141221" y="79940"/>
                  <a:pt x="135135" y="95610"/>
                  <a:pt x="122964" y="107188"/>
                </a:cubicBezTo>
                <a:cubicBezTo>
                  <a:pt x="110793" y="118766"/>
                  <a:pt x="93723" y="124554"/>
                  <a:pt x="71756" y="124554"/>
                </a:cubicBezTo>
                <a:cubicBezTo>
                  <a:pt x="49024" y="124554"/>
                  <a:pt x="31382" y="118702"/>
                  <a:pt x="18829" y="106997"/>
                </a:cubicBezTo>
                <a:cubicBezTo>
                  <a:pt x="6276" y="95292"/>
                  <a:pt x="0" y="80110"/>
                  <a:pt x="0" y="61450"/>
                </a:cubicBezTo>
                <a:cubicBezTo>
                  <a:pt x="0" y="43384"/>
                  <a:pt x="6140" y="28626"/>
                  <a:pt x="18420" y="17176"/>
                </a:cubicBezTo>
                <a:cubicBezTo>
                  <a:pt x="30697" y="5725"/>
                  <a:pt x="47971" y="0"/>
                  <a:pt x="70241" y="0"/>
                </a:cubicBezTo>
                <a:cubicBezTo>
                  <a:pt x="71595" y="0"/>
                  <a:pt x="73627" y="42"/>
                  <a:pt x="76336" y="127"/>
                </a:cubicBezTo>
                <a:lnTo>
                  <a:pt x="76336" y="100890"/>
                </a:lnTo>
                <a:cubicBezTo>
                  <a:pt x="91136" y="100042"/>
                  <a:pt x="102470" y="95844"/>
                  <a:pt x="110337" y="88295"/>
                </a:cubicBezTo>
                <a:cubicBezTo>
                  <a:pt x="118204" y="80746"/>
                  <a:pt x="122137" y="71331"/>
                  <a:pt x="122137" y="60051"/>
                </a:cubicBezTo>
                <a:cubicBezTo>
                  <a:pt x="122137" y="51654"/>
                  <a:pt x="119953" y="44487"/>
                  <a:pt x="115585" y="38550"/>
                </a:cubicBezTo>
                <a:cubicBezTo>
                  <a:pt x="111214" y="32612"/>
                  <a:pt x="104238" y="27905"/>
                  <a:pt x="94656" y="24427"/>
                </a:cubicBezTo>
                <a:moveTo>
                  <a:pt x="57252" y="99618"/>
                </a:moveTo>
                <a:lnTo>
                  <a:pt x="57252" y="24173"/>
                </a:lnTo>
                <a:cubicBezTo>
                  <a:pt x="46072" y="25191"/>
                  <a:pt x="37687" y="28075"/>
                  <a:pt x="32097" y="32824"/>
                </a:cubicBezTo>
                <a:cubicBezTo>
                  <a:pt x="23422" y="40119"/>
                  <a:pt x="19084" y="49576"/>
                  <a:pt x="19084" y="61196"/>
                </a:cubicBezTo>
                <a:cubicBezTo>
                  <a:pt x="19084" y="71713"/>
                  <a:pt x="22547" y="80555"/>
                  <a:pt x="29473" y="87722"/>
                </a:cubicBezTo>
                <a:cubicBezTo>
                  <a:pt x="36396" y="94889"/>
                  <a:pt x="45656" y="98855"/>
                  <a:pt x="57252" y="99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c">
            <a:extLst xmlns:a="http://schemas.openxmlformats.org/drawingml/2006/main">
              <a:ext uri="{FF2B5EF4-FFF2-40B4-BE49-F238E27FC236}">
                <a16:creationId xmlns:a16="http://schemas.microsoft.com/office/drawing/2014/main" id="{E2EEDAB9-DF73-42A2-B011-B3631A40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06" y="1929896"/>
            <a:ext cx="141221" cy="117684"/>
          </a:xfrm>
          <a:custGeom xmlns:a="http://schemas.openxmlformats.org/drawingml/2006/main">
            <a:pathLst>
              <a:path w="141221" h="117684">
                <a:moveTo>
                  <a:pt x="88549" y="22519"/>
                </a:moveTo>
                <a:lnTo>
                  <a:pt x="91476" y="0"/>
                </a:lnTo>
                <a:cubicBezTo>
                  <a:pt x="107037" y="2460"/>
                  <a:pt x="119219" y="8757"/>
                  <a:pt x="128021" y="18893"/>
                </a:cubicBezTo>
                <a:cubicBezTo>
                  <a:pt x="136821" y="29029"/>
                  <a:pt x="141221" y="41476"/>
                  <a:pt x="141221" y="56234"/>
                </a:cubicBezTo>
                <a:cubicBezTo>
                  <a:pt x="141221" y="74724"/>
                  <a:pt x="135178" y="89588"/>
                  <a:pt x="123091" y="100827"/>
                </a:cubicBezTo>
                <a:cubicBezTo>
                  <a:pt x="111005" y="112065"/>
                  <a:pt x="93681" y="117684"/>
                  <a:pt x="71119" y="117684"/>
                </a:cubicBezTo>
                <a:cubicBezTo>
                  <a:pt x="56531" y="117684"/>
                  <a:pt x="43766" y="115267"/>
                  <a:pt x="32824" y="110432"/>
                </a:cubicBezTo>
                <a:cubicBezTo>
                  <a:pt x="21883" y="105598"/>
                  <a:pt x="13677" y="98240"/>
                  <a:pt x="8206" y="88359"/>
                </a:cubicBezTo>
                <a:cubicBezTo>
                  <a:pt x="2735" y="78477"/>
                  <a:pt x="0" y="67727"/>
                  <a:pt x="0" y="56107"/>
                </a:cubicBezTo>
                <a:cubicBezTo>
                  <a:pt x="0" y="41433"/>
                  <a:pt x="3723" y="29432"/>
                  <a:pt x="11168" y="20102"/>
                </a:cubicBezTo>
                <a:cubicBezTo>
                  <a:pt x="18611" y="10772"/>
                  <a:pt x="29180" y="4792"/>
                  <a:pt x="42875" y="2163"/>
                </a:cubicBezTo>
                <a:lnTo>
                  <a:pt x="46310" y="24427"/>
                </a:lnTo>
                <a:cubicBezTo>
                  <a:pt x="37277" y="26548"/>
                  <a:pt x="30481" y="30301"/>
                  <a:pt x="25922" y="35687"/>
                </a:cubicBezTo>
                <a:cubicBezTo>
                  <a:pt x="21363" y="41073"/>
                  <a:pt x="19084" y="47583"/>
                  <a:pt x="19084" y="55216"/>
                </a:cubicBezTo>
                <a:cubicBezTo>
                  <a:pt x="19084" y="66751"/>
                  <a:pt x="23199" y="76124"/>
                  <a:pt x="31429" y="83333"/>
                </a:cubicBezTo>
                <a:cubicBezTo>
                  <a:pt x="39656" y="90543"/>
                  <a:pt x="52674" y="94147"/>
                  <a:pt x="70483" y="94147"/>
                </a:cubicBezTo>
                <a:cubicBezTo>
                  <a:pt x="88547" y="94147"/>
                  <a:pt x="101672" y="90670"/>
                  <a:pt x="109860" y="83715"/>
                </a:cubicBezTo>
                <a:cubicBezTo>
                  <a:pt x="118045" y="76760"/>
                  <a:pt x="122137" y="67684"/>
                  <a:pt x="122137" y="56488"/>
                </a:cubicBezTo>
                <a:cubicBezTo>
                  <a:pt x="122137" y="47498"/>
                  <a:pt x="119391" y="39991"/>
                  <a:pt x="113899" y="33969"/>
                </a:cubicBezTo>
                <a:cubicBezTo>
                  <a:pt x="108407" y="27947"/>
                  <a:pt x="99957" y="24131"/>
                  <a:pt x="88549" y="225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u">
            <a:extLst xmlns:a="http://schemas.openxmlformats.org/drawingml/2006/main">
              <a:ext uri="{FF2B5EF4-FFF2-40B4-BE49-F238E27FC236}">
                <a16:creationId xmlns:a16="http://schemas.microsoft.com/office/drawing/2014/main" id="{BFC7EE3B-97FD-45FF-A7EA-D4C4E95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160" y="1801270"/>
            <a:ext cx="138168" cy="109542"/>
          </a:xfrm>
          <a:custGeom xmlns:a="http://schemas.openxmlformats.org/drawingml/2006/main">
            <a:pathLst>
              <a:path w="138168" h="109542">
                <a:moveTo>
                  <a:pt x="135114" y="20483"/>
                </a:moveTo>
                <a:lnTo>
                  <a:pt x="115267" y="20483"/>
                </a:lnTo>
                <a:cubicBezTo>
                  <a:pt x="130534" y="31001"/>
                  <a:pt x="138168" y="45293"/>
                  <a:pt x="138168" y="63359"/>
                </a:cubicBezTo>
                <a:cubicBezTo>
                  <a:pt x="138168" y="71331"/>
                  <a:pt x="136641" y="78774"/>
                  <a:pt x="133587" y="85687"/>
                </a:cubicBezTo>
                <a:cubicBezTo>
                  <a:pt x="130534" y="92599"/>
                  <a:pt x="126696" y="97731"/>
                  <a:pt x="122073" y="101081"/>
                </a:cubicBezTo>
                <a:cubicBezTo>
                  <a:pt x="117451" y="104431"/>
                  <a:pt x="111789" y="106785"/>
                  <a:pt x="105089" y="108142"/>
                </a:cubicBezTo>
                <a:cubicBezTo>
                  <a:pt x="100593" y="109075"/>
                  <a:pt x="93469" y="109542"/>
                  <a:pt x="83715" y="109542"/>
                </a:cubicBezTo>
                <a:lnTo>
                  <a:pt x="0" y="109542"/>
                </a:lnTo>
                <a:lnTo>
                  <a:pt x="0" y="86641"/>
                </a:lnTo>
                <a:lnTo>
                  <a:pt x="74936" y="86641"/>
                </a:lnTo>
                <a:cubicBezTo>
                  <a:pt x="86895" y="86641"/>
                  <a:pt x="94953" y="86174"/>
                  <a:pt x="99109" y="85242"/>
                </a:cubicBezTo>
                <a:cubicBezTo>
                  <a:pt x="105131" y="83800"/>
                  <a:pt x="109860" y="80746"/>
                  <a:pt x="113295" y="76081"/>
                </a:cubicBezTo>
                <a:cubicBezTo>
                  <a:pt x="116730" y="71416"/>
                  <a:pt x="118448" y="65649"/>
                  <a:pt x="118448" y="58778"/>
                </a:cubicBezTo>
                <a:cubicBezTo>
                  <a:pt x="118448" y="51908"/>
                  <a:pt x="116688" y="45462"/>
                  <a:pt x="113168" y="39440"/>
                </a:cubicBezTo>
                <a:cubicBezTo>
                  <a:pt x="109648" y="33418"/>
                  <a:pt x="104856" y="29156"/>
                  <a:pt x="98791" y="26654"/>
                </a:cubicBezTo>
                <a:cubicBezTo>
                  <a:pt x="92727" y="24152"/>
                  <a:pt x="83927" y="22901"/>
                  <a:pt x="72392" y="22901"/>
                </a:cubicBezTo>
                <a:lnTo>
                  <a:pt x="0" y="22901"/>
                </a:lnTo>
                <a:lnTo>
                  <a:pt x="0" y="0"/>
                </a:lnTo>
                <a:lnTo>
                  <a:pt x="135114" y="0"/>
                </a:lnTo>
                <a:lnTo>
                  <a:pt x="135114" y="20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t">
            <a:extLst xmlns:a="http://schemas.openxmlformats.org/drawingml/2006/main">
              <a:ext uri="{FF2B5EF4-FFF2-40B4-BE49-F238E27FC236}">
                <a16:creationId xmlns:a16="http://schemas.microsoft.com/office/drawing/2014/main" id="{79C9D258-7D9A-462C-87D1-D30E2B9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832" y="1712125"/>
            <a:ext cx="184223" cy="65903"/>
          </a:xfrm>
          <a:custGeom xmlns:a="http://schemas.openxmlformats.org/drawingml/2006/main">
            <a:pathLst>
              <a:path w="184223" h="65903">
                <a:moveTo>
                  <a:pt x="162213" y="3308"/>
                </a:moveTo>
                <a:lnTo>
                  <a:pt x="182442" y="0"/>
                </a:lnTo>
                <a:cubicBezTo>
                  <a:pt x="183630" y="6446"/>
                  <a:pt x="184223" y="12214"/>
                  <a:pt x="184223" y="17303"/>
                </a:cubicBezTo>
                <a:cubicBezTo>
                  <a:pt x="184223" y="25615"/>
                  <a:pt x="182909" y="32061"/>
                  <a:pt x="180279" y="36641"/>
                </a:cubicBezTo>
                <a:cubicBezTo>
                  <a:pt x="177650" y="41221"/>
                  <a:pt x="174194" y="44444"/>
                  <a:pt x="169910" y="46310"/>
                </a:cubicBezTo>
                <a:cubicBezTo>
                  <a:pt x="165627" y="48176"/>
                  <a:pt x="156615" y="49109"/>
                  <a:pt x="142875" y="49109"/>
                </a:cubicBezTo>
                <a:lnTo>
                  <a:pt x="65140" y="49109"/>
                </a:lnTo>
                <a:lnTo>
                  <a:pt x="65140" y="65903"/>
                </a:lnTo>
                <a:lnTo>
                  <a:pt x="47328" y="65903"/>
                </a:lnTo>
                <a:lnTo>
                  <a:pt x="47328" y="49109"/>
                </a:lnTo>
                <a:lnTo>
                  <a:pt x="13776" y="49109"/>
                </a:lnTo>
                <a:lnTo>
                  <a:pt x="0" y="26336"/>
                </a:lnTo>
                <a:lnTo>
                  <a:pt x="47328" y="26336"/>
                </a:lnTo>
                <a:lnTo>
                  <a:pt x="47328" y="3308"/>
                </a:lnTo>
                <a:lnTo>
                  <a:pt x="65140" y="3308"/>
                </a:lnTo>
                <a:lnTo>
                  <a:pt x="65140" y="26336"/>
                </a:lnTo>
                <a:lnTo>
                  <a:pt x="144147" y="26336"/>
                </a:lnTo>
                <a:cubicBezTo>
                  <a:pt x="150678" y="26336"/>
                  <a:pt x="154877" y="25933"/>
                  <a:pt x="156743" y="25127"/>
                </a:cubicBezTo>
                <a:cubicBezTo>
                  <a:pt x="158609" y="24321"/>
                  <a:pt x="160093" y="23007"/>
                  <a:pt x="161195" y="21183"/>
                </a:cubicBezTo>
                <a:cubicBezTo>
                  <a:pt x="162298" y="19360"/>
                  <a:pt x="162849" y="16751"/>
                  <a:pt x="162849" y="13359"/>
                </a:cubicBezTo>
                <a:cubicBezTo>
                  <a:pt x="162849" y="10814"/>
                  <a:pt x="162637" y="7464"/>
                  <a:pt x="162213" y="33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i">
            <a:extLst xmlns:a="http://schemas.openxmlformats.org/drawingml/2006/main">
              <a:ext uri="{FF2B5EF4-FFF2-40B4-BE49-F238E27FC236}">
                <a16:creationId xmlns:a16="http://schemas.microsoft.com/office/drawing/2014/main" id="{90014348-7523-43FC-B291-F7CFF8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60" y="1669969"/>
            <a:ext cx="186513" cy="22901"/>
          </a:xfrm>
          <a:custGeom xmlns:a="http://schemas.openxmlformats.org/drawingml/2006/main">
            <a:pathLst>
              <a:path w="186513" h="22901">
                <a:moveTo>
                  <a:pt x="26463" y="22901"/>
                </a:moveTo>
                <a:lnTo>
                  <a:pt x="0" y="22901"/>
                </a:lnTo>
                <a:lnTo>
                  <a:pt x="0" y="0"/>
                </a:lnTo>
                <a:lnTo>
                  <a:pt x="26463" y="0"/>
                </a:lnTo>
                <a:lnTo>
                  <a:pt x="26463" y="22901"/>
                </a:lnTo>
                <a:moveTo>
                  <a:pt x="186513" y="22901"/>
                </a:moveTo>
                <a:lnTo>
                  <a:pt x="51399" y="22901"/>
                </a:lnTo>
                <a:lnTo>
                  <a:pt x="51399" y="0"/>
                </a:lnTo>
                <a:lnTo>
                  <a:pt x="186513" y="0"/>
                </a:lnTo>
                <a:lnTo>
                  <a:pt x="186513" y="22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o">
            <a:extLst xmlns:a="http://schemas.openxmlformats.org/drawingml/2006/main">
              <a:ext uri="{FF2B5EF4-FFF2-40B4-BE49-F238E27FC236}">
                <a16:creationId xmlns:a16="http://schemas.microsoft.com/office/drawing/2014/main" id="{9AA0376B-1ACD-4B33-A58A-54956AA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06" y="1517087"/>
            <a:ext cx="141221" cy="126590"/>
          </a:xfrm>
          <a:custGeom xmlns:a="http://schemas.openxmlformats.org/drawingml/2006/main">
            <a:pathLst>
              <a:path w="141221" h="126590">
                <a:moveTo>
                  <a:pt x="70611" y="126590"/>
                </a:moveTo>
                <a:cubicBezTo>
                  <a:pt x="45589" y="126590"/>
                  <a:pt x="27057" y="119635"/>
                  <a:pt x="15013" y="105725"/>
                </a:cubicBezTo>
                <a:cubicBezTo>
                  <a:pt x="5004" y="94105"/>
                  <a:pt x="0" y="79940"/>
                  <a:pt x="0" y="63231"/>
                </a:cubicBezTo>
                <a:cubicBezTo>
                  <a:pt x="0" y="44656"/>
                  <a:pt x="6086" y="29474"/>
                  <a:pt x="18257" y="17684"/>
                </a:cubicBezTo>
                <a:cubicBezTo>
                  <a:pt x="30428" y="5895"/>
                  <a:pt x="47243" y="0"/>
                  <a:pt x="68702" y="0"/>
                </a:cubicBezTo>
                <a:cubicBezTo>
                  <a:pt x="86090" y="0"/>
                  <a:pt x="99766" y="2608"/>
                  <a:pt x="109733" y="7824"/>
                </a:cubicBezTo>
                <a:cubicBezTo>
                  <a:pt x="119699" y="13041"/>
                  <a:pt x="127438" y="20632"/>
                  <a:pt x="132951" y="30598"/>
                </a:cubicBezTo>
                <a:cubicBezTo>
                  <a:pt x="138464" y="40564"/>
                  <a:pt x="141221" y="51442"/>
                  <a:pt x="141221" y="63231"/>
                </a:cubicBezTo>
                <a:cubicBezTo>
                  <a:pt x="141221" y="82146"/>
                  <a:pt x="135157" y="97434"/>
                  <a:pt x="123028" y="109096"/>
                </a:cubicBezTo>
                <a:cubicBezTo>
                  <a:pt x="110899" y="120759"/>
                  <a:pt x="93426" y="126590"/>
                  <a:pt x="70611" y="126590"/>
                </a:cubicBezTo>
                <a:moveTo>
                  <a:pt x="70547" y="103053"/>
                </a:moveTo>
                <a:cubicBezTo>
                  <a:pt x="87786" y="103053"/>
                  <a:pt x="100694" y="99279"/>
                  <a:pt x="109271" y="91730"/>
                </a:cubicBezTo>
                <a:cubicBezTo>
                  <a:pt x="117849" y="84181"/>
                  <a:pt x="122137" y="74682"/>
                  <a:pt x="122137" y="63231"/>
                </a:cubicBezTo>
                <a:cubicBezTo>
                  <a:pt x="122137" y="51866"/>
                  <a:pt x="117827" y="42409"/>
                  <a:pt x="109208" y="34860"/>
                </a:cubicBezTo>
                <a:cubicBezTo>
                  <a:pt x="100588" y="27311"/>
                  <a:pt x="87448" y="23537"/>
                  <a:pt x="69788" y="23537"/>
                </a:cubicBezTo>
                <a:cubicBezTo>
                  <a:pt x="53139" y="23537"/>
                  <a:pt x="40527" y="27332"/>
                  <a:pt x="31950" y="34924"/>
                </a:cubicBezTo>
                <a:cubicBezTo>
                  <a:pt x="23373" y="42515"/>
                  <a:pt x="19084" y="51951"/>
                  <a:pt x="19084" y="63231"/>
                </a:cubicBezTo>
                <a:cubicBezTo>
                  <a:pt x="19084" y="74682"/>
                  <a:pt x="23351" y="84181"/>
                  <a:pt x="31886" y="91730"/>
                </a:cubicBezTo>
                <a:cubicBezTo>
                  <a:pt x="40421" y="99279"/>
                  <a:pt x="53308" y="103053"/>
                  <a:pt x="70547" y="1030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n">
            <a:extLst xmlns:a="http://schemas.openxmlformats.org/drawingml/2006/main">
              <a:ext uri="{FF2B5EF4-FFF2-40B4-BE49-F238E27FC236}">
                <a16:creationId xmlns:a16="http://schemas.microsoft.com/office/drawing/2014/main" id="{81E7DE58-04DC-4D09-82C9-3EA3CBDF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106" y="1380486"/>
            <a:ext cx="138168" cy="109796"/>
          </a:xfrm>
          <a:custGeom xmlns:a="http://schemas.openxmlformats.org/drawingml/2006/main">
            <a:pathLst>
              <a:path w="138168" h="109796">
                <a:moveTo>
                  <a:pt x="138168" y="109796"/>
                </a:moveTo>
                <a:lnTo>
                  <a:pt x="3053" y="109796"/>
                </a:lnTo>
                <a:lnTo>
                  <a:pt x="3053" y="89186"/>
                </a:lnTo>
                <a:lnTo>
                  <a:pt x="22137" y="89186"/>
                </a:lnTo>
                <a:cubicBezTo>
                  <a:pt x="7379" y="79262"/>
                  <a:pt x="0" y="64928"/>
                  <a:pt x="0" y="46183"/>
                </a:cubicBezTo>
                <a:cubicBezTo>
                  <a:pt x="0" y="38041"/>
                  <a:pt x="1463" y="30555"/>
                  <a:pt x="4389" y="23728"/>
                </a:cubicBezTo>
                <a:cubicBezTo>
                  <a:pt x="7316" y="16900"/>
                  <a:pt x="11153" y="11790"/>
                  <a:pt x="15903" y="8397"/>
                </a:cubicBezTo>
                <a:cubicBezTo>
                  <a:pt x="20653" y="5004"/>
                  <a:pt x="26293" y="2629"/>
                  <a:pt x="32824" y="1272"/>
                </a:cubicBezTo>
                <a:cubicBezTo>
                  <a:pt x="37065" y="424"/>
                  <a:pt x="44487" y="0"/>
                  <a:pt x="55089" y="0"/>
                </a:cubicBezTo>
                <a:lnTo>
                  <a:pt x="138168" y="0"/>
                </a:lnTo>
                <a:lnTo>
                  <a:pt x="138168" y="22901"/>
                </a:lnTo>
                <a:lnTo>
                  <a:pt x="55892" y="22901"/>
                </a:lnTo>
                <a:cubicBezTo>
                  <a:pt x="46552" y="22901"/>
                  <a:pt x="39567" y="23791"/>
                  <a:pt x="34939" y="25572"/>
                </a:cubicBezTo>
                <a:cubicBezTo>
                  <a:pt x="30312" y="27354"/>
                  <a:pt x="26618" y="30513"/>
                  <a:pt x="23859" y="35051"/>
                </a:cubicBezTo>
                <a:cubicBezTo>
                  <a:pt x="21100" y="39589"/>
                  <a:pt x="19720" y="44911"/>
                  <a:pt x="19720" y="51018"/>
                </a:cubicBezTo>
                <a:cubicBezTo>
                  <a:pt x="19720" y="60772"/>
                  <a:pt x="22820" y="69190"/>
                  <a:pt x="29019" y="76272"/>
                </a:cubicBezTo>
                <a:cubicBezTo>
                  <a:pt x="35216" y="83354"/>
                  <a:pt x="46976" y="86895"/>
                  <a:pt x="64297" y="86895"/>
                </a:cubicBezTo>
                <a:lnTo>
                  <a:pt x="138168" y="86895"/>
                </a:lnTo>
                <a:lnTo>
                  <a:pt x="138168" y="10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C">
            <a:extLst xmlns:a="http://schemas.openxmlformats.org/drawingml/2006/main">
              <a:ext uri="{FF2B5EF4-FFF2-40B4-BE49-F238E27FC236}">
                <a16:creationId xmlns:a16="http://schemas.microsoft.com/office/drawing/2014/main" id="{5DA9D256-0912-49A1-80EF-988E012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04" y="2419085"/>
            <a:ext cx="192875" cy="164885"/>
          </a:xfrm>
          <a:custGeom xmlns:a="http://schemas.openxmlformats.org/drawingml/2006/main">
            <a:pathLst>
              <a:path w="192875" h="164885">
                <a:moveTo>
                  <a:pt x="124173" y="24682"/>
                </a:moveTo>
                <a:lnTo>
                  <a:pt x="130407" y="0"/>
                </a:lnTo>
                <a:cubicBezTo>
                  <a:pt x="150721" y="5174"/>
                  <a:pt x="166210" y="14483"/>
                  <a:pt x="176876" y="27926"/>
                </a:cubicBezTo>
                <a:cubicBezTo>
                  <a:pt x="187542" y="41370"/>
                  <a:pt x="192875" y="57803"/>
                  <a:pt x="192875" y="77226"/>
                </a:cubicBezTo>
                <a:cubicBezTo>
                  <a:pt x="192875" y="97328"/>
                  <a:pt x="188782" y="113677"/>
                  <a:pt x="180597" y="126272"/>
                </a:cubicBezTo>
                <a:cubicBezTo>
                  <a:pt x="172413" y="138867"/>
                  <a:pt x="160559" y="148452"/>
                  <a:pt x="145038" y="155025"/>
                </a:cubicBezTo>
                <a:cubicBezTo>
                  <a:pt x="129516" y="161598"/>
                  <a:pt x="112850" y="164885"/>
                  <a:pt x="95038" y="164885"/>
                </a:cubicBezTo>
                <a:cubicBezTo>
                  <a:pt x="75615" y="164885"/>
                  <a:pt x="58672" y="161174"/>
                  <a:pt x="44211" y="153753"/>
                </a:cubicBezTo>
                <a:cubicBezTo>
                  <a:pt x="29750" y="146331"/>
                  <a:pt x="18766" y="135771"/>
                  <a:pt x="11259" y="122073"/>
                </a:cubicBezTo>
                <a:cubicBezTo>
                  <a:pt x="3753" y="108375"/>
                  <a:pt x="0" y="93299"/>
                  <a:pt x="0" y="76845"/>
                </a:cubicBezTo>
                <a:cubicBezTo>
                  <a:pt x="0" y="58185"/>
                  <a:pt x="4750" y="42494"/>
                  <a:pt x="14249" y="29771"/>
                </a:cubicBezTo>
                <a:cubicBezTo>
                  <a:pt x="23749" y="17048"/>
                  <a:pt x="37108" y="8185"/>
                  <a:pt x="54326" y="3181"/>
                </a:cubicBezTo>
                <a:lnTo>
                  <a:pt x="60051" y="27481"/>
                </a:lnTo>
                <a:cubicBezTo>
                  <a:pt x="46435" y="31807"/>
                  <a:pt x="36522" y="38083"/>
                  <a:pt x="30312" y="46310"/>
                </a:cubicBezTo>
                <a:cubicBezTo>
                  <a:pt x="24099" y="54538"/>
                  <a:pt x="20992" y="64885"/>
                  <a:pt x="20992" y="77353"/>
                </a:cubicBezTo>
                <a:cubicBezTo>
                  <a:pt x="20992" y="91688"/>
                  <a:pt x="24434" y="103668"/>
                  <a:pt x="31317" y="113295"/>
                </a:cubicBezTo>
                <a:cubicBezTo>
                  <a:pt x="38198" y="122922"/>
                  <a:pt x="47438" y="129686"/>
                  <a:pt x="59037" y="133587"/>
                </a:cubicBezTo>
                <a:cubicBezTo>
                  <a:pt x="70633" y="137489"/>
                  <a:pt x="82590" y="139440"/>
                  <a:pt x="94907" y="139440"/>
                </a:cubicBezTo>
                <a:cubicBezTo>
                  <a:pt x="110794" y="139440"/>
                  <a:pt x="124664" y="137129"/>
                  <a:pt x="136518" y="132506"/>
                </a:cubicBezTo>
                <a:cubicBezTo>
                  <a:pt x="148371" y="127883"/>
                  <a:pt x="157229" y="120695"/>
                  <a:pt x="163092" y="110941"/>
                </a:cubicBezTo>
                <a:cubicBezTo>
                  <a:pt x="168952" y="101187"/>
                  <a:pt x="171882" y="90627"/>
                  <a:pt x="171882" y="79262"/>
                </a:cubicBezTo>
                <a:cubicBezTo>
                  <a:pt x="171882" y="65437"/>
                  <a:pt x="167875" y="53732"/>
                  <a:pt x="159860" y="44147"/>
                </a:cubicBezTo>
                <a:cubicBezTo>
                  <a:pt x="151844" y="34563"/>
                  <a:pt x="139949" y="28075"/>
                  <a:pt x="124173" y="24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h">
            <a:extLst xmlns:a="http://schemas.openxmlformats.org/drawingml/2006/main">
              <a:ext uri="{FF2B5EF4-FFF2-40B4-BE49-F238E27FC236}">
                <a16:creationId xmlns:a16="http://schemas.microsoft.com/office/drawing/2014/main" id="{17B3349D-FF53-4BCC-A693-C96B3A0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12" y="2281597"/>
            <a:ext cx="186513" cy="110051"/>
          </a:xfrm>
          <a:custGeom xmlns:a="http://schemas.openxmlformats.org/drawingml/2006/main">
            <a:pathLst>
              <a:path w="186513" h="110051">
                <a:moveTo>
                  <a:pt x="186513" y="110051"/>
                </a:moveTo>
                <a:lnTo>
                  <a:pt x="0" y="110051"/>
                </a:lnTo>
                <a:lnTo>
                  <a:pt x="0" y="87150"/>
                </a:lnTo>
                <a:lnTo>
                  <a:pt x="66921" y="87150"/>
                </a:lnTo>
                <a:cubicBezTo>
                  <a:pt x="54538" y="76463"/>
                  <a:pt x="48346" y="62977"/>
                  <a:pt x="48346" y="46692"/>
                </a:cubicBezTo>
                <a:cubicBezTo>
                  <a:pt x="48346" y="36684"/>
                  <a:pt x="50318" y="27990"/>
                  <a:pt x="54262" y="20611"/>
                </a:cubicBezTo>
                <a:cubicBezTo>
                  <a:pt x="58206" y="13232"/>
                  <a:pt x="63655" y="7952"/>
                  <a:pt x="70610" y="4771"/>
                </a:cubicBezTo>
                <a:cubicBezTo>
                  <a:pt x="77566" y="1590"/>
                  <a:pt x="87659" y="0"/>
                  <a:pt x="100890" y="0"/>
                </a:cubicBezTo>
                <a:lnTo>
                  <a:pt x="186513" y="0"/>
                </a:lnTo>
                <a:lnTo>
                  <a:pt x="186513" y="22901"/>
                </a:lnTo>
                <a:lnTo>
                  <a:pt x="100890" y="22901"/>
                </a:lnTo>
                <a:cubicBezTo>
                  <a:pt x="89440" y="22901"/>
                  <a:pt x="81107" y="25382"/>
                  <a:pt x="75890" y="30343"/>
                </a:cubicBezTo>
                <a:cubicBezTo>
                  <a:pt x="70674" y="35305"/>
                  <a:pt x="68066" y="42324"/>
                  <a:pt x="68066" y="51399"/>
                </a:cubicBezTo>
                <a:cubicBezTo>
                  <a:pt x="68066" y="58185"/>
                  <a:pt x="69826" y="64567"/>
                  <a:pt x="73346" y="70547"/>
                </a:cubicBezTo>
                <a:cubicBezTo>
                  <a:pt x="76866" y="76527"/>
                  <a:pt x="81637" y="80789"/>
                  <a:pt x="87659" y="83333"/>
                </a:cubicBezTo>
                <a:cubicBezTo>
                  <a:pt x="93681" y="85878"/>
                  <a:pt x="101993" y="87150"/>
                  <a:pt x="112595" y="87150"/>
                </a:cubicBezTo>
                <a:lnTo>
                  <a:pt x="186513" y="87150"/>
                </a:lnTo>
                <a:lnTo>
                  <a:pt x="186513" y="110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e">
            <a:extLst xmlns:a="http://schemas.openxmlformats.org/drawingml/2006/main">
              <a:ext uri="{FF2B5EF4-FFF2-40B4-BE49-F238E27FC236}">
                <a16:creationId xmlns:a16="http://schemas.microsoft.com/office/drawing/2014/main" id="{EF6A053D-AC96-4A0A-A01E-70042DD4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458" y="2129856"/>
            <a:ext cx="141221" cy="124554"/>
          </a:xfrm>
          <a:custGeom xmlns:a="http://schemas.openxmlformats.org/drawingml/2006/main">
            <a:pathLst>
              <a:path w="141221" h="124554">
                <a:moveTo>
                  <a:pt x="94656" y="24427"/>
                </a:moveTo>
                <a:lnTo>
                  <a:pt x="97582" y="763"/>
                </a:lnTo>
                <a:cubicBezTo>
                  <a:pt x="111408" y="4495"/>
                  <a:pt x="122137" y="11408"/>
                  <a:pt x="129771" y="21501"/>
                </a:cubicBezTo>
                <a:cubicBezTo>
                  <a:pt x="137404" y="31594"/>
                  <a:pt x="141221" y="44487"/>
                  <a:pt x="141221" y="60178"/>
                </a:cubicBezTo>
                <a:cubicBezTo>
                  <a:pt x="141221" y="79940"/>
                  <a:pt x="135135" y="95610"/>
                  <a:pt x="122964" y="107188"/>
                </a:cubicBezTo>
                <a:cubicBezTo>
                  <a:pt x="110793" y="118766"/>
                  <a:pt x="93723" y="124554"/>
                  <a:pt x="71756" y="124554"/>
                </a:cubicBezTo>
                <a:cubicBezTo>
                  <a:pt x="49024" y="124554"/>
                  <a:pt x="31382" y="118702"/>
                  <a:pt x="18829" y="106997"/>
                </a:cubicBezTo>
                <a:cubicBezTo>
                  <a:pt x="6276" y="95292"/>
                  <a:pt x="0" y="80110"/>
                  <a:pt x="0" y="61450"/>
                </a:cubicBezTo>
                <a:cubicBezTo>
                  <a:pt x="0" y="43384"/>
                  <a:pt x="6140" y="28626"/>
                  <a:pt x="18420" y="17176"/>
                </a:cubicBezTo>
                <a:cubicBezTo>
                  <a:pt x="30697" y="5725"/>
                  <a:pt x="47971" y="0"/>
                  <a:pt x="70241" y="0"/>
                </a:cubicBezTo>
                <a:cubicBezTo>
                  <a:pt x="71595" y="0"/>
                  <a:pt x="73627" y="42"/>
                  <a:pt x="76336" y="127"/>
                </a:cubicBezTo>
                <a:lnTo>
                  <a:pt x="76336" y="100890"/>
                </a:lnTo>
                <a:cubicBezTo>
                  <a:pt x="91136" y="100042"/>
                  <a:pt x="102470" y="95844"/>
                  <a:pt x="110337" y="88295"/>
                </a:cubicBezTo>
                <a:cubicBezTo>
                  <a:pt x="118204" y="80746"/>
                  <a:pt x="122137" y="71331"/>
                  <a:pt x="122137" y="60051"/>
                </a:cubicBezTo>
                <a:cubicBezTo>
                  <a:pt x="122137" y="51654"/>
                  <a:pt x="119953" y="44487"/>
                  <a:pt x="115585" y="38550"/>
                </a:cubicBezTo>
                <a:cubicBezTo>
                  <a:pt x="111214" y="32612"/>
                  <a:pt x="104238" y="27905"/>
                  <a:pt x="94656" y="24427"/>
                </a:cubicBezTo>
                <a:moveTo>
                  <a:pt x="57252" y="99618"/>
                </a:moveTo>
                <a:lnTo>
                  <a:pt x="57252" y="24173"/>
                </a:lnTo>
                <a:cubicBezTo>
                  <a:pt x="46072" y="25191"/>
                  <a:pt x="37687" y="28075"/>
                  <a:pt x="32097" y="32824"/>
                </a:cubicBezTo>
                <a:cubicBezTo>
                  <a:pt x="23422" y="40119"/>
                  <a:pt x="19084" y="49576"/>
                  <a:pt x="19084" y="61196"/>
                </a:cubicBezTo>
                <a:cubicBezTo>
                  <a:pt x="19084" y="71713"/>
                  <a:pt x="22547" y="80555"/>
                  <a:pt x="29473" y="87722"/>
                </a:cubicBezTo>
                <a:cubicBezTo>
                  <a:pt x="36396" y="94889"/>
                  <a:pt x="45656" y="98855"/>
                  <a:pt x="57252" y="996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c">
            <a:extLst xmlns:a="http://schemas.openxmlformats.org/drawingml/2006/main">
              <a:ext uri="{FF2B5EF4-FFF2-40B4-BE49-F238E27FC236}">
                <a16:creationId xmlns:a16="http://schemas.microsoft.com/office/drawing/2014/main" id="{DC8E1A9B-4E73-4A02-BC24-D132266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458" y="1991220"/>
            <a:ext cx="141221" cy="117684"/>
          </a:xfrm>
          <a:custGeom xmlns:a="http://schemas.openxmlformats.org/drawingml/2006/main">
            <a:pathLst>
              <a:path w="141221" h="117684">
                <a:moveTo>
                  <a:pt x="88549" y="22519"/>
                </a:moveTo>
                <a:lnTo>
                  <a:pt x="91476" y="0"/>
                </a:lnTo>
                <a:cubicBezTo>
                  <a:pt x="107037" y="2460"/>
                  <a:pt x="119219" y="8757"/>
                  <a:pt x="128021" y="18893"/>
                </a:cubicBezTo>
                <a:cubicBezTo>
                  <a:pt x="136821" y="29029"/>
                  <a:pt x="141221" y="41476"/>
                  <a:pt x="141221" y="56234"/>
                </a:cubicBezTo>
                <a:cubicBezTo>
                  <a:pt x="141221" y="74724"/>
                  <a:pt x="135178" y="89588"/>
                  <a:pt x="123091" y="100827"/>
                </a:cubicBezTo>
                <a:cubicBezTo>
                  <a:pt x="111005" y="112065"/>
                  <a:pt x="93681" y="117684"/>
                  <a:pt x="71119" y="117684"/>
                </a:cubicBezTo>
                <a:cubicBezTo>
                  <a:pt x="56531" y="117684"/>
                  <a:pt x="43766" y="115267"/>
                  <a:pt x="32824" y="110432"/>
                </a:cubicBezTo>
                <a:cubicBezTo>
                  <a:pt x="21883" y="105598"/>
                  <a:pt x="13677" y="98240"/>
                  <a:pt x="8206" y="88359"/>
                </a:cubicBezTo>
                <a:cubicBezTo>
                  <a:pt x="2735" y="78477"/>
                  <a:pt x="0" y="67727"/>
                  <a:pt x="0" y="56107"/>
                </a:cubicBezTo>
                <a:cubicBezTo>
                  <a:pt x="0" y="41433"/>
                  <a:pt x="3723" y="29432"/>
                  <a:pt x="11168" y="20102"/>
                </a:cubicBezTo>
                <a:cubicBezTo>
                  <a:pt x="18611" y="10772"/>
                  <a:pt x="29180" y="4792"/>
                  <a:pt x="42875" y="2163"/>
                </a:cubicBezTo>
                <a:lnTo>
                  <a:pt x="46310" y="24427"/>
                </a:lnTo>
                <a:cubicBezTo>
                  <a:pt x="37277" y="26548"/>
                  <a:pt x="30481" y="30301"/>
                  <a:pt x="25922" y="35687"/>
                </a:cubicBezTo>
                <a:cubicBezTo>
                  <a:pt x="21363" y="41073"/>
                  <a:pt x="19084" y="47583"/>
                  <a:pt x="19084" y="55216"/>
                </a:cubicBezTo>
                <a:cubicBezTo>
                  <a:pt x="19084" y="66751"/>
                  <a:pt x="23199" y="76124"/>
                  <a:pt x="31429" y="83333"/>
                </a:cubicBezTo>
                <a:cubicBezTo>
                  <a:pt x="39656" y="90543"/>
                  <a:pt x="52674" y="94147"/>
                  <a:pt x="70483" y="94147"/>
                </a:cubicBezTo>
                <a:cubicBezTo>
                  <a:pt x="88547" y="94147"/>
                  <a:pt x="101672" y="90670"/>
                  <a:pt x="109860" y="83715"/>
                </a:cubicBezTo>
                <a:cubicBezTo>
                  <a:pt x="118045" y="76760"/>
                  <a:pt x="122137" y="67684"/>
                  <a:pt x="122137" y="56488"/>
                </a:cubicBezTo>
                <a:cubicBezTo>
                  <a:pt x="122137" y="47498"/>
                  <a:pt x="119391" y="39991"/>
                  <a:pt x="113899" y="33969"/>
                </a:cubicBezTo>
                <a:cubicBezTo>
                  <a:pt x="108407" y="27947"/>
                  <a:pt x="99957" y="24131"/>
                  <a:pt x="88549" y="225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k">
            <a:extLst xmlns:a="http://schemas.openxmlformats.org/drawingml/2006/main">
              <a:ext uri="{FF2B5EF4-FFF2-40B4-BE49-F238E27FC236}">
                <a16:creationId xmlns:a16="http://schemas.microsoft.com/office/drawing/2014/main" id="{B4C514AF-881D-442D-96E4-065BD04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12" y="1859540"/>
            <a:ext cx="186513" cy="111959"/>
          </a:xfrm>
          <a:custGeom xmlns:a="http://schemas.openxmlformats.org/drawingml/2006/main">
            <a:pathLst>
              <a:path w="186513" h="111959">
                <a:moveTo>
                  <a:pt x="186513" y="111959"/>
                </a:moveTo>
                <a:lnTo>
                  <a:pt x="0" y="111959"/>
                </a:lnTo>
                <a:lnTo>
                  <a:pt x="0" y="89058"/>
                </a:lnTo>
                <a:lnTo>
                  <a:pt x="106361" y="89058"/>
                </a:lnTo>
                <a:lnTo>
                  <a:pt x="51399" y="34860"/>
                </a:lnTo>
                <a:lnTo>
                  <a:pt x="51399" y="5216"/>
                </a:lnTo>
                <a:lnTo>
                  <a:pt x="101526" y="56870"/>
                </a:lnTo>
                <a:lnTo>
                  <a:pt x="186513" y="0"/>
                </a:lnTo>
                <a:lnTo>
                  <a:pt x="186513" y="28244"/>
                </a:lnTo>
                <a:lnTo>
                  <a:pt x="117430" y="72901"/>
                </a:lnTo>
                <a:lnTo>
                  <a:pt x="132951" y="89058"/>
                </a:lnTo>
                <a:lnTo>
                  <a:pt x="186513" y="89058"/>
                </a:lnTo>
                <a:lnTo>
                  <a:pt x="186513" y="111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p">
            <a:extLst xmlns:a="http://schemas.openxmlformats.org/drawingml/2006/main">
              <a:ext uri="{FF2B5EF4-FFF2-40B4-BE49-F238E27FC236}">
                <a16:creationId xmlns:a16="http://schemas.microsoft.com/office/drawing/2014/main" id="{3AAE109A-3362-430E-B118-05C724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458" y="1724045"/>
            <a:ext cx="190076" cy="117302"/>
          </a:xfrm>
          <a:custGeom xmlns:a="http://schemas.openxmlformats.org/drawingml/2006/main">
            <a:pathLst>
              <a:path w="190076" h="117302">
                <a:moveTo>
                  <a:pt x="190076" y="117302"/>
                </a:moveTo>
                <a:lnTo>
                  <a:pt x="3053" y="117302"/>
                </a:lnTo>
                <a:lnTo>
                  <a:pt x="3053" y="96437"/>
                </a:lnTo>
                <a:lnTo>
                  <a:pt x="20483" y="96437"/>
                </a:lnTo>
                <a:cubicBezTo>
                  <a:pt x="13656" y="91518"/>
                  <a:pt x="8535" y="85962"/>
                  <a:pt x="5121" y="79771"/>
                </a:cubicBezTo>
                <a:cubicBezTo>
                  <a:pt x="1707" y="73579"/>
                  <a:pt x="0" y="66073"/>
                  <a:pt x="0" y="57252"/>
                </a:cubicBezTo>
                <a:cubicBezTo>
                  <a:pt x="0" y="45717"/>
                  <a:pt x="2969" y="35538"/>
                  <a:pt x="8906" y="26717"/>
                </a:cubicBezTo>
                <a:cubicBezTo>
                  <a:pt x="14843" y="17896"/>
                  <a:pt x="23219" y="11238"/>
                  <a:pt x="34033" y="6743"/>
                </a:cubicBezTo>
                <a:cubicBezTo>
                  <a:pt x="44847" y="2248"/>
                  <a:pt x="56700" y="0"/>
                  <a:pt x="69593" y="0"/>
                </a:cubicBezTo>
                <a:cubicBezTo>
                  <a:pt x="83418" y="0"/>
                  <a:pt x="95865" y="2481"/>
                  <a:pt x="106934" y="7443"/>
                </a:cubicBezTo>
                <a:cubicBezTo>
                  <a:pt x="118002" y="12405"/>
                  <a:pt x="126484" y="19614"/>
                  <a:pt x="132379" y="29071"/>
                </a:cubicBezTo>
                <a:cubicBezTo>
                  <a:pt x="138274" y="38528"/>
                  <a:pt x="141221" y="48473"/>
                  <a:pt x="141221" y="58906"/>
                </a:cubicBezTo>
                <a:cubicBezTo>
                  <a:pt x="141221" y="66539"/>
                  <a:pt x="139588" y="73388"/>
                  <a:pt x="136323" y="79453"/>
                </a:cubicBezTo>
                <a:cubicBezTo>
                  <a:pt x="133055" y="85517"/>
                  <a:pt x="128928" y="90500"/>
                  <a:pt x="123942" y="94402"/>
                </a:cubicBezTo>
                <a:lnTo>
                  <a:pt x="190076" y="94402"/>
                </a:lnTo>
                <a:lnTo>
                  <a:pt x="190076" y="117302"/>
                </a:lnTo>
                <a:moveTo>
                  <a:pt x="71183" y="96565"/>
                </a:moveTo>
                <a:cubicBezTo>
                  <a:pt x="88549" y="96565"/>
                  <a:pt x="101383" y="93045"/>
                  <a:pt x="109685" y="86005"/>
                </a:cubicBezTo>
                <a:cubicBezTo>
                  <a:pt x="117986" y="78965"/>
                  <a:pt x="122137" y="70441"/>
                  <a:pt x="122137" y="60432"/>
                </a:cubicBezTo>
                <a:cubicBezTo>
                  <a:pt x="122137" y="50254"/>
                  <a:pt x="117838" y="41539"/>
                  <a:pt x="109240" y="34287"/>
                </a:cubicBezTo>
                <a:cubicBezTo>
                  <a:pt x="100641" y="27036"/>
                  <a:pt x="87320" y="23410"/>
                  <a:pt x="69275" y="23410"/>
                </a:cubicBezTo>
                <a:cubicBezTo>
                  <a:pt x="52078" y="23410"/>
                  <a:pt x="39202" y="26951"/>
                  <a:pt x="30646" y="34033"/>
                </a:cubicBezTo>
                <a:cubicBezTo>
                  <a:pt x="22090" y="41115"/>
                  <a:pt x="17812" y="49576"/>
                  <a:pt x="17812" y="59415"/>
                </a:cubicBezTo>
                <a:cubicBezTo>
                  <a:pt x="17812" y="69169"/>
                  <a:pt x="22365" y="77799"/>
                  <a:pt x="31473" y="85305"/>
                </a:cubicBezTo>
                <a:cubicBezTo>
                  <a:pt x="40580" y="92811"/>
                  <a:pt x="53817" y="96565"/>
                  <a:pt x="71183" y="96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o">
            <a:extLst xmlns:a="http://schemas.openxmlformats.org/drawingml/2006/main">
              <a:ext uri="{FF2B5EF4-FFF2-40B4-BE49-F238E27FC236}">
                <a16:creationId xmlns:a16="http://schemas.microsoft.com/office/drawing/2014/main" id="{984F2D0E-6D2D-4B16-8119-047E19E1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458" y="1578410"/>
            <a:ext cx="141221" cy="126590"/>
          </a:xfrm>
          <a:custGeom xmlns:a="http://schemas.openxmlformats.org/drawingml/2006/main">
            <a:pathLst>
              <a:path w="141221" h="126590">
                <a:moveTo>
                  <a:pt x="70611" y="126590"/>
                </a:moveTo>
                <a:cubicBezTo>
                  <a:pt x="45589" y="126590"/>
                  <a:pt x="27057" y="119635"/>
                  <a:pt x="15013" y="105725"/>
                </a:cubicBezTo>
                <a:cubicBezTo>
                  <a:pt x="5004" y="94105"/>
                  <a:pt x="0" y="79940"/>
                  <a:pt x="0" y="63231"/>
                </a:cubicBezTo>
                <a:cubicBezTo>
                  <a:pt x="0" y="44656"/>
                  <a:pt x="6086" y="29474"/>
                  <a:pt x="18257" y="17684"/>
                </a:cubicBezTo>
                <a:cubicBezTo>
                  <a:pt x="30428" y="5895"/>
                  <a:pt x="47243" y="0"/>
                  <a:pt x="68702" y="0"/>
                </a:cubicBezTo>
                <a:cubicBezTo>
                  <a:pt x="86090" y="0"/>
                  <a:pt x="99766" y="2608"/>
                  <a:pt x="109733" y="7824"/>
                </a:cubicBezTo>
                <a:cubicBezTo>
                  <a:pt x="119699" y="13041"/>
                  <a:pt x="127438" y="20632"/>
                  <a:pt x="132951" y="30598"/>
                </a:cubicBezTo>
                <a:cubicBezTo>
                  <a:pt x="138464" y="40564"/>
                  <a:pt x="141221" y="51442"/>
                  <a:pt x="141221" y="63231"/>
                </a:cubicBezTo>
                <a:cubicBezTo>
                  <a:pt x="141221" y="82146"/>
                  <a:pt x="135157" y="97434"/>
                  <a:pt x="123028" y="109096"/>
                </a:cubicBezTo>
                <a:cubicBezTo>
                  <a:pt x="110899" y="120759"/>
                  <a:pt x="93426" y="126590"/>
                  <a:pt x="70611" y="126590"/>
                </a:cubicBezTo>
                <a:moveTo>
                  <a:pt x="70547" y="103053"/>
                </a:moveTo>
                <a:cubicBezTo>
                  <a:pt x="87786" y="103053"/>
                  <a:pt x="100694" y="99279"/>
                  <a:pt x="109271" y="91730"/>
                </a:cubicBezTo>
                <a:cubicBezTo>
                  <a:pt x="117849" y="84181"/>
                  <a:pt x="122137" y="74682"/>
                  <a:pt x="122137" y="63231"/>
                </a:cubicBezTo>
                <a:cubicBezTo>
                  <a:pt x="122137" y="51866"/>
                  <a:pt x="117827" y="42409"/>
                  <a:pt x="109208" y="34860"/>
                </a:cubicBezTo>
                <a:cubicBezTo>
                  <a:pt x="100588" y="27311"/>
                  <a:pt x="87448" y="23537"/>
                  <a:pt x="69788" y="23537"/>
                </a:cubicBezTo>
                <a:cubicBezTo>
                  <a:pt x="53139" y="23537"/>
                  <a:pt x="40527" y="27332"/>
                  <a:pt x="31950" y="34924"/>
                </a:cubicBezTo>
                <a:cubicBezTo>
                  <a:pt x="23373" y="42515"/>
                  <a:pt x="19084" y="51951"/>
                  <a:pt x="19084" y="63231"/>
                </a:cubicBezTo>
                <a:cubicBezTo>
                  <a:pt x="19084" y="74682"/>
                  <a:pt x="23351" y="84181"/>
                  <a:pt x="31886" y="91730"/>
                </a:cubicBezTo>
                <a:cubicBezTo>
                  <a:pt x="40421" y="99279"/>
                  <a:pt x="53308" y="103053"/>
                  <a:pt x="70547" y="1030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i">
            <a:extLst xmlns:a="http://schemas.openxmlformats.org/drawingml/2006/main">
              <a:ext uri="{FF2B5EF4-FFF2-40B4-BE49-F238E27FC236}">
                <a16:creationId xmlns:a16="http://schemas.microsoft.com/office/drawing/2014/main" id="{77DDC131-481D-4E83-B898-CEF2260D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12" y="1528578"/>
            <a:ext cx="186513" cy="22901"/>
          </a:xfrm>
          <a:custGeom xmlns:a="http://schemas.openxmlformats.org/drawingml/2006/main">
            <a:pathLst>
              <a:path w="186513" h="22901">
                <a:moveTo>
                  <a:pt x="26463" y="22901"/>
                </a:moveTo>
                <a:lnTo>
                  <a:pt x="0" y="22901"/>
                </a:lnTo>
                <a:lnTo>
                  <a:pt x="0" y="0"/>
                </a:lnTo>
                <a:lnTo>
                  <a:pt x="26463" y="0"/>
                </a:lnTo>
                <a:lnTo>
                  <a:pt x="26463" y="22901"/>
                </a:lnTo>
                <a:moveTo>
                  <a:pt x="186513" y="22901"/>
                </a:moveTo>
                <a:lnTo>
                  <a:pt x="51399" y="22901"/>
                </a:lnTo>
                <a:lnTo>
                  <a:pt x="51399" y="0"/>
                </a:lnTo>
                <a:lnTo>
                  <a:pt x="186513" y="0"/>
                </a:lnTo>
                <a:lnTo>
                  <a:pt x="186513" y="22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n">
            <a:extLst xmlns:a="http://schemas.openxmlformats.org/drawingml/2006/main">
              <a:ext uri="{FF2B5EF4-FFF2-40B4-BE49-F238E27FC236}">
                <a16:creationId xmlns:a16="http://schemas.microsoft.com/office/drawing/2014/main" id="{F9D5CA56-D526-478B-81EC-985CD7F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458" y="1383965"/>
            <a:ext cx="138168" cy="109796"/>
          </a:xfrm>
          <a:custGeom xmlns:a="http://schemas.openxmlformats.org/drawingml/2006/main">
            <a:pathLst>
              <a:path w="138168" h="109796">
                <a:moveTo>
                  <a:pt x="138168" y="109796"/>
                </a:moveTo>
                <a:lnTo>
                  <a:pt x="3053" y="109796"/>
                </a:lnTo>
                <a:lnTo>
                  <a:pt x="3053" y="89186"/>
                </a:lnTo>
                <a:lnTo>
                  <a:pt x="22137" y="89186"/>
                </a:lnTo>
                <a:cubicBezTo>
                  <a:pt x="7379" y="79262"/>
                  <a:pt x="0" y="64928"/>
                  <a:pt x="0" y="46183"/>
                </a:cubicBezTo>
                <a:cubicBezTo>
                  <a:pt x="0" y="38041"/>
                  <a:pt x="1463" y="30555"/>
                  <a:pt x="4389" y="23728"/>
                </a:cubicBezTo>
                <a:cubicBezTo>
                  <a:pt x="7316" y="16900"/>
                  <a:pt x="11153" y="11790"/>
                  <a:pt x="15903" y="8397"/>
                </a:cubicBezTo>
                <a:cubicBezTo>
                  <a:pt x="20653" y="5004"/>
                  <a:pt x="26293" y="2629"/>
                  <a:pt x="32824" y="1272"/>
                </a:cubicBezTo>
                <a:cubicBezTo>
                  <a:pt x="37065" y="424"/>
                  <a:pt x="44487" y="0"/>
                  <a:pt x="55089" y="0"/>
                </a:cubicBezTo>
                <a:lnTo>
                  <a:pt x="138168" y="0"/>
                </a:lnTo>
                <a:lnTo>
                  <a:pt x="138168" y="22901"/>
                </a:lnTo>
                <a:lnTo>
                  <a:pt x="55892" y="22901"/>
                </a:lnTo>
                <a:cubicBezTo>
                  <a:pt x="46552" y="22901"/>
                  <a:pt x="39567" y="23791"/>
                  <a:pt x="34939" y="25572"/>
                </a:cubicBezTo>
                <a:cubicBezTo>
                  <a:pt x="30312" y="27354"/>
                  <a:pt x="26618" y="30513"/>
                  <a:pt x="23859" y="35051"/>
                </a:cubicBezTo>
                <a:cubicBezTo>
                  <a:pt x="21100" y="39589"/>
                  <a:pt x="19720" y="44911"/>
                  <a:pt x="19720" y="51018"/>
                </a:cubicBezTo>
                <a:cubicBezTo>
                  <a:pt x="19720" y="60772"/>
                  <a:pt x="22820" y="69190"/>
                  <a:pt x="29019" y="76272"/>
                </a:cubicBezTo>
                <a:cubicBezTo>
                  <a:pt x="35216" y="83354"/>
                  <a:pt x="46976" y="86895"/>
                  <a:pt x="64297" y="86895"/>
                </a:cubicBezTo>
                <a:lnTo>
                  <a:pt x="138168" y="86895"/>
                </a:lnTo>
                <a:lnTo>
                  <a:pt x="138168" y="10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t">
            <a:extLst xmlns:a="http://schemas.openxmlformats.org/drawingml/2006/main">
              <a:ext uri="{FF2B5EF4-FFF2-40B4-BE49-F238E27FC236}">
                <a16:creationId xmlns:a16="http://schemas.microsoft.com/office/drawing/2014/main" id="{9BAE4B51-28DC-4220-872D-0A593FA3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183" y="1295583"/>
            <a:ext cx="184223" cy="65903"/>
          </a:xfrm>
          <a:custGeom xmlns:a="http://schemas.openxmlformats.org/drawingml/2006/main">
            <a:pathLst>
              <a:path w="184223" h="65903">
                <a:moveTo>
                  <a:pt x="162213" y="3308"/>
                </a:moveTo>
                <a:lnTo>
                  <a:pt x="182442" y="0"/>
                </a:lnTo>
                <a:cubicBezTo>
                  <a:pt x="183630" y="6446"/>
                  <a:pt x="184223" y="12214"/>
                  <a:pt x="184223" y="17303"/>
                </a:cubicBezTo>
                <a:cubicBezTo>
                  <a:pt x="184223" y="25615"/>
                  <a:pt x="182909" y="32061"/>
                  <a:pt x="180279" y="36641"/>
                </a:cubicBezTo>
                <a:cubicBezTo>
                  <a:pt x="177650" y="41221"/>
                  <a:pt x="174194" y="44444"/>
                  <a:pt x="169910" y="46310"/>
                </a:cubicBezTo>
                <a:cubicBezTo>
                  <a:pt x="165627" y="48176"/>
                  <a:pt x="156615" y="49109"/>
                  <a:pt x="142875" y="49109"/>
                </a:cubicBezTo>
                <a:lnTo>
                  <a:pt x="65140" y="49109"/>
                </a:lnTo>
                <a:lnTo>
                  <a:pt x="65140" y="65903"/>
                </a:lnTo>
                <a:lnTo>
                  <a:pt x="47328" y="65903"/>
                </a:lnTo>
                <a:lnTo>
                  <a:pt x="47328" y="49109"/>
                </a:lnTo>
                <a:lnTo>
                  <a:pt x="13776" y="49109"/>
                </a:lnTo>
                <a:lnTo>
                  <a:pt x="0" y="26336"/>
                </a:lnTo>
                <a:lnTo>
                  <a:pt x="47328" y="26336"/>
                </a:lnTo>
                <a:lnTo>
                  <a:pt x="47328" y="3308"/>
                </a:lnTo>
                <a:lnTo>
                  <a:pt x="65140" y="3308"/>
                </a:lnTo>
                <a:lnTo>
                  <a:pt x="65140" y="26336"/>
                </a:lnTo>
                <a:lnTo>
                  <a:pt x="144147" y="26336"/>
                </a:lnTo>
                <a:cubicBezTo>
                  <a:pt x="150678" y="26336"/>
                  <a:pt x="154877" y="25933"/>
                  <a:pt x="156743" y="25127"/>
                </a:cubicBezTo>
                <a:cubicBezTo>
                  <a:pt x="158609" y="24321"/>
                  <a:pt x="160093" y="23007"/>
                  <a:pt x="161195" y="21183"/>
                </a:cubicBezTo>
                <a:cubicBezTo>
                  <a:pt x="162298" y="19360"/>
                  <a:pt x="162849" y="16751"/>
                  <a:pt x="162849" y="13359"/>
                </a:cubicBezTo>
                <a:cubicBezTo>
                  <a:pt x="162849" y="10814"/>
                  <a:pt x="162637" y="7464"/>
                  <a:pt x="162213" y="33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04586-23FE-4784-BC42-9C0DB8D3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471" y="2173200"/>
            <a:ext cx="484640" cy="1140598"/>
          </a:xfrm>
          <a:custGeom xmlns:a="http://schemas.openxmlformats.org/drawingml/2006/main">
            <a:pathLst>
              <a:path w="484640" h="1140598" fill="none">
                <a:moveTo>
                  <a:pt x="0" y="0"/>
                </a:moveTo>
                <a:lnTo>
                  <a:pt x="484640" y="1140598"/>
                </a:lnTo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48FAC-2AC5-4895-8BDF-03C8219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644" y="3294038"/>
            <a:ext cx="105961" cy="159592"/>
          </a:xfrm>
          <a:custGeom xmlns:a="http://schemas.openxmlformats.org/drawingml/2006/main">
            <a:pathLst>
              <a:path w="105961" h="159592">
                <a:moveTo>
                  <a:pt x="105961" y="159592"/>
                </a:moveTo>
                <a:lnTo>
                  <a:pt x="0" y="39518"/>
                </a:lnTo>
                <a:lnTo>
                  <a:pt x="93150" y="0"/>
                </a:lnTo>
                <a:lnTo>
                  <a:pt x="105961" y="159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322FD-9A1E-4541-9E3A-C91EB33A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644" y="3294038"/>
            <a:ext cx="105961" cy="159592"/>
          </a:xfrm>
          <a:custGeom xmlns:a="http://schemas.openxmlformats.org/drawingml/2006/main">
            <a:pathLst>
              <a:path w="105961" h="159592" fill="none">
                <a:moveTo>
                  <a:pt x="105961" y="159592"/>
                </a:moveTo>
                <a:lnTo>
                  <a:pt x="0" y="39518"/>
                </a:lnTo>
                <a:lnTo>
                  <a:pt x="93150" y="0"/>
                </a:lnTo>
                <a:lnTo>
                  <a:pt x="105961" y="1595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3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CFBA4-7531-447E-A9BF-B782F12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158" y="3584562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8" y="150112"/>
                </a:cubicBezTo>
                <a:cubicBezTo>
                  <a:pt x="203358" y="163413"/>
                  <a:pt x="195513" y="175154"/>
                  <a:pt x="185334" y="185334"/>
                </a:cubicBezTo>
                <a:cubicBezTo>
                  <a:pt x="175153" y="195514"/>
                  <a:pt x="163412" y="203358"/>
                  <a:pt x="150112" y="208868"/>
                </a:cubicBezTo>
                <a:cubicBezTo>
                  <a:pt x="136811" y="214377"/>
                  <a:pt x="122963" y="217132"/>
                  <a:pt x="108567" y="217133"/>
                </a:cubicBezTo>
                <a:cubicBezTo>
                  <a:pt x="94170" y="217132"/>
                  <a:pt x="80320" y="214377"/>
                  <a:pt x="67019" y="208868"/>
                </a:cubicBezTo>
                <a:cubicBezTo>
                  <a:pt x="53718" y="203358"/>
                  <a:pt x="41977" y="195514"/>
                  <a:pt x="31798" y="185334"/>
                </a:cubicBezTo>
                <a:cubicBezTo>
                  <a:pt x="21617" y="175154"/>
                  <a:pt x="13772" y="163413"/>
                  <a:pt x="8264" y="150112"/>
                </a:cubicBezTo>
                <a:cubicBezTo>
                  <a:pt x="2754" y="136812"/>
                  <a:pt x="0" y="122963"/>
                  <a:pt x="0" y="108566"/>
                </a:cubicBezTo>
                <a:cubicBezTo>
                  <a:pt x="0" y="94169"/>
                  <a:pt x="2754" y="80320"/>
                  <a:pt x="8264" y="67019"/>
                </a:cubicBezTo>
                <a:cubicBezTo>
                  <a:pt x="13772" y="53718"/>
                  <a:pt x="21617" y="41978"/>
                  <a:pt x="31798" y="31798"/>
                </a:cubicBezTo>
                <a:cubicBezTo>
                  <a:pt x="41977" y="21618"/>
                  <a:pt x="53718" y="13773"/>
                  <a:pt x="67019" y="8264"/>
                </a:cubicBezTo>
                <a:cubicBezTo>
                  <a:pt x="80320" y="2755"/>
                  <a:pt x="94170" y="0"/>
                  <a:pt x="108567" y="0"/>
                </a:cubicBezTo>
                <a:cubicBezTo>
                  <a:pt x="122963" y="0"/>
                  <a:pt x="136811" y="2755"/>
                  <a:pt x="150112" y="8264"/>
                </a:cubicBezTo>
                <a:cubicBezTo>
                  <a:pt x="163412" y="13773"/>
                  <a:pt x="175153" y="21618"/>
                  <a:pt x="185334" y="31798"/>
                </a:cubicBezTo>
                <a:cubicBezTo>
                  <a:pt x="195513" y="41978"/>
                  <a:pt x="203358" y="53718"/>
                  <a:pt x="208867" y="67019"/>
                </a:cubicBezTo>
                <a:cubicBezTo>
                  <a:pt x="214377" y="80320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8">
            <a:extLst xmlns:a="http://schemas.openxmlformats.org/drawingml/2006/main">
              <a:ext uri="{FF2B5EF4-FFF2-40B4-BE49-F238E27FC236}">
                <a16:creationId xmlns:a16="http://schemas.microsoft.com/office/drawing/2014/main" id="{FB1C6AD6-56CC-4E83-A8E8-138E024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620" y="3616453"/>
            <a:ext cx="71543" cy="111323"/>
          </a:xfrm>
          <a:custGeom xmlns:a="http://schemas.openxmlformats.org/drawingml/2006/main">
            <a:pathLst>
              <a:path w="71543" h="111323">
                <a:moveTo>
                  <a:pt x="18183" y="50506"/>
                </a:moveTo>
                <a:cubicBezTo>
                  <a:pt x="12790" y="48231"/>
                  <a:pt x="8869" y="45104"/>
                  <a:pt x="6420" y="41125"/>
                </a:cubicBezTo>
                <a:cubicBezTo>
                  <a:pt x="3971" y="37145"/>
                  <a:pt x="2746" y="32781"/>
                  <a:pt x="2746" y="28035"/>
                </a:cubicBezTo>
                <a:cubicBezTo>
                  <a:pt x="2746" y="19925"/>
                  <a:pt x="5579" y="13226"/>
                  <a:pt x="11244" y="7936"/>
                </a:cubicBezTo>
                <a:cubicBezTo>
                  <a:pt x="16909" y="2645"/>
                  <a:pt x="24961" y="0"/>
                  <a:pt x="35401" y="0"/>
                </a:cubicBezTo>
                <a:cubicBezTo>
                  <a:pt x="45741" y="0"/>
                  <a:pt x="53769" y="2645"/>
                  <a:pt x="59484" y="7936"/>
                </a:cubicBezTo>
                <a:cubicBezTo>
                  <a:pt x="65198" y="13226"/>
                  <a:pt x="68055" y="19925"/>
                  <a:pt x="68055" y="28035"/>
                </a:cubicBezTo>
                <a:cubicBezTo>
                  <a:pt x="68055" y="33077"/>
                  <a:pt x="66744" y="37564"/>
                  <a:pt x="64122" y="41496"/>
                </a:cubicBezTo>
                <a:cubicBezTo>
                  <a:pt x="61500" y="45426"/>
                  <a:pt x="57814" y="48429"/>
                  <a:pt x="53064" y="50506"/>
                </a:cubicBezTo>
                <a:cubicBezTo>
                  <a:pt x="59100" y="52938"/>
                  <a:pt x="63689" y="56486"/>
                  <a:pt x="66831" y="61151"/>
                </a:cubicBezTo>
                <a:cubicBezTo>
                  <a:pt x="69973" y="65816"/>
                  <a:pt x="71543" y="71200"/>
                  <a:pt x="71543" y="77304"/>
                </a:cubicBezTo>
                <a:cubicBezTo>
                  <a:pt x="71543" y="87378"/>
                  <a:pt x="68340" y="95566"/>
                  <a:pt x="61933" y="101870"/>
                </a:cubicBezTo>
                <a:cubicBezTo>
                  <a:pt x="55525" y="108172"/>
                  <a:pt x="47003" y="111323"/>
                  <a:pt x="36365" y="111323"/>
                </a:cubicBezTo>
                <a:cubicBezTo>
                  <a:pt x="26470" y="111323"/>
                  <a:pt x="18232" y="108718"/>
                  <a:pt x="11652" y="103507"/>
                </a:cubicBezTo>
                <a:cubicBezTo>
                  <a:pt x="3884" y="97353"/>
                  <a:pt x="0" y="88917"/>
                  <a:pt x="0" y="78197"/>
                </a:cubicBezTo>
                <a:cubicBezTo>
                  <a:pt x="0" y="72291"/>
                  <a:pt x="1460" y="66869"/>
                  <a:pt x="4379" y="61933"/>
                </a:cubicBezTo>
                <a:cubicBezTo>
                  <a:pt x="7298" y="56994"/>
                  <a:pt x="11899" y="53185"/>
                  <a:pt x="18183" y="50506"/>
                </a:cubicBezTo>
                <a:moveTo>
                  <a:pt x="22487" y="29575"/>
                </a:moveTo>
                <a:cubicBezTo>
                  <a:pt x="22487" y="33720"/>
                  <a:pt x="23662" y="36952"/>
                  <a:pt x="26012" y="39271"/>
                </a:cubicBezTo>
                <a:cubicBezTo>
                  <a:pt x="28363" y="41589"/>
                  <a:pt x="31492" y="42748"/>
                  <a:pt x="35401" y="42748"/>
                </a:cubicBezTo>
                <a:cubicBezTo>
                  <a:pt x="39359" y="42748"/>
                  <a:pt x="42525" y="41577"/>
                  <a:pt x="44900" y="39234"/>
                </a:cubicBezTo>
                <a:cubicBezTo>
                  <a:pt x="47275" y="36890"/>
                  <a:pt x="48463" y="33646"/>
                  <a:pt x="48463" y="29501"/>
                </a:cubicBezTo>
                <a:cubicBezTo>
                  <a:pt x="48463" y="25603"/>
                  <a:pt x="47287" y="22483"/>
                  <a:pt x="44937" y="20140"/>
                </a:cubicBezTo>
                <a:cubicBezTo>
                  <a:pt x="42587" y="17796"/>
                  <a:pt x="39483" y="16624"/>
                  <a:pt x="35623" y="16624"/>
                </a:cubicBezTo>
                <a:cubicBezTo>
                  <a:pt x="31616" y="16624"/>
                  <a:pt x="28424" y="17809"/>
                  <a:pt x="26050" y="20177"/>
                </a:cubicBezTo>
                <a:cubicBezTo>
                  <a:pt x="23675" y="22544"/>
                  <a:pt x="22487" y="25677"/>
                  <a:pt x="22487" y="29575"/>
                </a:cubicBezTo>
                <a:moveTo>
                  <a:pt x="20558" y="76177"/>
                </a:moveTo>
                <a:cubicBezTo>
                  <a:pt x="20558" y="81954"/>
                  <a:pt x="22030" y="86460"/>
                  <a:pt x="24973" y="89696"/>
                </a:cubicBezTo>
                <a:cubicBezTo>
                  <a:pt x="27917" y="92932"/>
                  <a:pt x="31591" y="94550"/>
                  <a:pt x="35994" y="94550"/>
                </a:cubicBezTo>
                <a:cubicBezTo>
                  <a:pt x="40299" y="94550"/>
                  <a:pt x="43861" y="92995"/>
                  <a:pt x="46681" y="89884"/>
                </a:cubicBezTo>
                <a:cubicBezTo>
                  <a:pt x="49502" y="86772"/>
                  <a:pt x="50912" y="82277"/>
                  <a:pt x="50912" y="76400"/>
                </a:cubicBezTo>
                <a:cubicBezTo>
                  <a:pt x="50912" y="71271"/>
                  <a:pt x="49477" y="67152"/>
                  <a:pt x="46607" y="64041"/>
                </a:cubicBezTo>
                <a:cubicBezTo>
                  <a:pt x="43738" y="60928"/>
                  <a:pt x="40101" y="59372"/>
                  <a:pt x="35698" y="59372"/>
                </a:cubicBezTo>
                <a:cubicBezTo>
                  <a:pt x="30601" y="59372"/>
                  <a:pt x="26804" y="61140"/>
                  <a:pt x="24305" y="64676"/>
                </a:cubicBezTo>
                <a:cubicBezTo>
                  <a:pt x="21807" y="68211"/>
                  <a:pt x="20558" y="72044"/>
                  <a:pt x="20558" y="761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checkpoint">
            <a:extLst xmlns:a="http://schemas.openxmlformats.org/drawingml/2006/main">
              <a:ext uri="{FF2B5EF4-FFF2-40B4-BE49-F238E27FC236}">
                <a16:creationId xmlns:a16="http://schemas.microsoft.com/office/drawing/2014/main" id="{E36AE62B-CA7C-4858-9AEF-0DC4E12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273" y="3859497"/>
            <a:ext cx="1182995" cy="187786"/>
          </a:xfrm>
          <a:custGeom xmlns:a="http://schemas.openxmlformats.org/drawingml/2006/main">
            <a:pathLst>
              <a:path w="1182995" h="187786">
                <a:moveTo>
                  <a:pt x="63645" y="151335"/>
                </a:moveTo>
                <a:cubicBezTo>
                  <a:pt x="54294" y="151335"/>
                  <a:pt x="45754" y="150222"/>
                  <a:pt x="38025" y="147996"/>
                </a:cubicBezTo>
                <a:cubicBezTo>
                  <a:pt x="30296" y="145769"/>
                  <a:pt x="23569" y="142334"/>
                  <a:pt x="17843" y="137690"/>
                </a:cubicBezTo>
                <a:cubicBezTo>
                  <a:pt x="12182" y="133047"/>
                  <a:pt x="7793" y="127194"/>
                  <a:pt x="4676" y="120133"/>
                </a:cubicBezTo>
                <a:cubicBezTo>
                  <a:pt x="1559" y="113072"/>
                  <a:pt x="0" y="104803"/>
                  <a:pt x="0" y="95324"/>
                </a:cubicBezTo>
                <a:cubicBezTo>
                  <a:pt x="0" y="85337"/>
                  <a:pt x="1670" y="76717"/>
                  <a:pt x="5010" y="69465"/>
                </a:cubicBezTo>
                <a:cubicBezTo>
                  <a:pt x="8349" y="62214"/>
                  <a:pt x="13009" y="56202"/>
                  <a:pt x="18989" y="51431"/>
                </a:cubicBezTo>
                <a:cubicBezTo>
                  <a:pt x="24777" y="46915"/>
                  <a:pt x="31457" y="43607"/>
                  <a:pt x="39027" y="41508"/>
                </a:cubicBezTo>
                <a:cubicBezTo>
                  <a:pt x="46597" y="39408"/>
                  <a:pt x="54453" y="38359"/>
                  <a:pt x="62595" y="38359"/>
                </a:cubicBezTo>
                <a:cubicBezTo>
                  <a:pt x="69911" y="38359"/>
                  <a:pt x="76654" y="39152"/>
                  <a:pt x="82824" y="40738"/>
                </a:cubicBezTo>
                <a:cubicBezTo>
                  <a:pt x="88995" y="42325"/>
                  <a:pt x="94752" y="44387"/>
                  <a:pt x="100095" y="46926"/>
                </a:cubicBezTo>
                <a:lnTo>
                  <a:pt x="100095" y="76145"/>
                </a:lnTo>
                <a:lnTo>
                  <a:pt x="95229" y="76145"/>
                </a:lnTo>
                <a:cubicBezTo>
                  <a:pt x="93893" y="75016"/>
                  <a:pt x="92287" y="73699"/>
                  <a:pt x="90410" y="72194"/>
                </a:cubicBezTo>
                <a:cubicBezTo>
                  <a:pt x="88533" y="70689"/>
                  <a:pt x="86228" y="69216"/>
                  <a:pt x="83492" y="67775"/>
                </a:cubicBezTo>
                <a:cubicBezTo>
                  <a:pt x="80884" y="66395"/>
                  <a:pt x="78021" y="65251"/>
                  <a:pt x="74904" y="64343"/>
                </a:cubicBezTo>
                <a:cubicBezTo>
                  <a:pt x="71787" y="63432"/>
                  <a:pt x="68161" y="62977"/>
                  <a:pt x="64027" y="62977"/>
                </a:cubicBezTo>
                <a:cubicBezTo>
                  <a:pt x="54866" y="62977"/>
                  <a:pt x="47821" y="65879"/>
                  <a:pt x="42891" y="71684"/>
                </a:cubicBezTo>
                <a:cubicBezTo>
                  <a:pt x="37961" y="77487"/>
                  <a:pt x="35496" y="85367"/>
                  <a:pt x="35496" y="95324"/>
                </a:cubicBezTo>
                <a:cubicBezTo>
                  <a:pt x="35496" y="105598"/>
                  <a:pt x="38025" y="113398"/>
                  <a:pt x="43082" y="118726"/>
                </a:cubicBezTo>
                <a:cubicBezTo>
                  <a:pt x="48139" y="124053"/>
                  <a:pt x="55312" y="126717"/>
                  <a:pt x="64599" y="126717"/>
                </a:cubicBezTo>
                <a:cubicBezTo>
                  <a:pt x="68925" y="126717"/>
                  <a:pt x="72821" y="126228"/>
                  <a:pt x="76288" y="125250"/>
                </a:cubicBezTo>
                <a:cubicBezTo>
                  <a:pt x="79755" y="124270"/>
                  <a:pt x="82633" y="123117"/>
                  <a:pt x="84923" y="121791"/>
                </a:cubicBezTo>
                <a:cubicBezTo>
                  <a:pt x="87086" y="120529"/>
                  <a:pt x="88995" y="119203"/>
                  <a:pt x="90649" y="117813"/>
                </a:cubicBezTo>
                <a:cubicBezTo>
                  <a:pt x="92303" y="116424"/>
                  <a:pt x="93829" y="115066"/>
                  <a:pt x="95229" y="113740"/>
                </a:cubicBezTo>
                <a:lnTo>
                  <a:pt x="100095" y="113740"/>
                </a:lnTo>
                <a:lnTo>
                  <a:pt x="100095" y="143034"/>
                </a:lnTo>
                <a:cubicBezTo>
                  <a:pt x="94688" y="145578"/>
                  <a:pt x="89042" y="147598"/>
                  <a:pt x="83158" y="149093"/>
                </a:cubicBezTo>
                <a:cubicBezTo>
                  <a:pt x="77274" y="150588"/>
                  <a:pt x="70770" y="151335"/>
                  <a:pt x="63645" y="151335"/>
                </a:cubicBezTo>
                <a:close/>
                <a:moveTo>
                  <a:pt x="230364" y="148473"/>
                </a:moveTo>
                <a:lnTo>
                  <a:pt x="195822" y="148473"/>
                </a:lnTo>
                <a:lnTo>
                  <a:pt x="195822" y="95387"/>
                </a:lnTo>
                <a:cubicBezTo>
                  <a:pt x="195822" y="91065"/>
                  <a:pt x="195599" y="86760"/>
                  <a:pt x="195154" y="82472"/>
                </a:cubicBezTo>
                <a:cubicBezTo>
                  <a:pt x="194709" y="78182"/>
                  <a:pt x="193945" y="75021"/>
                  <a:pt x="192864" y="72987"/>
                </a:cubicBezTo>
                <a:cubicBezTo>
                  <a:pt x="191592" y="70637"/>
                  <a:pt x="189731" y="68923"/>
                  <a:pt x="187282" y="67843"/>
                </a:cubicBezTo>
                <a:cubicBezTo>
                  <a:pt x="184833" y="66762"/>
                  <a:pt x="181414" y="66221"/>
                  <a:pt x="177024" y="66221"/>
                </a:cubicBezTo>
                <a:cubicBezTo>
                  <a:pt x="173907" y="66221"/>
                  <a:pt x="170742" y="66730"/>
                  <a:pt x="167530" y="67748"/>
                </a:cubicBezTo>
                <a:cubicBezTo>
                  <a:pt x="164318" y="68764"/>
                  <a:pt x="160835" y="70384"/>
                  <a:pt x="157082" y="72608"/>
                </a:cubicBezTo>
                <a:lnTo>
                  <a:pt x="157082" y="148473"/>
                </a:lnTo>
                <a:lnTo>
                  <a:pt x="122730" y="148473"/>
                </a:lnTo>
                <a:lnTo>
                  <a:pt x="122730" y="0"/>
                </a:lnTo>
                <a:lnTo>
                  <a:pt x="157082" y="0"/>
                </a:lnTo>
                <a:lnTo>
                  <a:pt x="157082" y="53149"/>
                </a:lnTo>
                <a:cubicBezTo>
                  <a:pt x="163188" y="48378"/>
                  <a:pt x="169057" y="44720"/>
                  <a:pt x="174686" y="42175"/>
                </a:cubicBezTo>
                <a:cubicBezTo>
                  <a:pt x="180316" y="39631"/>
                  <a:pt x="186566" y="38359"/>
                  <a:pt x="193436" y="38359"/>
                </a:cubicBezTo>
                <a:cubicBezTo>
                  <a:pt x="205014" y="38359"/>
                  <a:pt x="214063" y="41730"/>
                  <a:pt x="220583" y="48473"/>
                </a:cubicBezTo>
                <a:cubicBezTo>
                  <a:pt x="227104" y="55216"/>
                  <a:pt x="230364" y="65299"/>
                  <a:pt x="230364" y="78721"/>
                </a:cubicBezTo>
                <a:lnTo>
                  <a:pt x="230364" y="148473"/>
                </a:lnTo>
                <a:close/>
                <a:moveTo>
                  <a:pt x="367403" y="101145"/>
                </a:moveTo>
                <a:lnTo>
                  <a:pt x="288777" y="101145"/>
                </a:lnTo>
                <a:cubicBezTo>
                  <a:pt x="289286" y="109603"/>
                  <a:pt x="292483" y="116076"/>
                  <a:pt x="298367" y="120563"/>
                </a:cubicBezTo>
                <a:cubicBezTo>
                  <a:pt x="304251" y="125047"/>
                  <a:pt x="312919" y="127290"/>
                  <a:pt x="324369" y="127290"/>
                </a:cubicBezTo>
                <a:cubicBezTo>
                  <a:pt x="331621" y="127290"/>
                  <a:pt x="338650" y="125976"/>
                  <a:pt x="345457" y="123348"/>
                </a:cubicBezTo>
                <a:cubicBezTo>
                  <a:pt x="352263" y="120720"/>
                  <a:pt x="357638" y="117899"/>
                  <a:pt x="361582" y="114885"/>
                </a:cubicBezTo>
                <a:lnTo>
                  <a:pt x="365399" y="114885"/>
                </a:lnTo>
                <a:lnTo>
                  <a:pt x="365399" y="142461"/>
                </a:lnTo>
                <a:cubicBezTo>
                  <a:pt x="357638" y="145578"/>
                  <a:pt x="350323" y="147837"/>
                  <a:pt x="343453" y="149236"/>
                </a:cubicBezTo>
                <a:cubicBezTo>
                  <a:pt x="336583" y="150636"/>
                  <a:pt x="328981" y="151335"/>
                  <a:pt x="320647" y="151335"/>
                </a:cubicBezTo>
                <a:cubicBezTo>
                  <a:pt x="299146" y="151335"/>
                  <a:pt x="282670" y="146493"/>
                  <a:pt x="271220" y="136808"/>
                </a:cubicBezTo>
                <a:cubicBezTo>
                  <a:pt x="259770" y="127123"/>
                  <a:pt x="254045" y="113327"/>
                  <a:pt x="254045" y="95420"/>
                </a:cubicBezTo>
                <a:cubicBezTo>
                  <a:pt x="254045" y="77707"/>
                  <a:pt x="259468" y="63674"/>
                  <a:pt x="270314" y="53319"/>
                </a:cubicBezTo>
                <a:cubicBezTo>
                  <a:pt x="281160" y="42964"/>
                  <a:pt x="296029" y="37786"/>
                  <a:pt x="314922" y="37786"/>
                </a:cubicBezTo>
                <a:cubicBezTo>
                  <a:pt x="332352" y="37786"/>
                  <a:pt x="345457" y="42198"/>
                  <a:pt x="354235" y="51023"/>
                </a:cubicBezTo>
                <a:cubicBezTo>
                  <a:pt x="363014" y="59845"/>
                  <a:pt x="367403" y="72539"/>
                  <a:pt x="367403" y="89104"/>
                </a:cubicBezTo>
                <a:lnTo>
                  <a:pt x="367403" y="101145"/>
                </a:lnTo>
                <a:moveTo>
                  <a:pt x="333243" y="80916"/>
                </a:moveTo>
                <a:cubicBezTo>
                  <a:pt x="333052" y="73759"/>
                  <a:pt x="331271" y="68376"/>
                  <a:pt x="327899" y="64766"/>
                </a:cubicBezTo>
                <a:cubicBezTo>
                  <a:pt x="324528" y="61156"/>
                  <a:pt x="319280" y="59351"/>
                  <a:pt x="312155" y="59351"/>
                </a:cubicBezTo>
                <a:cubicBezTo>
                  <a:pt x="305539" y="59351"/>
                  <a:pt x="300100" y="61062"/>
                  <a:pt x="295838" y="64483"/>
                </a:cubicBezTo>
                <a:cubicBezTo>
                  <a:pt x="291576" y="67902"/>
                  <a:pt x="289191" y="73380"/>
                  <a:pt x="288682" y="80916"/>
                </a:cubicBezTo>
                <a:lnTo>
                  <a:pt x="333243" y="80916"/>
                </a:lnTo>
                <a:close/>
                <a:moveTo>
                  <a:pt x="447448" y="151335"/>
                </a:moveTo>
                <a:cubicBezTo>
                  <a:pt x="438097" y="151335"/>
                  <a:pt x="429557" y="150222"/>
                  <a:pt x="421828" y="147996"/>
                </a:cubicBezTo>
                <a:cubicBezTo>
                  <a:pt x="414099" y="145769"/>
                  <a:pt x="407372" y="142334"/>
                  <a:pt x="401647" y="137690"/>
                </a:cubicBezTo>
                <a:cubicBezTo>
                  <a:pt x="395985" y="133047"/>
                  <a:pt x="391596" y="127194"/>
                  <a:pt x="388479" y="120133"/>
                </a:cubicBezTo>
                <a:cubicBezTo>
                  <a:pt x="385362" y="113072"/>
                  <a:pt x="383803" y="104803"/>
                  <a:pt x="383803" y="95324"/>
                </a:cubicBezTo>
                <a:cubicBezTo>
                  <a:pt x="383803" y="85337"/>
                  <a:pt x="385473" y="76717"/>
                  <a:pt x="388813" y="69465"/>
                </a:cubicBezTo>
                <a:cubicBezTo>
                  <a:pt x="392152" y="62214"/>
                  <a:pt x="396812" y="56202"/>
                  <a:pt x="402792" y="51431"/>
                </a:cubicBezTo>
                <a:cubicBezTo>
                  <a:pt x="408580" y="46915"/>
                  <a:pt x="415260" y="43607"/>
                  <a:pt x="422830" y="41508"/>
                </a:cubicBezTo>
                <a:cubicBezTo>
                  <a:pt x="430400" y="39408"/>
                  <a:pt x="438256" y="38359"/>
                  <a:pt x="446398" y="38359"/>
                </a:cubicBezTo>
                <a:cubicBezTo>
                  <a:pt x="453714" y="38359"/>
                  <a:pt x="460457" y="39152"/>
                  <a:pt x="466627" y="40738"/>
                </a:cubicBezTo>
                <a:cubicBezTo>
                  <a:pt x="472798" y="42325"/>
                  <a:pt x="478555" y="44387"/>
                  <a:pt x="483898" y="46926"/>
                </a:cubicBezTo>
                <a:lnTo>
                  <a:pt x="483898" y="76145"/>
                </a:lnTo>
                <a:lnTo>
                  <a:pt x="479032" y="76145"/>
                </a:lnTo>
                <a:cubicBezTo>
                  <a:pt x="477696" y="75016"/>
                  <a:pt x="476090" y="73699"/>
                  <a:pt x="474213" y="72194"/>
                </a:cubicBezTo>
                <a:cubicBezTo>
                  <a:pt x="472337" y="70689"/>
                  <a:pt x="470031" y="69216"/>
                  <a:pt x="467295" y="67775"/>
                </a:cubicBezTo>
                <a:cubicBezTo>
                  <a:pt x="464687" y="66395"/>
                  <a:pt x="461825" y="65251"/>
                  <a:pt x="458707" y="64343"/>
                </a:cubicBezTo>
                <a:cubicBezTo>
                  <a:pt x="455590" y="63432"/>
                  <a:pt x="451965" y="62977"/>
                  <a:pt x="447830" y="62977"/>
                </a:cubicBezTo>
                <a:cubicBezTo>
                  <a:pt x="438669" y="62977"/>
                  <a:pt x="431624" y="65879"/>
                  <a:pt x="426694" y="71684"/>
                </a:cubicBezTo>
                <a:cubicBezTo>
                  <a:pt x="421764" y="77487"/>
                  <a:pt x="419299" y="85367"/>
                  <a:pt x="419299" y="95324"/>
                </a:cubicBezTo>
                <a:cubicBezTo>
                  <a:pt x="419299" y="105598"/>
                  <a:pt x="421828" y="113398"/>
                  <a:pt x="426885" y="118726"/>
                </a:cubicBezTo>
                <a:cubicBezTo>
                  <a:pt x="431942" y="124053"/>
                  <a:pt x="439115" y="126717"/>
                  <a:pt x="448402" y="126717"/>
                </a:cubicBezTo>
                <a:cubicBezTo>
                  <a:pt x="452728" y="126717"/>
                  <a:pt x="456624" y="126228"/>
                  <a:pt x="460091" y="125250"/>
                </a:cubicBezTo>
                <a:cubicBezTo>
                  <a:pt x="463558" y="124270"/>
                  <a:pt x="466436" y="123117"/>
                  <a:pt x="468727" y="121791"/>
                </a:cubicBezTo>
                <a:cubicBezTo>
                  <a:pt x="470889" y="120529"/>
                  <a:pt x="472798" y="119203"/>
                  <a:pt x="474452" y="117813"/>
                </a:cubicBezTo>
                <a:cubicBezTo>
                  <a:pt x="476106" y="116424"/>
                  <a:pt x="477632" y="115066"/>
                  <a:pt x="479032" y="113740"/>
                </a:cubicBezTo>
                <a:lnTo>
                  <a:pt x="483898" y="113740"/>
                </a:lnTo>
                <a:lnTo>
                  <a:pt x="483898" y="143034"/>
                </a:lnTo>
                <a:cubicBezTo>
                  <a:pt x="478491" y="145578"/>
                  <a:pt x="472846" y="147598"/>
                  <a:pt x="466961" y="149093"/>
                </a:cubicBezTo>
                <a:cubicBezTo>
                  <a:pt x="461077" y="150588"/>
                  <a:pt x="454573" y="151335"/>
                  <a:pt x="447448" y="151335"/>
                </a:cubicBezTo>
                <a:close/>
                <a:moveTo>
                  <a:pt x="620274" y="148473"/>
                </a:moveTo>
                <a:lnTo>
                  <a:pt x="580293" y="148473"/>
                </a:lnTo>
                <a:lnTo>
                  <a:pt x="550236" y="101771"/>
                </a:lnTo>
                <a:lnTo>
                  <a:pt x="540885" y="113135"/>
                </a:lnTo>
                <a:lnTo>
                  <a:pt x="540885" y="148473"/>
                </a:lnTo>
                <a:lnTo>
                  <a:pt x="506534" y="148473"/>
                </a:lnTo>
                <a:lnTo>
                  <a:pt x="506534" y="0"/>
                </a:lnTo>
                <a:lnTo>
                  <a:pt x="540885" y="0"/>
                </a:lnTo>
                <a:lnTo>
                  <a:pt x="540885" y="88591"/>
                </a:lnTo>
                <a:lnTo>
                  <a:pt x="577908" y="41221"/>
                </a:lnTo>
                <a:lnTo>
                  <a:pt x="617507" y="41221"/>
                </a:lnTo>
                <a:lnTo>
                  <a:pt x="578957" y="87446"/>
                </a:lnTo>
                <a:lnTo>
                  <a:pt x="620274" y="148473"/>
                </a:lnTo>
                <a:close/>
                <a:moveTo>
                  <a:pt x="749492" y="93416"/>
                </a:moveTo>
                <a:cubicBezTo>
                  <a:pt x="749492" y="102258"/>
                  <a:pt x="748141" y="110305"/>
                  <a:pt x="745437" y="117557"/>
                </a:cubicBezTo>
                <a:cubicBezTo>
                  <a:pt x="742733" y="124809"/>
                  <a:pt x="739187" y="130788"/>
                  <a:pt x="734798" y="135496"/>
                </a:cubicBezTo>
                <a:cubicBezTo>
                  <a:pt x="730218" y="140458"/>
                  <a:pt x="725033" y="144211"/>
                  <a:pt x="719244" y="146755"/>
                </a:cubicBezTo>
                <a:cubicBezTo>
                  <a:pt x="713456" y="149300"/>
                  <a:pt x="707253" y="150572"/>
                  <a:pt x="700637" y="150572"/>
                </a:cubicBezTo>
                <a:cubicBezTo>
                  <a:pt x="694531" y="150572"/>
                  <a:pt x="689346" y="149920"/>
                  <a:pt x="685084" y="148616"/>
                </a:cubicBezTo>
                <a:cubicBezTo>
                  <a:pt x="680822" y="147312"/>
                  <a:pt x="676465" y="145483"/>
                  <a:pt x="672012" y="143129"/>
                </a:cubicBezTo>
                <a:lnTo>
                  <a:pt x="672012" y="187786"/>
                </a:lnTo>
                <a:lnTo>
                  <a:pt x="637661" y="187786"/>
                </a:lnTo>
                <a:lnTo>
                  <a:pt x="637661" y="41221"/>
                </a:lnTo>
                <a:lnTo>
                  <a:pt x="672012" y="41221"/>
                </a:lnTo>
                <a:lnTo>
                  <a:pt x="672012" y="52385"/>
                </a:lnTo>
                <a:cubicBezTo>
                  <a:pt x="677291" y="48187"/>
                  <a:pt x="682683" y="44799"/>
                  <a:pt x="688185" y="42223"/>
                </a:cubicBezTo>
                <a:cubicBezTo>
                  <a:pt x="693688" y="39647"/>
                  <a:pt x="700033" y="38359"/>
                  <a:pt x="707221" y="38359"/>
                </a:cubicBezTo>
                <a:cubicBezTo>
                  <a:pt x="720580" y="38359"/>
                  <a:pt x="730965" y="43257"/>
                  <a:pt x="738376" y="53053"/>
                </a:cubicBezTo>
                <a:cubicBezTo>
                  <a:pt x="745787" y="62850"/>
                  <a:pt x="749492" y="76304"/>
                  <a:pt x="749492" y="93416"/>
                </a:cubicBezTo>
                <a:moveTo>
                  <a:pt x="714092" y="94137"/>
                </a:moveTo>
                <a:cubicBezTo>
                  <a:pt x="714092" y="83753"/>
                  <a:pt x="712310" y="76217"/>
                  <a:pt x="708748" y="71532"/>
                </a:cubicBezTo>
                <a:cubicBezTo>
                  <a:pt x="705186" y="66846"/>
                  <a:pt x="699556" y="64504"/>
                  <a:pt x="691859" y="64504"/>
                </a:cubicBezTo>
                <a:cubicBezTo>
                  <a:pt x="688615" y="64504"/>
                  <a:pt x="685275" y="64995"/>
                  <a:pt x="681840" y="65977"/>
                </a:cubicBezTo>
                <a:cubicBezTo>
                  <a:pt x="678405" y="66957"/>
                  <a:pt x="675129" y="68365"/>
                  <a:pt x="672012" y="70202"/>
                </a:cubicBezTo>
                <a:lnTo>
                  <a:pt x="672012" y="123864"/>
                </a:lnTo>
                <a:cubicBezTo>
                  <a:pt x="674302" y="124750"/>
                  <a:pt x="676751" y="125321"/>
                  <a:pt x="679359" y="125575"/>
                </a:cubicBezTo>
                <a:cubicBezTo>
                  <a:pt x="681967" y="125828"/>
                  <a:pt x="684543" y="125954"/>
                  <a:pt x="687088" y="125954"/>
                </a:cubicBezTo>
                <a:cubicBezTo>
                  <a:pt x="696185" y="125954"/>
                  <a:pt x="702959" y="123311"/>
                  <a:pt x="707412" y="118025"/>
                </a:cubicBezTo>
                <a:cubicBezTo>
                  <a:pt x="711865" y="112737"/>
                  <a:pt x="714092" y="104775"/>
                  <a:pt x="714092" y="94137"/>
                </a:cubicBezTo>
                <a:close/>
                <a:moveTo>
                  <a:pt x="883800" y="94895"/>
                </a:moveTo>
                <a:cubicBezTo>
                  <a:pt x="883800" y="112559"/>
                  <a:pt x="878663" y="126478"/>
                  <a:pt x="868390" y="136650"/>
                </a:cubicBezTo>
                <a:cubicBezTo>
                  <a:pt x="858116" y="146822"/>
                  <a:pt x="843692" y="151908"/>
                  <a:pt x="825117" y="151908"/>
                </a:cubicBezTo>
                <a:cubicBezTo>
                  <a:pt x="806542" y="151908"/>
                  <a:pt x="792118" y="146822"/>
                  <a:pt x="781844" y="136650"/>
                </a:cubicBezTo>
                <a:cubicBezTo>
                  <a:pt x="771571" y="126478"/>
                  <a:pt x="766434" y="112559"/>
                  <a:pt x="766434" y="94895"/>
                </a:cubicBezTo>
                <a:cubicBezTo>
                  <a:pt x="766434" y="77103"/>
                  <a:pt x="771603" y="63137"/>
                  <a:pt x="781940" y="52997"/>
                </a:cubicBezTo>
                <a:cubicBezTo>
                  <a:pt x="792277" y="42856"/>
                  <a:pt x="806669" y="37786"/>
                  <a:pt x="825117" y="37786"/>
                </a:cubicBezTo>
                <a:cubicBezTo>
                  <a:pt x="843819" y="37786"/>
                  <a:pt x="858275" y="42888"/>
                  <a:pt x="868485" y="53092"/>
                </a:cubicBezTo>
                <a:cubicBezTo>
                  <a:pt x="878695" y="63296"/>
                  <a:pt x="883800" y="77230"/>
                  <a:pt x="883800" y="94895"/>
                </a:cubicBezTo>
                <a:moveTo>
                  <a:pt x="841529" y="120983"/>
                </a:moveTo>
                <a:cubicBezTo>
                  <a:pt x="843756" y="118244"/>
                  <a:pt x="845426" y="114947"/>
                  <a:pt x="846539" y="111092"/>
                </a:cubicBezTo>
                <a:cubicBezTo>
                  <a:pt x="847652" y="107238"/>
                  <a:pt x="848209" y="101902"/>
                  <a:pt x="848209" y="95086"/>
                </a:cubicBezTo>
                <a:cubicBezTo>
                  <a:pt x="848209" y="88780"/>
                  <a:pt x="847636" y="83493"/>
                  <a:pt x="846491" y="79225"/>
                </a:cubicBezTo>
                <a:cubicBezTo>
                  <a:pt x="845346" y="74955"/>
                  <a:pt x="843756" y="71546"/>
                  <a:pt x="841720" y="68997"/>
                </a:cubicBezTo>
                <a:cubicBezTo>
                  <a:pt x="839685" y="66387"/>
                  <a:pt x="837235" y="64540"/>
                  <a:pt x="834373" y="63457"/>
                </a:cubicBezTo>
                <a:cubicBezTo>
                  <a:pt x="831510" y="62374"/>
                  <a:pt x="828425" y="61832"/>
                  <a:pt x="825117" y="61832"/>
                </a:cubicBezTo>
                <a:cubicBezTo>
                  <a:pt x="821809" y="61832"/>
                  <a:pt x="818867" y="62278"/>
                  <a:pt x="816291" y="63171"/>
                </a:cubicBezTo>
                <a:cubicBezTo>
                  <a:pt x="813714" y="64061"/>
                  <a:pt x="811249" y="65844"/>
                  <a:pt x="808896" y="68520"/>
                </a:cubicBezTo>
                <a:cubicBezTo>
                  <a:pt x="806797" y="71005"/>
                  <a:pt x="805127" y="74413"/>
                  <a:pt x="803886" y="78745"/>
                </a:cubicBezTo>
                <a:cubicBezTo>
                  <a:pt x="802646" y="83077"/>
                  <a:pt x="802026" y="88524"/>
                  <a:pt x="802026" y="95086"/>
                </a:cubicBezTo>
                <a:cubicBezTo>
                  <a:pt x="802026" y="100946"/>
                  <a:pt x="802566" y="106027"/>
                  <a:pt x="803648" y="110329"/>
                </a:cubicBezTo>
                <a:cubicBezTo>
                  <a:pt x="804729" y="114629"/>
                  <a:pt x="806319" y="118085"/>
                  <a:pt x="808419" y="120697"/>
                </a:cubicBezTo>
                <a:cubicBezTo>
                  <a:pt x="810454" y="123180"/>
                  <a:pt x="812888" y="124995"/>
                  <a:pt x="815718" y="126142"/>
                </a:cubicBezTo>
                <a:cubicBezTo>
                  <a:pt x="818549" y="127289"/>
                  <a:pt x="821777" y="127862"/>
                  <a:pt x="825403" y="127862"/>
                </a:cubicBezTo>
                <a:cubicBezTo>
                  <a:pt x="828520" y="127862"/>
                  <a:pt x="831494" y="127336"/>
                  <a:pt x="834325" y="126285"/>
                </a:cubicBezTo>
                <a:cubicBezTo>
                  <a:pt x="837156" y="125233"/>
                  <a:pt x="839557" y="123466"/>
                  <a:pt x="841529" y="120983"/>
                </a:cubicBezTo>
                <a:close/>
                <a:moveTo>
                  <a:pt x="942863" y="148473"/>
                </a:moveTo>
                <a:lnTo>
                  <a:pt x="908512" y="148473"/>
                </a:lnTo>
                <a:lnTo>
                  <a:pt x="908512" y="41221"/>
                </a:lnTo>
                <a:lnTo>
                  <a:pt x="942863" y="41221"/>
                </a:lnTo>
                <a:lnTo>
                  <a:pt x="942863" y="148473"/>
                </a:lnTo>
                <a:moveTo>
                  <a:pt x="943817" y="26145"/>
                </a:moveTo>
                <a:lnTo>
                  <a:pt x="907557" y="26145"/>
                </a:lnTo>
                <a:lnTo>
                  <a:pt x="907557" y="0"/>
                </a:lnTo>
                <a:lnTo>
                  <a:pt x="943817" y="0"/>
                </a:lnTo>
                <a:lnTo>
                  <a:pt x="943817" y="26145"/>
                </a:lnTo>
                <a:close/>
                <a:moveTo>
                  <a:pt x="1082979" y="148473"/>
                </a:moveTo>
                <a:lnTo>
                  <a:pt x="1048437" y="148473"/>
                </a:lnTo>
                <a:lnTo>
                  <a:pt x="1048437" y="95387"/>
                </a:lnTo>
                <a:cubicBezTo>
                  <a:pt x="1048437" y="91065"/>
                  <a:pt x="1048214" y="86760"/>
                  <a:pt x="1047769" y="82472"/>
                </a:cubicBezTo>
                <a:cubicBezTo>
                  <a:pt x="1047324" y="78182"/>
                  <a:pt x="1046560" y="75021"/>
                  <a:pt x="1045479" y="72987"/>
                </a:cubicBezTo>
                <a:cubicBezTo>
                  <a:pt x="1044207" y="70637"/>
                  <a:pt x="1042346" y="68923"/>
                  <a:pt x="1039897" y="67843"/>
                </a:cubicBezTo>
                <a:cubicBezTo>
                  <a:pt x="1037448" y="66762"/>
                  <a:pt x="1034029" y="66221"/>
                  <a:pt x="1029639" y="66221"/>
                </a:cubicBezTo>
                <a:cubicBezTo>
                  <a:pt x="1026522" y="66221"/>
                  <a:pt x="1023358" y="66730"/>
                  <a:pt x="1020145" y="67748"/>
                </a:cubicBezTo>
                <a:cubicBezTo>
                  <a:pt x="1016933" y="68764"/>
                  <a:pt x="1013450" y="70384"/>
                  <a:pt x="1009697" y="72608"/>
                </a:cubicBezTo>
                <a:lnTo>
                  <a:pt x="1009697" y="148473"/>
                </a:lnTo>
                <a:lnTo>
                  <a:pt x="975346" y="148473"/>
                </a:lnTo>
                <a:lnTo>
                  <a:pt x="975346" y="41221"/>
                </a:lnTo>
                <a:lnTo>
                  <a:pt x="1009697" y="41221"/>
                </a:lnTo>
                <a:lnTo>
                  <a:pt x="1009697" y="53149"/>
                </a:lnTo>
                <a:cubicBezTo>
                  <a:pt x="1015804" y="48378"/>
                  <a:pt x="1021672" y="44720"/>
                  <a:pt x="1027302" y="42175"/>
                </a:cubicBezTo>
                <a:cubicBezTo>
                  <a:pt x="1032931" y="39631"/>
                  <a:pt x="1039181" y="38359"/>
                  <a:pt x="1046052" y="38359"/>
                </a:cubicBezTo>
                <a:cubicBezTo>
                  <a:pt x="1057629" y="38359"/>
                  <a:pt x="1066678" y="41730"/>
                  <a:pt x="1073198" y="48473"/>
                </a:cubicBezTo>
                <a:cubicBezTo>
                  <a:pt x="1079719" y="55216"/>
                  <a:pt x="1082979" y="65299"/>
                  <a:pt x="1082979" y="78721"/>
                </a:cubicBezTo>
                <a:lnTo>
                  <a:pt x="1082979" y="148473"/>
                </a:lnTo>
                <a:close/>
                <a:moveTo>
                  <a:pt x="1182995" y="147531"/>
                </a:moveTo>
                <a:cubicBezTo>
                  <a:pt x="1179306" y="148481"/>
                  <a:pt x="1175393" y="149225"/>
                  <a:pt x="1171259" y="149764"/>
                </a:cubicBezTo>
                <a:cubicBezTo>
                  <a:pt x="1167124" y="150303"/>
                  <a:pt x="1162066" y="150572"/>
                  <a:pt x="1156087" y="150572"/>
                </a:cubicBezTo>
                <a:cubicBezTo>
                  <a:pt x="1142728" y="150572"/>
                  <a:pt x="1132789" y="147866"/>
                  <a:pt x="1126268" y="142453"/>
                </a:cubicBezTo>
                <a:cubicBezTo>
                  <a:pt x="1119748" y="137039"/>
                  <a:pt x="1116488" y="127774"/>
                  <a:pt x="1116488" y="114656"/>
                </a:cubicBezTo>
                <a:lnTo>
                  <a:pt x="1116488" y="64504"/>
                </a:lnTo>
                <a:lnTo>
                  <a:pt x="1102366" y="64504"/>
                </a:lnTo>
                <a:lnTo>
                  <a:pt x="1102366" y="41221"/>
                </a:lnTo>
                <a:lnTo>
                  <a:pt x="1116488" y="41221"/>
                </a:lnTo>
                <a:lnTo>
                  <a:pt x="1116488" y="10496"/>
                </a:lnTo>
                <a:lnTo>
                  <a:pt x="1150839" y="10496"/>
                </a:lnTo>
                <a:lnTo>
                  <a:pt x="1150839" y="41221"/>
                </a:lnTo>
                <a:lnTo>
                  <a:pt x="1182995" y="41221"/>
                </a:lnTo>
                <a:lnTo>
                  <a:pt x="1182995" y="64504"/>
                </a:lnTo>
                <a:lnTo>
                  <a:pt x="1150839" y="64504"/>
                </a:lnTo>
                <a:lnTo>
                  <a:pt x="1150839" y="102597"/>
                </a:lnTo>
                <a:cubicBezTo>
                  <a:pt x="1150839" y="106362"/>
                  <a:pt x="1150871" y="109648"/>
                  <a:pt x="1150934" y="112455"/>
                </a:cubicBezTo>
                <a:cubicBezTo>
                  <a:pt x="1150998" y="115262"/>
                  <a:pt x="1151507" y="117783"/>
                  <a:pt x="1152461" y="120017"/>
                </a:cubicBezTo>
                <a:cubicBezTo>
                  <a:pt x="1153351" y="122249"/>
                  <a:pt x="1154926" y="124020"/>
                  <a:pt x="1157184" y="125328"/>
                </a:cubicBezTo>
                <a:cubicBezTo>
                  <a:pt x="1159442" y="126636"/>
                  <a:pt x="1162734" y="127290"/>
                  <a:pt x="1167060" y="127290"/>
                </a:cubicBezTo>
                <a:cubicBezTo>
                  <a:pt x="1168841" y="127290"/>
                  <a:pt x="1171179" y="126908"/>
                  <a:pt x="1174073" y="126145"/>
                </a:cubicBezTo>
                <a:cubicBezTo>
                  <a:pt x="1176968" y="125381"/>
                  <a:pt x="1178988" y="124682"/>
                  <a:pt x="1180133" y="124045"/>
                </a:cubicBezTo>
                <a:lnTo>
                  <a:pt x="1182995" y="124045"/>
                </a:lnTo>
                <a:lnTo>
                  <a:pt x="1182995" y="147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certificate">
            <a:extLst xmlns:a="http://schemas.openxmlformats.org/drawingml/2006/main">
              <a:ext uri="{FF2B5EF4-FFF2-40B4-BE49-F238E27FC236}">
                <a16:creationId xmlns:a16="http://schemas.microsoft.com/office/drawing/2014/main" id="{178CA3E6-DAD4-4C57-A45D-CFFBE136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342" y="4097389"/>
            <a:ext cx="1094950" cy="152290"/>
          </a:xfrm>
          <a:custGeom xmlns:a="http://schemas.openxmlformats.org/drawingml/2006/main">
            <a:pathLst>
              <a:path w="1094950" h="152290">
                <a:moveTo>
                  <a:pt x="63645" y="152290"/>
                </a:moveTo>
                <a:cubicBezTo>
                  <a:pt x="54294" y="152290"/>
                  <a:pt x="45754" y="151176"/>
                  <a:pt x="38025" y="148950"/>
                </a:cubicBezTo>
                <a:cubicBezTo>
                  <a:pt x="30296" y="146724"/>
                  <a:pt x="23569" y="143288"/>
                  <a:pt x="17843" y="138645"/>
                </a:cubicBezTo>
                <a:cubicBezTo>
                  <a:pt x="12182" y="134001"/>
                  <a:pt x="7793" y="128149"/>
                  <a:pt x="4676" y="121087"/>
                </a:cubicBezTo>
                <a:cubicBezTo>
                  <a:pt x="1559" y="114026"/>
                  <a:pt x="0" y="105757"/>
                  <a:pt x="0" y="96278"/>
                </a:cubicBezTo>
                <a:cubicBezTo>
                  <a:pt x="0" y="86291"/>
                  <a:pt x="1670" y="77672"/>
                  <a:pt x="5010" y="70420"/>
                </a:cubicBezTo>
                <a:cubicBezTo>
                  <a:pt x="8349" y="63168"/>
                  <a:pt x="13009" y="57156"/>
                  <a:pt x="18989" y="52385"/>
                </a:cubicBezTo>
                <a:cubicBezTo>
                  <a:pt x="24777" y="47869"/>
                  <a:pt x="31457" y="44561"/>
                  <a:pt x="39027" y="42462"/>
                </a:cubicBezTo>
                <a:cubicBezTo>
                  <a:pt x="46597" y="40362"/>
                  <a:pt x="54453" y="39313"/>
                  <a:pt x="62595" y="39313"/>
                </a:cubicBezTo>
                <a:cubicBezTo>
                  <a:pt x="69911" y="39313"/>
                  <a:pt x="76654" y="40106"/>
                  <a:pt x="82824" y="41692"/>
                </a:cubicBezTo>
                <a:cubicBezTo>
                  <a:pt x="88995" y="43279"/>
                  <a:pt x="94752" y="45341"/>
                  <a:pt x="100095" y="47880"/>
                </a:cubicBezTo>
                <a:lnTo>
                  <a:pt x="100095" y="77099"/>
                </a:lnTo>
                <a:lnTo>
                  <a:pt x="95229" y="77099"/>
                </a:lnTo>
                <a:cubicBezTo>
                  <a:pt x="93893" y="75970"/>
                  <a:pt x="92287" y="74653"/>
                  <a:pt x="90410" y="73148"/>
                </a:cubicBezTo>
                <a:cubicBezTo>
                  <a:pt x="88533" y="71643"/>
                  <a:pt x="86228" y="70170"/>
                  <a:pt x="83492" y="68729"/>
                </a:cubicBezTo>
                <a:cubicBezTo>
                  <a:pt x="80884" y="67349"/>
                  <a:pt x="78021" y="66205"/>
                  <a:pt x="74904" y="65297"/>
                </a:cubicBezTo>
                <a:cubicBezTo>
                  <a:pt x="71787" y="64386"/>
                  <a:pt x="68161" y="63931"/>
                  <a:pt x="64027" y="63931"/>
                </a:cubicBezTo>
                <a:cubicBezTo>
                  <a:pt x="54866" y="63931"/>
                  <a:pt x="47821" y="66833"/>
                  <a:pt x="42891" y="72638"/>
                </a:cubicBezTo>
                <a:cubicBezTo>
                  <a:pt x="37961" y="78441"/>
                  <a:pt x="35496" y="86321"/>
                  <a:pt x="35496" y="96278"/>
                </a:cubicBezTo>
                <a:cubicBezTo>
                  <a:pt x="35496" y="106552"/>
                  <a:pt x="38025" y="114352"/>
                  <a:pt x="43082" y="119680"/>
                </a:cubicBezTo>
                <a:cubicBezTo>
                  <a:pt x="48139" y="125008"/>
                  <a:pt x="55312" y="127671"/>
                  <a:pt x="64599" y="127671"/>
                </a:cubicBezTo>
                <a:cubicBezTo>
                  <a:pt x="68925" y="127671"/>
                  <a:pt x="72821" y="127182"/>
                  <a:pt x="76288" y="126204"/>
                </a:cubicBezTo>
                <a:cubicBezTo>
                  <a:pt x="79755" y="125224"/>
                  <a:pt x="82633" y="124071"/>
                  <a:pt x="84923" y="122745"/>
                </a:cubicBezTo>
                <a:cubicBezTo>
                  <a:pt x="87086" y="121483"/>
                  <a:pt x="88995" y="120157"/>
                  <a:pt x="90649" y="118768"/>
                </a:cubicBezTo>
                <a:cubicBezTo>
                  <a:pt x="92303" y="117378"/>
                  <a:pt x="93829" y="116020"/>
                  <a:pt x="95229" y="114694"/>
                </a:cubicBezTo>
                <a:lnTo>
                  <a:pt x="100095" y="114694"/>
                </a:lnTo>
                <a:lnTo>
                  <a:pt x="100095" y="143988"/>
                </a:lnTo>
                <a:cubicBezTo>
                  <a:pt x="94688" y="146533"/>
                  <a:pt x="89042" y="148552"/>
                  <a:pt x="83158" y="150047"/>
                </a:cubicBezTo>
                <a:cubicBezTo>
                  <a:pt x="77274" y="151542"/>
                  <a:pt x="70770" y="152290"/>
                  <a:pt x="63645" y="152290"/>
                </a:cubicBezTo>
                <a:close/>
                <a:moveTo>
                  <a:pt x="228265" y="102099"/>
                </a:moveTo>
                <a:lnTo>
                  <a:pt x="149639" y="102099"/>
                </a:lnTo>
                <a:cubicBezTo>
                  <a:pt x="150148" y="110558"/>
                  <a:pt x="153345" y="117030"/>
                  <a:pt x="159229" y="121517"/>
                </a:cubicBezTo>
                <a:cubicBezTo>
                  <a:pt x="165113" y="126002"/>
                  <a:pt x="173780" y="128244"/>
                  <a:pt x="185231" y="128244"/>
                </a:cubicBezTo>
                <a:cubicBezTo>
                  <a:pt x="192482" y="128244"/>
                  <a:pt x="199512" y="126930"/>
                  <a:pt x="206318" y="124302"/>
                </a:cubicBezTo>
                <a:cubicBezTo>
                  <a:pt x="213125" y="121674"/>
                  <a:pt x="218500" y="118853"/>
                  <a:pt x="222444" y="115839"/>
                </a:cubicBezTo>
                <a:lnTo>
                  <a:pt x="226261" y="115839"/>
                </a:lnTo>
                <a:lnTo>
                  <a:pt x="226261" y="143416"/>
                </a:lnTo>
                <a:cubicBezTo>
                  <a:pt x="218500" y="146533"/>
                  <a:pt x="211185" y="148791"/>
                  <a:pt x="204315" y="150190"/>
                </a:cubicBezTo>
                <a:cubicBezTo>
                  <a:pt x="197444" y="151590"/>
                  <a:pt x="189843" y="152290"/>
                  <a:pt x="181509" y="152290"/>
                </a:cubicBezTo>
                <a:cubicBezTo>
                  <a:pt x="160008" y="152290"/>
                  <a:pt x="143532" y="147447"/>
                  <a:pt x="132082" y="137762"/>
                </a:cubicBezTo>
                <a:cubicBezTo>
                  <a:pt x="120632" y="128077"/>
                  <a:pt x="114906" y="114281"/>
                  <a:pt x="114906" y="96374"/>
                </a:cubicBezTo>
                <a:cubicBezTo>
                  <a:pt x="114906" y="78662"/>
                  <a:pt x="120329" y="64628"/>
                  <a:pt x="131175" y="54273"/>
                </a:cubicBezTo>
                <a:cubicBezTo>
                  <a:pt x="142021" y="43918"/>
                  <a:pt x="156891" y="38740"/>
                  <a:pt x="175784" y="38740"/>
                </a:cubicBezTo>
                <a:cubicBezTo>
                  <a:pt x="193214" y="38740"/>
                  <a:pt x="206318" y="43153"/>
                  <a:pt x="215097" y="51977"/>
                </a:cubicBezTo>
                <a:cubicBezTo>
                  <a:pt x="223876" y="60799"/>
                  <a:pt x="228265" y="73493"/>
                  <a:pt x="228265" y="90058"/>
                </a:cubicBezTo>
                <a:lnTo>
                  <a:pt x="228265" y="102099"/>
                </a:lnTo>
                <a:moveTo>
                  <a:pt x="194105" y="81870"/>
                </a:moveTo>
                <a:cubicBezTo>
                  <a:pt x="193914" y="74714"/>
                  <a:pt x="192133" y="69330"/>
                  <a:pt x="188761" y="65720"/>
                </a:cubicBezTo>
                <a:cubicBezTo>
                  <a:pt x="185390" y="62110"/>
                  <a:pt x="180142" y="60305"/>
                  <a:pt x="173017" y="60305"/>
                </a:cubicBezTo>
                <a:cubicBezTo>
                  <a:pt x="166401" y="60305"/>
                  <a:pt x="160962" y="62016"/>
                  <a:pt x="156700" y="65437"/>
                </a:cubicBezTo>
                <a:cubicBezTo>
                  <a:pt x="152438" y="68856"/>
                  <a:pt x="150053" y="74334"/>
                  <a:pt x="149544" y="81870"/>
                </a:cubicBezTo>
                <a:lnTo>
                  <a:pt x="194105" y="81870"/>
                </a:lnTo>
                <a:close/>
                <a:moveTo>
                  <a:pt x="330161" y="75000"/>
                </a:moveTo>
                <a:lnTo>
                  <a:pt x="327108" y="75000"/>
                </a:lnTo>
                <a:cubicBezTo>
                  <a:pt x="325645" y="74491"/>
                  <a:pt x="323291" y="74109"/>
                  <a:pt x="320047" y="73855"/>
                </a:cubicBezTo>
                <a:cubicBezTo>
                  <a:pt x="316803" y="73600"/>
                  <a:pt x="314099" y="73473"/>
                  <a:pt x="311936" y="73473"/>
                </a:cubicBezTo>
                <a:cubicBezTo>
                  <a:pt x="307038" y="73473"/>
                  <a:pt x="302712" y="73791"/>
                  <a:pt x="298959" y="74427"/>
                </a:cubicBezTo>
                <a:cubicBezTo>
                  <a:pt x="295206" y="75063"/>
                  <a:pt x="291167" y="76145"/>
                  <a:pt x="286841" y="77672"/>
                </a:cubicBezTo>
                <a:lnTo>
                  <a:pt x="286841" y="149427"/>
                </a:lnTo>
                <a:lnTo>
                  <a:pt x="252490" y="149427"/>
                </a:lnTo>
                <a:lnTo>
                  <a:pt x="252490" y="42175"/>
                </a:lnTo>
                <a:lnTo>
                  <a:pt x="286841" y="42175"/>
                </a:lnTo>
                <a:lnTo>
                  <a:pt x="286841" y="57920"/>
                </a:lnTo>
                <a:cubicBezTo>
                  <a:pt x="294411" y="51431"/>
                  <a:pt x="300995" y="47121"/>
                  <a:pt x="306593" y="44990"/>
                </a:cubicBezTo>
                <a:cubicBezTo>
                  <a:pt x="312191" y="42859"/>
                  <a:pt x="317343" y="41794"/>
                  <a:pt x="322051" y="41794"/>
                </a:cubicBezTo>
                <a:cubicBezTo>
                  <a:pt x="323259" y="41794"/>
                  <a:pt x="324627" y="41826"/>
                  <a:pt x="326154" y="41889"/>
                </a:cubicBezTo>
                <a:cubicBezTo>
                  <a:pt x="327680" y="41953"/>
                  <a:pt x="329016" y="42048"/>
                  <a:pt x="330161" y="42175"/>
                </a:cubicBezTo>
                <a:lnTo>
                  <a:pt x="330161" y="75000"/>
                </a:lnTo>
                <a:close/>
                <a:moveTo>
                  <a:pt x="418125" y="148485"/>
                </a:moveTo>
                <a:cubicBezTo>
                  <a:pt x="414435" y="149435"/>
                  <a:pt x="410523" y="150180"/>
                  <a:pt x="406388" y="150718"/>
                </a:cubicBezTo>
                <a:cubicBezTo>
                  <a:pt x="402253" y="151257"/>
                  <a:pt x="397196" y="151526"/>
                  <a:pt x="391216" y="151526"/>
                </a:cubicBezTo>
                <a:cubicBezTo>
                  <a:pt x="377858" y="151526"/>
                  <a:pt x="367918" y="148820"/>
                  <a:pt x="361398" y="143407"/>
                </a:cubicBezTo>
                <a:cubicBezTo>
                  <a:pt x="354877" y="137994"/>
                  <a:pt x="351617" y="128728"/>
                  <a:pt x="351617" y="115610"/>
                </a:cubicBezTo>
                <a:lnTo>
                  <a:pt x="351617" y="65458"/>
                </a:lnTo>
                <a:lnTo>
                  <a:pt x="337495" y="65458"/>
                </a:lnTo>
                <a:lnTo>
                  <a:pt x="337495" y="42175"/>
                </a:lnTo>
                <a:lnTo>
                  <a:pt x="351617" y="42175"/>
                </a:lnTo>
                <a:lnTo>
                  <a:pt x="351617" y="11450"/>
                </a:lnTo>
                <a:lnTo>
                  <a:pt x="385968" y="11450"/>
                </a:lnTo>
                <a:lnTo>
                  <a:pt x="385968" y="42175"/>
                </a:lnTo>
                <a:lnTo>
                  <a:pt x="418125" y="42175"/>
                </a:lnTo>
                <a:lnTo>
                  <a:pt x="418125" y="65458"/>
                </a:lnTo>
                <a:lnTo>
                  <a:pt x="385968" y="65458"/>
                </a:lnTo>
                <a:lnTo>
                  <a:pt x="385968" y="103551"/>
                </a:lnTo>
                <a:cubicBezTo>
                  <a:pt x="385968" y="107316"/>
                  <a:pt x="386000" y="110602"/>
                  <a:pt x="386064" y="113409"/>
                </a:cubicBezTo>
                <a:cubicBezTo>
                  <a:pt x="386127" y="116216"/>
                  <a:pt x="386636" y="118737"/>
                  <a:pt x="387590" y="120971"/>
                </a:cubicBezTo>
                <a:cubicBezTo>
                  <a:pt x="388481" y="123204"/>
                  <a:pt x="390055" y="124974"/>
                  <a:pt x="392314" y="126282"/>
                </a:cubicBezTo>
                <a:cubicBezTo>
                  <a:pt x="394572" y="127590"/>
                  <a:pt x="397864" y="128244"/>
                  <a:pt x="402190" y="128244"/>
                </a:cubicBezTo>
                <a:cubicBezTo>
                  <a:pt x="403971" y="128244"/>
                  <a:pt x="406309" y="127862"/>
                  <a:pt x="409203" y="127099"/>
                </a:cubicBezTo>
                <a:cubicBezTo>
                  <a:pt x="412097" y="126336"/>
                  <a:pt x="414117" y="125636"/>
                  <a:pt x="415262" y="125000"/>
                </a:cubicBezTo>
                <a:lnTo>
                  <a:pt x="418125" y="125000"/>
                </a:lnTo>
                <a:lnTo>
                  <a:pt x="418125" y="148485"/>
                </a:lnTo>
                <a:close/>
                <a:moveTo>
                  <a:pt x="473076" y="149427"/>
                </a:moveTo>
                <a:lnTo>
                  <a:pt x="438725" y="149427"/>
                </a:lnTo>
                <a:lnTo>
                  <a:pt x="438725" y="42175"/>
                </a:lnTo>
                <a:lnTo>
                  <a:pt x="473076" y="42175"/>
                </a:lnTo>
                <a:lnTo>
                  <a:pt x="473076" y="149427"/>
                </a:lnTo>
                <a:moveTo>
                  <a:pt x="474030" y="27099"/>
                </a:moveTo>
                <a:lnTo>
                  <a:pt x="437770" y="27099"/>
                </a:lnTo>
                <a:lnTo>
                  <a:pt x="437770" y="954"/>
                </a:lnTo>
                <a:lnTo>
                  <a:pt x="474030" y="954"/>
                </a:lnTo>
                <a:lnTo>
                  <a:pt x="474030" y="27099"/>
                </a:lnTo>
                <a:close/>
                <a:moveTo>
                  <a:pt x="575023" y="26336"/>
                </a:moveTo>
                <a:lnTo>
                  <a:pt x="572447" y="26336"/>
                </a:lnTo>
                <a:cubicBezTo>
                  <a:pt x="570920" y="25908"/>
                  <a:pt x="568932" y="25420"/>
                  <a:pt x="566483" y="24872"/>
                </a:cubicBezTo>
                <a:cubicBezTo>
                  <a:pt x="564034" y="24321"/>
                  <a:pt x="561410" y="24046"/>
                  <a:pt x="558611" y="24046"/>
                </a:cubicBezTo>
                <a:cubicBezTo>
                  <a:pt x="551868" y="24046"/>
                  <a:pt x="547304" y="25230"/>
                  <a:pt x="544918" y="27597"/>
                </a:cubicBezTo>
                <a:cubicBezTo>
                  <a:pt x="542533" y="29965"/>
                  <a:pt x="541340" y="34544"/>
                  <a:pt x="541340" y="41335"/>
                </a:cubicBezTo>
                <a:lnTo>
                  <a:pt x="541340" y="42175"/>
                </a:lnTo>
                <a:lnTo>
                  <a:pt x="567867" y="42175"/>
                </a:lnTo>
                <a:lnTo>
                  <a:pt x="567867" y="65458"/>
                </a:lnTo>
                <a:lnTo>
                  <a:pt x="542485" y="65458"/>
                </a:lnTo>
                <a:lnTo>
                  <a:pt x="542485" y="149427"/>
                </a:lnTo>
                <a:lnTo>
                  <a:pt x="508134" y="149427"/>
                </a:lnTo>
                <a:lnTo>
                  <a:pt x="508134" y="65458"/>
                </a:lnTo>
                <a:lnTo>
                  <a:pt x="493439" y="65458"/>
                </a:lnTo>
                <a:lnTo>
                  <a:pt x="493439" y="42175"/>
                </a:lnTo>
                <a:lnTo>
                  <a:pt x="508134" y="42175"/>
                </a:lnTo>
                <a:lnTo>
                  <a:pt x="508134" y="39223"/>
                </a:lnTo>
                <a:cubicBezTo>
                  <a:pt x="508134" y="26149"/>
                  <a:pt x="511617" y="16344"/>
                  <a:pt x="518583" y="9807"/>
                </a:cubicBezTo>
                <a:cubicBezTo>
                  <a:pt x="525548" y="3269"/>
                  <a:pt x="536092" y="0"/>
                  <a:pt x="550214" y="0"/>
                </a:cubicBezTo>
                <a:cubicBezTo>
                  <a:pt x="555303" y="0"/>
                  <a:pt x="559915" y="177"/>
                  <a:pt x="564050" y="531"/>
                </a:cubicBezTo>
                <a:cubicBezTo>
                  <a:pt x="568185" y="883"/>
                  <a:pt x="571843" y="1347"/>
                  <a:pt x="575023" y="1923"/>
                </a:cubicBezTo>
                <a:lnTo>
                  <a:pt x="575023" y="26336"/>
                </a:lnTo>
                <a:close/>
                <a:moveTo>
                  <a:pt x="622376" y="149427"/>
                </a:moveTo>
                <a:lnTo>
                  <a:pt x="588025" y="149427"/>
                </a:lnTo>
                <a:lnTo>
                  <a:pt x="588025" y="42175"/>
                </a:lnTo>
                <a:lnTo>
                  <a:pt x="622376" y="42175"/>
                </a:lnTo>
                <a:lnTo>
                  <a:pt x="622376" y="149427"/>
                </a:lnTo>
                <a:moveTo>
                  <a:pt x="623330" y="27099"/>
                </a:moveTo>
                <a:lnTo>
                  <a:pt x="587071" y="27099"/>
                </a:lnTo>
                <a:lnTo>
                  <a:pt x="587071" y="954"/>
                </a:lnTo>
                <a:lnTo>
                  <a:pt x="623330" y="954"/>
                </a:lnTo>
                <a:lnTo>
                  <a:pt x="623330" y="27099"/>
                </a:lnTo>
                <a:close/>
                <a:moveTo>
                  <a:pt x="710679" y="152290"/>
                </a:moveTo>
                <a:cubicBezTo>
                  <a:pt x="701328" y="152290"/>
                  <a:pt x="692788" y="151176"/>
                  <a:pt x="685059" y="148950"/>
                </a:cubicBezTo>
                <a:cubicBezTo>
                  <a:pt x="677330" y="146724"/>
                  <a:pt x="670603" y="143288"/>
                  <a:pt x="664878" y="138645"/>
                </a:cubicBezTo>
                <a:cubicBezTo>
                  <a:pt x="659216" y="134001"/>
                  <a:pt x="654827" y="128149"/>
                  <a:pt x="651710" y="121087"/>
                </a:cubicBezTo>
                <a:cubicBezTo>
                  <a:pt x="648593" y="114026"/>
                  <a:pt x="647034" y="105757"/>
                  <a:pt x="647034" y="96278"/>
                </a:cubicBezTo>
                <a:cubicBezTo>
                  <a:pt x="647034" y="86291"/>
                  <a:pt x="648704" y="77672"/>
                  <a:pt x="652044" y="70420"/>
                </a:cubicBezTo>
                <a:cubicBezTo>
                  <a:pt x="655384" y="63168"/>
                  <a:pt x="660043" y="57156"/>
                  <a:pt x="666023" y="52385"/>
                </a:cubicBezTo>
                <a:cubicBezTo>
                  <a:pt x="671812" y="47869"/>
                  <a:pt x="678491" y="44561"/>
                  <a:pt x="686061" y="42462"/>
                </a:cubicBezTo>
                <a:cubicBezTo>
                  <a:pt x="693631" y="40362"/>
                  <a:pt x="701487" y="39313"/>
                  <a:pt x="709630" y="39313"/>
                </a:cubicBezTo>
                <a:cubicBezTo>
                  <a:pt x="716945" y="39313"/>
                  <a:pt x="723688" y="40106"/>
                  <a:pt x="729859" y="41692"/>
                </a:cubicBezTo>
                <a:cubicBezTo>
                  <a:pt x="736029" y="43279"/>
                  <a:pt x="741786" y="45341"/>
                  <a:pt x="747129" y="47880"/>
                </a:cubicBezTo>
                <a:lnTo>
                  <a:pt x="747129" y="77099"/>
                </a:lnTo>
                <a:lnTo>
                  <a:pt x="742263" y="77099"/>
                </a:lnTo>
                <a:cubicBezTo>
                  <a:pt x="740927" y="75970"/>
                  <a:pt x="739321" y="74653"/>
                  <a:pt x="737444" y="73148"/>
                </a:cubicBezTo>
                <a:cubicBezTo>
                  <a:pt x="735568" y="71643"/>
                  <a:pt x="733262" y="70170"/>
                  <a:pt x="730526" y="68729"/>
                </a:cubicBezTo>
                <a:cubicBezTo>
                  <a:pt x="727918" y="67349"/>
                  <a:pt x="725056" y="66205"/>
                  <a:pt x="721939" y="65297"/>
                </a:cubicBezTo>
                <a:cubicBezTo>
                  <a:pt x="718822" y="64386"/>
                  <a:pt x="715196" y="63931"/>
                  <a:pt x="711061" y="63931"/>
                </a:cubicBezTo>
                <a:cubicBezTo>
                  <a:pt x="701901" y="63931"/>
                  <a:pt x="694855" y="66833"/>
                  <a:pt x="689925" y="72638"/>
                </a:cubicBezTo>
                <a:cubicBezTo>
                  <a:pt x="684995" y="78441"/>
                  <a:pt x="682530" y="86321"/>
                  <a:pt x="682530" y="96278"/>
                </a:cubicBezTo>
                <a:cubicBezTo>
                  <a:pt x="682530" y="106552"/>
                  <a:pt x="685059" y="114352"/>
                  <a:pt x="690116" y="119680"/>
                </a:cubicBezTo>
                <a:cubicBezTo>
                  <a:pt x="695173" y="125008"/>
                  <a:pt x="702346" y="127671"/>
                  <a:pt x="711633" y="127671"/>
                </a:cubicBezTo>
                <a:cubicBezTo>
                  <a:pt x="715959" y="127671"/>
                  <a:pt x="719855" y="127182"/>
                  <a:pt x="723322" y="126204"/>
                </a:cubicBezTo>
                <a:cubicBezTo>
                  <a:pt x="726789" y="125224"/>
                  <a:pt x="729668" y="124071"/>
                  <a:pt x="731958" y="122745"/>
                </a:cubicBezTo>
                <a:cubicBezTo>
                  <a:pt x="734121" y="121483"/>
                  <a:pt x="736029" y="120157"/>
                  <a:pt x="737683" y="118768"/>
                </a:cubicBezTo>
                <a:cubicBezTo>
                  <a:pt x="739337" y="117378"/>
                  <a:pt x="740864" y="116020"/>
                  <a:pt x="742263" y="114694"/>
                </a:cubicBezTo>
                <a:lnTo>
                  <a:pt x="747129" y="114694"/>
                </a:lnTo>
                <a:lnTo>
                  <a:pt x="747129" y="143988"/>
                </a:lnTo>
                <a:cubicBezTo>
                  <a:pt x="741722" y="146533"/>
                  <a:pt x="736077" y="148552"/>
                  <a:pt x="730192" y="150047"/>
                </a:cubicBezTo>
                <a:cubicBezTo>
                  <a:pt x="724308" y="151542"/>
                  <a:pt x="717804" y="152290"/>
                  <a:pt x="710679" y="152290"/>
                </a:cubicBezTo>
                <a:close/>
                <a:moveTo>
                  <a:pt x="834650" y="121421"/>
                </a:moveTo>
                <a:lnTo>
                  <a:pt x="834650" y="99236"/>
                </a:lnTo>
                <a:cubicBezTo>
                  <a:pt x="830006" y="99616"/>
                  <a:pt x="824981" y="100138"/>
                  <a:pt x="819574" y="100802"/>
                </a:cubicBezTo>
                <a:cubicBezTo>
                  <a:pt x="814167" y="101464"/>
                  <a:pt x="810064" y="102238"/>
                  <a:pt x="807265" y="103125"/>
                </a:cubicBezTo>
                <a:cubicBezTo>
                  <a:pt x="803830" y="104198"/>
                  <a:pt x="801206" y="105763"/>
                  <a:pt x="799393" y="107818"/>
                </a:cubicBezTo>
                <a:cubicBezTo>
                  <a:pt x="797580" y="109872"/>
                  <a:pt x="796673" y="112573"/>
                  <a:pt x="796673" y="115923"/>
                </a:cubicBezTo>
                <a:cubicBezTo>
                  <a:pt x="796673" y="118135"/>
                  <a:pt x="796864" y="119937"/>
                  <a:pt x="797246" y="121329"/>
                </a:cubicBezTo>
                <a:cubicBezTo>
                  <a:pt x="797627" y="122719"/>
                  <a:pt x="798581" y="124045"/>
                  <a:pt x="800108" y="125310"/>
                </a:cubicBezTo>
                <a:cubicBezTo>
                  <a:pt x="801571" y="126574"/>
                  <a:pt x="803321" y="127506"/>
                  <a:pt x="805356" y="128107"/>
                </a:cubicBezTo>
                <a:cubicBezTo>
                  <a:pt x="807392" y="128707"/>
                  <a:pt x="810573" y="129007"/>
                  <a:pt x="814898" y="129007"/>
                </a:cubicBezTo>
                <a:cubicBezTo>
                  <a:pt x="818333" y="129007"/>
                  <a:pt x="821816" y="128313"/>
                  <a:pt x="825347" y="126923"/>
                </a:cubicBezTo>
                <a:cubicBezTo>
                  <a:pt x="828877" y="125531"/>
                  <a:pt x="831978" y="123698"/>
                  <a:pt x="834650" y="121421"/>
                </a:cubicBezTo>
                <a:moveTo>
                  <a:pt x="834650" y="138072"/>
                </a:moveTo>
                <a:cubicBezTo>
                  <a:pt x="832805" y="139472"/>
                  <a:pt x="830515" y="141157"/>
                  <a:pt x="827780" y="143129"/>
                </a:cubicBezTo>
                <a:cubicBezTo>
                  <a:pt x="825045" y="145101"/>
                  <a:pt x="822468" y="146660"/>
                  <a:pt x="820051" y="147805"/>
                </a:cubicBezTo>
                <a:cubicBezTo>
                  <a:pt x="816679" y="149332"/>
                  <a:pt x="813181" y="150461"/>
                  <a:pt x="809555" y="151192"/>
                </a:cubicBezTo>
                <a:cubicBezTo>
                  <a:pt x="805929" y="151924"/>
                  <a:pt x="801953" y="152290"/>
                  <a:pt x="797627" y="152290"/>
                </a:cubicBezTo>
                <a:cubicBezTo>
                  <a:pt x="787449" y="152290"/>
                  <a:pt x="778925" y="149141"/>
                  <a:pt x="772055" y="142843"/>
                </a:cubicBezTo>
                <a:cubicBezTo>
                  <a:pt x="765185" y="136545"/>
                  <a:pt x="761750" y="128498"/>
                  <a:pt x="761750" y="118702"/>
                </a:cubicBezTo>
                <a:cubicBezTo>
                  <a:pt x="761750" y="110878"/>
                  <a:pt x="763499" y="104484"/>
                  <a:pt x="766998" y="99523"/>
                </a:cubicBezTo>
                <a:cubicBezTo>
                  <a:pt x="770496" y="94561"/>
                  <a:pt x="775458" y="90649"/>
                  <a:pt x="781883" y="87786"/>
                </a:cubicBezTo>
                <a:cubicBezTo>
                  <a:pt x="788244" y="84923"/>
                  <a:pt x="796132" y="82888"/>
                  <a:pt x="805547" y="81679"/>
                </a:cubicBezTo>
                <a:cubicBezTo>
                  <a:pt x="814962" y="80471"/>
                  <a:pt x="824726" y="79580"/>
                  <a:pt x="834841" y="79007"/>
                </a:cubicBezTo>
                <a:lnTo>
                  <a:pt x="834841" y="78435"/>
                </a:lnTo>
                <a:cubicBezTo>
                  <a:pt x="834841" y="72519"/>
                  <a:pt x="832424" y="68432"/>
                  <a:pt x="827589" y="66173"/>
                </a:cubicBezTo>
                <a:cubicBezTo>
                  <a:pt x="822754" y="63915"/>
                  <a:pt x="815630" y="62786"/>
                  <a:pt x="806215" y="62786"/>
                </a:cubicBezTo>
                <a:cubicBezTo>
                  <a:pt x="800554" y="62786"/>
                  <a:pt x="794510" y="63788"/>
                  <a:pt x="788085" y="65792"/>
                </a:cubicBezTo>
                <a:cubicBezTo>
                  <a:pt x="781660" y="67796"/>
                  <a:pt x="777048" y="69338"/>
                  <a:pt x="774250" y="70420"/>
                </a:cubicBezTo>
                <a:lnTo>
                  <a:pt x="771101" y="70420"/>
                </a:lnTo>
                <a:lnTo>
                  <a:pt x="771101" y="44480"/>
                </a:lnTo>
                <a:cubicBezTo>
                  <a:pt x="774727" y="43524"/>
                  <a:pt x="780627" y="42392"/>
                  <a:pt x="788801" y="41084"/>
                </a:cubicBezTo>
                <a:cubicBezTo>
                  <a:pt x="796975" y="39776"/>
                  <a:pt x="805165" y="39122"/>
                  <a:pt x="813372" y="39122"/>
                </a:cubicBezTo>
                <a:cubicBezTo>
                  <a:pt x="832901" y="39122"/>
                  <a:pt x="847007" y="42131"/>
                  <a:pt x="855690" y="48148"/>
                </a:cubicBezTo>
                <a:cubicBezTo>
                  <a:pt x="864373" y="54164"/>
                  <a:pt x="868715" y="63602"/>
                  <a:pt x="868715" y="76464"/>
                </a:cubicBezTo>
                <a:lnTo>
                  <a:pt x="868715" y="149427"/>
                </a:lnTo>
                <a:lnTo>
                  <a:pt x="834650" y="149427"/>
                </a:lnTo>
                <a:lnTo>
                  <a:pt x="834650" y="138072"/>
                </a:lnTo>
                <a:close/>
                <a:moveTo>
                  <a:pt x="968816" y="148485"/>
                </a:moveTo>
                <a:cubicBezTo>
                  <a:pt x="965127" y="149435"/>
                  <a:pt x="961214" y="150180"/>
                  <a:pt x="957079" y="150718"/>
                </a:cubicBezTo>
                <a:cubicBezTo>
                  <a:pt x="952945" y="151257"/>
                  <a:pt x="947887" y="151526"/>
                  <a:pt x="941908" y="151526"/>
                </a:cubicBezTo>
                <a:cubicBezTo>
                  <a:pt x="928549" y="151526"/>
                  <a:pt x="918609" y="148820"/>
                  <a:pt x="912089" y="143407"/>
                </a:cubicBezTo>
                <a:cubicBezTo>
                  <a:pt x="905569" y="137994"/>
                  <a:pt x="902309" y="128728"/>
                  <a:pt x="902309" y="115610"/>
                </a:cubicBezTo>
                <a:lnTo>
                  <a:pt x="902309" y="65458"/>
                </a:lnTo>
                <a:lnTo>
                  <a:pt x="888187" y="65458"/>
                </a:lnTo>
                <a:lnTo>
                  <a:pt x="888187" y="42175"/>
                </a:lnTo>
                <a:lnTo>
                  <a:pt x="902309" y="42175"/>
                </a:lnTo>
                <a:lnTo>
                  <a:pt x="902309" y="11450"/>
                </a:lnTo>
                <a:lnTo>
                  <a:pt x="936660" y="11450"/>
                </a:lnTo>
                <a:lnTo>
                  <a:pt x="936660" y="42175"/>
                </a:lnTo>
                <a:lnTo>
                  <a:pt x="968816" y="42175"/>
                </a:lnTo>
                <a:lnTo>
                  <a:pt x="968816" y="65458"/>
                </a:lnTo>
                <a:lnTo>
                  <a:pt x="936660" y="65458"/>
                </a:lnTo>
                <a:lnTo>
                  <a:pt x="936660" y="103551"/>
                </a:lnTo>
                <a:cubicBezTo>
                  <a:pt x="936660" y="107316"/>
                  <a:pt x="936691" y="110602"/>
                  <a:pt x="936755" y="113409"/>
                </a:cubicBezTo>
                <a:cubicBezTo>
                  <a:pt x="936819" y="116216"/>
                  <a:pt x="937328" y="118737"/>
                  <a:pt x="938282" y="120971"/>
                </a:cubicBezTo>
                <a:cubicBezTo>
                  <a:pt x="939172" y="123204"/>
                  <a:pt x="940747" y="124974"/>
                  <a:pt x="943005" y="126282"/>
                </a:cubicBezTo>
                <a:cubicBezTo>
                  <a:pt x="945263" y="127590"/>
                  <a:pt x="948555" y="128244"/>
                  <a:pt x="952881" y="128244"/>
                </a:cubicBezTo>
                <a:cubicBezTo>
                  <a:pt x="954662" y="128244"/>
                  <a:pt x="957000" y="127862"/>
                  <a:pt x="959894" y="127099"/>
                </a:cubicBezTo>
                <a:cubicBezTo>
                  <a:pt x="962789" y="126336"/>
                  <a:pt x="964808" y="125636"/>
                  <a:pt x="965953" y="125000"/>
                </a:cubicBezTo>
                <a:lnTo>
                  <a:pt x="968816" y="125000"/>
                </a:lnTo>
                <a:lnTo>
                  <a:pt x="968816" y="148485"/>
                </a:lnTo>
                <a:close/>
                <a:moveTo>
                  <a:pt x="1094950" y="102099"/>
                </a:moveTo>
                <a:lnTo>
                  <a:pt x="1016324" y="102099"/>
                </a:lnTo>
                <a:cubicBezTo>
                  <a:pt x="1016833" y="110558"/>
                  <a:pt x="1020030" y="117030"/>
                  <a:pt x="1025914" y="121517"/>
                </a:cubicBezTo>
                <a:cubicBezTo>
                  <a:pt x="1031798" y="126002"/>
                  <a:pt x="1040465" y="128244"/>
                  <a:pt x="1051916" y="128244"/>
                </a:cubicBezTo>
                <a:cubicBezTo>
                  <a:pt x="1059168" y="128244"/>
                  <a:pt x="1066197" y="126930"/>
                  <a:pt x="1073004" y="124302"/>
                </a:cubicBezTo>
                <a:cubicBezTo>
                  <a:pt x="1079810" y="121674"/>
                  <a:pt x="1085185" y="118853"/>
                  <a:pt x="1089129" y="115839"/>
                </a:cubicBezTo>
                <a:lnTo>
                  <a:pt x="1092946" y="115839"/>
                </a:lnTo>
                <a:lnTo>
                  <a:pt x="1092946" y="143416"/>
                </a:lnTo>
                <a:cubicBezTo>
                  <a:pt x="1085185" y="146533"/>
                  <a:pt x="1077870" y="148791"/>
                  <a:pt x="1071000" y="150190"/>
                </a:cubicBezTo>
                <a:cubicBezTo>
                  <a:pt x="1064129" y="151590"/>
                  <a:pt x="1056528" y="152290"/>
                  <a:pt x="1048194" y="152290"/>
                </a:cubicBezTo>
                <a:cubicBezTo>
                  <a:pt x="1026693" y="152290"/>
                  <a:pt x="1010217" y="147447"/>
                  <a:pt x="998767" y="137762"/>
                </a:cubicBezTo>
                <a:cubicBezTo>
                  <a:pt x="987317" y="128077"/>
                  <a:pt x="981592" y="114281"/>
                  <a:pt x="981592" y="96374"/>
                </a:cubicBezTo>
                <a:cubicBezTo>
                  <a:pt x="981592" y="78662"/>
                  <a:pt x="987015" y="64628"/>
                  <a:pt x="997861" y="54273"/>
                </a:cubicBezTo>
                <a:cubicBezTo>
                  <a:pt x="1008707" y="43918"/>
                  <a:pt x="1023576" y="38740"/>
                  <a:pt x="1042469" y="38740"/>
                </a:cubicBezTo>
                <a:cubicBezTo>
                  <a:pt x="1059899" y="38740"/>
                  <a:pt x="1073004" y="43153"/>
                  <a:pt x="1081782" y="51977"/>
                </a:cubicBezTo>
                <a:cubicBezTo>
                  <a:pt x="1090561" y="60799"/>
                  <a:pt x="1094950" y="73493"/>
                  <a:pt x="1094950" y="90058"/>
                </a:cubicBezTo>
                <a:lnTo>
                  <a:pt x="1094950" y="102099"/>
                </a:lnTo>
                <a:moveTo>
                  <a:pt x="1060790" y="81870"/>
                </a:moveTo>
                <a:cubicBezTo>
                  <a:pt x="1060599" y="74714"/>
                  <a:pt x="1058818" y="69330"/>
                  <a:pt x="1055446" y="65720"/>
                </a:cubicBezTo>
                <a:cubicBezTo>
                  <a:pt x="1052075" y="62110"/>
                  <a:pt x="1046827" y="60305"/>
                  <a:pt x="1039702" y="60305"/>
                </a:cubicBezTo>
                <a:cubicBezTo>
                  <a:pt x="1033086" y="60305"/>
                  <a:pt x="1027647" y="62016"/>
                  <a:pt x="1023385" y="65437"/>
                </a:cubicBezTo>
                <a:cubicBezTo>
                  <a:pt x="1019123" y="68856"/>
                  <a:pt x="1016738" y="74334"/>
                  <a:pt x="1016229" y="81870"/>
                </a:cubicBezTo>
                <a:lnTo>
                  <a:pt x="1060790" y="81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directfastpath">
            <a:extLst xmlns:a="http://schemas.openxmlformats.org/drawingml/2006/main">
              <a:ext uri="{FF2B5EF4-FFF2-40B4-BE49-F238E27FC236}">
                <a16:creationId xmlns:a16="http://schemas.microsoft.com/office/drawing/2014/main" id="{BEB8A823-89F0-418C-9343-39ABA144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970" y="2963189"/>
            <a:ext cx="1473349" cy="167769"/>
          </a:xfrm>
          <a:custGeom xmlns:a="http://schemas.openxmlformats.org/drawingml/2006/main">
            <a:pathLst>
              <a:path w="1473349" h="167769">
                <a:moveTo>
                  <a:pt x="99406" y="132824"/>
                </a:moveTo>
                <a:lnTo>
                  <a:pt x="68872" y="132824"/>
                </a:lnTo>
                <a:lnTo>
                  <a:pt x="68872" y="122900"/>
                </a:lnTo>
                <a:cubicBezTo>
                  <a:pt x="63613" y="127198"/>
                  <a:pt x="58694" y="130379"/>
                  <a:pt x="54114" y="132442"/>
                </a:cubicBezTo>
                <a:cubicBezTo>
                  <a:pt x="49533" y="134506"/>
                  <a:pt x="44246" y="135538"/>
                  <a:pt x="38253" y="135538"/>
                </a:cubicBezTo>
                <a:cubicBezTo>
                  <a:pt x="26661" y="135538"/>
                  <a:pt x="17388" y="131068"/>
                  <a:pt x="10433" y="122126"/>
                </a:cubicBezTo>
                <a:cubicBezTo>
                  <a:pt x="3478" y="113184"/>
                  <a:pt x="0" y="101129"/>
                  <a:pt x="0" y="85962"/>
                </a:cubicBezTo>
                <a:cubicBezTo>
                  <a:pt x="0" y="77869"/>
                  <a:pt x="1173" y="70696"/>
                  <a:pt x="3520" y="64443"/>
                </a:cubicBezTo>
                <a:cubicBezTo>
                  <a:pt x="5867" y="58189"/>
                  <a:pt x="9075" y="52827"/>
                  <a:pt x="13147" y="48357"/>
                </a:cubicBezTo>
                <a:cubicBezTo>
                  <a:pt x="16992" y="44112"/>
                  <a:pt x="21657" y="40816"/>
                  <a:pt x="27142" y="38467"/>
                </a:cubicBezTo>
                <a:cubicBezTo>
                  <a:pt x="32626" y="36119"/>
                  <a:pt x="38111" y="34945"/>
                  <a:pt x="43596" y="34945"/>
                </a:cubicBezTo>
                <a:cubicBezTo>
                  <a:pt x="49307" y="34945"/>
                  <a:pt x="53986" y="35553"/>
                  <a:pt x="57633" y="36768"/>
                </a:cubicBezTo>
                <a:cubicBezTo>
                  <a:pt x="61281" y="37984"/>
                  <a:pt x="65027" y="39525"/>
                  <a:pt x="68872" y="41391"/>
                </a:cubicBezTo>
                <a:lnTo>
                  <a:pt x="68872" y="848"/>
                </a:lnTo>
                <a:lnTo>
                  <a:pt x="99406" y="848"/>
                </a:lnTo>
                <a:lnTo>
                  <a:pt x="99406" y="132824"/>
                </a:lnTo>
                <a:moveTo>
                  <a:pt x="68872" y="106616"/>
                </a:moveTo>
                <a:lnTo>
                  <a:pt x="68872" y="59881"/>
                </a:lnTo>
                <a:cubicBezTo>
                  <a:pt x="66723" y="58976"/>
                  <a:pt x="64461" y="58326"/>
                  <a:pt x="62086" y="57930"/>
                </a:cubicBezTo>
                <a:cubicBezTo>
                  <a:pt x="59711" y="57534"/>
                  <a:pt x="57534" y="57337"/>
                  <a:pt x="55555" y="57337"/>
                </a:cubicBezTo>
                <a:cubicBezTo>
                  <a:pt x="47526" y="57337"/>
                  <a:pt x="41504" y="59839"/>
                  <a:pt x="37489" y="64843"/>
                </a:cubicBezTo>
                <a:cubicBezTo>
                  <a:pt x="33475" y="69847"/>
                  <a:pt x="31467" y="76788"/>
                  <a:pt x="31467" y="85666"/>
                </a:cubicBezTo>
                <a:cubicBezTo>
                  <a:pt x="31467" y="94996"/>
                  <a:pt x="33079" y="101767"/>
                  <a:pt x="36302" y="105979"/>
                </a:cubicBezTo>
                <a:cubicBezTo>
                  <a:pt x="39525" y="110192"/>
                  <a:pt x="44699" y="112298"/>
                  <a:pt x="51823" y="112298"/>
                </a:cubicBezTo>
                <a:cubicBezTo>
                  <a:pt x="54594" y="112298"/>
                  <a:pt x="57534" y="111775"/>
                  <a:pt x="60644" y="110729"/>
                </a:cubicBezTo>
                <a:cubicBezTo>
                  <a:pt x="63754" y="109683"/>
                  <a:pt x="66497" y="108312"/>
                  <a:pt x="68872" y="106616"/>
                </a:cubicBezTo>
                <a:close/>
                <a:moveTo>
                  <a:pt x="158740" y="132824"/>
                </a:moveTo>
                <a:lnTo>
                  <a:pt x="128206" y="132824"/>
                </a:lnTo>
                <a:lnTo>
                  <a:pt x="128206" y="37489"/>
                </a:lnTo>
                <a:lnTo>
                  <a:pt x="158740" y="37489"/>
                </a:lnTo>
                <a:lnTo>
                  <a:pt x="158740" y="132824"/>
                </a:lnTo>
                <a:moveTo>
                  <a:pt x="159588" y="24088"/>
                </a:moveTo>
                <a:lnTo>
                  <a:pt x="127358" y="24088"/>
                </a:lnTo>
                <a:lnTo>
                  <a:pt x="127358" y="848"/>
                </a:lnTo>
                <a:lnTo>
                  <a:pt x="159588" y="848"/>
                </a:lnTo>
                <a:lnTo>
                  <a:pt x="159588" y="24088"/>
                </a:lnTo>
                <a:close/>
                <a:moveTo>
                  <a:pt x="256655" y="66666"/>
                </a:moveTo>
                <a:lnTo>
                  <a:pt x="253941" y="66666"/>
                </a:lnTo>
                <a:cubicBezTo>
                  <a:pt x="252640" y="66214"/>
                  <a:pt x="250548" y="65875"/>
                  <a:pt x="247664" y="65649"/>
                </a:cubicBezTo>
                <a:cubicBezTo>
                  <a:pt x="244780" y="65423"/>
                  <a:pt x="242377" y="65309"/>
                  <a:pt x="240455" y="65309"/>
                </a:cubicBezTo>
                <a:cubicBezTo>
                  <a:pt x="236101" y="65309"/>
                  <a:pt x="232256" y="65592"/>
                  <a:pt x="228920" y="66158"/>
                </a:cubicBezTo>
                <a:cubicBezTo>
                  <a:pt x="225583" y="66723"/>
                  <a:pt x="221993" y="67684"/>
                  <a:pt x="218148" y="69041"/>
                </a:cubicBezTo>
                <a:lnTo>
                  <a:pt x="218148" y="132824"/>
                </a:lnTo>
                <a:lnTo>
                  <a:pt x="187613" y="132824"/>
                </a:lnTo>
                <a:lnTo>
                  <a:pt x="187613" y="37489"/>
                </a:lnTo>
                <a:lnTo>
                  <a:pt x="218148" y="37489"/>
                </a:lnTo>
                <a:lnTo>
                  <a:pt x="218148" y="51484"/>
                </a:lnTo>
                <a:cubicBezTo>
                  <a:pt x="224877" y="45717"/>
                  <a:pt x="230729" y="41886"/>
                  <a:pt x="235705" y="39991"/>
                </a:cubicBezTo>
                <a:cubicBezTo>
                  <a:pt x="240681" y="38097"/>
                  <a:pt x="245261" y="37150"/>
                  <a:pt x="249445" y="37150"/>
                </a:cubicBezTo>
                <a:cubicBezTo>
                  <a:pt x="250520" y="37150"/>
                  <a:pt x="251735" y="37178"/>
                  <a:pt x="253092" y="37235"/>
                </a:cubicBezTo>
                <a:cubicBezTo>
                  <a:pt x="254450" y="37291"/>
                  <a:pt x="255637" y="37376"/>
                  <a:pt x="256655" y="37489"/>
                </a:cubicBezTo>
                <a:lnTo>
                  <a:pt x="256655" y="66666"/>
                </a:lnTo>
                <a:close/>
                <a:moveTo>
                  <a:pt x="367753" y="90755"/>
                </a:moveTo>
                <a:lnTo>
                  <a:pt x="297864" y="90755"/>
                </a:lnTo>
                <a:cubicBezTo>
                  <a:pt x="298316" y="98273"/>
                  <a:pt x="301157" y="104027"/>
                  <a:pt x="306388" y="108015"/>
                </a:cubicBezTo>
                <a:cubicBezTo>
                  <a:pt x="311618" y="112001"/>
                  <a:pt x="319322" y="113995"/>
                  <a:pt x="329500" y="113995"/>
                </a:cubicBezTo>
                <a:cubicBezTo>
                  <a:pt x="335947" y="113995"/>
                  <a:pt x="342195" y="112827"/>
                  <a:pt x="348245" y="110491"/>
                </a:cubicBezTo>
                <a:cubicBezTo>
                  <a:pt x="354295" y="108155"/>
                  <a:pt x="359073" y="105647"/>
                  <a:pt x="362579" y="102968"/>
                </a:cubicBezTo>
                <a:lnTo>
                  <a:pt x="365972" y="102968"/>
                </a:lnTo>
                <a:lnTo>
                  <a:pt x="365972" y="127481"/>
                </a:lnTo>
                <a:cubicBezTo>
                  <a:pt x="359073" y="130251"/>
                  <a:pt x="352571" y="132259"/>
                  <a:pt x="346464" y="133503"/>
                </a:cubicBezTo>
                <a:cubicBezTo>
                  <a:pt x="340357" y="134747"/>
                  <a:pt x="333600" y="135369"/>
                  <a:pt x="326193" y="135369"/>
                </a:cubicBezTo>
                <a:cubicBezTo>
                  <a:pt x="307080" y="135369"/>
                  <a:pt x="292435" y="131064"/>
                  <a:pt x="282257" y="122455"/>
                </a:cubicBezTo>
                <a:cubicBezTo>
                  <a:pt x="272079" y="113846"/>
                  <a:pt x="266990" y="101583"/>
                  <a:pt x="266990" y="85666"/>
                </a:cubicBezTo>
                <a:cubicBezTo>
                  <a:pt x="266990" y="69921"/>
                  <a:pt x="271810" y="57447"/>
                  <a:pt x="281451" y="48243"/>
                </a:cubicBezTo>
                <a:cubicBezTo>
                  <a:pt x="291092" y="39038"/>
                  <a:pt x="304310" y="34436"/>
                  <a:pt x="321104" y="34436"/>
                </a:cubicBezTo>
                <a:cubicBezTo>
                  <a:pt x="336597" y="34436"/>
                  <a:pt x="348245" y="38358"/>
                  <a:pt x="356048" y="46202"/>
                </a:cubicBezTo>
                <a:cubicBezTo>
                  <a:pt x="363852" y="54044"/>
                  <a:pt x="367753" y="65327"/>
                  <a:pt x="367753" y="80052"/>
                </a:cubicBezTo>
                <a:lnTo>
                  <a:pt x="367753" y="90755"/>
                </a:lnTo>
                <a:moveTo>
                  <a:pt x="337389" y="72773"/>
                </a:moveTo>
                <a:cubicBezTo>
                  <a:pt x="337219" y="66412"/>
                  <a:pt x="335636" y="61627"/>
                  <a:pt x="332639" y="58418"/>
                </a:cubicBezTo>
                <a:cubicBezTo>
                  <a:pt x="329642" y="55209"/>
                  <a:pt x="324977" y="53605"/>
                  <a:pt x="318644" y="53605"/>
                </a:cubicBezTo>
                <a:cubicBezTo>
                  <a:pt x="312763" y="53605"/>
                  <a:pt x="307929" y="55125"/>
                  <a:pt x="304140" y="58166"/>
                </a:cubicBezTo>
                <a:cubicBezTo>
                  <a:pt x="300352" y="61205"/>
                  <a:pt x="298231" y="66075"/>
                  <a:pt x="297779" y="72773"/>
                </a:cubicBezTo>
                <a:lnTo>
                  <a:pt x="337389" y="72773"/>
                </a:lnTo>
                <a:close/>
                <a:moveTo>
                  <a:pt x="438905" y="135369"/>
                </a:moveTo>
                <a:cubicBezTo>
                  <a:pt x="430593" y="135369"/>
                  <a:pt x="423002" y="134379"/>
                  <a:pt x="416131" y="132400"/>
                </a:cubicBezTo>
                <a:cubicBezTo>
                  <a:pt x="409261" y="130421"/>
                  <a:pt x="403282" y="127368"/>
                  <a:pt x="398192" y="123240"/>
                </a:cubicBezTo>
                <a:cubicBezTo>
                  <a:pt x="393160" y="119112"/>
                  <a:pt x="389258" y="113910"/>
                  <a:pt x="386488" y="107633"/>
                </a:cubicBezTo>
                <a:cubicBezTo>
                  <a:pt x="383717" y="101357"/>
                  <a:pt x="382332" y="94006"/>
                  <a:pt x="382332" y="85581"/>
                </a:cubicBezTo>
                <a:cubicBezTo>
                  <a:pt x="382332" y="76703"/>
                  <a:pt x="383816" y="69041"/>
                  <a:pt x="386785" y="62595"/>
                </a:cubicBezTo>
                <a:cubicBezTo>
                  <a:pt x="389753" y="56149"/>
                  <a:pt x="393895" y="50806"/>
                  <a:pt x="399210" y="46565"/>
                </a:cubicBezTo>
                <a:cubicBezTo>
                  <a:pt x="404356" y="42550"/>
                  <a:pt x="410293" y="39610"/>
                  <a:pt x="417022" y="37744"/>
                </a:cubicBezTo>
                <a:cubicBezTo>
                  <a:pt x="423751" y="35878"/>
                  <a:pt x="430734" y="34945"/>
                  <a:pt x="437972" y="34945"/>
                </a:cubicBezTo>
                <a:cubicBezTo>
                  <a:pt x="444475" y="34945"/>
                  <a:pt x="450468" y="35650"/>
                  <a:pt x="455953" y="37060"/>
                </a:cubicBezTo>
                <a:cubicBezTo>
                  <a:pt x="461438" y="38470"/>
                  <a:pt x="466555" y="40303"/>
                  <a:pt x="471305" y="42560"/>
                </a:cubicBezTo>
                <a:lnTo>
                  <a:pt x="471305" y="68532"/>
                </a:lnTo>
                <a:lnTo>
                  <a:pt x="466979" y="68532"/>
                </a:lnTo>
                <a:cubicBezTo>
                  <a:pt x="465792" y="67529"/>
                  <a:pt x="464364" y="66358"/>
                  <a:pt x="462696" y="65021"/>
                </a:cubicBezTo>
                <a:cubicBezTo>
                  <a:pt x="461028" y="63683"/>
                  <a:pt x="458978" y="62373"/>
                  <a:pt x="456547" y="61092"/>
                </a:cubicBezTo>
                <a:cubicBezTo>
                  <a:pt x="454229" y="59866"/>
                  <a:pt x="451684" y="58849"/>
                  <a:pt x="448913" y="58042"/>
                </a:cubicBezTo>
                <a:cubicBezTo>
                  <a:pt x="446143" y="57232"/>
                  <a:pt x="442920" y="56828"/>
                  <a:pt x="439244" y="56828"/>
                </a:cubicBezTo>
                <a:cubicBezTo>
                  <a:pt x="431102" y="56828"/>
                  <a:pt x="424839" y="59408"/>
                  <a:pt x="420457" y="64567"/>
                </a:cubicBezTo>
                <a:cubicBezTo>
                  <a:pt x="416075" y="69725"/>
                  <a:pt x="413884" y="76730"/>
                  <a:pt x="413884" y="85581"/>
                </a:cubicBezTo>
                <a:cubicBezTo>
                  <a:pt x="413884" y="94713"/>
                  <a:pt x="416131" y="101647"/>
                  <a:pt x="420627" y="106382"/>
                </a:cubicBezTo>
                <a:cubicBezTo>
                  <a:pt x="425122" y="111118"/>
                  <a:pt x="431497" y="113486"/>
                  <a:pt x="439753" y="113486"/>
                </a:cubicBezTo>
                <a:cubicBezTo>
                  <a:pt x="443598" y="113486"/>
                  <a:pt x="447061" y="113051"/>
                  <a:pt x="450143" y="112182"/>
                </a:cubicBezTo>
                <a:cubicBezTo>
                  <a:pt x="453225" y="111311"/>
                  <a:pt x="455783" y="110286"/>
                  <a:pt x="457819" y="109107"/>
                </a:cubicBezTo>
                <a:cubicBezTo>
                  <a:pt x="459742" y="107985"/>
                  <a:pt x="461438" y="106806"/>
                  <a:pt x="462908" y="105571"/>
                </a:cubicBezTo>
                <a:cubicBezTo>
                  <a:pt x="464378" y="104336"/>
                  <a:pt x="465735" y="103129"/>
                  <a:pt x="466979" y="101951"/>
                </a:cubicBezTo>
                <a:lnTo>
                  <a:pt x="471305" y="101951"/>
                </a:lnTo>
                <a:lnTo>
                  <a:pt x="471305" y="127989"/>
                </a:lnTo>
                <a:cubicBezTo>
                  <a:pt x="466499" y="130251"/>
                  <a:pt x="461480" y="132047"/>
                  <a:pt x="456250" y="133375"/>
                </a:cubicBezTo>
                <a:cubicBezTo>
                  <a:pt x="451020" y="134704"/>
                  <a:pt x="445238" y="135369"/>
                  <a:pt x="438905" y="135369"/>
                </a:cubicBezTo>
                <a:close/>
                <a:moveTo>
                  <a:pt x="552325" y="131987"/>
                </a:moveTo>
                <a:cubicBezTo>
                  <a:pt x="549045" y="132831"/>
                  <a:pt x="545568" y="133493"/>
                  <a:pt x="541892" y="133972"/>
                </a:cubicBezTo>
                <a:cubicBezTo>
                  <a:pt x="538217" y="134451"/>
                  <a:pt x="533722" y="134690"/>
                  <a:pt x="528406" y="134690"/>
                </a:cubicBezTo>
                <a:cubicBezTo>
                  <a:pt x="516532" y="134690"/>
                  <a:pt x="507697" y="132284"/>
                  <a:pt x="501901" y="127473"/>
                </a:cubicBezTo>
                <a:cubicBezTo>
                  <a:pt x="496105" y="122661"/>
                  <a:pt x="493207" y="114425"/>
                  <a:pt x="493207" y="102764"/>
                </a:cubicBezTo>
                <a:lnTo>
                  <a:pt x="493207" y="58185"/>
                </a:lnTo>
                <a:lnTo>
                  <a:pt x="480654" y="58185"/>
                </a:lnTo>
                <a:lnTo>
                  <a:pt x="480654" y="37489"/>
                </a:lnTo>
                <a:lnTo>
                  <a:pt x="493207" y="37489"/>
                </a:lnTo>
                <a:lnTo>
                  <a:pt x="493207" y="10178"/>
                </a:lnTo>
                <a:lnTo>
                  <a:pt x="523741" y="10178"/>
                </a:lnTo>
                <a:lnTo>
                  <a:pt x="523741" y="37489"/>
                </a:lnTo>
                <a:lnTo>
                  <a:pt x="552325" y="37489"/>
                </a:lnTo>
                <a:lnTo>
                  <a:pt x="552325" y="58185"/>
                </a:lnTo>
                <a:lnTo>
                  <a:pt x="523741" y="58185"/>
                </a:lnTo>
                <a:lnTo>
                  <a:pt x="523741" y="92045"/>
                </a:lnTo>
                <a:cubicBezTo>
                  <a:pt x="523741" y="95392"/>
                  <a:pt x="523770" y="98313"/>
                  <a:pt x="523826" y="100808"/>
                </a:cubicBezTo>
                <a:cubicBezTo>
                  <a:pt x="523883" y="103303"/>
                  <a:pt x="524335" y="105544"/>
                  <a:pt x="525183" y="107530"/>
                </a:cubicBezTo>
                <a:cubicBezTo>
                  <a:pt x="525975" y="109514"/>
                  <a:pt x="527374" y="111088"/>
                  <a:pt x="529382" y="112251"/>
                </a:cubicBezTo>
                <a:cubicBezTo>
                  <a:pt x="531389" y="113413"/>
                  <a:pt x="534315" y="113995"/>
                  <a:pt x="538160" y="113995"/>
                </a:cubicBezTo>
                <a:cubicBezTo>
                  <a:pt x="539744" y="113995"/>
                  <a:pt x="541822" y="113655"/>
                  <a:pt x="544394" y="112977"/>
                </a:cubicBezTo>
                <a:cubicBezTo>
                  <a:pt x="546967" y="112298"/>
                  <a:pt x="548763" y="111676"/>
                  <a:pt x="549780" y="111111"/>
                </a:cubicBezTo>
                <a:lnTo>
                  <a:pt x="552325" y="111111"/>
                </a:lnTo>
                <a:lnTo>
                  <a:pt x="552325" y="131987"/>
                </a:lnTo>
                <a:close/>
                <a:moveTo>
                  <a:pt x="691791" y="23410"/>
                </a:moveTo>
                <a:lnTo>
                  <a:pt x="689501" y="23410"/>
                </a:lnTo>
                <a:cubicBezTo>
                  <a:pt x="688144" y="23030"/>
                  <a:pt x="686376" y="22596"/>
                  <a:pt x="684200" y="22108"/>
                </a:cubicBezTo>
                <a:cubicBezTo>
                  <a:pt x="682023" y="21619"/>
                  <a:pt x="679690" y="21374"/>
                  <a:pt x="677202" y="21374"/>
                </a:cubicBezTo>
                <a:cubicBezTo>
                  <a:pt x="671208" y="21374"/>
                  <a:pt x="667151" y="22426"/>
                  <a:pt x="665031" y="24531"/>
                </a:cubicBezTo>
                <a:cubicBezTo>
                  <a:pt x="662910" y="26635"/>
                  <a:pt x="661850" y="30706"/>
                  <a:pt x="661850" y="36742"/>
                </a:cubicBezTo>
                <a:lnTo>
                  <a:pt x="661850" y="37489"/>
                </a:lnTo>
                <a:lnTo>
                  <a:pt x="685429" y="37489"/>
                </a:lnTo>
                <a:lnTo>
                  <a:pt x="685429" y="58185"/>
                </a:lnTo>
                <a:lnTo>
                  <a:pt x="662868" y="58185"/>
                </a:lnTo>
                <a:lnTo>
                  <a:pt x="662868" y="132824"/>
                </a:lnTo>
                <a:lnTo>
                  <a:pt x="632334" y="132824"/>
                </a:lnTo>
                <a:lnTo>
                  <a:pt x="632334" y="58185"/>
                </a:lnTo>
                <a:lnTo>
                  <a:pt x="619272" y="58185"/>
                </a:lnTo>
                <a:lnTo>
                  <a:pt x="619272" y="37489"/>
                </a:lnTo>
                <a:lnTo>
                  <a:pt x="632334" y="37489"/>
                </a:lnTo>
                <a:lnTo>
                  <a:pt x="632334" y="34865"/>
                </a:lnTo>
                <a:cubicBezTo>
                  <a:pt x="632334" y="23244"/>
                  <a:pt x="635429" y="14528"/>
                  <a:pt x="641621" y="8718"/>
                </a:cubicBezTo>
                <a:cubicBezTo>
                  <a:pt x="647813" y="2906"/>
                  <a:pt x="657185" y="0"/>
                  <a:pt x="669738" y="0"/>
                </a:cubicBezTo>
                <a:cubicBezTo>
                  <a:pt x="674262" y="0"/>
                  <a:pt x="678361" y="157"/>
                  <a:pt x="682037" y="472"/>
                </a:cubicBezTo>
                <a:cubicBezTo>
                  <a:pt x="685712" y="785"/>
                  <a:pt x="688963" y="1197"/>
                  <a:pt x="691791" y="1710"/>
                </a:cubicBezTo>
                <a:lnTo>
                  <a:pt x="691791" y="23410"/>
                </a:lnTo>
                <a:close/>
                <a:moveTo>
                  <a:pt x="761023" y="107930"/>
                </a:moveTo>
                <a:lnTo>
                  <a:pt x="761023" y="88210"/>
                </a:lnTo>
                <a:cubicBezTo>
                  <a:pt x="756895" y="88548"/>
                  <a:pt x="752428" y="89011"/>
                  <a:pt x="747622" y="89602"/>
                </a:cubicBezTo>
                <a:cubicBezTo>
                  <a:pt x="742816" y="90190"/>
                  <a:pt x="739169" y="90878"/>
                  <a:pt x="736681" y="91666"/>
                </a:cubicBezTo>
                <a:cubicBezTo>
                  <a:pt x="733627" y="92621"/>
                  <a:pt x="731295" y="94011"/>
                  <a:pt x="729683" y="95838"/>
                </a:cubicBezTo>
                <a:cubicBezTo>
                  <a:pt x="728072" y="97664"/>
                  <a:pt x="727266" y="100065"/>
                  <a:pt x="727266" y="103043"/>
                </a:cubicBezTo>
                <a:cubicBezTo>
                  <a:pt x="727266" y="105009"/>
                  <a:pt x="727435" y="106611"/>
                  <a:pt x="727775" y="107848"/>
                </a:cubicBezTo>
                <a:cubicBezTo>
                  <a:pt x="728114" y="109083"/>
                  <a:pt x="728962" y="110263"/>
                  <a:pt x="730319" y="111386"/>
                </a:cubicBezTo>
                <a:cubicBezTo>
                  <a:pt x="731620" y="112510"/>
                  <a:pt x="733175" y="113339"/>
                  <a:pt x="734984" y="113873"/>
                </a:cubicBezTo>
                <a:cubicBezTo>
                  <a:pt x="736794" y="114406"/>
                  <a:pt x="739621" y="114673"/>
                  <a:pt x="743466" y="114673"/>
                </a:cubicBezTo>
                <a:cubicBezTo>
                  <a:pt x="746519" y="114673"/>
                  <a:pt x="749615" y="114056"/>
                  <a:pt x="752753" y="112820"/>
                </a:cubicBezTo>
                <a:cubicBezTo>
                  <a:pt x="755892" y="111584"/>
                  <a:pt x="758648" y="109953"/>
                  <a:pt x="761023" y="107930"/>
                </a:cubicBezTo>
                <a:moveTo>
                  <a:pt x="761023" y="122731"/>
                </a:moveTo>
                <a:cubicBezTo>
                  <a:pt x="759383" y="123975"/>
                  <a:pt x="757348" y="125473"/>
                  <a:pt x="754916" y="127226"/>
                </a:cubicBezTo>
                <a:cubicBezTo>
                  <a:pt x="752485" y="128979"/>
                  <a:pt x="750195" y="130364"/>
                  <a:pt x="748046" y="131382"/>
                </a:cubicBezTo>
                <a:cubicBezTo>
                  <a:pt x="745049" y="132739"/>
                  <a:pt x="741939" y="133743"/>
                  <a:pt x="738716" y="134393"/>
                </a:cubicBezTo>
                <a:cubicBezTo>
                  <a:pt x="735493" y="135043"/>
                  <a:pt x="731959" y="135369"/>
                  <a:pt x="728114" y="135369"/>
                </a:cubicBezTo>
                <a:cubicBezTo>
                  <a:pt x="719067" y="135369"/>
                  <a:pt x="711490" y="132570"/>
                  <a:pt x="705383" y="126972"/>
                </a:cubicBezTo>
                <a:cubicBezTo>
                  <a:pt x="699276" y="121374"/>
                  <a:pt x="696223" y="114221"/>
                  <a:pt x="696223" y="105513"/>
                </a:cubicBezTo>
                <a:cubicBezTo>
                  <a:pt x="696223" y="98558"/>
                  <a:pt x="697778" y="92875"/>
                  <a:pt x="700888" y="88465"/>
                </a:cubicBezTo>
                <a:cubicBezTo>
                  <a:pt x="703998" y="84054"/>
                  <a:pt x="708408" y="80577"/>
                  <a:pt x="714119" y="78032"/>
                </a:cubicBezTo>
                <a:cubicBezTo>
                  <a:pt x="719774" y="75488"/>
                  <a:pt x="726785" y="73678"/>
                  <a:pt x="735154" y="72604"/>
                </a:cubicBezTo>
                <a:cubicBezTo>
                  <a:pt x="743522" y="71529"/>
                  <a:pt x="752202" y="70738"/>
                  <a:pt x="761193" y="70229"/>
                </a:cubicBezTo>
                <a:lnTo>
                  <a:pt x="761193" y="69720"/>
                </a:lnTo>
                <a:cubicBezTo>
                  <a:pt x="761193" y="64461"/>
                  <a:pt x="759044" y="60828"/>
                  <a:pt x="754747" y="58821"/>
                </a:cubicBezTo>
                <a:cubicBezTo>
                  <a:pt x="750449" y="56814"/>
                  <a:pt x="744116" y="55810"/>
                  <a:pt x="735748" y="55810"/>
                </a:cubicBezTo>
                <a:cubicBezTo>
                  <a:pt x="730715" y="55810"/>
                  <a:pt x="725343" y="56700"/>
                  <a:pt x="719632" y="58482"/>
                </a:cubicBezTo>
                <a:cubicBezTo>
                  <a:pt x="713921" y="60263"/>
                  <a:pt x="709822" y="61634"/>
                  <a:pt x="707334" y="62595"/>
                </a:cubicBezTo>
                <a:lnTo>
                  <a:pt x="704535" y="62595"/>
                </a:lnTo>
                <a:lnTo>
                  <a:pt x="704535" y="39538"/>
                </a:lnTo>
                <a:cubicBezTo>
                  <a:pt x="707758" y="38688"/>
                  <a:pt x="713002" y="37682"/>
                  <a:pt x="720268" y="36519"/>
                </a:cubicBezTo>
                <a:cubicBezTo>
                  <a:pt x="727534" y="35356"/>
                  <a:pt x="734815" y="34775"/>
                  <a:pt x="742109" y="34775"/>
                </a:cubicBezTo>
                <a:cubicBezTo>
                  <a:pt x="759468" y="34775"/>
                  <a:pt x="772007" y="37450"/>
                  <a:pt x="779725" y="42798"/>
                </a:cubicBezTo>
                <a:cubicBezTo>
                  <a:pt x="787444" y="48145"/>
                  <a:pt x="791303" y="56535"/>
                  <a:pt x="791303" y="67968"/>
                </a:cubicBezTo>
                <a:lnTo>
                  <a:pt x="791303" y="132824"/>
                </a:lnTo>
                <a:lnTo>
                  <a:pt x="761023" y="132824"/>
                </a:lnTo>
                <a:lnTo>
                  <a:pt x="761023" y="122731"/>
                </a:lnTo>
                <a:close/>
                <a:moveTo>
                  <a:pt x="902164" y="102687"/>
                </a:moveTo>
                <a:cubicBezTo>
                  <a:pt x="902164" y="112533"/>
                  <a:pt x="897754" y="120470"/>
                  <a:pt x="888933" y="126497"/>
                </a:cubicBezTo>
                <a:cubicBezTo>
                  <a:pt x="880112" y="132525"/>
                  <a:pt x="868040" y="135538"/>
                  <a:pt x="852716" y="135538"/>
                </a:cubicBezTo>
                <a:cubicBezTo>
                  <a:pt x="844234" y="135538"/>
                  <a:pt x="836544" y="134747"/>
                  <a:pt x="829646" y="133163"/>
                </a:cubicBezTo>
                <a:cubicBezTo>
                  <a:pt x="822747" y="131580"/>
                  <a:pt x="817206" y="129827"/>
                  <a:pt x="813021" y="127905"/>
                </a:cubicBezTo>
                <a:lnTo>
                  <a:pt x="813021" y="102799"/>
                </a:lnTo>
                <a:lnTo>
                  <a:pt x="815820" y="102799"/>
                </a:lnTo>
                <a:cubicBezTo>
                  <a:pt x="817347" y="103873"/>
                  <a:pt x="819114" y="105046"/>
                  <a:pt x="821121" y="106319"/>
                </a:cubicBezTo>
                <a:cubicBezTo>
                  <a:pt x="823129" y="107591"/>
                  <a:pt x="825970" y="108962"/>
                  <a:pt x="829646" y="110432"/>
                </a:cubicBezTo>
                <a:cubicBezTo>
                  <a:pt x="832812" y="111733"/>
                  <a:pt x="836403" y="112850"/>
                  <a:pt x="840417" y="113783"/>
                </a:cubicBezTo>
                <a:cubicBezTo>
                  <a:pt x="844432" y="114716"/>
                  <a:pt x="848729" y="115182"/>
                  <a:pt x="853310" y="115182"/>
                </a:cubicBezTo>
                <a:cubicBezTo>
                  <a:pt x="859303" y="115182"/>
                  <a:pt x="863742" y="114516"/>
                  <a:pt x="866626" y="113184"/>
                </a:cubicBezTo>
                <a:cubicBezTo>
                  <a:pt x="869510" y="111849"/>
                  <a:pt x="870952" y="109878"/>
                  <a:pt x="870952" y="107270"/>
                </a:cubicBezTo>
                <a:cubicBezTo>
                  <a:pt x="870952" y="104950"/>
                  <a:pt x="870103" y="103267"/>
                  <a:pt x="868407" y="102221"/>
                </a:cubicBezTo>
                <a:cubicBezTo>
                  <a:pt x="866711" y="101173"/>
                  <a:pt x="863488" y="100168"/>
                  <a:pt x="858738" y="99205"/>
                </a:cubicBezTo>
                <a:cubicBezTo>
                  <a:pt x="856476" y="98696"/>
                  <a:pt x="853409" y="98144"/>
                  <a:pt x="849535" y="97551"/>
                </a:cubicBezTo>
                <a:cubicBezTo>
                  <a:pt x="845662" y="96957"/>
                  <a:pt x="842142" y="96235"/>
                  <a:pt x="838975" y="95385"/>
                </a:cubicBezTo>
                <a:cubicBezTo>
                  <a:pt x="830324" y="93122"/>
                  <a:pt x="823906" y="89599"/>
                  <a:pt x="819722" y="84817"/>
                </a:cubicBezTo>
                <a:cubicBezTo>
                  <a:pt x="815538" y="80034"/>
                  <a:pt x="813445" y="74077"/>
                  <a:pt x="813445" y="66947"/>
                </a:cubicBezTo>
                <a:cubicBezTo>
                  <a:pt x="813445" y="57780"/>
                  <a:pt x="817785" y="50154"/>
                  <a:pt x="826465" y="44071"/>
                </a:cubicBezTo>
                <a:cubicBezTo>
                  <a:pt x="835145" y="37987"/>
                  <a:pt x="847005" y="34945"/>
                  <a:pt x="862046" y="34945"/>
                </a:cubicBezTo>
                <a:cubicBezTo>
                  <a:pt x="869170" y="34945"/>
                  <a:pt x="875998" y="35666"/>
                  <a:pt x="882529" y="37108"/>
                </a:cubicBezTo>
                <a:cubicBezTo>
                  <a:pt x="889060" y="38550"/>
                  <a:pt x="894163" y="40090"/>
                  <a:pt x="897839" y="41730"/>
                </a:cubicBezTo>
                <a:lnTo>
                  <a:pt x="897839" y="65818"/>
                </a:lnTo>
                <a:lnTo>
                  <a:pt x="895209" y="65818"/>
                </a:lnTo>
                <a:cubicBezTo>
                  <a:pt x="890686" y="62708"/>
                  <a:pt x="885526" y="60178"/>
                  <a:pt x="879730" y="58227"/>
                </a:cubicBezTo>
                <a:cubicBezTo>
                  <a:pt x="873934" y="56276"/>
                  <a:pt x="868068" y="55301"/>
                  <a:pt x="862131" y="55301"/>
                </a:cubicBezTo>
                <a:cubicBezTo>
                  <a:pt x="857211" y="55301"/>
                  <a:pt x="853069" y="55982"/>
                  <a:pt x="849705" y="57345"/>
                </a:cubicBezTo>
                <a:cubicBezTo>
                  <a:pt x="846340" y="58705"/>
                  <a:pt x="844658" y="60633"/>
                  <a:pt x="844658" y="63128"/>
                </a:cubicBezTo>
                <a:cubicBezTo>
                  <a:pt x="844658" y="65392"/>
                  <a:pt x="845422" y="67118"/>
                  <a:pt x="846948" y="68307"/>
                </a:cubicBezTo>
                <a:cubicBezTo>
                  <a:pt x="848475" y="69495"/>
                  <a:pt x="852066" y="70683"/>
                  <a:pt x="857720" y="71872"/>
                </a:cubicBezTo>
                <a:cubicBezTo>
                  <a:pt x="860830" y="72494"/>
                  <a:pt x="864180" y="73103"/>
                  <a:pt x="867771" y="73698"/>
                </a:cubicBezTo>
                <a:cubicBezTo>
                  <a:pt x="871362" y="74292"/>
                  <a:pt x="874966" y="75041"/>
                  <a:pt x="878585" y="75946"/>
                </a:cubicBezTo>
                <a:cubicBezTo>
                  <a:pt x="886615" y="78040"/>
                  <a:pt x="892552" y="81337"/>
                  <a:pt x="896397" y="85838"/>
                </a:cubicBezTo>
                <a:cubicBezTo>
                  <a:pt x="900242" y="90337"/>
                  <a:pt x="902164" y="95953"/>
                  <a:pt x="902164" y="102687"/>
                </a:cubicBezTo>
                <a:close/>
                <a:moveTo>
                  <a:pt x="983290" y="131987"/>
                </a:moveTo>
                <a:cubicBezTo>
                  <a:pt x="980010" y="132831"/>
                  <a:pt x="976532" y="133493"/>
                  <a:pt x="972857" y="133972"/>
                </a:cubicBezTo>
                <a:cubicBezTo>
                  <a:pt x="969182" y="134451"/>
                  <a:pt x="964686" y="134690"/>
                  <a:pt x="959371" y="134690"/>
                </a:cubicBezTo>
                <a:cubicBezTo>
                  <a:pt x="947497" y="134690"/>
                  <a:pt x="938661" y="132284"/>
                  <a:pt x="932866" y="127473"/>
                </a:cubicBezTo>
                <a:cubicBezTo>
                  <a:pt x="927070" y="122661"/>
                  <a:pt x="924172" y="114425"/>
                  <a:pt x="924172" y="102764"/>
                </a:cubicBezTo>
                <a:lnTo>
                  <a:pt x="924172" y="58185"/>
                </a:lnTo>
                <a:lnTo>
                  <a:pt x="911619" y="58185"/>
                </a:lnTo>
                <a:lnTo>
                  <a:pt x="911619" y="37489"/>
                </a:lnTo>
                <a:lnTo>
                  <a:pt x="924172" y="37489"/>
                </a:lnTo>
                <a:lnTo>
                  <a:pt x="924172" y="10178"/>
                </a:lnTo>
                <a:lnTo>
                  <a:pt x="954706" y="10178"/>
                </a:lnTo>
                <a:lnTo>
                  <a:pt x="954706" y="37489"/>
                </a:lnTo>
                <a:lnTo>
                  <a:pt x="983290" y="37489"/>
                </a:lnTo>
                <a:lnTo>
                  <a:pt x="983290" y="58185"/>
                </a:lnTo>
                <a:lnTo>
                  <a:pt x="954706" y="58185"/>
                </a:lnTo>
                <a:lnTo>
                  <a:pt x="954706" y="92045"/>
                </a:lnTo>
                <a:cubicBezTo>
                  <a:pt x="954706" y="95392"/>
                  <a:pt x="954734" y="98313"/>
                  <a:pt x="954791" y="100808"/>
                </a:cubicBezTo>
                <a:cubicBezTo>
                  <a:pt x="954847" y="103303"/>
                  <a:pt x="955300" y="105544"/>
                  <a:pt x="956148" y="107530"/>
                </a:cubicBezTo>
                <a:cubicBezTo>
                  <a:pt x="956940" y="109514"/>
                  <a:pt x="958339" y="111088"/>
                  <a:pt x="960346" y="112251"/>
                </a:cubicBezTo>
                <a:cubicBezTo>
                  <a:pt x="962354" y="113413"/>
                  <a:pt x="965280" y="113995"/>
                  <a:pt x="969125" y="113995"/>
                </a:cubicBezTo>
                <a:cubicBezTo>
                  <a:pt x="970708" y="113995"/>
                  <a:pt x="972786" y="113655"/>
                  <a:pt x="975359" y="112977"/>
                </a:cubicBezTo>
                <a:cubicBezTo>
                  <a:pt x="977932" y="112298"/>
                  <a:pt x="979727" y="111676"/>
                  <a:pt x="980745" y="111111"/>
                </a:cubicBezTo>
                <a:lnTo>
                  <a:pt x="983290" y="111111"/>
                </a:lnTo>
                <a:lnTo>
                  <a:pt x="983290" y="131987"/>
                </a:lnTo>
                <a:close/>
                <a:moveTo>
                  <a:pt x="1160414" y="83884"/>
                </a:moveTo>
                <a:cubicBezTo>
                  <a:pt x="1160414" y="91744"/>
                  <a:pt x="1159213" y="98897"/>
                  <a:pt x="1156810" y="105343"/>
                </a:cubicBezTo>
                <a:cubicBezTo>
                  <a:pt x="1154406" y="111789"/>
                  <a:pt x="1151254" y="117105"/>
                  <a:pt x="1147352" y="121289"/>
                </a:cubicBezTo>
                <a:cubicBezTo>
                  <a:pt x="1143281" y="125699"/>
                  <a:pt x="1138673" y="129036"/>
                  <a:pt x="1133527" y="131297"/>
                </a:cubicBezTo>
                <a:cubicBezTo>
                  <a:pt x="1128382" y="133559"/>
                  <a:pt x="1122868" y="134690"/>
                  <a:pt x="1116988" y="134690"/>
                </a:cubicBezTo>
                <a:cubicBezTo>
                  <a:pt x="1111559" y="134690"/>
                  <a:pt x="1106951" y="134110"/>
                  <a:pt x="1103163" y="132951"/>
                </a:cubicBezTo>
                <a:cubicBezTo>
                  <a:pt x="1099374" y="131792"/>
                  <a:pt x="1095501" y="130166"/>
                  <a:pt x="1091543" y="128074"/>
                </a:cubicBezTo>
                <a:lnTo>
                  <a:pt x="1091543" y="167769"/>
                </a:lnTo>
                <a:lnTo>
                  <a:pt x="1061008" y="167769"/>
                </a:lnTo>
                <a:lnTo>
                  <a:pt x="1061008" y="37489"/>
                </a:lnTo>
                <a:lnTo>
                  <a:pt x="1091543" y="37489"/>
                </a:lnTo>
                <a:lnTo>
                  <a:pt x="1091543" y="47413"/>
                </a:lnTo>
                <a:cubicBezTo>
                  <a:pt x="1096236" y="43681"/>
                  <a:pt x="1101028" y="40670"/>
                  <a:pt x="1105919" y="38380"/>
                </a:cubicBezTo>
                <a:cubicBezTo>
                  <a:pt x="1110810" y="36090"/>
                  <a:pt x="1116451" y="34945"/>
                  <a:pt x="1122840" y="34945"/>
                </a:cubicBezTo>
                <a:cubicBezTo>
                  <a:pt x="1134715" y="34945"/>
                  <a:pt x="1143946" y="39299"/>
                  <a:pt x="1150533" y="48007"/>
                </a:cubicBezTo>
                <a:cubicBezTo>
                  <a:pt x="1157121" y="56715"/>
                  <a:pt x="1160414" y="68674"/>
                  <a:pt x="1160414" y="83884"/>
                </a:cubicBezTo>
                <a:moveTo>
                  <a:pt x="1128947" y="84526"/>
                </a:moveTo>
                <a:cubicBezTo>
                  <a:pt x="1128947" y="75295"/>
                  <a:pt x="1127364" y="68597"/>
                  <a:pt x="1124197" y="64432"/>
                </a:cubicBezTo>
                <a:cubicBezTo>
                  <a:pt x="1121031" y="60267"/>
                  <a:pt x="1116027" y="58185"/>
                  <a:pt x="1109185" y="58185"/>
                </a:cubicBezTo>
                <a:cubicBezTo>
                  <a:pt x="1106301" y="58185"/>
                  <a:pt x="1103332" y="58621"/>
                  <a:pt x="1100279" y="59494"/>
                </a:cubicBezTo>
                <a:cubicBezTo>
                  <a:pt x="1097225" y="60365"/>
                  <a:pt x="1094313" y="61617"/>
                  <a:pt x="1091543" y="63250"/>
                </a:cubicBezTo>
                <a:lnTo>
                  <a:pt x="1091543" y="110949"/>
                </a:lnTo>
                <a:cubicBezTo>
                  <a:pt x="1093578" y="111737"/>
                  <a:pt x="1095755" y="112244"/>
                  <a:pt x="1098074" y="112471"/>
                </a:cubicBezTo>
                <a:cubicBezTo>
                  <a:pt x="1100392" y="112695"/>
                  <a:pt x="1102682" y="112807"/>
                  <a:pt x="1104944" y="112807"/>
                </a:cubicBezTo>
                <a:cubicBezTo>
                  <a:pt x="1113030" y="112807"/>
                  <a:pt x="1119052" y="110458"/>
                  <a:pt x="1123010" y="105759"/>
                </a:cubicBezTo>
                <a:cubicBezTo>
                  <a:pt x="1126968" y="101059"/>
                  <a:pt x="1128947" y="93981"/>
                  <a:pt x="1128947" y="84526"/>
                </a:cubicBezTo>
                <a:close/>
                <a:moveTo>
                  <a:pt x="1240106" y="107930"/>
                </a:moveTo>
                <a:lnTo>
                  <a:pt x="1240106" y="88210"/>
                </a:lnTo>
                <a:cubicBezTo>
                  <a:pt x="1235978" y="88548"/>
                  <a:pt x="1231511" y="89011"/>
                  <a:pt x="1226704" y="89602"/>
                </a:cubicBezTo>
                <a:cubicBezTo>
                  <a:pt x="1221898" y="90190"/>
                  <a:pt x="1218251" y="90878"/>
                  <a:pt x="1215763" y="91666"/>
                </a:cubicBezTo>
                <a:cubicBezTo>
                  <a:pt x="1212710" y="92621"/>
                  <a:pt x="1210377" y="94011"/>
                  <a:pt x="1208766" y="95838"/>
                </a:cubicBezTo>
                <a:cubicBezTo>
                  <a:pt x="1207154" y="97664"/>
                  <a:pt x="1206348" y="100065"/>
                  <a:pt x="1206348" y="103043"/>
                </a:cubicBezTo>
                <a:cubicBezTo>
                  <a:pt x="1206348" y="105009"/>
                  <a:pt x="1206518" y="106611"/>
                  <a:pt x="1206857" y="107848"/>
                </a:cubicBezTo>
                <a:cubicBezTo>
                  <a:pt x="1207196" y="109083"/>
                  <a:pt x="1208045" y="110263"/>
                  <a:pt x="1209402" y="111386"/>
                </a:cubicBezTo>
                <a:cubicBezTo>
                  <a:pt x="1210702" y="112510"/>
                  <a:pt x="1212257" y="113339"/>
                  <a:pt x="1214067" y="113873"/>
                </a:cubicBezTo>
                <a:cubicBezTo>
                  <a:pt x="1215876" y="114406"/>
                  <a:pt x="1218703" y="114673"/>
                  <a:pt x="1222548" y="114673"/>
                </a:cubicBezTo>
                <a:cubicBezTo>
                  <a:pt x="1225602" y="114673"/>
                  <a:pt x="1228698" y="114056"/>
                  <a:pt x="1231836" y="112820"/>
                </a:cubicBezTo>
                <a:cubicBezTo>
                  <a:pt x="1234974" y="111584"/>
                  <a:pt x="1237731" y="109953"/>
                  <a:pt x="1240106" y="107930"/>
                </a:cubicBezTo>
                <a:moveTo>
                  <a:pt x="1240106" y="122731"/>
                </a:moveTo>
                <a:cubicBezTo>
                  <a:pt x="1238466" y="123975"/>
                  <a:pt x="1236430" y="125473"/>
                  <a:pt x="1233999" y="127226"/>
                </a:cubicBezTo>
                <a:cubicBezTo>
                  <a:pt x="1231567" y="128979"/>
                  <a:pt x="1229277" y="130364"/>
                  <a:pt x="1227129" y="131382"/>
                </a:cubicBezTo>
                <a:cubicBezTo>
                  <a:pt x="1224132" y="132739"/>
                  <a:pt x="1221022" y="133743"/>
                  <a:pt x="1217799" y="134393"/>
                </a:cubicBezTo>
                <a:cubicBezTo>
                  <a:pt x="1214576" y="135043"/>
                  <a:pt x="1211042" y="135369"/>
                  <a:pt x="1207196" y="135369"/>
                </a:cubicBezTo>
                <a:cubicBezTo>
                  <a:pt x="1198149" y="135369"/>
                  <a:pt x="1190572" y="132570"/>
                  <a:pt x="1184465" y="126972"/>
                </a:cubicBezTo>
                <a:cubicBezTo>
                  <a:pt x="1178359" y="121374"/>
                  <a:pt x="1175305" y="114221"/>
                  <a:pt x="1175305" y="105513"/>
                </a:cubicBezTo>
                <a:cubicBezTo>
                  <a:pt x="1175305" y="98558"/>
                  <a:pt x="1176860" y="92875"/>
                  <a:pt x="1179970" y="88465"/>
                </a:cubicBezTo>
                <a:cubicBezTo>
                  <a:pt x="1183080" y="84054"/>
                  <a:pt x="1187491" y="80577"/>
                  <a:pt x="1193202" y="78032"/>
                </a:cubicBezTo>
                <a:cubicBezTo>
                  <a:pt x="1198856" y="75488"/>
                  <a:pt x="1205868" y="73678"/>
                  <a:pt x="1214236" y="72604"/>
                </a:cubicBezTo>
                <a:cubicBezTo>
                  <a:pt x="1222605" y="71529"/>
                  <a:pt x="1231285" y="70738"/>
                  <a:pt x="1240275" y="70229"/>
                </a:cubicBezTo>
                <a:lnTo>
                  <a:pt x="1240275" y="69720"/>
                </a:lnTo>
                <a:cubicBezTo>
                  <a:pt x="1240275" y="64461"/>
                  <a:pt x="1238127" y="60828"/>
                  <a:pt x="1233829" y="58821"/>
                </a:cubicBezTo>
                <a:cubicBezTo>
                  <a:pt x="1229532" y="56814"/>
                  <a:pt x="1223199" y="55810"/>
                  <a:pt x="1214830" y="55810"/>
                </a:cubicBezTo>
                <a:cubicBezTo>
                  <a:pt x="1209798" y="55810"/>
                  <a:pt x="1204426" y="56700"/>
                  <a:pt x="1198715" y="58482"/>
                </a:cubicBezTo>
                <a:cubicBezTo>
                  <a:pt x="1193004" y="60263"/>
                  <a:pt x="1188904" y="61634"/>
                  <a:pt x="1186416" y="62595"/>
                </a:cubicBezTo>
                <a:lnTo>
                  <a:pt x="1183617" y="62595"/>
                </a:lnTo>
                <a:lnTo>
                  <a:pt x="1183617" y="39538"/>
                </a:lnTo>
                <a:cubicBezTo>
                  <a:pt x="1186840" y="38688"/>
                  <a:pt x="1192085" y="37682"/>
                  <a:pt x="1199351" y="36519"/>
                </a:cubicBezTo>
                <a:cubicBezTo>
                  <a:pt x="1206617" y="35356"/>
                  <a:pt x="1213897" y="34775"/>
                  <a:pt x="1221191" y="34775"/>
                </a:cubicBezTo>
                <a:cubicBezTo>
                  <a:pt x="1238551" y="34775"/>
                  <a:pt x="1251089" y="37450"/>
                  <a:pt x="1258808" y="42798"/>
                </a:cubicBezTo>
                <a:cubicBezTo>
                  <a:pt x="1266526" y="48145"/>
                  <a:pt x="1270385" y="56535"/>
                  <a:pt x="1270385" y="67968"/>
                </a:cubicBezTo>
                <a:lnTo>
                  <a:pt x="1270385" y="132824"/>
                </a:lnTo>
                <a:lnTo>
                  <a:pt x="1240106" y="132824"/>
                </a:lnTo>
                <a:lnTo>
                  <a:pt x="1240106" y="122731"/>
                </a:lnTo>
                <a:close/>
                <a:moveTo>
                  <a:pt x="1359363" y="131987"/>
                </a:moveTo>
                <a:cubicBezTo>
                  <a:pt x="1356084" y="132831"/>
                  <a:pt x="1352606" y="133493"/>
                  <a:pt x="1348931" y="133972"/>
                </a:cubicBezTo>
                <a:cubicBezTo>
                  <a:pt x="1345255" y="134451"/>
                  <a:pt x="1340760" y="134690"/>
                  <a:pt x="1335445" y="134690"/>
                </a:cubicBezTo>
                <a:cubicBezTo>
                  <a:pt x="1323571" y="134690"/>
                  <a:pt x="1314735" y="132284"/>
                  <a:pt x="1308939" y="127473"/>
                </a:cubicBezTo>
                <a:cubicBezTo>
                  <a:pt x="1303144" y="122661"/>
                  <a:pt x="1300246" y="114425"/>
                  <a:pt x="1300246" y="102764"/>
                </a:cubicBezTo>
                <a:lnTo>
                  <a:pt x="1300246" y="58185"/>
                </a:lnTo>
                <a:lnTo>
                  <a:pt x="1287693" y="58185"/>
                </a:lnTo>
                <a:lnTo>
                  <a:pt x="1287693" y="37489"/>
                </a:lnTo>
                <a:lnTo>
                  <a:pt x="1300246" y="37489"/>
                </a:lnTo>
                <a:lnTo>
                  <a:pt x="1300246" y="10178"/>
                </a:lnTo>
                <a:lnTo>
                  <a:pt x="1330780" y="10178"/>
                </a:lnTo>
                <a:lnTo>
                  <a:pt x="1330780" y="37489"/>
                </a:lnTo>
                <a:lnTo>
                  <a:pt x="1359363" y="37489"/>
                </a:lnTo>
                <a:lnTo>
                  <a:pt x="1359363" y="58185"/>
                </a:lnTo>
                <a:lnTo>
                  <a:pt x="1330780" y="58185"/>
                </a:lnTo>
                <a:lnTo>
                  <a:pt x="1330780" y="92045"/>
                </a:lnTo>
                <a:cubicBezTo>
                  <a:pt x="1330780" y="95392"/>
                  <a:pt x="1330808" y="98313"/>
                  <a:pt x="1330865" y="100808"/>
                </a:cubicBezTo>
                <a:cubicBezTo>
                  <a:pt x="1330921" y="103303"/>
                  <a:pt x="1331374" y="105544"/>
                  <a:pt x="1332222" y="107530"/>
                </a:cubicBezTo>
                <a:cubicBezTo>
                  <a:pt x="1333014" y="109514"/>
                  <a:pt x="1334413" y="111088"/>
                  <a:pt x="1336420" y="112251"/>
                </a:cubicBezTo>
                <a:cubicBezTo>
                  <a:pt x="1338428" y="113413"/>
                  <a:pt x="1341354" y="113995"/>
                  <a:pt x="1345199" y="113995"/>
                </a:cubicBezTo>
                <a:cubicBezTo>
                  <a:pt x="1346782" y="113995"/>
                  <a:pt x="1348860" y="113655"/>
                  <a:pt x="1351433" y="112977"/>
                </a:cubicBezTo>
                <a:cubicBezTo>
                  <a:pt x="1354006" y="112298"/>
                  <a:pt x="1355801" y="111676"/>
                  <a:pt x="1356819" y="111111"/>
                </a:cubicBezTo>
                <a:lnTo>
                  <a:pt x="1359363" y="111111"/>
                </a:lnTo>
                <a:lnTo>
                  <a:pt x="1359363" y="131987"/>
                </a:lnTo>
                <a:close/>
                <a:moveTo>
                  <a:pt x="1473349" y="132824"/>
                </a:moveTo>
                <a:lnTo>
                  <a:pt x="1442645" y="132824"/>
                </a:lnTo>
                <a:lnTo>
                  <a:pt x="1442645" y="85636"/>
                </a:lnTo>
                <a:cubicBezTo>
                  <a:pt x="1442645" y="81795"/>
                  <a:pt x="1442447" y="77968"/>
                  <a:pt x="1442051" y="74157"/>
                </a:cubicBezTo>
                <a:cubicBezTo>
                  <a:pt x="1441655" y="70344"/>
                  <a:pt x="1440977" y="67533"/>
                  <a:pt x="1440015" y="65726"/>
                </a:cubicBezTo>
                <a:cubicBezTo>
                  <a:pt x="1438884" y="63637"/>
                  <a:pt x="1437230" y="62113"/>
                  <a:pt x="1435053" y="61153"/>
                </a:cubicBezTo>
                <a:cubicBezTo>
                  <a:pt x="1432876" y="60192"/>
                  <a:pt x="1429837" y="59711"/>
                  <a:pt x="1425936" y="59711"/>
                </a:cubicBezTo>
                <a:cubicBezTo>
                  <a:pt x="1423165" y="59711"/>
                  <a:pt x="1420352" y="60164"/>
                  <a:pt x="1417496" y="61069"/>
                </a:cubicBezTo>
                <a:cubicBezTo>
                  <a:pt x="1414641" y="61971"/>
                  <a:pt x="1411545" y="63412"/>
                  <a:pt x="1408209" y="65389"/>
                </a:cubicBezTo>
                <a:lnTo>
                  <a:pt x="1408209" y="132824"/>
                </a:lnTo>
                <a:lnTo>
                  <a:pt x="1377674" y="132824"/>
                </a:lnTo>
                <a:lnTo>
                  <a:pt x="1377674" y="848"/>
                </a:lnTo>
                <a:lnTo>
                  <a:pt x="1408209" y="848"/>
                </a:lnTo>
                <a:lnTo>
                  <a:pt x="1408209" y="48091"/>
                </a:lnTo>
                <a:cubicBezTo>
                  <a:pt x="1413637" y="43851"/>
                  <a:pt x="1418853" y="40599"/>
                  <a:pt x="1423858" y="38337"/>
                </a:cubicBezTo>
                <a:cubicBezTo>
                  <a:pt x="1428862" y="36076"/>
                  <a:pt x="1434417" y="34945"/>
                  <a:pt x="1440524" y="34945"/>
                </a:cubicBezTo>
                <a:cubicBezTo>
                  <a:pt x="1450815" y="34945"/>
                  <a:pt x="1458859" y="37942"/>
                  <a:pt x="1464655" y="43935"/>
                </a:cubicBezTo>
                <a:cubicBezTo>
                  <a:pt x="1470451" y="49929"/>
                  <a:pt x="1473349" y="58892"/>
                  <a:pt x="1473349" y="70823"/>
                </a:cubicBezTo>
                <a:lnTo>
                  <a:pt x="1473349" y="132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510EB-D486-4DAC-8EEA-F921754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506" y="436139"/>
            <a:ext cx="217133" cy="217133"/>
          </a:xfrm>
          <a:custGeom xmlns:a="http://schemas.openxmlformats.org/drawingml/2006/main">
            <a:pathLst>
              <a:path w="217133" h="217133">
                <a:moveTo>
                  <a:pt x="217133" y="108566"/>
                </a:moveTo>
                <a:cubicBezTo>
                  <a:pt x="217133" y="122963"/>
                  <a:pt x="214378" y="136812"/>
                  <a:pt x="208868" y="150113"/>
                </a:cubicBezTo>
                <a:cubicBezTo>
                  <a:pt x="203358" y="163414"/>
                  <a:pt x="195514" y="175154"/>
                  <a:pt x="185335" y="185334"/>
                </a:cubicBezTo>
                <a:cubicBezTo>
                  <a:pt x="175154" y="195514"/>
                  <a:pt x="163413" y="203359"/>
                  <a:pt x="150113" y="208868"/>
                </a:cubicBezTo>
                <a:cubicBezTo>
                  <a:pt x="136811" y="214378"/>
                  <a:pt x="122963" y="217133"/>
                  <a:pt x="108567" y="217133"/>
                </a:cubicBezTo>
                <a:cubicBezTo>
                  <a:pt x="94170" y="217133"/>
                  <a:pt x="80321" y="214378"/>
                  <a:pt x="67020" y="208868"/>
                </a:cubicBezTo>
                <a:cubicBezTo>
                  <a:pt x="53719" y="203359"/>
                  <a:pt x="41979" y="195514"/>
                  <a:pt x="31799" y="185334"/>
                </a:cubicBezTo>
                <a:cubicBezTo>
                  <a:pt x="21618" y="175154"/>
                  <a:pt x="13773" y="163414"/>
                  <a:pt x="8264" y="150113"/>
                </a:cubicBezTo>
                <a:cubicBezTo>
                  <a:pt x="2754" y="136812"/>
                  <a:pt x="0" y="122963"/>
                  <a:pt x="0" y="108566"/>
                </a:cubicBezTo>
                <a:cubicBezTo>
                  <a:pt x="0" y="94169"/>
                  <a:pt x="2754" y="80321"/>
                  <a:pt x="8264" y="67020"/>
                </a:cubicBezTo>
                <a:cubicBezTo>
                  <a:pt x="13773" y="53719"/>
                  <a:pt x="21618" y="41978"/>
                  <a:pt x="31799" y="31798"/>
                </a:cubicBezTo>
                <a:cubicBezTo>
                  <a:pt x="41979" y="21618"/>
                  <a:pt x="53719" y="13773"/>
                  <a:pt x="67020" y="8264"/>
                </a:cubicBezTo>
                <a:cubicBezTo>
                  <a:pt x="80321" y="2755"/>
                  <a:pt x="94170" y="0"/>
                  <a:pt x="108567" y="0"/>
                </a:cubicBezTo>
                <a:cubicBezTo>
                  <a:pt x="122963" y="0"/>
                  <a:pt x="136811" y="2755"/>
                  <a:pt x="150113" y="8264"/>
                </a:cubicBezTo>
                <a:cubicBezTo>
                  <a:pt x="163413" y="13773"/>
                  <a:pt x="175154" y="21618"/>
                  <a:pt x="185335" y="31798"/>
                </a:cubicBezTo>
                <a:cubicBezTo>
                  <a:pt x="195514" y="41978"/>
                  <a:pt x="203358" y="53719"/>
                  <a:pt x="208868" y="67020"/>
                </a:cubicBezTo>
                <a:cubicBezTo>
                  <a:pt x="214378" y="80321"/>
                  <a:pt x="217133" y="94169"/>
                  <a:pt x="217133" y="10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4">
            <a:extLst xmlns:a="http://schemas.openxmlformats.org/drawingml/2006/main">
              <a:ext uri="{FF2B5EF4-FFF2-40B4-BE49-F238E27FC236}">
                <a16:creationId xmlns:a16="http://schemas.microsoft.com/office/drawing/2014/main" id="{C7334EFF-5962-49DE-A35C-316DC12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628" y="468030"/>
            <a:ext cx="78223" cy="109245"/>
          </a:xfrm>
          <a:custGeom xmlns:a="http://schemas.openxmlformats.org/drawingml/2006/main">
            <a:pathLst>
              <a:path w="78223" h="109245">
                <a:moveTo>
                  <a:pt x="44529" y="109245"/>
                </a:moveTo>
                <a:lnTo>
                  <a:pt x="44529" y="87277"/>
                </a:lnTo>
                <a:lnTo>
                  <a:pt x="0" y="87277"/>
                </a:lnTo>
                <a:lnTo>
                  <a:pt x="0" y="69094"/>
                </a:lnTo>
                <a:lnTo>
                  <a:pt x="47201" y="0"/>
                </a:lnTo>
                <a:lnTo>
                  <a:pt x="64716" y="0"/>
                </a:lnTo>
                <a:lnTo>
                  <a:pt x="64716" y="69020"/>
                </a:lnTo>
                <a:lnTo>
                  <a:pt x="78223" y="69020"/>
                </a:lnTo>
                <a:lnTo>
                  <a:pt x="78223" y="87277"/>
                </a:lnTo>
                <a:lnTo>
                  <a:pt x="64716" y="87277"/>
                </a:lnTo>
                <a:lnTo>
                  <a:pt x="64716" y="109245"/>
                </a:lnTo>
                <a:lnTo>
                  <a:pt x="44529" y="109245"/>
                </a:lnTo>
                <a:moveTo>
                  <a:pt x="44529" y="69020"/>
                </a:moveTo>
                <a:lnTo>
                  <a:pt x="44529" y="31880"/>
                </a:lnTo>
                <a:lnTo>
                  <a:pt x="19519" y="69020"/>
                </a:lnTo>
                <a:lnTo>
                  <a:pt x="44529" y="690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finality">
            <a:extLst xmlns:a="http://schemas.openxmlformats.org/drawingml/2006/main">
              <a:ext uri="{FF2B5EF4-FFF2-40B4-BE49-F238E27FC236}">
                <a16:creationId xmlns:a16="http://schemas.microsoft.com/office/drawing/2014/main" id="{373DBF6F-D06C-42A8-AFC4-11D0185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588" y="123862"/>
            <a:ext cx="761986" cy="188740"/>
          </a:xfrm>
          <a:custGeom xmlns:a="http://schemas.openxmlformats.org/drawingml/2006/main">
            <a:pathLst>
              <a:path w="761986" h="188740">
                <a:moveTo>
                  <a:pt x="81584" y="26336"/>
                </a:moveTo>
                <a:lnTo>
                  <a:pt x="79007" y="26336"/>
                </a:lnTo>
                <a:cubicBezTo>
                  <a:pt x="77481" y="25908"/>
                  <a:pt x="75493" y="25420"/>
                  <a:pt x="73044" y="24872"/>
                </a:cubicBezTo>
                <a:cubicBezTo>
                  <a:pt x="70595" y="24321"/>
                  <a:pt x="67971" y="24046"/>
                  <a:pt x="65172" y="24046"/>
                </a:cubicBezTo>
                <a:cubicBezTo>
                  <a:pt x="58429" y="24046"/>
                  <a:pt x="53864" y="25230"/>
                  <a:pt x="51479" y="27597"/>
                </a:cubicBezTo>
                <a:cubicBezTo>
                  <a:pt x="49093" y="29965"/>
                  <a:pt x="47901" y="34544"/>
                  <a:pt x="47901" y="41335"/>
                </a:cubicBezTo>
                <a:lnTo>
                  <a:pt x="47901" y="42175"/>
                </a:lnTo>
                <a:lnTo>
                  <a:pt x="74427" y="42175"/>
                </a:lnTo>
                <a:lnTo>
                  <a:pt x="74427" y="65458"/>
                </a:lnTo>
                <a:lnTo>
                  <a:pt x="49046" y="65458"/>
                </a:lnTo>
                <a:lnTo>
                  <a:pt x="49046" y="149427"/>
                </a:lnTo>
                <a:lnTo>
                  <a:pt x="14695" y="149427"/>
                </a:lnTo>
                <a:lnTo>
                  <a:pt x="14695" y="65458"/>
                </a:lnTo>
                <a:lnTo>
                  <a:pt x="0" y="65458"/>
                </a:lnTo>
                <a:lnTo>
                  <a:pt x="0" y="42175"/>
                </a:lnTo>
                <a:lnTo>
                  <a:pt x="14695" y="42175"/>
                </a:lnTo>
                <a:lnTo>
                  <a:pt x="14695" y="39223"/>
                </a:lnTo>
                <a:cubicBezTo>
                  <a:pt x="14695" y="26149"/>
                  <a:pt x="18177" y="16344"/>
                  <a:pt x="25143" y="9807"/>
                </a:cubicBezTo>
                <a:cubicBezTo>
                  <a:pt x="32109" y="3269"/>
                  <a:pt x="42653" y="0"/>
                  <a:pt x="56775" y="0"/>
                </a:cubicBezTo>
                <a:cubicBezTo>
                  <a:pt x="61864" y="0"/>
                  <a:pt x="66476" y="177"/>
                  <a:pt x="70611" y="531"/>
                </a:cubicBezTo>
                <a:cubicBezTo>
                  <a:pt x="74745" y="883"/>
                  <a:pt x="78403" y="1347"/>
                  <a:pt x="81584" y="1923"/>
                </a:cubicBezTo>
                <a:lnTo>
                  <a:pt x="81584" y="26336"/>
                </a:lnTo>
                <a:close/>
                <a:moveTo>
                  <a:pt x="128937" y="149427"/>
                </a:moveTo>
                <a:lnTo>
                  <a:pt x="94585" y="149427"/>
                </a:lnTo>
                <a:lnTo>
                  <a:pt x="94585" y="42175"/>
                </a:lnTo>
                <a:lnTo>
                  <a:pt x="128937" y="42175"/>
                </a:lnTo>
                <a:lnTo>
                  <a:pt x="128937" y="149427"/>
                </a:lnTo>
                <a:moveTo>
                  <a:pt x="129891" y="27099"/>
                </a:moveTo>
                <a:lnTo>
                  <a:pt x="93631" y="27099"/>
                </a:lnTo>
                <a:lnTo>
                  <a:pt x="93631" y="954"/>
                </a:lnTo>
                <a:lnTo>
                  <a:pt x="129891" y="954"/>
                </a:lnTo>
                <a:lnTo>
                  <a:pt x="129891" y="27099"/>
                </a:lnTo>
                <a:close/>
                <a:moveTo>
                  <a:pt x="269052" y="149427"/>
                </a:moveTo>
                <a:lnTo>
                  <a:pt x="234510" y="149427"/>
                </a:lnTo>
                <a:lnTo>
                  <a:pt x="234510" y="96341"/>
                </a:lnTo>
                <a:cubicBezTo>
                  <a:pt x="234510" y="92019"/>
                  <a:pt x="234287" y="87714"/>
                  <a:pt x="233842" y="83427"/>
                </a:cubicBezTo>
                <a:cubicBezTo>
                  <a:pt x="233397" y="79137"/>
                  <a:pt x="232633" y="75975"/>
                  <a:pt x="231552" y="73941"/>
                </a:cubicBezTo>
                <a:cubicBezTo>
                  <a:pt x="230280" y="71592"/>
                  <a:pt x="228419" y="69877"/>
                  <a:pt x="225970" y="68798"/>
                </a:cubicBezTo>
                <a:cubicBezTo>
                  <a:pt x="223521" y="67716"/>
                  <a:pt x="220102" y="67175"/>
                  <a:pt x="215712" y="67175"/>
                </a:cubicBezTo>
                <a:cubicBezTo>
                  <a:pt x="212595" y="67175"/>
                  <a:pt x="209431" y="67684"/>
                  <a:pt x="206218" y="68702"/>
                </a:cubicBezTo>
                <a:cubicBezTo>
                  <a:pt x="203006" y="69718"/>
                  <a:pt x="199523" y="71338"/>
                  <a:pt x="195770" y="73563"/>
                </a:cubicBezTo>
                <a:lnTo>
                  <a:pt x="195770" y="149427"/>
                </a:lnTo>
                <a:lnTo>
                  <a:pt x="161419" y="149427"/>
                </a:lnTo>
                <a:lnTo>
                  <a:pt x="161419" y="42175"/>
                </a:lnTo>
                <a:lnTo>
                  <a:pt x="195770" y="42175"/>
                </a:lnTo>
                <a:lnTo>
                  <a:pt x="195770" y="54103"/>
                </a:lnTo>
                <a:cubicBezTo>
                  <a:pt x="201877" y="49332"/>
                  <a:pt x="207745" y="45674"/>
                  <a:pt x="213375" y="43130"/>
                </a:cubicBezTo>
                <a:cubicBezTo>
                  <a:pt x="219004" y="40585"/>
                  <a:pt x="225254" y="39313"/>
                  <a:pt x="232125" y="39313"/>
                </a:cubicBezTo>
                <a:cubicBezTo>
                  <a:pt x="243702" y="39313"/>
                  <a:pt x="252751" y="42684"/>
                  <a:pt x="259271" y="49427"/>
                </a:cubicBezTo>
                <a:cubicBezTo>
                  <a:pt x="265792" y="56170"/>
                  <a:pt x="269052" y="66253"/>
                  <a:pt x="269052" y="79675"/>
                </a:cubicBezTo>
                <a:lnTo>
                  <a:pt x="269052" y="149427"/>
                </a:lnTo>
                <a:close/>
                <a:moveTo>
                  <a:pt x="365442" y="121421"/>
                </a:moveTo>
                <a:lnTo>
                  <a:pt x="365442" y="99236"/>
                </a:lnTo>
                <a:cubicBezTo>
                  <a:pt x="360798" y="99616"/>
                  <a:pt x="355773" y="100138"/>
                  <a:pt x="350366" y="100802"/>
                </a:cubicBezTo>
                <a:cubicBezTo>
                  <a:pt x="344959" y="101464"/>
                  <a:pt x="340856" y="102238"/>
                  <a:pt x="338057" y="103125"/>
                </a:cubicBezTo>
                <a:cubicBezTo>
                  <a:pt x="334622" y="104198"/>
                  <a:pt x="331998" y="105763"/>
                  <a:pt x="330185" y="107818"/>
                </a:cubicBezTo>
                <a:cubicBezTo>
                  <a:pt x="328372" y="109872"/>
                  <a:pt x="327465" y="112573"/>
                  <a:pt x="327465" y="115923"/>
                </a:cubicBezTo>
                <a:cubicBezTo>
                  <a:pt x="327465" y="118135"/>
                  <a:pt x="327656" y="119937"/>
                  <a:pt x="328038" y="121329"/>
                </a:cubicBezTo>
                <a:cubicBezTo>
                  <a:pt x="328419" y="122719"/>
                  <a:pt x="329374" y="124045"/>
                  <a:pt x="330900" y="125310"/>
                </a:cubicBezTo>
                <a:cubicBezTo>
                  <a:pt x="332363" y="126574"/>
                  <a:pt x="334113" y="127506"/>
                  <a:pt x="336148" y="128107"/>
                </a:cubicBezTo>
                <a:cubicBezTo>
                  <a:pt x="338184" y="128707"/>
                  <a:pt x="341365" y="129007"/>
                  <a:pt x="345690" y="129007"/>
                </a:cubicBezTo>
                <a:cubicBezTo>
                  <a:pt x="349125" y="129007"/>
                  <a:pt x="352608" y="128313"/>
                  <a:pt x="356139" y="126923"/>
                </a:cubicBezTo>
                <a:cubicBezTo>
                  <a:pt x="359669" y="125531"/>
                  <a:pt x="362770" y="123698"/>
                  <a:pt x="365442" y="121421"/>
                </a:cubicBezTo>
                <a:moveTo>
                  <a:pt x="365442" y="138072"/>
                </a:moveTo>
                <a:cubicBezTo>
                  <a:pt x="363597" y="139472"/>
                  <a:pt x="361307" y="141157"/>
                  <a:pt x="358572" y="143129"/>
                </a:cubicBezTo>
                <a:cubicBezTo>
                  <a:pt x="355837" y="145101"/>
                  <a:pt x="353260" y="146660"/>
                  <a:pt x="350843" y="147805"/>
                </a:cubicBezTo>
                <a:cubicBezTo>
                  <a:pt x="347472" y="149332"/>
                  <a:pt x="343973" y="150461"/>
                  <a:pt x="340347" y="151192"/>
                </a:cubicBezTo>
                <a:cubicBezTo>
                  <a:pt x="336721" y="151924"/>
                  <a:pt x="332745" y="152290"/>
                  <a:pt x="328419" y="152290"/>
                </a:cubicBezTo>
                <a:cubicBezTo>
                  <a:pt x="318241" y="152290"/>
                  <a:pt x="309717" y="149141"/>
                  <a:pt x="302847" y="142843"/>
                </a:cubicBezTo>
                <a:cubicBezTo>
                  <a:pt x="295977" y="136545"/>
                  <a:pt x="292542" y="128498"/>
                  <a:pt x="292542" y="118702"/>
                </a:cubicBezTo>
                <a:cubicBezTo>
                  <a:pt x="292542" y="110878"/>
                  <a:pt x="294291" y="104484"/>
                  <a:pt x="297790" y="99523"/>
                </a:cubicBezTo>
                <a:cubicBezTo>
                  <a:pt x="301288" y="94561"/>
                  <a:pt x="306250" y="90649"/>
                  <a:pt x="312675" y="87786"/>
                </a:cubicBezTo>
                <a:cubicBezTo>
                  <a:pt x="319037" y="84923"/>
                  <a:pt x="326925" y="82888"/>
                  <a:pt x="336339" y="81679"/>
                </a:cubicBezTo>
                <a:cubicBezTo>
                  <a:pt x="345754" y="80471"/>
                  <a:pt x="355519" y="79580"/>
                  <a:pt x="365633" y="79007"/>
                </a:cubicBezTo>
                <a:lnTo>
                  <a:pt x="365633" y="78435"/>
                </a:lnTo>
                <a:cubicBezTo>
                  <a:pt x="365633" y="72519"/>
                  <a:pt x="363216" y="68432"/>
                  <a:pt x="358381" y="66173"/>
                </a:cubicBezTo>
                <a:cubicBezTo>
                  <a:pt x="353547" y="63915"/>
                  <a:pt x="346422" y="62786"/>
                  <a:pt x="337007" y="62786"/>
                </a:cubicBezTo>
                <a:cubicBezTo>
                  <a:pt x="331346" y="62786"/>
                  <a:pt x="325302" y="63788"/>
                  <a:pt x="318877" y="65792"/>
                </a:cubicBezTo>
                <a:cubicBezTo>
                  <a:pt x="312453" y="67796"/>
                  <a:pt x="307841" y="69338"/>
                  <a:pt x="305042" y="70420"/>
                </a:cubicBezTo>
                <a:lnTo>
                  <a:pt x="301893" y="70420"/>
                </a:lnTo>
                <a:lnTo>
                  <a:pt x="301893" y="44480"/>
                </a:lnTo>
                <a:cubicBezTo>
                  <a:pt x="305519" y="43524"/>
                  <a:pt x="311419" y="42392"/>
                  <a:pt x="319593" y="41084"/>
                </a:cubicBezTo>
                <a:cubicBezTo>
                  <a:pt x="327767" y="39776"/>
                  <a:pt x="335958" y="39122"/>
                  <a:pt x="344164" y="39122"/>
                </a:cubicBezTo>
                <a:cubicBezTo>
                  <a:pt x="363693" y="39122"/>
                  <a:pt x="377799" y="42131"/>
                  <a:pt x="386482" y="48148"/>
                </a:cubicBezTo>
                <a:cubicBezTo>
                  <a:pt x="395165" y="54164"/>
                  <a:pt x="399507" y="63602"/>
                  <a:pt x="399507" y="76464"/>
                </a:cubicBezTo>
                <a:lnTo>
                  <a:pt x="399507" y="149427"/>
                </a:lnTo>
                <a:lnTo>
                  <a:pt x="365442" y="149427"/>
                </a:lnTo>
                <a:lnTo>
                  <a:pt x="365442" y="138072"/>
                </a:lnTo>
                <a:close/>
                <a:moveTo>
                  <a:pt x="465448" y="149427"/>
                </a:moveTo>
                <a:lnTo>
                  <a:pt x="431097" y="149427"/>
                </a:lnTo>
                <a:lnTo>
                  <a:pt x="431097" y="954"/>
                </a:lnTo>
                <a:lnTo>
                  <a:pt x="465448" y="954"/>
                </a:lnTo>
                <a:lnTo>
                  <a:pt x="465448" y="149427"/>
                </a:lnTo>
                <a:close/>
                <a:moveTo>
                  <a:pt x="532281" y="149427"/>
                </a:moveTo>
                <a:lnTo>
                  <a:pt x="497930" y="149427"/>
                </a:lnTo>
                <a:lnTo>
                  <a:pt x="497930" y="42175"/>
                </a:lnTo>
                <a:lnTo>
                  <a:pt x="532281" y="42175"/>
                </a:lnTo>
                <a:lnTo>
                  <a:pt x="532281" y="149427"/>
                </a:lnTo>
                <a:moveTo>
                  <a:pt x="533235" y="27099"/>
                </a:moveTo>
                <a:lnTo>
                  <a:pt x="496976" y="27099"/>
                </a:lnTo>
                <a:lnTo>
                  <a:pt x="496976" y="954"/>
                </a:lnTo>
                <a:lnTo>
                  <a:pt x="533235" y="954"/>
                </a:lnTo>
                <a:lnTo>
                  <a:pt x="533235" y="27099"/>
                </a:lnTo>
                <a:close/>
                <a:moveTo>
                  <a:pt x="633275" y="148485"/>
                </a:moveTo>
                <a:cubicBezTo>
                  <a:pt x="629586" y="149435"/>
                  <a:pt x="625674" y="150180"/>
                  <a:pt x="621539" y="150718"/>
                </a:cubicBezTo>
                <a:cubicBezTo>
                  <a:pt x="617404" y="151257"/>
                  <a:pt x="612347" y="151526"/>
                  <a:pt x="606367" y="151526"/>
                </a:cubicBezTo>
                <a:cubicBezTo>
                  <a:pt x="593008" y="151526"/>
                  <a:pt x="583069" y="148820"/>
                  <a:pt x="576549" y="143407"/>
                </a:cubicBezTo>
                <a:cubicBezTo>
                  <a:pt x="570028" y="137994"/>
                  <a:pt x="566768" y="128728"/>
                  <a:pt x="566768" y="115610"/>
                </a:cubicBezTo>
                <a:lnTo>
                  <a:pt x="566768" y="65458"/>
                </a:lnTo>
                <a:lnTo>
                  <a:pt x="552646" y="65458"/>
                </a:lnTo>
                <a:lnTo>
                  <a:pt x="552646" y="42175"/>
                </a:lnTo>
                <a:lnTo>
                  <a:pt x="566768" y="42175"/>
                </a:lnTo>
                <a:lnTo>
                  <a:pt x="566768" y="11450"/>
                </a:lnTo>
                <a:lnTo>
                  <a:pt x="601119" y="11450"/>
                </a:lnTo>
                <a:lnTo>
                  <a:pt x="601119" y="42175"/>
                </a:lnTo>
                <a:lnTo>
                  <a:pt x="633275" y="42175"/>
                </a:lnTo>
                <a:lnTo>
                  <a:pt x="633275" y="65458"/>
                </a:lnTo>
                <a:lnTo>
                  <a:pt x="601119" y="65458"/>
                </a:lnTo>
                <a:lnTo>
                  <a:pt x="601119" y="103551"/>
                </a:lnTo>
                <a:cubicBezTo>
                  <a:pt x="601119" y="107316"/>
                  <a:pt x="601151" y="110602"/>
                  <a:pt x="601215" y="113409"/>
                </a:cubicBezTo>
                <a:cubicBezTo>
                  <a:pt x="601278" y="116216"/>
                  <a:pt x="601787" y="118737"/>
                  <a:pt x="602741" y="120971"/>
                </a:cubicBezTo>
                <a:cubicBezTo>
                  <a:pt x="603632" y="123204"/>
                  <a:pt x="605206" y="124974"/>
                  <a:pt x="607464" y="126282"/>
                </a:cubicBezTo>
                <a:cubicBezTo>
                  <a:pt x="609723" y="127590"/>
                  <a:pt x="613015" y="128244"/>
                  <a:pt x="617340" y="128244"/>
                </a:cubicBezTo>
                <a:cubicBezTo>
                  <a:pt x="619122" y="128244"/>
                  <a:pt x="621459" y="127862"/>
                  <a:pt x="624354" y="127099"/>
                </a:cubicBezTo>
                <a:cubicBezTo>
                  <a:pt x="627248" y="126336"/>
                  <a:pt x="629268" y="125636"/>
                  <a:pt x="630413" y="125000"/>
                </a:cubicBezTo>
                <a:lnTo>
                  <a:pt x="633275" y="125000"/>
                </a:lnTo>
                <a:lnTo>
                  <a:pt x="633275" y="148485"/>
                </a:lnTo>
                <a:close/>
                <a:moveTo>
                  <a:pt x="702253" y="111513"/>
                </a:moveTo>
                <a:lnTo>
                  <a:pt x="726681" y="42175"/>
                </a:lnTo>
                <a:lnTo>
                  <a:pt x="761986" y="42175"/>
                </a:lnTo>
                <a:lnTo>
                  <a:pt x="702444" y="188740"/>
                </a:lnTo>
                <a:lnTo>
                  <a:pt x="665230" y="188740"/>
                </a:lnTo>
                <a:lnTo>
                  <a:pt x="682215" y="148664"/>
                </a:lnTo>
                <a:lnTo>
                  <a:pt x="640517" y="42175"/>
                </a:lnTo>
                <a:lnTo>
                  <a:pt x="676585" y="42175"/>
                </a:lnTo>
                <a:lnTo>
                  <a:pt x="702253" y="111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70047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2026-09-08T02:24:36.5920000Z</dcterms:created>
  <dcterms:modified xsi:type="dcterms:W3CDTF">2026-09-08T02:24:36.5920000Z</dcterms:modified>
</coreProperties>
</file>