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71d1eb6f8a4170" /><Relationship Type="http://schemas.openxmlformats.org/officeDocument/2006/relationships/extended-properties" Target="/docProps/app.xml" Id="R4bac1d1aae0b4b6b" /><Relationship Type="http://schemas.openxmlformats.org/officeDocument/2006/relationships/officeDocument" Target="/ppt/presentation.xml" Id="R99fc63a4b5f441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54153c29ed49dd"/>
  </p:sldMasterIdLst>
  <p:notesMasterIdLst>
    <p:notesMasterId xmlns:r="http://schemas.openxmlformats.org/officeDocument/2006/relationships" r:id="R39480c44a74c48c9"/>
  </p:notesMasterIdLst>
  <p:sldIdLst>
    <p:sldId xmlns:r="http://schemas.openxmlformats.org/officeDocument/2006/relationships" id="256" r:id="R34595b82525f4daf"/>
  </p:sldIdLst>
  <p:sldSz cx="19050000" cy="76295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ede25f7e224394" /><Relationship Type="http://schemas.openxmlformats.org/officeDocument/2006/relationships/slideMaster" Target="/ppt/slideMasters/slideMaster1.xml" Id="R6054153c29ed49dd" /><Relationship Type="http://schemas.openxmlformats.org/officeDocument/2006/relationships/notesMaster" Target="/ppt/notesMasters/notesMaster1.xml" Id="R39480c44a74c48c9" /><Relationship Type="http://schemas.openxmlformats.org/officeDocument/2006/relationships/presProps" Target="/ppt/presProps.xml" Id="Rf41929519f5a4d96" /><Relationship Type="http://schemas.openxmlformats.org/officeDocument/2006/relationships/tableStyles" Target="/ppt/tableStyles.xml" Id="Rb49af38228bf4ece" /><Relationship Type="http://schemas.openxmlformats.org/officeDocument/2006/relationships/slide" Target="/ppt/slides/slide1.xml" Id="R34595b82525f4d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98be78fd2d4a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9ad42454c74bd4" /><Relationship Type="http://schemas.openxmlformats.org/officeDocument/2006/relationships/notesMaster" Target="/ppt/notesMasters/notesMaster1.xml" Id="Rcbf60c6f60044168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素材ID：SEC-088</ns1:t>
            </ns1:r>
          </ns1:p>
          <ns1:p>
            <ns1:r>
              <ns1:t>论文：The Great Request Robbery: An Empirical Study of Client-side Request Hijacking Vulnerabilities on the Web</ns1:t>
            </ns1:r>
          </ns1:p>
          <ns1:p>
            <ns1:r>
              <ns1:t>会议：IEEE S&amp;P 2024</ns1:t>
            </ns1:r>
          </ns1:p>
          <ns1:p>
            <ns1:r>
              <ns1:t>奖项：Distinguished Paper Award</ns1:t>
            </ns1:r>
          </ns1:p>
          <ns1:p>
            <ns1:r>
              <ns1:t>图号：Figure 3，PDF第17页</ns1:t>
            </ns1:r>
          </ns1:p>
          <ns1:p>
            <ns1:r>
              <ns1:t>类型：方法细节</ns1:t>
            </ns1:r>
          </ns1:p>
          <ns1:p>
            <ns1:r>
              <ns1:t>借鉴点：真实代码节点、控制和数据依赖、source/sink菱形及编号补边步骤同图展示，可用于复杂程序分析示例。</ns1:t>
            </ns1:r>
          </ns1:p>
          <ns1:p>
            <ns1:r>
              <ns1:t>论文URL：https://trouge.net/papers/sp24_request_hijacking.pdf</ns1:t>
            </ns1:r>
          </ns1:p>
          <ns1:p>
            <ns1:r>
              <ns1:t>官方获奖URL：https://www.ieee-security.org/TC/SP2024/awards.html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cc6482b9c944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85ed4cf7fa4a3d" /><Relationship Type="http://schemas.openxmlformats.org/officeDocument/2006/relationships/slideLayout" Target="/ppt/slideLayouts/slideLayout1.xml" Id="R730b96db222149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0b96db222149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301dae8634add" /><Relationship Type="http://schemas.openxmlformats.org/officeDocument/2006/relationships/image" Target="/ppt/media/image.png" Id="R041c203bce7d4a7f" /><Relationship Type="http://schemas.openxmlformats.org/officeDocument/2006/relationships/image" Target="/ppt/media/image2.png" Id="R2c377666b00b45bc" /><Relationship Type="http://schemas.openxmlformats.org/officeDocument/2006/relationships/notesSlide" Target="/ppt/notesSlides/notesSlide1.xml" Id="R1d6d5590d0ce4e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4" name="SEC-088-1">
            <a:extLst xmlns:a="http://schemas.openxmlformats.org/drawingml/2006/main">
              <a:ext uri="{FF2B5EF4-FFF2-40B4-BE49-F238E27FC236}">
                <a16:creationId xmlns:a16="http://schemas.microsoft.com/office/drawing/2014/main" id="{60C2F3F3-3A3C-486F-81FA-AA73FEF9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" y="3000375"/>
            <a:ext cx="16068675" cy="454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E0E0E0"/>
            </a:solidFill>
            <a:prstDash val="dash"/>
          </a:ln>
        </p:spPr>
      </p:sp>
      <p:sp>
        <p:nvSpPr>
          <p:cNvPr id="2" name="SEC-088-2">
            <a:extLst xmlns:a="http://schemas.openxmlformats.org/drawingml/2006/main">
              <a:ext uri="{FF2B5EF4-FFF2-40B4-BE49-F238E27FC236}">
                <a16:creationId xmlns:a16="http://schemas.microsoft.com/office/drawing/2014/main" id="{1E326C7A-F701-4135-A54E-FD537249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1925" y="1581150"/>
            <a:ext cx="273367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4E4E4"/>
            </a:solidFill>
            <a:prstDash val="dash"/>
          </a:ln>
        </p:spPr>
      </p:sp>
      <p:sp>
        <p:nvSpPr>
          <p:cNvPr id="3" name="SEC-088-3">
            <a:extLst xmlns:a="http://schemas.openxmlformats.org/drawingml/2006/main">
              <a:ext uri="{FF2B5EF4-FFF2-40B4-BE49-F238E27FC236}">
                <a16:creationId xmlns:a16="http://schemas.microsoft.com/office/drawing/2014/main" id="{D9B627B4-3109-45C1-BAF9-5969AC69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0" y="1428750"/>
            <a:ext cx="218122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4E4E4"/>
            </a:solidFill>
            <a:prstDash val="dash"/>
          </a:ln>
        </p:spPr>
      </p:sp>
      <p:sp>
        <p:nvSpPr>
          <p:cNvPr id="4" name="SEC-088-4">
            <a:extLst xmlns:a="http://schemas.openxmlformats.org/drawingml/2006/main">
              <a:ext uri="{FF2B5EF4-FFF2-40B4-BE49-F238E27FC236}">
                <a16:creationId xmlns:a16="http://schemas.microsoft.com/office/drawing/2014/main" id="{D0D14F03-A422-4A64-88B3-E67B8A32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59130"/>
            <a:ext cx="13239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EF4C59EF-060F-4C17-A5FE-0EB4D584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146" y="627043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6" name="SEC-088-6">
            <a:extLst xmlns:a="http://schemas.openxmlformats.org/drawingml/2006/main">
              <a:ext uri="{FF2B5EF4-FFF2-40B4-BE49-F238E27FC236}">
                <a16:creationId xmlns:a16="http://schemas.microsoft.com/office/drawing/2014/main" id="{B775BE16-BFE3-4E63-813E-7305C605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4575" y="659130"/>
            <a:ext cx="198120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92D26242-DBE7-4A06-9059-497B47BA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9196" y="627043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8" name="SEC-088-8">
            <a:extLst xmlns:a="http://schemas.openxmlformats.org/drawingml/2006/main">
              <a:ext uri="{FF2B5EF4-FFF2-40B4-BE49-F238E27FC236}">
                <a16:creationId xmlns:a16="http://schemas.microsoft.com/office/drawing/2014/main" id="{F0E62DC4-392E-4000-8942-CA724E52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659130"/>
            <a:ext cx="262890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A36A4101-B4C2-430B-B768-637C4A58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1946" y="627043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10" name="SEC-088-10">
            <a:extLst xmlns:a="http://schemas.openxmlformats.org/drawingml/2006/main">
              <a:ext uri="{FF2B5EF4-FFF2-40B4-BE49-F238E27FC236}">
                <a16:creationId xmlns:a16="http://schemas.microsoft.com/office/drawing/2014/main" id="{A8D45B6A-6C97-431F-9EDE-0B85492F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659130"/>
            <a:ext cx="3438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E980AAB5-1FEE-49A1-825D-4D4EBD65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4321" y="627043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12" name="SEC-088-12">
            <a:extLst xmlns:a="http://schemas.openxmlformats.org/drawingml/2006/main">
              <a:ext uri="{FF2B5EF4-FFF2-40B4-BE49-F238E27FC236}">
                <a16:creationId xmlns:a16="http://schemas.microsoft.com/office/drawing/2014/main" id="{D979BCFA-CE4A-46C4-94CA-63F4C4D5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4750" y="659130"/>
            <a:ext cx="302895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DE17F8CD-07C4-4CA9-963F-237C9379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121" y="627043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14" name="SEC-088-14">
            <a:extLst xmlns:a="http://schemas.openxmlformats.org/drawingml/2006/main">
              <a:ext uri="{FF2B5EF4-FFF2-40B4-BE49-F238E27FC236}">
                <a16:creationId xmlns:a16="http://schemas.microsoft.com/office/drawing/2014/main" id="{CF5BA550-20B8-4320-9300-92D156E8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87550" y="659130"/>
            <a:ext cx="24860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929D59C8-2CB2-4053-A776-C9A12C08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6996" y="627043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16" name="SEC-088-16">
            <a:extLst xmlns:a="http://schemas.openxmlformats.org/drawingml/2006/main">
              <a:ext uri="{FF2B5EF4-FFF2-40B4-BE49-F238E27FC236}">
                <a16:creationId xmlns:a16="http://schemas.microsoft.com/office/drawing/2014/main" id="{301A5625-18D1-437A-9C9C-654632C5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97425" y="659130"/>
            <a:ext cx="106680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700830E3-A1DE-4A8C-B172-65B9A878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7646" y="627043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18" name="SEC-088-18">
            <a:extLst xmlns:a="http://schemas.openxmlformats.org/drawingml/2006/main">
              <a:ext uri="{FF2B5EF4-FFF2-40B4-BE49-F238E27FC236}">
                <a16:creationId xmlns:a16="http://schemas.microsoft.com/office/drawing/2014/main" id="{82BDA728-FC94-452E-A216-9B29F2E0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" y="504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ED4"/>
          </a:solidFill>
          <a:ln xmlns:a="http://schemas.openxmlformats.org/drawingml/2006/main" w="14288">
            <a:solidFill>
              <a:srgbClr val="777777"/>
            </a:solidFill>
          </a:ln>
        </p:spPr>
      </p:sp>
      <p:sp>
        <p:nvSpPr>
          <p:cNvPr id="19" name="SEC-088-19">
            <a:extLst xmlns:a="http://schemas.openxmlformats.org/drawingml/2006/main">
              <a:ext uri="{FF2B5EF4-FFF2-40B4-BE49-F238E27FC236}">
                <a16:creationId xmlns:a16="http://schemas.microsoft.com/office/drawing/2014/main" id="{F55BA52F-6BE9-4EBB-BF23-744FF2C3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76225" y="95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ENTRY</a:t>
            </a:r>
          </a:p>
        </p:txBody>
      </p:sp>
      <p:sp>
        <p:nvSpPr>
          <p:cNvPr id="20" name="SEC-088-20">
            <a:extLst xmlns:a="http://schemas.openxmlformats.org/drawingml/2006/main">
              <a:ext uri="{FF2B5EF4-FFF2-40B4-BE49-F238E27FC236}">
                <a16:creationId xmlns:a16="http://schemas.microsoft.com/office/drawing/2014/main" id="{A3682640-8333-4E94-9E75-9591F59C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725" y="504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777777"/>
            </a:solidFill>
          </a:ln>
        </p:spPr>
      </p:sp>
      <p:sp>
        <p:nvSpPr>
          <p:cNvPr id="21" name="SEC-088-21">
            <a:extLst xmlns:a="http://schemas.openxmlformats.org/drawingml/2006/main">
              <a:ext uri="{FF2B5EF4-FFF2-40B4-BE49-F238E27FC236}">
                <a16:creationId xmlns:a16="http://schemas.microsoft.com/office/drawing/2014/main" id="{BCDE2348-BC15-4D28-B0BD-ED2B2EBD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95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L1: VAR</a:t>
            </a:r>
          </a:p>
        </p:txBody>
      </p:sp>
      <p:sp>
        <p:nvSpPr>
          <p:cNvPr id="22" name="SEC-088-22">
            <a:extLst xmlns:a="http://schemas.openxmlformats.org/drawingml/2006/main">
              <a:ext uri="{FF2B5EF4-FFF2-40B4-BE49-F238E27FC236}">
                <a16:creationId xmlns:a16="http://schemas.microsoft.com/office/drawing/2014/main" id="{A341DFE6-5E54-4C60-B012-CEE5E649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5775" y="504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777777"/>
            </a:solidFill>
          </a:ln>
        </p:spPr>
      </p:sp>
      <p:sp>
        <p:nvSpPr>
          <p:cNvPr id="23" name="SEC-088-23">
            <a:extLst xmlns:a="http://schemas.openxmlformats.org/drawingml/2006/main">
              <a:ext uri="{FF2B5EF4-FFF2-40B4-BE49-F238E27FC236}">
                <a16:creationId xmlns:a16="http://schemas.microsoft.com/office/drawing/2014/main" id="{B23A1D8B-B072-48FB-BFA0-F5884252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650" y="95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L3: CALL</a:t>
            </a:r>
          </a:p>
        </p:txBody>
      </p:sp>
      <p:sp>
        <p:nvSpPr>
          <p:cNvPr id="24" name="SEC-088-24">
            <a:extLst xmlns:a="http://schemas.openxmlformats.org/drawingml/2006/main">
              <a:ext uri="{FF2B5EF4-FFF2-40B4-BE49-F238E27FC236}">
                <a16:creationId xmlns:a16="http://schemas.microsoft.com/office/drawing/2014/main" id="{5851DCFA-C309-421F-9CDE-C1237782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8525" y="504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777777"/>
            </a:solidFill>
          </a:ln>
        </p:spPr>
      </p:sp>
      <p:sp>
        <p:nvSpPr>
          <p:cNvPr id="25" name="SEC-088-25">
            <a:extLst xmlns:a="http://schemas.openxmlformats.org/drawingml/2006/main">
              <a:ext uri="{FF2B5EF4-FFF2-40B4-BE49-F238E27FC236}">
                <a16:creationId xmlns:a16="http://schemas.microsoft.com/office/drawing/2014/main" id="{D42E7BBB-B688-4C5F-A8A9-C9C87F3D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95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L4: FUNC</a:t>
            </a:r>
          </a:p>
        </p:txBody>
      </p:sp>
      <p:sp>
        <p:nvSpPr>
          <p:cNvPr id="26" name="SEC-088-26">
            <a:extLst xmlns:a="http://schemas.openxmlformats.org/drawingml/2006/main">
              <a:ext uri="{FF2B5EF4-FFF2-40B4-BE49-F238E27FC236}">
                <a16:creationId xmlns:a16="http://schemas.microsoft.com/office/drawing/2014/main" id="{007D1738-27F8-4A2A-B5E1-81A5B29F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0900" y="504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777777"/>
            </a:solidFill>
          </a:ln>
        </p:spPr>
      </p:sp>
      <p:sp>
        <p:nvSpPr>
          <p:cNvPr id="27" name="SEC-088-27">
            <a:extLst xmlns:a="http://schemas.openxmlformats.org/drawingml/2006/main">
              <a:ext uri="{FF2B5EF4-FFF2-40B4-BE49-F238E27FC236}">
                <a16:creationId xmlns:a16="http://schemas.microsoft.com/office/drawing/2014/main" id="{1272EE29-E3DE-411F-A401-5B26D32C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91775" y="95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L17: FUNC</a:t>
            </a:r>
          </a:p>
        </p:txBody>
      </p:sp>
      <p:sp>
        <p:nvSpPr>
          <p:cNvPr id="28" name="SEC-088-28">
            <a:extLst xmlns:a="http://schemas.openxmlformats.org/drawingml/2006/main">
              <a:ext uri="{FF2B5EF4-FFF2-40B4-BE49-F238E27FC236}">
                <a16:creationId xmlns:a16="http://schemas.microsoft.com/office/drawing/2014/main" id="{B29DF4CA-BF0F-4DA6-AC49-3C5893EF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3700" y="504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777777"/>
            </a:solidFill>
          </a:ln>
        </p:spPr>
      </p:sp>
      <p:sp>
        <p:nvSpPr>
          <p:cNvPr id="29" name="SEC-088-29">
            <a:extLst xmlns:a="http://schemas.openxmlformats.org/drawingml/2006/main">
              <a:ext uri="{FF2B5EF4-FFF2-40B4-BE49-F238E27FC236}">
                <a16:creationId xmlns:a16="http://schemas.microsoft.com/office/drawing/2014/main" id="{13E46B69-D450-468D-9F68-F8D35BBD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44575" y="95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L22: CALL</a:t>
            </a:r>
          </a:p>
        </p:txBody>
      </p:sp>
      <p:sp>
        <p:nvSpPr>
          <p:cNvPr id="30" name="SEC-088-30">
            <a:extLst xmlns:a="http://schemas.openxmlformats.org/drawingml/2006/main">
              <a:ext uri="{FF2B5EF4-FFF2-40B4-BE49-F238E27FC236}">
                <a16:creationId xmlns:a16="http://schemas.microsoft.com/office/drawing/2014/main" id="{9F37D9FE-A3AA-418E-9ED8-6AE69A85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73575" y="504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777777"/>
            </a:solidFill>
          </a:ln>
        </p:spPr>
      </p:sp>
      <p:sp>
        <p:nvSpPr>
          <p:cNvPr id="31" name="SEC-088-31">
            <a:extLst xmlns:a="http://schemas.openxmlformats.org/drawingml/2006/main">
              <a:ext uri="{FF2B5EF4-FFF2-40B4-BE49-F238E27FC236}">
                <a16:creationId xmlns:a16="http://schemas.microsoft.com/office/drawing/2014/main" id="{D61CE844-5940-4CFF-8431-E5AA623B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54450" y="95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L23: FUNC</a:t>
            </a:r>
          </a:p>
        </p:txBody>
      </p:sp>
      <p:sp>
        <p:nvSpPr>
          <p:cNvPr id="32" name="SEC-088-32">
            <a:extLst xmlns:a="http://schemas.openxmlformats.org/drawingml/2006/main">
              <a:ext uri="{FF2B5EF4-FFF2-40B4-BE49-F238E27FC236}">
                <a16:creationId xmlns:a16="http://schemas.microsoft.com/office/drawing/2014/main" id="{794942B1-64EF-4677-9614-0EDB6D30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64225" y="504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1D4"/>
          </a:solidFill>
          <a:ln xmlns:a="http://schemas.openxmlformats.org/drawingml/2006/main" w="14288">
            <a:solidFill>
              <a:srgbClr val="777777"/>
            </a:solidFill>
          </a:ln>
        </p:spPr>
      </p:sp>
      <p:sp>
        <p:nvSpPr>
          <p:cNvPr id="33" name="SEC-088-33">
            <a:extLst xmlns:a="http://schemas.openxmlformats.org/drawingml/2006/main">
              <a:ext uri="{FF2B5EF4-FFF2-40B4-BE49-F238E27FC236}">
                <a16:creationId xmlns:a16="http://schemas.microsoft.com/office/drawing/2014/main" id="{98FE365B-BBFB-4A11-B68C-C2940925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45100" y="95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34" name="SEC-088-34">
            <a:extLst xmlns:a="http://schemas.openxmlformats.org/drawingml/2006/main">
              <a:ext uri="{FF2B5EF4-FFF2-40B4-BE49-F238E27FC236}">
                <a16:creationId xmlns:a16="http://schemas.microsoft.com/office/drawing/2014/main" id="{9DED5BA0-2047-4E33-A6DF-EB5883A5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323850"/>
            <a:ext cx="18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" name="SEC-088-35">
            <a:extLst xmlns:a="http://schemas.openxmlformats.org/drawingml/2006/main">
              <a:ext uri="{FF2B5EF4-FFF2-40B4-BE49-F238E27FC236}">
                <a16:creationId xmlns:a16="http://schemas.microsoft.com/office/drawing/2014/main" id="{B2DDD71F-50F7-4C70-B04E-E94A9FD1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" y="4286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ε</a:t>
            </a:r>
          </a:p>
        </p:txBody>
      </p:sp>
      <p:sp>
        <p:nvSpPr>
          <p:cNvPr id="36" name="SEC-088-36">
            <a:extLst xmlns:a="http://schemas.openxmlformats.org/drawingml/2006/main">
              <a:ext uri="{FF2B5EF4-FFF2-40B4-BE49-F238E27FC236}">
                <a16:creationId xmlns:a16="http://schemas.microsoft.com/office/drawing/2014/main" id="{32C262D4-C086-419C-92FC-2D1422BF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0875" y="323850"/>
            <a:ext cx="18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7" name="SEC-088-37">
            <a:extLst xmlns:a="http://schemas.openxmlformats.org/drawingml/2006/main">
              <a:ext uri="{FF2B5EF4-FFF2-40B4-BE49-F238E27FC236}">
                <a16:creationId xmlns:a16="http://schemas.microsoft.com/office/drawing/2014/main" id="{0F7C1DC3-BA27-4EC9-BA8A-D2198C3F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4286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ε</a:t>
            </a:r>
          </a:p>
        </p:txBody>
      </p:sp>
      <p:sp>
        <p:nvSpPr>
          <p:cNvPr id="38" name="SEC-088-38">
            <a:extLst xmlns:a="http://schemas.openxmlformats.org/drawingml/2006/main">
              <a:ext uri="{FF2B5EF4-FFF2-40B4-BE49-F238E27FC236}">
                <a16:creationId xmlns:a16="http://schemas.microsoft.com/office/drawing/2014/main" id="{3604B358-5656-4861-867F-0F04DA10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323850"/>
            <a:ext cx="18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9" name="SEC-088-39">
            <a:extLst xmlns:a="http://schemas.openxmlformats.org/drawingml/2006/main">
              <a:ext uri="{FF2B5EF4-FFF2-40B4-BE49-F238E27FC236}">
                <a16:creationId xmlns:a16="http://schemas.microsoft.com/office/drawing/2014/main" id="{9A130AAE-FE0B-44AA-9D1A-0F94211D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4286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ε</a:t>
            </a:r>
          </a:p>
        </p:txBody>
      </p:sp>
      <p:sp>
        <p:nvSpPr>
          <p:cNvPr id="40" name="SEC-088-40">
            <a:extLst xmlns:a="http://schemas.openxmlformats.org/drawingml/2006/main">
              <a:ext uri="{FF2B5EF4-FFF2-40B4-BE49-F238E27FC236}">
                <a16:creationId xmlns:a16="http://schemas.microsoft.com/office/drawing/2014/main" id="{CD93BB6B-0C4D-4291-92CF-DD635B36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6850" y="323850"/>
            <a:ext cx="18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1" name="SEC-088-41">
            <a:extLst xmlns:a="http://schemas.openxmlformats.org/drawingml/2006/main">
              <a:ext uri="{FF2B5EF4-FFF2-40B4-BE49-F238E27FC236}">
                <a16:creationId xmlns:a16="http://schemas.microsoft.com/office/drawing/2014/main" id="{90716F74-2547-40AE-8D23-FD992B3C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9725" y="4286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ε</a:t>
            </a:r>
          </a:p>
        </p:txBody>
      </p:sp>
      <p:sp>
        <p:nvSpPr>
          <p:cNvPr id="42" name="SEC-088-42">
            <a:extLst xmlns:a="http://schemas.openxmlformats.org/drawingml/2006/main">
              <a:ext uri="{FF2B5EF4-FFF2-40B4-BE49-F238E27FC236}">
                <a16:creationId xmlns:a16="http://schemas.microsoft.com/office/drawing/2014/main" id="{33D94385-FFF6-40C1-AA91-836015CC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01600" y="323850"/>
            <a:ext cx="18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3" name="SEC-088-43">
            <a:extLst xmlns:a="http://schemas.openxmlformats.org/drawingml/2006/main">
              <a:ext uri="{FF2B5EF4-FFF2-40B4-BE49-F238E27FC236}">
                <a16:creationId xmlns:a16="http://schemas.microsoft.com/office/drawing/2014/main" id="{FE30003C-90B3-44BA-97C0-E9C42061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4475" y="4286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ε</a:t>
            </a:r>
          </a:p>
        </p:txBody>
      </p:sp>
      <p:sp>
        <p:nvSpPr>
          <p:cNvPr id="44" name="SEC-088-44">
            <a:extLst xmlns:a="http://schemas.openxmlformats.org/drawingml/2006/main">
              <a:ext uri="{FF2B5EF4-FFF2-40B4-BE49-F238E27FC236}">
                <a16:creationId xmlns:a16="http://schemas.microsoft.com/office/drawing/2014/main" id="{5593DDAA-420F-4E24-A45F-EBF8CAE3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73375" y="323850"/>
            <a:ext cx="18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5" name="SEC-088-45">
            <a:extLst xmlns:a="http://schemas.openxmlformats.org/drawingml/2006/main">
              <a:ext uri="{FF2B5EF4-FFF2-40B4-BE49-F238E27FC236}">
                <a16:creationId xmlns:a16="http://schemas.microsoft.com/office/drawing/2014/main" id="{7FACE19D-8741-470A-B8E9-E1D35197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0" y="4286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ε</a:t>
            </a:r>
          </a:p>
        </p:txBody>
      </p:sp>
      <p:sp>
        <p:nvSpPr>
          <p:cNvPr id="46" name="SEC-088-46">
            <a:extLst xmlns:a="http://schemas.openxmlformats.org/drawingml/2006/main">
              <a:ext uri="{FF2B5EF4-FFF2-40B4-BE49-F238E27FC236}">
                <a16:creationId xmlns:a16="http://schemas.microsoft.com/office/drawing/2014/main" id="{835D441A-943D-4ED2-B6E9-277DEB4F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0" y="323850"/>
            <a:ext cx="18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7" name="SEC-088-47">
            <a:extLst xmlns:a="http://schemas.openxmlformats.org/drawingml/2006/main">
              <a:ext uri="{FF2B5EF4-FFF2-40B4-BE49-F238E27FC236}">
                <a16:creationId xmlns:a16="http://schemas.microsoft.com/office/drawing/2014/main" id="{42B61FE6-804F-4663-9D15-901AA2D9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49875" y="4286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ε</a:t>
            </a:r>
          </a:p>
        </p:txBody>
      </p:sp>
      <p:sp>
        <p:nvSpPr>
          <p:cNvPr id="48" name="path-48">
            <a:extLst xmlns:a="http://schemas.openxmlformats.org/drawingml/2006/main">
              <a:ext uri="{FF2B5EF4-FFF2-40B4-BE49-F238E27FC236}">
                <a16:creationId xmlns:a16="http://schemas.microsoft.com/office/drawing/2014/main" id="{9EC255E8-5F22-4DE2-8AA4-58D8FB9A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819150"/>
            <a:ext cx="161925" cy="238125"/>
          </a:xfrm>
          <a:custGeom xmlns:a="http://schemas.openxmlformats.org/drawingml/2006/main">
            <a:pathLst>
              <a:path w="161925" h="238125">
                <a:moveTo>
                  <a:pt x="161925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9" name="path-49">
            <a:extLst xmlns:a="http://schemas.openxmlformats.org/drawingml/2006/main">
              <a:ext uri="{FF2B5EF4-FFF2-40B4-BE49-F238E27FC236}">
                <a16:creationId xmlns:a16="http://schemas.microsoft.com/office/drawing/2014/main" id="{235C6BAE-474D-4E63-9DE5-5D304FD4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991530"/>
            <a:ext cx="57063" cy="65745"/>
          </a:xfrm>
          <a:custGeom xmlns:a="http://schemas.openxmlformats.org/drawingml/2006/main">
            <a:pathLst>
              <a:path w="57063" h="65745">
                <a:moveTo>
                  <a:pt x="0" y="65745"/>
                </a:moveTo>
                <a:lnTo>
                  <a:pt x="11095" y="0"/>
                </a:lnTo>
                <a:lnTo>
                  <a:pt x="57063" y="31259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50" name="path-50">
            <a:extLst xmlns:a="http://schemas.openxmlformats.org/drawingml/2006/main">
              <a:ext uri="{FF2B5EF4-FFF2-40B4-BE49-F238E27FC236}">
                <a16:creationId xmlns:a16="http://schemas.microsoft.com/office/drawing/2014/main" id="{64AE0B8D-FD7E-4E03-86FD-93ACF9EA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819150"/>
            <a:ext cx="295275" cy="238125"/>
          </a:xfrm>
          <a:custGeom xmlns:a="http://schemas.openxmlformats.org/drawingml/2006/main">
            <a:pathLst>
              <a:path w="295275" h="238125">
                <a:moveTo>
                  <a:pt x="0" y="0"/>
                </a:moveTo>
                <a:lnTo>
                  <a:pt x="295275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6A5B398D-C9E6-4F07-834B-0BC2D3CC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601" y="997594"/>
            <a:ext cx="64624" cy="59681"/>
          </a:xfrm>
          <a:custGeom xmlns:a="http://schemas.openxmlformats.org/drawingml/2006/main">
            <a:pathLst>
              <a:path w="64624" h="59681">
                <a:moveTo>
                  <a:pt x="64624" y="59681"/>
                </a:moveTo>
                <a:lnTo>
                  <a:pt x="0" y="43272"/>
                </a:lnTo>
                <a:lnTo>
                  <a:pt x="34897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52" name="SEC-088-52">
            <a:extLst xmlns:a="http://schemas.openxmlformats.org/drawingml/2006/main">
              <a:ext uri="{FF2B5EF4-FFF2-40B4-BE49-F238E27FC236}">
                <a16:creationId xmlns:a16="http://schemas.microsoft.com/office/drawing/2014/main" id="{CDD4FB1F-A5B2-453D-B087-2739192C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725" y="1000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DECL</a:t>
            </a:r>
          </a:p>
        </p:txBody>
      </p:sp>
      <p:sp>
        <p:nvSpPr>
          <p:cNvPr id="53" name="SEC-088-53">
            <a:extLst xmlns:a="http://schemas.openxmlformats.org/drawingml/2006/main">
              <a:ext uri="{FF2B5EF4-FFF2-40B4-BE49-F238E27FC236}">
                <a16:creationId xmlns:a16="http://schemas.microsoft.com/office/drawing/2014/main" id="{203C4C71-725E-422B-B0EF-38E8330C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1000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DECL</a:t>
            </a:r>
          </a:p>
        </p:txBody>
      </p:sp>
      <p:sp>
        <p:nvSpPr>
          <p:cNvPr id="54" name="path-54">
            <a:extLst xmlns:a="http://schemas.openxmlformats.org/drawingml/2006/main">
              <a:ext uri="{FF2B5EF4-FFF2-40B4-BE49-F238E27FC236}">
                <a16:creationId xmlns:a16="http://schemas.microsoft.com/office/drawing/2014/main" id="{4697DF9F-40F9-40D6-A0C0-FBB812C4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304925"/>
            <a:ext cx="342900" cy="257175"/>
          </a:xfrm>
          <a:custGeom xmlns:a="http://schemas.openxmlformats.org/drawingml/2006/main">
            <a:pathLst>
              <a:path w="342900" h="257175">
                <a:moveTo>
                  <a:pt x="342900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55" name="path-55">
            <a:extLst xmlns:a="http://schemas.openxmlformats.org/drawingml/2006/main">
              <a:ext uri="{FF2B5EF4-FFF2-40B4-BE49-F238E27FC236}">
                <a16:creationId xmlns:a16="http://schemas.microsoft.com/office/drawing/2014/main" id="{6C87266D-1755-42D9-9AA0-83D11F72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503501"/>
            <a:ext cx="65161" cy="58599"/>
          </a:xfrm>
          <a:custGeom xmlns:a="http://schemas.openxmlformats.org/drawingml/2006/main">
            <a:pathLst>
              <a:path w="65161" h="58599">
                <a:moveTo>
                  <a:pt x="0" y="58599"/>
                </a:moveTo>
                <a:lnTo>
                  <a:pt x="31807" y="0"/>
                </a:lnTo>
                <a:lnTo>
                  <a:pt x="65161" y="44472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56" name="SEC-088-56">
            <a:extLst xmlns:a="http://schemas.openxmlformats.org/drawingml/2006/main">
              <a:ext uri="{FF2B5EF4-FFF2-40B4-BE49-F238E27FC236}">
                <a16:creationId xmlns:a16="http://schemas.microsoft.com/office/drawing/2014/main" id="{C2DA9A12-3678-4132-A2EA-A08BC101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1581150"/>
            <a:ext cx="333375" cy="3429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8888"/>
            </a:solidFill>
          </a:ln>
        </p:spPr>
      </p:sp>
      <p:sp>
        <p:nvSpPr>
          <p:cNvPr id="57" name="SEC-088-57">
            <a:extLst xmlns:a="http://schemas.openxmlformats.org/drawingml/2006/main">
              <a:ext uri="{FF2B5EF4-FFF2-40B4-BE49-F238E27FC236}">
                <a16:creationId xmlns:a16="http://schemas.microsoft.com/office/drawing/2014/main" id="{1B617354-48BF-4A8E-A569-D5C58D03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1581150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58" name="path-58">
            <a:extLst xmlns:a="http://schemas.openxmlformats.org/drawingml/2006/main">
              <a:ext uri="{FF2B5EF4-FFF2-40B4-BE49-F238E27FC236}">
                <a16:creationId xmlns:a16="http://schemas.microsoft.com/office/drawing/2014/main" id="{09EBBF56-3660-4136-8780-5BE3D8B7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304925"/>
            <a:ext cx="9525" cy="257175"/>
          </a:xfrm>
          <a:custGeom xmlns:a="http://schemas.openxmlformats.org/drawingml/2006/main">
            <a:pathLst>
              <a:path w="9525" h="257175">
                <a:moveTo>
                  <a:pt x="0" y="0"/>
                </a:moveTo>
                <a:lnTo>
                  <a:pt x="9525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EABD0D12-B43C-4086-A8F0-A896A6F8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931" y="1500507"/>
            <a:ext cx="55552" cy="61593"/>
          </a:xfrm>
          <a:custGeom xmlns:a="http://schemas.openxmlformats.org/drawingml/2006/main">
            <a:pathLst>
              <a:path w="55552" h="61593">
                <a:moveTo>
                  <a:pt x="30019" y="61593"/>
                </a:moveTo>
                <a:lnTo>
                  <a:pt x="0" y="2057"/>
                </a:lnTo>
                <a:lnTo>
                  <a:pt x="55552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60" name="SEC-088-60">
            <a:extLst xmlns:a="http://schemas.openxmlformats.org/drawingml/2006/main">
              <a:ext uri="{FF2B5EF4-FFF2-40B4-BE49-F238E27FC236}">
                <a16:creationId xmlns:a16="http://schemas.microsoft.com/office/drawing/2014/main" id="{828EF19D-276B-4488-95D6-627EBE5C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4025" y="1581150"/>
            <a:ext cx="333375" cy="3429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8888"/>
            </a:solidFill>
          </a:ln>
        </p:spPr>
      </p:sp>
      <p:sp>
        <p:nvSpPr>
          <p:cNvPr id="61" name="SEC-088-61">
            <a:extLst xmlns:a="http://schemas.openxmlformats.org/drawingml/2006/main">
              <a:ext uri="{FF2B5EF4-FFF2-40B4-BE49-F238E27FC236}">
                <a16:creationId xmlns:a16="http://schemas.microsoft.com/office/drawing/2014/main" id="{60473994-6CB3-4F92-86E5-B6877664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4025" y="1581150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62" name="path-62">
            <a:extLst xmlns:a="http://schemas.openxmlformats.org/drawingml/2006/main">
              <a:ext uri="{FF2B5EF4-FFF2-40B4-BE49-F238E27FC236}">
                <a16:creationId xmlns:a16="http://schemas.microsoft.com/office/drawing/2014/main" id="{236C6E34-267F-4F9A-A6E8-88D84255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304925"/>
            <a:ext cx="266700" cy="257175"/>
          </a:xfrm>
          <a:custGeom xmlns:a="http://schemas.openxmlformats.org/drawingml/2006/main">
            <a:pathLst>
              <a:path w="266700" h="257175">
                <a:moveTo>
                  <a:pt x="266700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9F0CE8E5-D395-4B39-92E0-60380573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500024"/>
            <a:ext cx="62920" cy="62076"/>
          </a:xfrm>
          <a:custGeom xmlns:a="http://schemas.openxmlformats.org/drawingml/2006/main">
            <a:pathLst>
              <a:path w="62920" h="62076">
                <a:moveTo>
                  <a:pt x="0" y="62076"/>
                </a:moveTo>
                <a:lnTo>
                  <a:pt x="24333" y="0"/>
                </a:lnTo>
                <a:lnTo>
                  <a:pt x="62920" y="40016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64" name="SEC-088-64">
            <a:extLst xmlns:a="http://schemas.openxmlformats.org/drawingml/2006/main">
              <a:ext uri="{FF2B5EF4-FFF2-40B4-BE49-F238E27FC236}">
                <a16:creationId xmlns:a16="http://schemas.microsoft.com/office/drawing/2014/main" id="{BEDFC184-7153-40A7-A154-AF677F94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3600" y="1581150"/>
            <a:ext cx="333375" cy="3429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8888"/>
            </a:solidFill>
          </a:ln>
        </p:spPr>
      </p:sp>
      <p:sp>
        <p:nvSpPr>
          <p:cNvPr id="65" name="SEC-088-65">
            <a:extLst xmlns:a="http://schemas.openxmlformats.org/drawingml/2006/main">
              <a:ext uri="{FF2B5EF4-FFF2-40B4-BE49-F238E27FC236}">
                <a16:creationId xmlns:a16="http://schemas.microsoft.com/office/drawing/2014/main" id="{04DBD1D5-254B-417F-9E4F-99A7CEF6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3600" y="1581150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66" name="path-66">
            <a:extLst xmlns:a="http://schemas.openxmlformats.org/drawingml/2006/main">
              <a:ext uri="{FF2B5EF4-FFF2-40B4-BE49-F238E27FC236}">
                <a16:creationId xmlns:a16="http://schemas.microsoft.com/office/drawing/2014/main" id="{10FAE088-D47B-427E-9243-401CE984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304925"/>
            <a:ext cx="114300" cy="257175"/>
          </a:xfrm>
          <a:custGeom xmlns:a="http://schemas.openxmlformats.org/drawingml/2006/main">
            <a:pathLst>
              <a:path w="114300" h="257175">
                <a:moveTo>
                  <a:pt x="0" y="0"/>
                </a:moveTo>
                <a:lnTo>
                  <a:pt x="11430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37FD5A65-9BBC-4440-B3D5-7025177E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512" y="1495430"/>
            <a:ext cx="50799" cy="66670"/>
          </a:xfrm>
          <a:custGeom xmlns:a="http://schemas.openxmlformats.org/drawingml/2006/main">
            <a:pathLst>
              <a:path w="50799" h="66670">
                <a:moveTo>
                  <a:pt x="50013" y="66670"/>
                </a:moveTo>
                <a:lnTo>
                  <a:pt x="0" y="22577"/>
                </a:lnTo>
                <a:lnTo>
                  <a:pt x="50799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68" name="SEC-088-68">
            <a:extLst xmlns:a="http://schemas.openxmlformats.org/drawingml/2006/main">
              <a:ext uri="{FF2B5EF4-FFF2-40B4-BE49-F238E27FC236}">
                <a16:creationId xmlns:a16="http://schemas.microsoft.com/office/drawing/2014/main" id="{F911BE91-86C1-4B00-8958-1E4FC60E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600" y="1581150"/>
            <a:ext cx="485775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8888"/>
            </a:solidFill>
          </a:ln>
        </p:spPr>
      </p:sp>
      <p:sp>
        <p:nvSpPr>
          <p:cNvPr id="69" name="SEC-088-69">
            <a:extLst xmlns:a="http://schemas.openxmlformats.org/drawingml/2006/main">
              <a:ext uri="{FF2B5EF4-FFF2-40B4-BE49-F238E27FC236}">
                <a16:creationId xmlns:a16="http://schemas.microsoft.com/office/drawing/2014/main" id="{06418DD1-BE64-4DA8-9E91-AD6DF26B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600" y="1581150"/>
            <a:ext cx="485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{}</a:t>
            </a:r>
          </a:p>
        </p:txBody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CEDC4E19-3BB1-46E1-85CA-29B28EE9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847725"/>
            <a:ext cx="114300" cy="161925"/>
          </a:xfrm>
          <a:custGeom xmlns:a="http://schemas.openxmlformats.org/drawingml/2006/main">
            <a:pathLst>
              <a:path w="114300" h="161925">
                <a:moveTo>
                  <a:pt x="11430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71" name="SEC-088-71">
            <a:extLst xmlns:a="http://schemas.openxmlformats.org/drawingml/2006/main">
              <a:ext uri="{FF2B5EF4-FFF2-40B4-BE49-F238E27FC236}">
                <a16:creationId xmlns:a16="http://schemas.microsoft.com/office/drawing/2014/main" id="{59AEF488-56ED-4654-9A89-10C5A1A6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5775" y="962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72" name="path-72">
            <a:extLst xmlns:a="http://schemas.openxmlformats.org/drawingml/2006/main">
              <a:ext uri="{FF2B5EF4-FFF2-40B4-BE49-F238E27FC236}">
                <a16:creationId xmlns:a16="http://schemas.microsoft.com/office/drawing/2014/main" id="{45EF7626-824A-4E98-A5E6-665F4343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009650"/>
            <a:ext cx="76200" cy="152400"/>
          </a:xfrm>
          <a:custGeom xmlns:a="http://schemas.openxmlformats.org/drawingml/2006/main">
            <a:pathLst>
              <a:path w="76200" h="152400">
                <a:moveTo>
                  <a:pt x="762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73" name="SEC-088-73">
            <a:extLst xmlns:a="http://schemas.openxmlformats.org/drawingml/2006/main">
              <a:ext uri="{FF2B5EF4-FFF2-40B4-BE49-F238E27FC236}">
                <a16:creationId xmlns:a16="http://schemas.microsoft.com/office/drawing/2014/main" id="{9E5718DB-A540-4753-9FA3-E27EA982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112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74" name="path-74">
            <a:extLst xmlns:a="http://schemas.openxmlformats.org/drawingml/2006/main">
              <a:ext uri="{FF2B5EF4-FFF2-40B4-BE49-F238E27FC236}">
                <a16:creationId xmlns:a16="http://schemas.microsoft.com/office/drawing/2014/main" id="{F56A115F-D9BC-461E-ACE6-3CC0979F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009650"/>
            <a:ext cx="76200" cy="152400"/>
          </a:xfrm>
          <a:custGeom xmlns:a="http://schemas.openxmlformats.org/drawingml/2006/main">
            <a:pathLst>
              <a:path w="76200" h="152400">
                <a:moveTo>
                  <a:pt x="0" y="0"/>
                </a:moveTo>
                <a:lnTo>
                  <a:pt x="762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75" name="SEC-088-75">
            <a:extLst xmlns:a="http://schemas.openxmlformats.org/drawingml/2006/main">
              <a:ext uri="{FF2B5EF4-FFF2-40B4-BE49-F238E27FC236}">
                <a16:creationId xmlns:a16="http://schemas.microsoft.com/office/drawing/2014/main" id="{AD3914F9-DE4E-45F7-8262-1476AA2A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112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76" name="path-76">
            <a:extLst xmlns:a="http://schemas.openxmlformats.org/drawingml/2006/main">
              <a:ext uri="{FF2B5EF4-FFF2-40B4-BE49-F238E27FC236}">
                <a16:creationId xmlns:a16="http://schemas.microsoft.com/office/drawing/2014/main" id="{696E7F21-05F8-4999-9854-95CBF1FC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847725"/>
            <a:ext cx="114300" cy="161925"/>
          </a:xfrm>
          <a:custGeom xmlns:a="http://schemas.openxmlformats.org/drawingml/2006/main">
            <a:pathLst>
              <a:path w="114300" h="161925">
                <a:moveTo>
                  <a:pt x="0" y="0"/>
                </a:moveTo>
                <a:lnTo>
                  <a:pt x="11430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77" name="SEC-088-77">
            <a:extLst xmlns:a="http://schemas.openxmlformats.org/drawingml/2006/main">
              <a:ext uri="{FF2B5EF4-FFF2-40B4-BE49-F238E27FC236}">
                <a16:creationId xmlns:a16="http://schemas.microsoft.com/office/drawing/2014/main" id="{70F7F3B8-79A4-445F-9B8A-BEFF47B3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4375" y="962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78" name="path-78">
            <a:extLst xmlns:a="http://schemas.openxmlformats.org/drawingml/2006/main">
              <a:ext uri="{FF2B5EF4-FFF2-40B4-BE49-F238E27FC236}">
                <a16:creationId xmlns:a16="http://schemas.microsoft.com/office/drawing/2014/main" id="{3590BCAF-F7CA-40A7-9739-FAB0360A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009650"/>
            <a:ext cx="76200" cy="152400"/>
          </a:xfrm>
          <a:custGeom xmlns:a="http://schemas.openxmlformats.org/drawingml/2006/main">
            <a:pathLst>
              <a:path w="76200" h="152400">
                <a:moveTo>
                  <a:pt x="762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79" name="SEC-088-79">
            <a:extLst xmlns:a="http://schemas.openxmlformats.org/drawingml/2006/main">
              <a:ext uri="{FF2B5EF4-FFF2-40B4-BE49-F238E27FC236}">
                <a16:creationId xmlns:a16="http://schemas.microsoft.com/office/drawing/2014/main" id="{515DA3CE-FD25-4A3A-86D0-43BC88C2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112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80" name="path-80">
            <a:extLst xmlns:a="http://schemas.openxmlformats.org/drawingml/2006/main">
              <a:ext uri="{FF2B5EF4-FFF2-40B4-BE49-F238E27FC236}">
                <a16:creationId xmlns:a16="http://schemas.microsoft.com/office/drawing/2014/main" id="{F28476E8-5DEA-4017-9DC4-B24A455B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09650"/>
            <a:ext cx="76200" cy="152400"/>
          </a:xfrm>
          <a:custGeom xmlns:a="http://schemas.openxmlformats.org/drawingml/2006/main">
            <a:pathLst>
              <a:path w="76200" h="152400">
                <a:moveTo>
                  <a:pt x="0" y="0"/>
                </a:moveTo>
                <a:lnTo>
                  <a:pt x="762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81" name="SEC-088-81">
            <a:extLst xmlns:a="http://schemas.openxmlformats.org/drawingml/2006/main">
              <a:ext uri="{FF2B5EF4-FFF2-40B4-BE49-F238E27FC236}">
                <a16:creationId xmlns:a16="http://schemas.microsoft.com/office/drawing/2014/main" id="{54781545-34FF-40DB-80EB-97AD580E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112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82" name="SEC-088-82">
            <a:extLst xmlns:a="http://schemas.openxmlformats.org/drawingml/2006/main">
              <a:ext uri="{FF2B5EF4-FFF2-40B4-BE49-F238E27FC236}">
                <a16:creationId xmlns:a16="http://schemas.microsoft.com/office/drawing/2014/main" id="{F3228A73-5DEB-4D3C-9CE1-C06F5FF4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1133475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1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 i="1">
                <a:solidFill>
                  <a:srgbClr val="333333"/>
                </a:solidFill>
                <a:latin typeface="Arial"/>
                <a:ea typeface="Arial"/>
                <a:cs typeface="Arial"/>
              </a:rPr>
              <a:t>window.addEventListener("message", h)</a:t>
            </a:r>
          </a:p>
        </p:txBody>
      </p:sp>
      <p:sp>
        <p:nvSpPr>
          <p:cNvPr id="83" name="path-83">
            <a:extLst xmlns:a="http://schemas.openxmlformats.org/drawingml/2006/main">
              <a:ext uri="{FF2B5EF4-FFF2-40B4-BE49-F238E27FC236}">
                <a16:creationId xmlns:a16="http://schemas.microsoft.com/office/drawing/2014/main" id="{F5973564-8586-44FF-B35C-FFF236B4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888" y="828675"/>
            <a:ext cx="661988" cy="257175"/>
          </a:xfrm>
          <a:custGeom xmlns:a="http://schemas.openxmlformats.org/drawingml/2006/main">
            <a:pathLst>
              <a:path w="661988" h="257175">
                <a:moveTo>
                  <a:pt x="661988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84" name="path-84">
            <a:extLst xmlns:a="http://schemas.openxmlformats.org/drawingml/2006/main">
              <a:ext uri="{FF2B5EF4-FFF2-40B4-BE49-F238E27FC236}">
                <a16:creationId xmlns:a16="http://schemas.microsoft.com/office/drawing/2014/main" id="{37106AE7-8B45-4620-AC85-B53C5C07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888" y="1037995"/>
            <a:ext cx="66557" cy="51817"/>
          </a:xfrm>
          <a:custGeom xmlns:a="http://schemas.openxmlformats.org/drawingml/2006/main">
            <a:pathLst>
              <a:path w="66557" h="51817">
                <a:moveTo>
                  <a:pt x="0" y="47855"/>
                </a:moveTo>
                <a:lnTo>
                  <a:pt x="46427" y="0"/>
                </a:lnTo>
                <a:lnTo>
                  <a:pt x="66557" y="51817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85" name="SEC-088-85">
            <a:extLst xmlns:a="http://schemas.openxmlformats.org/drawingml/2006/main">
              <a:ext uri="{FF2B5EF4-FFF2-40B4-BE49-F238E27FC236}">
                <a16:creationId xmlns:a16="http://schemas.microsoft.com/office/drawing/2014/main" id="{6E7313F7-789D-467C-84ED-E84631D3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5100" y="1085850"/>
            <a:ext cx="409575" cy="314325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8888"/>
            </a:solidFill>
          </a:ln>
        </p:spPr>
      </p:sp>
      <p:sp>
        <p:nvSpPr>
          <p:cNvPr id="86" name="SEC-088-86">
            <a:extLst xmlns:a="http://schemas.openxmlformats.org/drawingml/2006/main">
              <a:ext uri="{FF2B5EF4-FFF2-40B4-BE49-F238E27FC236}">
                <a16:creationId xmlns:a16="http://schemas.microsoft.com/office/drawing/2014/main" id="{61B6BB08-D9C1-414A-B4B0-1ECBD074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5100" y="1085850"/>
            <a:ext cx="409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87" name="path-87">
            <a:extLst xmlns:a="http://schemas.openxmlformats.org/drawingml/2006/main">
              <a:ext uri="{FF2B5EF4-FFF2-40B4-BE49-F238E27FC236}">
                <a16:creationId xmlns:a16="http://schemas.microsoft.com/office/drawing/2014/main" id="{5698EC88-8729-4574-AB5B-B72883AC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828675"/>
            <a:ext cx="209550" cy="257175"/>
          </a:xfrm>
          <a:custGeom xmlns:a="http://schemas.openxmlformats.org/drawingml/2006/main">
            <a:pathLst>
              <a:path w="209550" h="257175">
                <a:moveTo>
                  <a:pt x="209550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88" name="path-88">
            <a:extLst xmlns:a="http://schemas.openxmlformats.org/drawingml/2006/main">
              <a:ext uri="{FF2B5EF4-FFF2-40B4-BE49-F238E27FC236}">
                <a16:creationId xmlns:a16="http://schemas.microsoft.com/office/drawing/2014/main" id="{0AD203F0-7229-44E9-9E1D-F76103BF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021309"/>
            <a:ext cx="59830" cy="64541"/>
          </a:xfrm>
          <a:custGeom xmlns:a="http://schemas.openxmlformats.org/drawingml/2006/main">
            <a:pathLst>
              <a:path w="59830" h="64541">
                <a:moveTo>
                  <a:pt x="0" y="64541"/>
                </a:moveTo>
                <a:lnTo>
                  <a:pt x="16735" y="0"/>
                </a:lnTo>
                <a:lnTo>
                  <a:pt x="59830" y="35115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89" name="SEC-088-89">
            <a:extLst xmlns:a="http://schemas.openxmlformats.org/drawingml/2006/main">
              <a:ext uri="{FF2B5EF4-FFF2-40B4-BE49-F238E27FC236}">
                <a16:creationId xmlns:a16="http://schemas.microsoft.com/office/drawing/2014/main" id="{E31E66DE-43B0-4C41-82A0-F79AC4EF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1825" y="1085850"/>
            <a:ext cx="381000" cy="314325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8888"/>
            </a:solidFill>
          </a:ln>
        </p:spPr>
      </p:sp>
      <p:sp>
        <p:nvSpPr>
          <p:cNvPr id="90" name="SEC-088-90">
            <a:extLst xmlns:a="http://schemas.openxmlformats.org/drawingml/2006/main">
              <a:ext uri="{FF2B5EF4-FFF2-40B4-BE49-F238E27FC236}">
                <a16:creationId xmlns:a16="http://schemas.microsoft.com/office/drawing/2014/main" id="{5DB1220F-50C4-4E2E-BE3F-4FD7602E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1825" y="1085850"/>
            <a:ext cx="381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91" name="path-91">
            <a:extLst xmlns:a="http://schemas.openxmlformats.org/drawingml/2006/main">
              <a:ext uri="{FF2B5EF4-FFF2-40B4-BE49-F238E27FC236}">
                <a16:creationId xmlns:a16="http://schemas.microsoft.com/office/drawing/2014/main" id="{47D7329F-B294-4BCB-BB6F-19D75BB2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819150"/>
            <a:ext cx="180975" cy="257175"/>
          </a:xfrm>
          <a:custGeom xmlns:a="http://schemas.openxmlformats.org/drawingml/2006/main">
            <a:pathLst>
              <a:path w="180975" h="257175">
                <a:moveTo>
                  <a:pt x="0" y="0"/>
                </a:moveTo>
                <a:lnTo>
                  <a:pt x="180975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92" name="path-92">
            <a:extLst xmlns:a="http://schemas.openxmlformats.org/drawingml/2006/main">
              <a:ext uri="{FF2B5EF4-FFF2-40B4-BE49-F238E27FC236}">
                <a16:creationId xmlns:a16="http://schemas.microsoft.com/office/drawing/2014/main" id="{D34533E1-10F6-409C-BC09-6474AFF2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7641" y="1010766"/>
            <a:ext cx="57609" cy="65559"/>
          </a:xfrm>
          <a:custGeom xmlns:a="http://schemas.openxmlformats.org/drawingml/2006/main">
            <a:pathLst>
              <a:path w="57609" h="65559">
                <a:moveTo>
                  <a:pt x="57609" y="65559"/>
                </a:moveTo>
                <a:lnTo>
                  <a:pt x="0" y="31992"/>
                </a:lnTo>
                <a:lnTo>
                  <a:pt x="45462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93" name="SEC-088-93">
            <a:extLst xmlns:a="http://schemas.openxmlformats.org/drawingml/2006/main">
              <a:ext uri="{FF2B5EF4-FFF2-40B4-BE49-F238E27FC236}">
                <a16:creationId xmlns:a16="http://schemas.microsoft.com/office/drawing/2014/main" id="{A074D179-B0F1-4675-B43A-D70459F0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10763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94" name="path-94">
            <a:extLst xmlns:a="http://schemas.openxmlformats.org/drawingml/2006/main">
              <a:ext uri="{FF2B5EF4-FFF2-40B4-BE49-F238E27FC236}">
                <a16:creationId xmlns:a16="http://schemas.microsoft.com/office/drawing/2014/main" id="{B18E54F9-167A-425B-A5F3-3D096AB9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371600"/>
            <a:ext cx="95" cy="1581150"/>
          </a:xfrm>
          <a:custGeom xmlns:a="http://schemas.openxmlformats.org/drawingml/2006/main">
            <a:pathLst>
              <a:path w="95" h="1581150">
                <a:moveTo>
                  <a:pt x="0" y="0"/>
                </a:moveTo>
                <a:lnTo>
                  <a:pt x="0" y="15811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  <a:prstDash val="dash"/>
          </a:ln>
        </p:spPr>
      </p:sp>
      <p:sp>
        <p:nvSpPr>
          <p:cNvPr id="95" name="SEC-088-95">
            <a:extLst xmlns:a="http://schemas.openxmlformats.org/drawingml/2006/main">
              <a:ext uri="{FF2B5EF4-FFF2-40B4-BE49-F238E27FC236}">
                <a16:creationId xmlns:a16="http://schemas.microsoft.com/office/drawing/2014/main" id="{1D4BFDAC-3CE7-4493-BC76-E4758901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3360" y="2867025"/>
            <a:ext cx="1143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96" name="path-96">
            <a:extLst xmlns:a="http://schemas.openxmlformats.org/drawingml/2006/main">
              <a:ext uri="{FF2B5EF4-FFF2-40B4-BE49-F238E27FC236}">
                <a16:creationId xmlns:a16="http://schemas.microsoft.com/office/drawing/2014/main" id="{17858C9F-AEF8-47F9-8EB4-AD60A499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5251" y="2900803"/>
            <a:ext cx="47648" cy="51947"/>
          </a:xfrm>
          <a:custGeom xmlns:a="http://schemas.openxmlformats.org/drawingml/2006/main">
            <a:pathLst>
              <a:path w="47648" h="51947">
                <a:moveTo>
                  <a:pt x="23824" y="51947"/>
                </a:moveTo>
                <a:lnTo>
                  <a:pt x="0" y="0"/>
                </a:lnTo>
                <a:lnTo>
                  <a:pt x="47648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97" name="path-97">
            <a:extLst xmlns:a="http://schemas.openxmlformats.org/drawingml/2006/main">
              <a:ext uri="{FF2B5EF4-FFF2-40B4-BE49-F238E27FC236}">
                <a16:creationId xmlns:a16="http://schemas.microsoft.com/office/drawing/2014/main" id="{0A94B624-EC9F-418A-8D2F-DC9BB0CB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413" y="828675"/>
            <a:ext cx="1776413" cy="333375"/>
          </a:xfrm>
          <a:custGeom xmlns:a="http://schemas.openxmlformats.org/drawingml/2006/main">
            <a:pathLst>
              <a:path w="1776413" h="333375">
                <a:moveTo>
                  <a:pt x="1776413" y="0"/>
                </a:moveTo>
                <a:lnTo>
                  <a:pt x="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98" name="path-98">
            <a:extLst xmlns:a="http://schemas.openxmlformats.org/drawingml/2006/main">
              <a:ext uri="{FF2B5EF4-FFF2-40B4-BE49-F238E27FC236}">
                <a16:creationId xmlns:a16="http://schemas.microsoft.com/office/drawing/2014/main" id="{085F0FE6-397F-4086-B6B7-7861B093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413" y="1123554"/>
            <a:ext cx="64692" cy="54636"/>
          </a:xfrm>
          <a:custGeom xmlns:a="http://schemas.openxmlformats.org/drawingml/2006/main">
            <a:pathLst>
              <a:path w="64692" h="54636">
                <a:moveTo>
                  <a:pt x="0" y="38496"/>
                </a:moveTo>
                <a:lnTo>
                  <a:pt x="54439" y="0"/>
                </a:lnTo>
                <a:lnTo>
                  <a:pt x="64692" y="54636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99" name="SEC-088-99">
            <a:extLst xmlns:a="http://schemas.openxmlformats.org/drawingml/2006/main">
              <a:ext uri="{FF2B5EF4-FFF2-40B4-BE49-F238E27FC236}">
                <a16:creationId xmlns:a16="http://schemas.microsoft.com/office/drawing/2014/main" id="{A7896327-E564-4408-A0EB-D64AAED4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48675" y="1171575"/>
            <a:ext cx="189547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8888"/>
            </a:solidFill>
          </a:ln>
        </p:spPr>
      </p:sp>
      <p:sp>
        <p:nvSpPr>
          <p:cNvPr id="100" name="SEC-088-100">
            <a:extLst xmlns:a="http://schemas.openxmlformats.org/drawingml/2006/main">
              <a:ext uri="{FF2B5EF4-FFF2-40B4-BE49-F238E27FC236}">
                <a16:creationId xmlns:a16="http://schemas.microsoft.com/office/drawing/2014/main" id="{8B5356DA-7D38-43EC-A7BB-1A0C21F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48675" y="1171575"/>
            <a:ext cx="189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httpPostRequest</a:t>
            </a:r>
          </a:p>
        </p:txBody>
      </p:sp>
      <p:sp>
        <p:nvSpPr>
          <p:cNvPr id="101" name="path-101">
            <a:extLst xmlns:a="http://schemas.openxmlformats.org/drawingml/2006/main">
              <a:ext uri="{FF2B5EF4-FFF2-40B4-BE49-F238E27FC236}">
                <a16:creationId xmlns:a16="http://schemas.microsoft.com/office/drawing/2014/main" id="{EB9F63EC-F782-462B-9BFD-A7614E5D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828675"/>
            <a:ext cx="419100" cy="333375"/>
          </a:xfrm>
          <a:custGeom xmlns:a="http://schemas.openxmlformats.org/drawingml/2006/main">
            <a:pathLst>
              <a:path w="419100" h="333375">
                <a:moveTo>
                  <a:pt x="419100" y="0"/>
                </a:moveTo>
                <a:lnTo>
                  <a:pt x="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02" name="path-102">
            <a:extLst xmlns:a="http://schemas.openxmlformats.org/drawingml/2006/main">
              <a:ext uri="{FF2B5EF4-FFF2-40B4-BE49-F238E27FC236}">
                <a16:creationId xmlns:a16="http://schemas.microsoft.com/office/drawing/2014/main" id="{267B8E38-1C25-4B71-9673-E55DE400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102569"/>
            <a:ext cx="64733" cy="59481"/>
          </a:xfrm>
          <a:custGeom xmlns:a="http://schemas.openxmlformats.org/drawingml/2006/main">
            <a:pathLst>
              <a:path w="64733" h="59481">
                <a:moveTo>
                  <a:pt x="0" y="59481"/>
                </a:moveTo>
                <a:lnTo>
                  <a:pt x="30127" y="0"/>
                </a:lnTo>
                <a:lnTo>
                  <a:pt x="64733" y="43505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103" name="SEC-088-103">
            <a:extLst xmlns:a="http://schemas.openxmlformats.org/drawingml/2006/main">
              <a:ext uri="{FF2B5EF4-FFF2-40B4-BE49-F238E27FC236}">
                <a16:creationId xmlns:a16="http://schemas.microsoft.com/office/drawing/2014/main" id="{4795A347-5C4D-49EA-8757-A86C2E56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3675" y="1171575"/>
            <a:ext cx="8001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8888"/>
            </a:solidFill>
          </a:ln>
        </p:spPr>
      </p:sp>
      <p:sp>
        <p:nvSpPr>
          <p:cNvPr id="104" name="SEC-088-104">
            <a:extLst xmlns:a="http://schemas.openxmlformats.org/drawingml/2006/main">
              <a:ext uri="{FF2B5EF4-FFF2-40B4-BE49-F238E27FC236}">
                <a16:creationId xmlns:a16="http://schemas.microsoft.com/office/drawing/2014/main" id="{01A74188-076F-4240-87E4-A29078A6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3675" y="11715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url</a:t>
            </a:r>
          </a:p>
        </p:txBody>
      </p:sp>
      <p:sp>
        <p:nvSpPr>
          <p:cNvPr id="105" name="path-105">
            <a:extLst xmlns:a="http://schemas.openxmlformats.org/drawingml/2006/main">
              <a:ext uri="{FF2B5EF4-FFF2-40B4-BE49-F238E27FC236}">
                <a16:creationId xmlns:a16="http://schemas.microsoft.com/office/drawing/2014/main" id="{A9ECF15D-4341-4E7C-B9F2-8DBD0103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828675"/>
            <a:ext cx="414338" cy="333375"/>
          </a:xfrm>
          <a:custGeom xmlns:a="http://schemas.openxmlformats.org/drawingml/2006/main">
            <a:pathLst>
              <a:path w="414338" h="333375">
                <a:moveTo>
                  <a:pt x="0" y="0"/>
                </a:moveTo>
                <a:lnTo>
                  <a:pt x="414338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06" name="path-106">
            <a:extLst xmlns:a="http://schemas.openxmlformats.org/drawingml/2006/main">
              <a:ext uri="{FF2B5EF4-FFF2-40B4-BE49-F238E27FC236}">
                <a16:creationId xmlns:a16="http://schemas.microsoft.com/office/drawing/2014/main" id="{BD65C392-33EA-4A47-83D0-D4781637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2520" y="1102402"/>
            <a:ext cx="64643" cy="59648"/>
          </a:xfrm>
          <a:custGeom xmlns:a="http://schemas.openxmlformats.org/drawingml/2006/main">
            <a:pathLst>
              <a:path w="64643" h="59648">
                <a:moveTo>
                  <a:pt x="64643" y="59648"/>
                </a:moveTo>
                <a:lnTo>
                  <a:pt x="0" y="43311"/>
                </a:lnTo>
                <a:lnTo>
                  <a:pt x="34848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107" name="SEC-088-107">
            <a:extLst xmlns:a="http://schemas.openxmlformats.org/drawingml/2006/main">
              <a:ext uri="{FF2B5EF4-FFF2-40B4-BE49-F238E27FC236}">
                <a16:creationId xmlns:a16="http://schemas.microsoft.com/office/drawing/2014/main" id="{8F0B7121-8F0C-4CE2-BB1C-11DC7C7E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1171575"/>
            <a:ext cx="8477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8888"/>
            </a:solidFill>
          </a:ln>
        </p:spPr>
      </p:sp>
      <p:sp>
        <p:nvSpPr>
          <p:cNvPr id="108" name="SEC-088-108">
            <a:extLst xmlns:a="http://schemas.openxmlformats.org/drawingml/2006/main">
              <a:ext uri="{FF2B5EF4-FFF2-40B4-BE49-F238E27FC236}">
                <a16:creationId xmlns:a16="http://schemas.microsoft.com/office/drawing/2014/main" id="{1F3E51E8-A400-42E8-9E25-81253BA4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1171575"/>
            <a:ext cx="847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body</a:t>
            </a:r>
          </a:p>
        </p:txBody>
      </p:sp>
      <p:sp>
        <p:nvSpPr>
          <p:cNvPr id="109" name="path-109">
            <a:extLst xmlns:a="http://schemas.openxmlformats.org/drawingml/2006/main">
              <a:ext uri="{FF2B5EF4-FFF2-40B4-BE49-F238E27FC236}">
                <a16:creationId xmlns:a16="http://schemas.microsoft.com/office/drawing/2014/main" id="{999FD57B-EB8D-48C6-8B55-33C06843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1352550"/>
            <a:ext cx="285750" cy="247650"/>
          </a:xfrm>
          <a:custGeom xmlns:a="http://schemas.openxmlformats.org/drawingml/2006/main">
            <a:pathLst>
              <a:path w="285750" h="247650">
                <a:moveTo>
                  <a:pt x="142875" y="0"/>
                </a:moveTo>
                <a:lnTo>
                  <a:pt x="285750" y="123825"/>
                </a:lnTo>
                <a:lnTo>
                  <a:pt x="142875" y="247650"/>
                </a:ln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0E56BB"/>
          </a:solidFill>
          <a:ln xmlns:a="http://schemas.openxmlformats.org/drawingml/2006/main" w="9525">
            <a:solidFill>
              <a:srgbClr val="456391"/>
            </a:solidFill>
          </a:ln>
        </p:spPr>
      </p:sp>
      <p:sp>
        <p:nvSpPr>
          <p:cNvPr id="110" name="path-110">
            <a:extLst xmlns:a="http://schemas.openxmlformats.org/drawingml/2006/main">
              <a:ext uri="{FF2B5EF4-FFF2-40B4-BE49-F238E27FC236}">
                <a16:creationId xmlns:a16="http://schemas.microsoft.com/office/drawing/2014/main" id="{5DA54411-66BA-4AE3-AEBE-CA6381C9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790575"/>
            <a:ext cx="923925" cy="342900"/>
          </a:xfrm>
          <a:custGeom xmlns:a="http://schemas.openxmlformats.org/drawingml/2006/main">
            <a:pathLst>
              <a:path w="923925" h="342900">
                <a:moveTo>
                  <a:pt x="0" y="0"/>
                </a:moveTo>
                <a:lnTo>
                  <a:pt x="923925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11" name="path-111">
            <a:extLst xmlns:a="http://schemas.openxmlformats.org/drawingml/2006/main">
              <a:ext uri="{FF2B5EF4-FFF2-40B4-BE49-F238E27FC236}">
                <a16:creationId xmlns:a16="http://schemas.microsoft.com/office/drawing/2014/main" id="{D9A1C85F-EE58-4225-A5B7-CB06FC83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661" y="1086330"/>
            <a:ext cx="66489" cy="52116"/>
          </a:xfrm>
          <a:custGeom xmlns:a="http://schemas.openxmlformats.org/drawingml/2006/main">
            <a:pathLst>
              <a:path w="66489" h="52116">
                <a:moveTo>
                  <a:pt x="66489" y="47145"/>
                </a:moveTo>
                <a:lnTo>
                  <a:pt x="0" y="52116"/>
                </a:lnTo>
                <a:lnTo>
                  <a:pt x="19342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112" name="SEC-088-112">
            <a:extLst xmlns:a="http://schemas.openxmlformats.org/drawingml/2006/main">
              <a:ext uri="{FF2B5EF4-FFF2-40B4-BE49-F238E27FC236}">
                <a16:creationId xmlns:a16="http://schemas.microsoft.com/office/drawing/2014/main" id="{F1F06676-9E2C-4B5D-9B3C-65550DB9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4825" y="10953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113" name="path-113">
            <a:extLst xmlns:a="http://schemas.openxmlformats.org/drawingml/2006/main">
              <a:ext uri="{FF2B5EF4-FFF2-40B4-BE49-F238E27FC236}">
                <a16:creationId xmlns:a16="http://schemas.microsoft.com/office/drawing/2014/main" id="{FFD795CF-FE55-4164-9236-5590DED3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1381125"/>
            <a:ext cx="542925" cy="476250"/>
          </a:xfrm>
          <a:custGeom xmlns:a="http://schemas.openxmlformats.org/drawingml/2006/main">
            <a:pathLst>
              <a:path w="542925" h="476250">
                <a:moveTo>
                  <a:pt x="0" y="0"/>
                </a:moveTo>
                <a:lnTo>
                  <a:pt x="542925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14" name="path-114">
            <a:extLst xmlns:a="http://schemas.openxmlformats.org/drawingml/2006/main">
              <a:ext uri="{FF2B5EF4-FFF2-40B4-BE49-F238E27FC236}">
                <a16:creationId xmlns:a16="http://schemas.microsoft.com/office/drawing/2014/main" id="{AFEE15E2-CA0B-423C-87F5-7E4EB7F1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4860" y="1796515"/>
            <a:ext cx="63890" cy="60860"/>
          </a:xfrm>
          <a:custGeom xmlns:a="http://schemas.openxmlformats.org/drawingml/2006/main">
            <a:pathLst>
              <a:path w="63890" h="60860">
                <a:moveTo>
                  <a:pt x="63890" y="60860"/>
                </a:moveTo>
                <a:lnTo>
                  <a:pt x="0" y="41790"/>
                </a:lnTo>
                <a:lnTo>
                  <a:pt x="36658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115" name="SEC-088-115">
            <a:extLst xmlns:a="http://schemas.openxmlformats.org/drawingml/2006/main">
              <a:ext uri="{FF2B5EF4-FFF2-40B4-BE49-F238E27FC236}">
                <a16:creationId xmlns:a16="http://schemas.microsoft.com/office/drawing/2014/main" id="{DF1C7C4F-0FC3-4D57-B4CE-6FDA63EC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6825" y="1905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777777"/>
            </a:solidFill>
          </a:ln>
        </p:spPr>
      </p:sp>
      <p:sp>
        <p:nvSpPr>
          <p:cNvPr id="116" name="SEC-088-116">
            <a:extLst xmlns:a="http://schemas.openxmlformats.org/drawingml/2006/main">
              <a:ext uri="{FF2B5EF4-FFF2-40B4-BE49-F238E27FC236}">
                <a16:creationId xmlns:a16="http://schemas.microsoft.com/office/drawing/2014/main" id="{7C93AD95-D96C-4310-AFED-4258E845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0050" y="1885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117" name="path-117">
            <a:extLst xmlns:a="http://schemas.openxmlformats.org/drawingml/2006/main">
              <a:ext uri="{FF2B5EF4-FFF2-40B4-BE49-F238E27FC236}">
                <a16:creationId xmlns:a16="http://schemas.microsoft.com/office/drawing/2014/main" id="{7722284D-D5AC-4829-AC7A-4C90D02E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1381125"/>
            <a:ext cx="323850" cy="495300"/>
          </a:xfrm>
          <a:custGeom xmlns:a="http://schemas.openxmlformats.org/drawingml/2006/main">
            <a:pathLst>
              <a:path w="323850" h="495300">
                <a:moveTo>
                  <a:pt x="323850" y="0"/>
                </a:moveTo>
                <a:lnTo>
                  <a:pt x="0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EEEEEE"/>
            </a:solidFill>
          </a:ln>
        </p:spPr>
      </p:sp>
      <p:sp>
        <p:nvSpPr>
          <p:cNvPr id="118" name="SEC-088-118">
            <a:extLst xmlns:a="http://schemas.openxmlformats.org/drawingml/2006/main">
              <a:ext uri="{FF2B5EF4-FFF2-40B4-BE49-F238E27FC236}">
                <a16:creationId xmlns:a16="http://schemas.microsoft.com/office/drawing/2014/main" id="{D53D0E6E-130D-4F53-9982-1B7B8657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87300" y="1543050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L19: CALL</a:t>
            </a:r>
          </a:p>
        </p:txBody>
      </p:sp>
      <p:sp>
        <p:nvSpPr>
          <p:cNvPr id="119" name="path-119">
            <a:extLst xmlns:a="http://schemas.openxmlformats.org/drawingml/2006/main">
              <a:ext uri="{FF2B5EF4-FFF2-40B4-BE49-F238E27FC236}">
                <a16:creationId xmlns:a16="http://schemas.microsoft.com/office/drawing/2014/main" id="{AF86CA52-7E74-4575-9391-7D373370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2114550"/>
            <a:ext cx="285750" cy="247650"/>
          </a:xfrm>
          <a:custGeom xmlns:a="http://schemas.openxmlformats.org/drawingml/2006/main">
            <a:pathLst>
              <a:path w="285750" h="247650">
                <a:moveTo>
                  <a:pt x="142875" y="0"/>
                </a:moveTo>
                <a:lnTo>
                  <a:pt x="285750" y="123825"/>
                </a:lnTo>
                <a:lnTo>
                  <a:pt x="142875" y="247650"/>
                </a:ln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FBCB68"/>
          </a:solidFill>
          <a:ln xmlns:a="http://schemas.openxmlformats.org/drawingml/2006/main" w="9525">
            <a:solidFill>
              <a:srgbClr val="456391"/>
            </a:solidFill>
          </a:ln>
        </p:spPr>
      </p:sp>
      <p:sp>
        <p:nvSpPr>
          <p:cNvPr id="120" name="path-120">
            <a:extLst xmlns:a="http://schemas.openxmlformats.org/drawingml/2006/main">
              <a:ext uri="{FF2B5EF4-FFF2-40B4-BE49-F238E27FC236}">
                <a16:creationId xmlns:a16="http://schemas.microsoft.com/office/drawing/2014/main" id="{69999E72-AE45-4959-9E5F-F011B2A7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225" y="2066925"/>
            <a:ext cx="285750" cy="247650"/>
          </a:xfrm>
          <a:custGeom xmlns:a="http://schemas.openxmlformats.org/drawingml/2006/main">
            <a:pathLst>
              <a:path w="285750" h="247650">
                <a:moveTo>
                  <a:pt x="142875" y="0"/>
                </a:moveTo>
                <a:lnTo>
                  <a:pt x="285750" y="123825"/>
                </a:lnTo>
                <a:lnTo>
                  <a:pt x="142875" y="247650"/>
                </a:ln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0E56BB"/>
          </a:solidFill>
          <a:ln xmlns:a="http://schemas.openxmlformats.org/drawingml/2006/main" w="9525">
            <a:solidFill>
              <a:srgbClr val="456391"/>
            </a:solidFill>
          </a:ln>
        </p:spPr>
      </p:sp>
      <p:sp>
        <p:nvSpPr>
          <p:cNvPr id="121" name="SEC-088-121">
            <a:extLst xmlns:a="http://schemas.openxmlformats.org/drawingml/2006/main">
              <a:ext uri="{FF2B5EF4-FFF2-40B4-BE49-F238E27FC236}">
                <a16:creationId xmlns:a16="http://schemas.microsoft.com/office/drawing/2014/main" id="{001C9EB4-31AA-4BF4-8970-146298E1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8200" y="1676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9FB1"/>
          </a:solidFill>
          <a:ln xmlns:a="http://schemas.openxmlformats.org/drawingml/2006/main" w="14288">
            <a:solidFill>
              <a:srgbClr val="385D61"/>
            </a:solidFill>
          </a:ln>
        </p:spPr>
      </p:sp>
      <p:sp>
        <p:nvSpPr>
          <p:cNvPr id="122" name="SEC-088-122">
            <a:extLst xmlns:a="http://schemas.openxmlformats.org/drawingml/2006/main">
              <a:ext uri="{FF2B5EF4-FFF2-40B4-BE49-F238E27FC236}">
                <a16:creationId xmlns:a16="http://schemas.microsoft.com/office/drawing/2014/main" id="{75E1ADB2-A440-456E-9678-3F7A6EAD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8200" y="166687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3" name="SEC-088-123">
            <a:extLst xmlns:a="http://schemas.openxmlformats.org/drawingml/2006/main">
              <a:ext uri="{FF2B5EF4-FFF2-40B4-BE49-F238E27FC236}">
                <a16:creationId xmlns:a16="http://schemas.microsoft.com/office/drawing/2014/main" id="{403AF523-EBA3-4E82-B8EE-7DF9A48D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06225" y="2390775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A"/>
          </a:solidFill>
          <a:ln xmlns:a="http://schemas.openxmlformats.org/drawingml/2006/main" w="14288">
            <a:solidFill>
              <a:srgbClr val="C19835"/>
            </a:solidFill>
          </a:ln>
        </p:spPr>
      </p:sp>
      <p:sp>
        <p:nvSpPr>
          <p:cNvPr id="124" name="SEC-088-124">
            <a:extLst xmlns:a="http://schemas.openxmlformats.org/drawingml/2006/main">
              <a:ext uri="{FF2B5EF4-FFF2-40B4-BE49-F238E27FC236}">
                <a16:creationId xmlns:a16="http://schemas.microsoft.com/office/drawing/2014/main" id="{6756C701-48BC-4221-9B50-63362540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4325" y="23812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AC741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AC741E"/>
                </a:solidFill>
                <a:latin typeface="Arial"/>
                <a:ea typeface="Arial"/>
                <a:cs typeface="Arial"/>
              </a:rPr>
              <a:t>Sink</a:t>
            </a:r>
          </a:p>
        </p:txBody>
      </p:sp>
      <p:sp>
        <p:nvSpPr>
          <p:cNvPr id="125" name="SEC-088-125">
            <a:extLst xmlns:a="http://schemas.openxmlformats.org/drawingml/2006/main">
              <a:ext uri="{FF2B5EF4-FFF2-40B4-BE49-F238E27FC236}">
                <a16:creationId xmlns:a16="http://schemas.microsoft.com/office/drawing/2014/main" id="{E3C6A73C-EF77-4747-9E5F-12F2316A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9650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 i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sendBeacon(url, body)</a:t>
            </a:r>
          </a:p>
        </p:txBody>
      </p:sp>
      <p:sp>
        <p:nvSpPr>
          <p:cNvPr id="126" name="path-126">
            <a:extLst xmlns:a="http://schemas.openxmlformats.org/drawingml/2006/main">
              <a:ext uri="{FF2B5EF4-FFF2-40B4-BE49-F238E27FC236}">
                <a16:creationId xmlns:a16="http://schemas.microsoft.com/office/drawing/2014/main" id="{A15C42DA-52BB-4DF3-8E89-674A5654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847725"/>
            <a:ext cx="114300" cy="161925"/>
          </a:xfrm>
          <a:custGeom xmlns:a="http://schemas.openxmlformats.org/drawingml/2006/main">
            <a:pathLst>
              <a:path w="114300" h="161925">
                <a:moveTo>
                  <a:pt x="11430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127" name="SEC-088-127">
            <a:extLst xmlns:a="http://schemas.openxmlformats.org/drawingml/2006/main">
              <a:ext uri="{FF2B5EF4-FFF2-40B4-BE49-F238E27FC236}">
                <a16:creationId xmlns:a16="http://schemas.microsoft.com/office/drawing/2014/main" id="{7E5B5C82-90E0-424B-AB8F-56809BC9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3700" y="962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128" name="path-128">
            <a:extLst xmlns:a="http://schemas.openxmlformats.org/drawingml/2006/main">
              <a:ext uri="{FF2B5EF4-FFF2-40B4-BE49-F238E27FC236}">
                <a16:creationId xmlns:a16="http://schemas.microsoft.com/office/drawing/2014/main" id="{7379DB24-75BA-4DD4-BEF7-00F65BE0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1009650"/>
            <a:ext cx="76200" cy="152400"/>
          </a:xfrm>
          <a:custGeom xmlns:a="http://schemas.openxmlformats.org/drawingml/2006/main">
            <a:pathLst>
              <a:path w="76200" h="152400">
                <a:moveTo>
                  <a:pt x="762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129" name="SEC-088-129">
            <a:extLst xmlns:a="http://schemas.openxmlformats.org/drawingml/2006/main">
              <a:ext uri="{FF2B5EF4-FFF2-40B4-BE49-F238E27FC236}">
                <a16:creationId xmlns:a16="http://schemas.microsoft.com/office/drawing/2014/main" id="{8CE95F50-8ACD-4A8A-8EEE-E58E403D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97025" y="112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130" name="path-130">
            <a:extLst xmlns:a="http://schemas.openxmlformats.org/drawingml/2006/main">
              <a:ext uri="{FF2B5EF4-FFF2-40B4-BE49-F238E27FC236}">
                <a16:creationId xmlns:a16="http://schemas.microsoft.com/office/drawing/2014/main" id="{C9B23080-81C6-4F3F-B5C4-E1FB31D4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1009650"/>
            <a:ext cx="76200" cy="152400"/>
          </a:xfrm>
          <a:custGeom xmlns:a="http://schemas.openxmlformats.org/drawingml/2006/main">
            <a:pathLst>
              <a:path w="76200" h="152400">
                <a:moveTo>
                  <a:pt x="0" y="0"/>
                </a:moveTo>
                <a:lnTo>
                  <a:pt x="762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131" name="SEC-088-131">
            <a:extLst xmlns:a="http://schemas.openxmlformats.org/drawingml/2006/main">
              <a:ext uri="{FF2B5EF4-FFF2-40B4-BE49-F238E27FC236}">
                <a16:creationId xmlns:a16="http://schemas.microsoft.com/office/drawing/2014/main" id="{BA5E6923-1478-4F32-8813-345956E7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49425" y="112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132" name="path-132">
            <a:extLst xmlns:a="http://schemas.openxmlformats.org/drawingml/2006/main">
              <a:ext uri="{FF2B5EF4-FFF2-40B4-BE49-F238E27FC236}">
                <a16:creationId xmlns:a16="http://schemas.microsoft.com/office/drawing/2014/main" id="{2CBA6096-A078-45CD-93FB-DF0655E5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847725"/>
            <a:ext cx="114300" cy="161925"/>
          </a:xfrm>
          <a:custGeom xmlns:a="http://schemas.openxmlformats.org/drawingml/2006/main">
            <a:pathLst>
              <a:path w="114300" h="161925">
                <a:moveTo>
                  <a:pt x="0" y="0"/>
                </a:moveTo>
                <a:lnTo>
                  <a:pt x="11430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133" name="SEC-088-133">
            <a:extLst xmlns:a="http://schemas.openxmlformats.org/drawingml/2006/main">
              <a:ext uri="{FF2B5EF4-FFF2-40B4-BE49-F238E27FC236}">
                <a16:creationId xmlns:a16="http://schemas.microsoft.com/office/drawing/2014/main" id="{DEA03031-57D2-49F2-AF4E-80D57510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92300" y="962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134" name="path-134">
            <a:extLst xmlns:a="http://schemas.openxmlformats.org/drawingml/2006/main">
              <a:ext uri="{FF2B5EF4-FFF2-40B4-BE49-F238E27FC236}">
                <a16:creationId xmlns:a16="http://schemas.microsoft.com/office/drawing/2014/main" id="{F5228491-3AFE-42C3-A216-5E414910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1009650"/>
            <a:ext cx="76200" cy="152400"/>
          </a:xfrm>
          <a:custGeom xmlns:a="http://schemas.openxmlformats.org/drawingml/2006/main">
            <a:pathLst>
              <a:path w="76200" h="152400">
                <a:moveTo>
                  <a:pt x="762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135" name="SEC-088-135">
            <a:extLst xmlns:a="http://schemas.openxmlformats.org/drawingml/2006/main">
              <a:ext uri="{FF2B5EF4-FFF2-40B4-BE49-F238E27FC236}">
                <a16:creationId xmlns:a16="http://schemas.microsoft.com/office/drawing/2014/main" id="{52857378-05B1-4ECF-A400-BCA70E74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5625" y="112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136" name="path-136">
            <a:extLst xmlns:a="http://schemas.openxmlformats.org/drawingml/2006/main">
              <a:ext uri="{FF2B5EF4-FFF2-40B4-BE49-F238E27FC236}">
                <a16:creationId xmlns:a16="http://schemas.microsoft.com/office/drawing/2014/main" id="{1D66D55B-40BC-4BCE-8064-CCADD773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009650"/>
            <a:ext cx="76200" cy="152400"/>
          </a:xfrm>
          <a:custGeom xmlns:a="http://schemas.openxmlformats.org/drawingml/2006/main">
            <a:pathLst>
              <a:path w="76200" h="152400">
                <a:moveTo>
                  <a:pt x="0" y="0"/>
                </a:moveTo>
                <a:lnTo>
                  <a:pt x="762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137" name="SEC-088-137">
            <a:extLst xmlns:a="http://schemas.openxmlformats.org/drawingml/2006/main">
              <a:ext uri="{FF2B5EF4-FFF2-40B4-BE49-F238E27FC236}">
                <a16:creationId xmlns:a16="http://schemas.microsoft.com/office/drawing/2014/main" id="{2A4D98D8-DDFD-4A24-AE8A-CFFF1EFC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78025" y="112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138" name="path-138">
            <a:extLst xmlns:a="http://schemas.openxmlformats.org/drawingml/2006/main">
              <a:ext uri="{FF2B5EF4-FFF2-40B4-BE49-F238E27FC236}">
                <a16:creationId xmlns:a16="http://schemas.microsoft.com/office/drawing/2014/main" id="{EB55581B-A7B0-4DE9-858C-6F8F144C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1675" y="828675"/>
            <a:ext cx="123825" cy="285750"/>
          </a:xfrm>
          <a:custGeom xmlns:a="http://schemas.openxmlformats.org/drawingml/2006/main">
            <a:pathLst>
              <a:path w="123825" h="285750">
                <a:moveTo>
                  <a:pt x="123825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39" name="path-139">
            <a:extLst xmlns:a="http://schemas.openxmlformats.org/drawingml/2006/main">
              <a:ext uri="{FF2B5EF4-FFF2-40B4-BE49-F238E27FC236}">
                <a16:creationId xmlns:a16="http://schemas.microsoft.com/office/drawing/2014/main" id="{B5329AE5-8D36-43AD-8495-27D3CA52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0269" y="1047765"/>
            <a:ext cx="51007" cy="66660"/>
          </a:xfrm>
          <a:custGeom xmlns:a="http://schemas.openxmlformats.org/drawingml/2006/main">
            <a:pathLst>
              <a:path w="51007" h="66660">
                <a:moveTo>
                  <a:pt x="1406" y="66660"/>
                </a:moveTo>
                <a:lnTo>
                  <a:pt x="0" y="0"/>
                </a:lnTo>
                <a:lnTo>
                  <a:pt x="51007" y="22103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140" name="SEC-088-140">
            <a:extLst xmlns:a="http://schemas.openxmlformats.org/drawingml/2006/main">
              <a:ext uri="{FF2B5EF4-FFF2-40B4-BE49-F238E27FC236}">
                <a16:creationId xmlns:a16="http://schemas.microsoft.com/office/drawing/2014/main" id="{6291B6D7-0506-4CA2-8B84-C8BD7292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21175" y="1114425"/>
            <a:ext cx="3810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8888"/>
            </a:solidFill>
          </a:ln>
        </p:spPr>
      </p:sp>
      <p:sp>
        <p:nvSpPr>
          <p:cNvPr id="141" name="SEC-088-141">
            <a:extLst xmlns:a="http://schemas.openxmlformats.org/drawingml/2006/main">
              <a:ext uri="{FF2B5EF4-FFF2-40B4-BE49-F238E27FC236}">
                <a16:creationId xmlns:a16="http://schemas.microsoft.com/office/drawing/2014/main" id="{96A15E34-4042-4A3D-87A7-FDAE4934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21175" y="11144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142" name="path-142">
            <a:extLst xmlns:a="http://schemas.openxmlformats.org/drawingml/2006/main">
              <a:ext uri="{FF2B5EF4-FFF2-40B4-BE49-F238E27FC236}">
                <a16:creationId xmlns:a16="http://schemas.microsoft.com/office/drawing/2014/main" id="{9906CE7A-7DA7-492D-B7BC-9CD2CCB6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325" y="819150"/>
            <a:ext cx="438150" cy="276225"/>
          </a:xfrm>
          <a:custGeom xmlns:a="http://schemas.openxmlformats.org/drawingml/2006/main">
            <a:pathLst>
              <a:path w="438150" h="276225">
                <a:moveTo>
                  <a:pt x="0" y="0"/>
                </a:moveTo>
                <a:lnTo>
                  <a:pt x="43815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43" name="path-143">
            <a:extLst xmlns:a="http://schemas.openxmlformats.org/drawingml/2006/main">
              <a:ext uri="{FF2B5EF4-FFF2-40B4-BE49-F238E27FC236}">
                <a16:creationId xmlns:a16="http://schemas.microsoft.com/office/drawing/2014/main" id="{C7D3EB7B-BAF9-459A-8F0A-372E691A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1384" y="1039542"/>
            <a:ext cx="66091" cy="55833"/>
          </a:xfrm>
          <a:custGeom xmlns:a="http://schemas.openxmlformats.org/drawingml/2006/main">
            <a:pathLst>
              <a:path w="66091" h="55833">
                <a:moveTo>
                  <a:pt x="66091" y="55833"/>
                </a:moveTo>
                <a:lnTo>
                  <a:pt x="0" y="47025"/>
                </a:lnTo>
                <a:lnTo>
                  <a:pt x="29646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144" name="SEC-088-144">
            <a:extLst xmlns:a="http://schemas.openxmlformats.org/drawingml/2006/main">
              <a:ext uri="{FF2B5EF4-FFF2-40B4-BE49-F238E27FC236}">
                <a16:creationId xmlns:a16="http://schemas.microsoft.com/office/drawing/2014/main" id="{B1B4AEC3-82E2-406D-9833-D794130E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40300" y="1085850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145" name="SEC-088-145">
            <a:extLst xmlns:a="http://schemas.openxmlformats.org/drawingml/2006/main">
              <a:ext uri="{FF2B5EF4-FFF2-40B4-BE49-F238E27FC236}">
                <a16:creationId xmlns:a16="http://schemas.microsoft.com/office/drawing/2014/main" id="{57718F31-1CB4-46EC-AE27-29A79586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68900" y="1562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146" name="path-146">
            <a:extLst xmlns:a="http://schemas.openxmlformats.org/drawingml/2006/main">
              <a:ext uri="{FF2B5EF4-FFF2-40B4-BE49-F238E27FC236}">
                <a16:creationId xmlns:a16="http://schemas.microsoft.com/office/drawing/2014/main" id="{FDBB8665-CD21-42E4-A31B-93DBCA83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6525" y="1895475"/>
            <a:ext cx="114300" cy="161925"/>
          </a:xfrm>
          <a:custGeom xmlns:a="http://schemas.openxmlformats.org/drawingml/2006/main">
            <a:pathLst>
              <a:path w="114300" h="161925">
                <a:moveTo>
                  <a:pt x="11430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147" name="SEC-088-147">
            <a:extLst xmlns:a="http://schemas.openxmlformats.org/drawingml/2006/main">
              <a:ext uri="{FF2B5EF4-FFF2-40B4-BE49-F238E27FC236}">
                <a16:creationId xmlns:a16="http://schemas.microsoft.com/office/drawing/2014/main" id="{33C4C1B8-3962-4C6D-90A2-3B079C09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68900" y="2009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148" name="path-148">
            <a:extLst xmlns:a="http://schemas.openxmlformats.org/drawingml/2006/main">
              <a:ext uri="{FF2B5EF4-FFF2-40B4-BE49-F238E27FC236}">
                <a16:creationId xmlns:a16="http://schemas.microsoft.com/office/drawing/2014/main" id="{7BA383F7-E721-4E2E-AEAC-31F00C2B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0325" y="2057400"/>
            <a:ext cx="76200" cy="152400"/>
          </a:xfrm>
          <a:custGeom xmlns:a="http://schemas.openxmlformats.org/drawingml/2006/main">
            <a:pathLst>
              <a:path w="76200" h="152400">
                <a:moveTo>
                  <a:pt x="762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149" name="SEC-088-149">
            <a:extLst xmlns:a="http://schemas.openxmlformats.org/drawingml/2006/main">
              <a:ext uri="{FF2B5EF4-FFF2-40B4-BE49-F238E27FC236}">
                <a16:creationId xmlns:a16="http://schemas.microsoft.com/office/drawing/2014/main" id="{ABAC19F1-A0CA-48E4-8E88-196BCC50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02225" y="2171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150" name="path-150">
            <a:extLst xmlns:a="http://schemas.openxmlformats.org/drawingml/2006/main">
              <a:ext uri="{FF2B5EF4-FFF2-40B4-BE49-F238E27FC236}">
                <a16:creationId xmlns:a16="http://schemas.microsoft.com/office/drawing/2014/main" id="{07C04E9F-449D-4E3A-BE65-B7CF38D5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6525" y="2057400"/>
            <a:ext cx="76200" cy="152400"/>
          </a:xfrm>
          <a:custGeom xmlns:a="http://schemas.openxmlformats.org/drawingml/2006/main">
            <a:pathLst>
              <a:path w="76200" h="152400">
                <a:moveTo>
                  <a:pt x="0" y="0"/>
                </a:moveTo>
                <a:lnTo>
                  <a:pt x="762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151" name="SEC-088-151">
            <a:extLst xmlns:a="http://schemas.openxmlformats.org/drawingml/2006/main">
              <a:ext uri="{FF2B5EF4-FFF2-40B4-BE49-F238E27FC236}">
                <a16:creationId xmlns:a16="http://schemas.microsoft.com/office/drawing/2014/main" id="{31CBAFDE-55DB-4BB1-BDDD-010ECCA3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54625" y="2171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152" name="path-152">
            <a:extLst xmlns:a="http://schemas.openxmlformats.org/drawingml/2006/main">
              <a:ext uri="{FF2B5EF4-FFF2-40B4-BE49-F238E27FC236}">
                <a16:creationId xmlns:a16="http://schemas.microsoft.com/office/drawing/2014/main" id="{C8E5CF37-216C-4956-A8F6-75C485E1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0825" y="1895475"/>
            <a:ext cx="114300" cy="161925"/>
          </a:xfrm>
          <a:custGeom xmlns:a="http://schemas.openxmlformats.org/drawingml/2006/main">
            <a:pathLst>
              <a:path w="114300" h="161925">
                <a:moveTo>
                  <a:pt x="0" y="0"/>
                </a:moveTo>
                <a:lnTo>
                  <a:pt x="11430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153" name="SEC-088-153">
            <a:extLst xmlns:a="http://schemas.openxmlformats.org/drawingml/2006/main">
              <a:ext uri="{FF2B5EF4-FFF2-40B4-BE49-F238E27FC236}">
                <a16:creationId xmlns:a16="http://schemas.microsoft.com/office/drawing/2014/main" id="{498B859A-00FF-4682-8919-F3960B49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0" y="2009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154" name="path-154">
            <a:extLst xmlns:a="http://schemas.openxmlformats.org/drawingml/2006/main">
              <a:ext uri="{FF2B5EF4-FFF2-40B4-BE49-F238E27FC236}">
                <a16:creationId xmlns:a16="http://schemas.microsoft.com/office/drawing/2014/main" id="{5FCA23A6-C203-4126-B815-5DABA650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8925" y="2057400"/>
            <a:ext cx="76200" cy="152400"/>
          </a:xfrm>
          <a:custGeom xmlns:a="http://schemas.openxmlformats.org/drawingml/2006/main">
            <a:pathLst>
              <a:path w="76200" h="152400">
                <a:moveTo>
                  <a:pt x="762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155" name="SEC-088-155">
            <a:extLst xmlns:a="http://schemas.openxmlformats.org/drawingml/2006/main">
              <a:ext uri="{FF2B5EF4-FFF2-40B4-BE49-F238E27FC236}">
                <a16:creationId xmlns:a16="http://schemas.microsoft.com/office/drawing/2014/main" id="{8C61F5B9-EEC1-45C1-A3CC-85CC915E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30825" y="2171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156" name="path-156">
            <a:extLst xmlns:a="http://schemas.openxmlformats.org/drawingml/2006/main">
              <a:ext uri="{FF2B5EF4-FFF2-40B4-BE49-F238E27FC236}">
                <a16:creationId xmlns:a16="http://schemas.microsoft.com/office/drawing/2014/main" id="{FE1FAB00-9A2B-4E77-938A-A46338CD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5125" y="2057400"/>
            <a:ext cx="76200" cy="152400"/>
          </a:xfrm>
          <a:custGeom xmlns:a="http://schemas.openxmlformats.org/drawingml/2006/main">
            <a:pathLst>
              <a:path w="76200" h="152400">
                <a:moveTo>
                  <a:pt x="0" y="0"/>
                </a:moveTo>
                <a:lnTo>
                  <a:pt x="762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157" name="SEC-088-157">
            <a:extLst xmlns:a="http://schemas.openxmlformats.org/drawingml/2006/main">
              <a:ext uri="{FF2B5EF4-FFF2-40B4-BE49-F238E27FC236}">
                <a16:creationId xmlns:a16="http://schemas.microsoft.com/office/drawing/2014/main" id="{D1438A57-F052-4A6B-B897-A3296924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83225" y="2171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158" name="path-158">
            <a:extLst xmlns:a="http://schemas.openxmlformats.org/drawingml/2006/main">
              <a:ext uri="{FF2B5EF4-FFF2-40B4-BE49-F238E27FC236}">
                <a16:creationId xmlns:a16="http://schemas.microsoft.com/office/drawing/2014/main" id="{D167C245-8CAF-4CAE-87B7-C236BFDA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9350" y="1343025"/>
            <a:ext cx="228600" cy="409575"/>
          </a:xfrm>
          <a:custGeom xmlns:a="http://schemas.openxmlformats.org/drawingml/2006/main">
            <a:pathLst>
              <a:path w="228600" h="409575">
                <a:moveTo>
                  <a:pt x="190500" y="0"/>
                </a:moveTo>
                <a:lnTo>
                  <a:pt x="123825" y="123825"/>
                </a:lnTo>
                <a:lnTo>
                  <a:pt x="228600" y="219075"/>
                </a:lnTo>
                <a:lnTo>
                  <a:pt x="161925" y="333375"/>
                </a:lnTo>
                <a:lnTo>
                  <a:pt x="0" y="409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EEEEE"/>
            </a:solidFill>
          </a:ln>
        </p:spPr>
      </p:sp>
      <p:sp>
        <p:nvSpPr>
          <p:cNvPr id="159" name="SEC-088-159">
            <a:extLst xmlns:a="http://schemas.openxmlformats.org/drawingml/2006/main">
              <a:ext uri="{FF2B5EF4-FFF2-40B4-BE49-F238E27FC236}">
                <a16:creationId xmlns:a16="http://schemas.microsoft.com/office/drawing/2014/main" id="{163B5D27-1FF5-4F7A-92D5-EA27F8E7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44975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777777"/>
            </a:solidFill>
          </a:ln>
        </p:spPr>
      </p:sp>
      <p:sp>
        <p:nvSpPr>
          <p:cNvPr id="160" name="SEC-088-160">
            <a:extLst xmlns:a="http://schemas.openxmlformats.org/drawingml/2006/main">
              <a:ext uri="{FF2B5EF4-FFF2-40B4-BE49-F238E27FC236}">
                <a16:creationId xmlns:a16="http://schemas.microsoft.com/office/drawing/2014/main" id="{6F9BCACB-E5DD-413B-AB2A-C08EF11C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0" y="180022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L26: CALL</a:t>
            </a:r>
          </a:p>
        </p:txBody>
      </p:sp>
      <p:sp>
        <p:nvSpPr>
          <p:cNvPr id="161" name="path-161">
            <a:extLst xmlns:a="http://schemas.openxmlformats.org/drawingml/2006/main">
              <a:ext uri="{FF2B5EF4-FFF2-40B4-BE49-F238E27FC236}">
                <a16:creationId xmlns:a16="http://schemas.microsoft.com/office/drawing/2014/main" id="{43A2A05E-A9E4-41CC-A883-589E15E3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2409825"/>
            <a:ext cx="114300" cy="161925"/>
          </a:xfrm>
          <a:custGeom xmlns:a="http://schemas.openxmlformats.org/drawingml/2006/main">
            <a:pathLst>
              <a:path w="114300" h="161925">
                <a:moveTo>
                  <a:pt x="11430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162" name="SEC-088-162">
            <a:extLst xmlns:a="http://schemas.openxmlformats.org/drawingml/2006/main">
              <a:ext uri="{FF2B5EF4-FFF2-40B4-BE49-F238E27FC236}">
                <a16:creationId xmlns:a16="http://schemas.microsoft.com/office/drawing/2014/main" id="{DF638D71-643C-488D-AEE2-79EA873A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44975" y="2524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163" name="path-163">
            <a:extLst xmlns:a="http://schemas.openxmlformats.org/drawingml/2006/main">
              <a:ext uri="{FF2B5EF4-FFF2-40B4-BE49-F238E27FC236}">
                <a16:creationId xmlns:a16="http://schemas.microsoft.com/office/drawing/2014/main" id="{2E4FCF65-E622-497A-9852-92BE1476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2571750"/>
            <a:ext cx="76200" cy="152400"/>
          </a:xfrm>
          <a:custGeom xmlns:a="http://schemas.openxmlformats.org/drawingml/2006/main">
            <a:pathLst>
              <a:path w="76200" h="152400">
                <a:moveTo>
                  <a:pt x="762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164" name="SEC-088-164">
            <a:extLst xmlns:a="http://schemas.openxmlformats.org/drawingml/2006/main">
              <a:ext uri="{FF2B5EF4-FFF2-40B4-BE49-F238E27FC236}">
                <a16:creationId xmlns:a16="http://schemas.microsoft.com/office/drawing/2014/main" id="{BD5E51EF-2E91-473E-BCC4-438AB8B1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78300" y="2686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165" name="path-165">
            <a:extLst xmlns:a="http://schemas.openxmlformats.org/drawingml/2006/main">
              <a:ext uri="{FF2B5EF4-FFF2-40B4-BE49-F238E27FC236}">
                <a16:creationId xmlns:a16="http://schemas.microsoft.com/office/drawing/2014/main" id="{A2BC8739-E7DC-4D6D-9AC3-85F563FE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2571750"/>
            <a:ext cx="76200" cy="152400"/>
          </a:xfrm>
          <a:custGeom xmlns:a="http://schemas.openxmlformats.org/drawingml/2006/main">
            <a:pathLst>
              <a:path w="76200" h="152400">
                <a:moveTo>
                  <a:pt x="0" y="0"/>
                </a:moveTo>
                <a:lnTo>
                  <a:pt x="762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166" name="SEC-088-166">
            <a:extLst xmlns:a="http://schemas.openxmlformats.org/drawingml/2006/main">
              <a:ext uri="{FF2B5EF4-FFF2-40B4-BE49-F238E27FC236}">
                <a16:creationId xmlns:a16="http://schemas.microsoft.com/office/drawing/2014/main" id="{95819C3F-52B5-4A0E-923E-60FBAF73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30700" y="2686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167" name="path-167">
            <a:extLst xmlns:a="http://schemas.openxmlformats.org/drawingml/2006/main">
              <a:ext uri="{FF2B5EF4-FFF2-40B4-BE49-F238E27FC236}">
                <a16:creationId xmlns:a16="http://schemas.microsoft.com/office/drawing/2014/main" id="{5ECD6E60-98D5-430F-8B1E-56AADC44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2409825"/>
            <a:ext cx="114300" cy="161925"/>
          </a:xfrm>
          <a:custGeom xmlns:a="http://schemas.openxmlformats.org/drawingml/2006/main">
            <a:pathLst>
              <a:path w="114300" h="161925">
                <a:moveTo>
                  <a:pt x="0" y="0"/>
                </a:moveTo>
                <a:lnTo>
                  <a:pt x="11430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168" name="SEC-088-168">
            <a:extLst xmlns:a="http://schemas.openxmlformats.org/drawingml/2006/main">
              <a:ext uri="{FF2B5EF4-FFF2-40B4-BE49-F238E27FC236}">
                <a16:creationId xmlns:a16="http://schemas.microsoft.com/office/drawing/2014/main" id="{0BD05E8D-600E-479F-B68A-63F299D2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73575" y="2524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169" name="path-169">
            <a:extLst xmlns:a="http://schemas.openxmlformats.org/drawingml/2006/main">
              <a:ext uri="{FF2B5EF4-FFF2-40B4-BE49-F238E27FC236}">
                <a16:creationId xmlns:a16="http://schemas.microsoft.com/office/drawing/2014/main" id="{D6240BD0-01B8-479D-9AF3-068E3150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2571750"/>
            <a:ext cx="76200" cy="152400"/>
          </a:xfrm>
          <a:custGeom xmlns:a="http://schemas.openxmlformats.org/drawingml/2006/main">
            <a:pathLst>
              <a:path w="76200" h="152400">
                <a:moveTo>
                  <a:pt x="762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170" name="SEC-088-170">
            <a:extLst xmlns:a="http://schemas.openxmlformats.org/drawingml/2006/main">
              <a:ext uri="{FF2B5EF4-FFF2-40B4-BE49-F238E27FC236}">
                <a16:creationId xmlns:a16="http://schemas.microsoft.com/office/drawing/2014/main" id="{D7DE306F-9EC3-47D8-8B1F-7AF5F6C6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06900" y="2686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171" name="path-171">
            <a:extLst xmlns:a="http://schemas.openxmlformats.org/drawingml/2006/main">
              <a:ext uri="{FF2B5EF4-FFF2-40B4-BE49-F238E27FC236}">
                <a16:creationId xmlns:a16="http://schemas.microsoft.com/office/drawing/2014/main" id="{72532887-3B51-4323-B8C4-7CAD7305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2571750"/>
            <a:ext cx="76200" cy="152400"/>
          </a:xfrm>
          <a:custGeom xmlns:a="http://schemas.openxmlformats.org/drawingml/2006/main">
            <a:pathLst>
              <a:path w="76200" h="152400">
                <a:moveTo>
                  <a:pt x="0" y="0"/>
                </a:moveTo>
                <a:lnTo>
                  <a:pt x="762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172" name="SEC-088-172">
            <a:extLst xmlns:a="http://schemas.openxmlformats.org/drawingml/2006/main">
              <a:ext uri="{FF2B5EF4-FFF2-40B4-BE49-F238E27FC236}">
                <a16:creationId xmlns:a16="http://schemas.microsoft.com/office/drawing/2014/main" id="{7CE32697-5749-407A-AEAE-6D1DED12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9300" y="2686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173" name="SEC-088-173">
            <a:extLst xmlns:a="http://schemas.openxmlformats.org/drawingml/2006/main">
              <a:ext uri="{FF2B5EF4-FFF2-40B4-BE49-F238E27FC236}">
                <a16:creationId xmlns:a16="http://schemas.microsoft.com/office/drawing/2014/main" id="{790C6915-9DDA-4DE0-A2A9-55DA8B6D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2771775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 i="1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333333"/>
                </a:solidFill>
                <a:latin typeface="Arial"/>
                <a:ea typeface="Arial"/>
                <a:cs typeface="Arial"/>
              </a:rPr>
              <a:t>c[ "r" + j ]()</a:t>
            </a:r>
          </a:p>
        </p:txBody>
      </p:sp>
      <p:sp>
        <p:nvSpPr>
          <p:cNvPr id="174" name="SEC-088-174">
            <a:extLst xmlns:a="http://schemas.openxmlformats.org/drawingml/2006/main">
              <a:ext uri="{FF2B5EF4-FFF2-40B4-BE49-F238E27FC236}">
                <a16:creationId xmlns:a16="http://schemas.microsoft.com/office/drawing/2014/main" id="{EF76B347-9877-456B-80AC-E2EC2218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5003006"/>
            <a:ext cx="2257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175" name="path-175">
            <a:extLst xmlns:a="http://schemas.openxmlformats.org/drawingml/2006/main">
              <a:ext uri="{FF2B5EF4-FFF2-40B4-BE49-F238E27FC236}">
                <a16:creationId xmlns:a16="http://schemas.microsoft.com/office/drawing/2014/main" id="{BFB6CD29-1C90-4E10-A3AD-48657738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929" y="4974414"/>
            <a:ext cx="77921" cy="71472"/>
          </a:xfrm>
          <a:custGeom xmlns:a="http://schemas.openxmlformats.org/drawingml/2006/main">
            <a:pathLst>
              <a:path w="77921" h="71472">
                <a:moveTo>
                  <a:pt x="77921" y="35736"/>
                </a:moveTo>
                <a:lnTo>
                  <a:pt x="0" y="714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176" name="SEC-088-176">
            <a:extLst xmlns:a="http://schemas.openxmlformats.org/drawingml/2006/main">
              <a:ext uri="{FF2B5EF4-FFF2-40B4-BE49-F238E27FC236}">
                <a16:creationId xmlns:a16="http://schemas.microsoft.com/office/drawing/2014/main" id="{DADA8C07-6B2F-4439-BE32-8B7F8768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5003006"/>
            <a:ext cx="2190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177" name="path-177">
            <a:extLst xmlns:a="http://schemas.openxmlformats.org/drawingml/2006/main">
              <a:ext uri="{FF2B5EF4-FFF2-40B4-BE49-F238E27FC236}">
                <a16:creationId xmlns:a16="http://schemas.microsoft.com/office/drawing/2014/main" id="{CBAE904B-62D4-4556-A6CD-C3B048AC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529" y="4974414"/>
            <a:ext cx="77921" cy="71472"/>
          </a:xfrm>
          <a:custGeom xmlns:a="http://schemas.openxmlformats.org/drawingml/2006/main">
            <a:pathLst>
              <a:path w="77921" h="71472">
                <a:moveTo>
                  <a:pt x="77921" y="35736"/>
                </a:moveTo>
                <a:lnTo>
                  <a:pt x="0" y="714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178" name="SEC-088-178">
            <a:extLst xmlns:a="http://schemas.openxmlformats.org/drawingml/2006/main">
              <a:ext uri="{FF2B5EF4-FFF2-40B4-BE49-F238E27FC236}">
                <a16:creationId xmlns:a16="http://schemas.microsoft.com/office/drawing/2014/main" id="{1225D967-E2A1-4C05-BDF2-A8C75E43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5003006"/>
            <a:ext cx="21526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179" name="path-179">
            <a:extLst xmlns:a="http://schemas.openxmlformats.org/drawingml/2006/main">
              <a:ext uri="{FF2B5EF4-FFF2-40B4-BE49-F238E27FC236}">
                <a16:creationId xmlns:a16="http://schemas.microsoft.com/office/drawing/2014/main" id="{4D083F69-B339-4671-BBD6-4D9C71A0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9029" y="4974414"/>
            <a:ext cx="77921" cy="71472"/>
          </a:xfrm>
          <a:custGeom xmlns:a="http://schemas.openxmlformats.org/drawingml/2006/main">
            <a:pathLst>
              <a:path w="77921" h="71472">
                <a:moveTo>
                  <a:pt x="77921" y="35736"/>
                </a:moveTo>
                <a:lnTo>
                  <a:pt x="0" y="714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180" name="SEC-088-180">
            <a:extLst xmlns:a="http://schemas.openxmlformats.org/drawingml/2006/main">
              <a:ext uri="{FF2B5EF4-FFF2-40B4-BE49-F238E27FC236}">
                <a16:creationId xmlns:a16="http://schemas.microsoft.com/office/drawing/2014/main" id="{030B6AAE-2133-42D5-8147-5C4A1F6B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0800" y="5003006"/>
            <a:ext cx="238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181" name="path-181">
            <a:extLst xmlns:a="http://schemas.openxmlformats.org/drawingml/2006/main">
              <a:ext uri="{FF2B5EF4-FFF2-40B4-BE49-F238E27FC236}">
                <a16:creationId xmlns:a16="http://schemas.microsoft.com/office/drawing/2014/main" id="{B2221FD8-F71E-4902-B1BA-F2D55075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4129" y="4974414"/>
            <a:ext cx="77921" cy="71472"/>
          </a:xfrm>
          <a:custGeom xmlns:a="http://schemas.openxmlformats.org/drawingml/2006/main">
            <a:pathLst>
              <a:path w="77921" h="71472">
                <a:moveTo>
                  <a:pt x="77921" y="35736"/>
                </a:moveTo>
                <a:lnTo>
                  <a:pt x="0" y="714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182" name="SEC-088-182">
            <a:extLst xmlns:a="http://schemas.openxmlformats.org/drawingml/2006/main">
              <a:ext uri="{FF2B5EF4-FFF2-40B4-BE49-F238E27FC236}">
                <a16:creationId xmlns:a16="http://schemas.microsoft.com/office/drawing/2014/main" id="{548337D8-CC6F-4AC2-AF94-365A6084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4575" y="4848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777777"/>
            </a:solidFill>
          </a:ln>
        </p:spPr>
      </p:sp>
      <p:sp>
        <p:nvSpPr>
          <p:cNvPr id="183" name="SEC-088-183">
            <a:extLst xmlns:a="http://schemas.openxmlformats.org/drawingml/2006/main">
              <a:ext uri="{FF2B5EF4-FFF2-40B4-BE49-F238E27FC236}">
                <a16:creationId xmlns:a16="http://schemas.microsoft.com/office/drawing/2014/main" id="{9B406BF1-C643-4B09-956B-9320F8FE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725" y="44291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L5: IF_STMT</a:t>
            </a:r>
          </a:p>
        </p:txBody>
      </p:sp>
      <p:sp>
        <p:nvSpPr>
          <p:cNvPr id="184" name="SEC-088-184">
            <a:extLst xmlns:a="http://schemas.openxmlformats.org/drawingml/2006/main">
              <a:ext uri="{FF2B5EF4-FFF2-40B4-BE49-F238E27FC236}">
                <a16:creationId xmlns:a16="http://schemas.microsoft.com/office/drawing/2014/main" id="{FC837944-238C-48B1-82F2-6501CB7D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5850" y="4848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777777"/>
            </a:solidFill>
          </a:ln>
        </p:spPr>
      </p:sp>
      <p:sp>
        <p:nvSpPr>
          <p:cNvPr id="185" name="SEC-088-185">
            <a:extLst xmlns:a="http://schemas.openxmlformats.org/drawingml/2006/main">
              <a:ext uri="{FF2B5EF4-FFF2-40B4-BE49-F238E27FC236}">
                <a16:creationId xmlns:a16="http://schemas.microsoft.com/office/drawing/2014/main" id="{F4B6A224-7340-4BE2-A7AE-45FBD71D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0" y="44291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L6: ASSIGN</a:t>
            </a:r>
          </a:p>
        </p:txBody>
      </p:sp>
      <p:sp>
        <p:nvSpPr>
          <p:cNvPr id="186" name="SEC-088-186">
            <a:extLst xmlns:a="http://schemas.openxmlformats.org/drawingml/2006/main">
              <a:ext uri="{FF2B5EF4-FFF2-40B4-BE49-F238E27FC236}">
                <a16:creationId xmlns:a16="http://schemas.microsoft.com/office/drawing/2014/main" id="{0C30A2F1-8E95-4C70-822F-30ECB96F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4848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777777"/>
            </a:solidFill>
          </a:ln>
        </p:spPr>
      </p:sp>
      <p:sp>
        <p:nvSpPr>
          <p:cNvPr id="187" name="SEC-088-187">
            <a:extLst xmlns:a="http://schemas.openxmlformats.org/drawingml/2006/main">
              <a:ext uri="{FF2B5EF4-FFF2-40B4-BE49-F238E27FC236}">
                <a16:creationId xmlns:a16="http://schemas.microsoft.com/office/drawing/2014/main" id="{25171BA2-2325-4431-A523-04928A26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44291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L8: VAR</a:t>
            </a:r>
          </a:p>
        </p:txBody>
      </p:sp>
      <p:sp>
        <p:nvSpPr>
          <p:cNvPr id="188" name="SEC-088-188">
            <a:extLst xmlns:a="http://schemas.openxmlformats.org/drawingml/2006/main">
              <a:ext uri="{FF2B5EF4-FFF2-40B4-BE49-F238E27FC236}">
                <a16:creationId xmlns:a16="http://schemas.microsoft.com/office/drawing/2014/main" id="{B2244BC9-2C44-4FF8-952A-13868AB9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6950" y="4848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777777"/>
            </a:solidFill>
          </a:ln>
        </p:spPr>
      </p:sp>
      <p:sp>
        <p:nvSpPr>
          <p:cNvPr id="189" name="SEC-088-189">
            <a:extLst xmlns:a="http://schemas.openxmlformats.org/drawingml/2006/main">
              <a:ext uri="{FF2B5EF4-FFF2-40B4-BE49-F238E27FC236}">
                <a16:creationId xmlns:a16="http://schemas.microsoft.com/office/drawing/2014/main" id="{FA9863BD-929B-4EC4-9487-6D525D3D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44291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L12: VAR</a:t>
            </a:r>
          </a:p>
        </p:txBody>
      </p:sp>
      <p:sp>
        <p:nvSpPr>
          <p:cNvPr id="190" name="SEC-088-190">
            <a:extLst xmlns:a="http://schemas.openxmlformats.org/drawingml/2006/main">
              <a:ext uri="{FF2B5EF4-FFF2-40B4-BE49-F238E27FC236}">
                <a16:creationId xmlns:a16="http://schemas.microsoft.com/office/drawing/2014/main" id="{C635E367-0534-4E01-BCBE-C23008BD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2050" y="4848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777777"/>
            </a:solidFill>
          </a:ln>
        </p:spPr>
      </p:sp>
      <p:sp>
        <p:nvSpPr>
          <p:cNvPr id="191" name="SEC-088-191">
            <a:extLst xmlns:a="http://schemas.openxmlformats.org/drawingml/2006/main">
              <a:ext uri="{FF2B5EF4-FFF2-40B4-BE49-F238E27FC236}">
                <a16:creationId xmlns:a16="http://schemas.microsoft.com/office/drawing/2014/main" id="{6A6EC30E-0DE9-4A73-B422-CAD1B4EF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7200" y="44291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L13: ASSIGN</a:t>
            </a:r>
          </a:p>
        </p:txBody>
      </p:sp>
      <p:sp>
        <p:nvSpPr>
          <p:cNvPr id="192" name="SEC-088-192">
            <a:extLst xmlns:a="http://schemas.openxmlformats.org/drawingml/2006/main">
              <a:ext uri="{FF2B5EF4-FFF2-40B4-BE49-F238E27FC236}">
                <a16:creationId xmlns:a16="http://schemas.microsoft.com/office/drawing/2014/main" id="{3AA7BA26-9488-4FD9-897E-AA042E8B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5675" y="4686300"/>
            <a:ext cx="18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3" name="SEC-088-193">
            <a:extLst xmlns:a="http://schemas.openxmlformats.org/drawingml/2006/main">
              <a:ext uri="{FF2B5EF4-FFF2-40B4-BE49-F238E27FC236}">
                <a16:creationId xmlns:a16="http://schemas.microsoft.com/office/drawing/2014/main" id="{CD83D9FA-EDF6-47E7-B470-B1CDB949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479107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True</a:t>
            </a:r>
          </a:p>
        </p:txBody>
      </p:sp>
      <p:sp>
        <p:nvSpPr>
          <p:cNvPr id="194" name="SEC-088-194">
            <a:extLst xmlns:a="http://schemas.openxmlformats.org/drawingml/2006/main">
              <a:ext uri="{FF2B5EF4-FFF2-40B4-BE49-F238E27FC236}">
                <a16:creationId xmlns:a16="http://schemas.microsoft.com/office/drawing/2014/main" id="{E487FBF9-DC54-4B1C-9C06-D07657A8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4686300"/>
            <a:ext cx="18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5" name="SEC-088-195">
            <a:extLst xmlns:a="http://schemas.openxmlformats.org/drawingml/2006/main">
              <a:ext uri="{FF2B5EF4-FFF2-40B4-BE49-F238E27FC236}">
                <a16:creationId xmlns:a16="http://schemas.microsoft.com/office/drawing/2014/main" id="{3432104E-BB09-48ED-8676-12206298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9825" y="479107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ε</a:t>
            </a:r>
          </a:p>
        </p:txBody>
      </p:sp>
      <p:sp>
        <p:nvSpPr>
          <p:cNvPr id="196" name="SEC-088-196">
            <a:extLst xmlns:a="http://schemas.openxmlformats.org/drawingml/2006/main">
              <a:ext uri="{FF2B5EF4-FFF2-40B4-BE49-F238E27FC236}">
                <a16:creationId xmlns:a16="http://schemas.microsoft.com/office/drawing/2014/main" id="{E4066F03-E26E-4B46-A892-18335033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4686300"/>
            <a:ext cx="18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7" name="SEC-088-197">
            <a:extLst xmlns:a="http://schemas.openxmlformats.org/drawingml/2006/main">
              <a:ext uri="{FF2B5EF4-FFF2-40B4-BE49-F238E27FC236}">
                <a16:creationId xmlns:a16="http://schemas.microsoft.com/office/drawing/2014/main" id="{612A6CCA-F997-4809-8576-B920685B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4425" y="479107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ε</a:t>
            </a:r>
          </a:p>
        </p:txBody>
      </p:sp>
      <p:sp>
        <p:nvSpPr>
          <p:cNvPr id="198" name="SEC-088-198">
            <a:extLst xmlns:a="http://schemas.openxmlformats.org/drawingml/2006/main">
              <a:ext uri="{FF2B5EF4-FFF2-40B4-BE49-F238E27FC236}">
                <a16:creationId xmlns:a16="http://schemas.microsoft.com/office/drawing/2014/main" id="{EECA2184-0960-48A6-BF0C-68C21581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5700" y="4686300"/>
            <a:ext cx="18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9" name="SEC-088-199">
            <a:extLst xmlns:a="http://schemas.openxmlformats.org/drawingml/2006/main">
              <a:ext uri="{FF2B5EF4-FFF2-40B4-BE49-F238E27FC236}">
                <a16:creationId xmlns:a16="http://schemas.microsoft.com/office/drawing/2014/main" id="{EBFE50BB-A39E-4B3F-8BAD-334EA637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58575" y="479107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ε</a:t>
            </a:r>
          </a:p>
        </p:txBody>
      </p:sp>
      <p:sp>
        <p:nvSpPr>
          <p:cNvPr id="200" name="path-200">
            <a:extLst xmlns:a="http://schemas.openxmlformats.org/drawingml/2006/main">
              <a:ext uri="{FF2B5EF4-FFF2-40B4-BE49-F238E27FC236}">
                <a16:creationId xmlns:a16="http://schemas.microsoft.com/office/drawing/2014/main" id="{5624ABC2-58B0-4AAD-949B-3F56C671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14300" cy="161925"/>
          </a:xfrm>
          <a:custGeom xmlns:a="http://schemas.openxmlformats.org/drawingml/2006/main">
            <a:pathLst>
              <a:path w="114300" h="161925">
                <a:moveTo>
                  <a:pt x="11430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01" name="SEC-088-201">
            <a:extLst xmlns:a="http://schemas.openxmlformats.org/drawingml/2006/main">
              <a:ext uri="{FF2B5EF4-FFF2-40B4-BE49-F238E27FC236}">
                <a16:creationId xmlns:a16="http://schemas.microsoft.com/office/drawing/2014/main" id="{62CF90DB-CC4F-4F92-8C35-E63A2B11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4575" y="5295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02" name="path-202">
            <a:extLst xmlns:a="http://schemas.openxmlformats.org/drawingml/2006/main">
              <a:ext uri="{FF2B5EF4-FFF2-40B4-BE49-F238E27FC236}">
                <a16:creationId xmlns:a16="http://schemas.microsoft.com/office/drawing/2014/main" id="{A9809F22-1B94-485D-A183-9FFB5564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43525"/>
            <a:ext cx="76200" cy="152400"/>
          </a:xfrm>
          <a:custGeom xmlns:a="http://schemas.openxmlformats.org/drawingml/2006/main">
            <a:pathLst>
              <a:path w="76200" h="152400">
                <a:moveTo>
                  <a:pt x="762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03" name="SEC-088-203">
            <a:extLst xmlns:a="http://schemas.openxmlformats.org/drawingml/2006/main">
              <a:ext uri="{FF2B5EF4-FFF2-40B4-BE49-F238E27FC236}">
                <a16:creationId xmlns:a16="http://schemas.microsoft.com/office/drawing/2014/main" id="{F8007C61-DEE8-48DE-9687-CAD8EFE9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7900" y="545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04" name="path-204">
            <a:extLst xmlns:a="http://schemas.openxmlformats.org/drawingml/2006/main">
              <a:ext uri="{FF2B5EF4-FFF2-40B4-BE49-F238E27FC236}">
                <a16:creationId xmlns:a16="http://schemas.microsoft.com/office/drawing/2014/main" id="{2D6AA342-91ED-44D0-9557-45C1F62F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43525"/>
            <a:ext cx="76200" cy="152400"/>
          </a:xfrm>
          <a:custGeom xmlns:a="http://schemas.openxmlformats.org/drawingml/2006/main">
            <a:pathLst>
              <a:path w="76200" h="152400">
                <a:moveTo>
                  <a:pt x="0" y="0"/>
                </a:moveTo>
                <a:lnTo>
                  <a:pt x="762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05" name="SEC-088-205">
            <a:extLst xmlns:a="http://schemas.openxmlformats.org/drawingml/2006/main">
              <a:ext uri="{FF2B5EF4-FFF2-40B4-BE49-F238E27FC236}">
                <a16:creationId xmlns:a16="http://schemas.microsoft.com/office/drawing/2014/main" id="{DDE54634-A70E-40EF-88DA-6C0AA603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545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06" name="path-206">
            <a:extLst xmlns:a="http://schemas.openxmlformats.org/drawingml/2006/main">
              <a:ext uri="{FF2B5EF4-FFF2-40B4-BE49-F238E27FC236}">
                <a16:creationId xmlns:a16="http://schemas.microsoft.com/office/drawing/2014/main" id="{B5904D64-1AEF-4322-BFB3-1BBB8D05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81600"/>
            <a:ext cx="114300" cy="161925"/>
          </a:xfrm>
          <a:custGeom xmlns:a="http://schemas.openxmlformats.org/drawingml/2006/main">
            <a:pathLst>
              <a:path w="114300" h="161925">
                <a:moveTo>
                  <a:pt x="0" y="0"/>
                </a:moveTo>
                <a:lnTo>
                  <a:pt x="11430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07" name="SEC-088-207">
            <a:extLst xmlns:a="http://schemas.openxmlformats.org/drawingml/2006/main">
              <a:ext uri="{FF2B5EF4-FFF2-40B4-BE49-F238E27FC236}">
                <a16:creationId xmlns:a16="http://schemas.microsoft.com/office/drawing/2014/main" id="{B71BFB3D-1A41-41FB-97E1-5756BAEF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175" y="5295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08" name="path-208">
            <a:extLst xmlns:a="http://schemas.openxmlformats.org/drawingml/2006/main">
              <a:ext uri="{FF2B5EF4-FFF2-40B4-BE49-F238E27FC236}">
                <a16:creationId xmlns:a16="http://schemas.microsoft.com/office/drawing/2014/main" id="{1AB4ED2C-603B-44AC-87BD-504E72F3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43525"/>
            <a:ext cx="76200" cy="152400"/>
          </a:xfrm>
          <a:custGeom xmlns:a="http://schemas.openxmlformats.org/drawingml/2006/main">
            <a:pathLst>
              <a:path w="76200" h="152400">
                <a:moveTo>
                  <a:pt x="762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09" name="SEC-088-209">
            <a:extLst xmlns:a="http://schemas.openxmlformats.org/drawingml/2006/main">
              <a:ext uri="{FF2B5EF4-FFF2-40B4-BE49-F238E27FC236}">
                <a16:creationId xmlns:a16="http://schemas.microsoft.com/office/drawing/2014/main" id="{7D6024E1-0CBC-47A3-B864-DE02BD10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545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10" name="path-210">
            <a:extLst xmlns:a="http://schemas.openxmlformats.org/drawingml/2006/main">
              <a:ext uri="{FF2B5EF4-FFF2-40B4-BE49-F238E27FC236}">
                <a16:creationId xmlns:a16="http://schemas.microsoft.com/office/drawing/2014/main" id="{240C9A1B-D19D-4E23-B687-4F527FD6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43525"/>
            <a:ext cx="76200" cy="152400"/>
          </a:xfrm>
          <a:custGeom xmlns:a="http://schemas.openxmlformats.org/drawingml/2006/main">
            <a:pathLst>
              <a:path w="76200" h="152400">
                <a:moveTo>
                  <a:pt x="0" y="0"/>
                </a:moveTo>
                <a:lnTo>
                  <a:pt x="762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11" name="SEC-088-211">
            <a:extLst xmlns:a="http://schemas.openxmlformats.org/drawingml/2006/main">
              <a:ext uri="{FF2B5EF4-FFF2-40B4-BE49-F238E27FC236}">
                <a16:creationId xmlns:a16="http://schemas.microsoft.com/office/drawing/2014/main" id="{036943DA-53BF-45FF-B409-87B1D3B2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545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12" name="path-212">
            <a:extLst xmlns:a="http://schemas.openxmlformats.org/drawingml/2006/main">
              <a:ext uri="{FF2B5EF4-FFF2-40B4-BE49-F238E27FC236}">
                <a16:creationId xmlns:a16="http://schemas.microsoft.com/office/drawing/2014/main" id="{A4D5D7AB-385B-45BA-88A5-7CEB4191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181600"/>
            <a:ext cx="114300" cy="161925"/>
          </a:xfrm>
          <a:custGeom xmlns:a="http://schemas.openxmlformats.org/drawingml/2006/main">
            <a:pathLst>
              <a:path w="114300" h="161925">
                <a:moveTo>
                  <a:pt x="11430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13" name="SEC-088-213">
            <a:extLst xmlns:a="http://schemas.openxmlformats.org/drawingml/2006/main">
              <a:ext uri="{FF2B5EF4-FFF2-40B4-BE49-F238E27FC236}">
                <a16:creationId xmlns:a16="http://schemas.microsoft.com/office/drawing/2014/main" id="{6B951357-9D44-4385-8651-72D4DDA4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5850" y="5295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14" name="path-214">
            <a:extLst xmlns:a="http://schemas.openxmlformats.org/drawingml/2006/main">
              <a:ext uri="{FF2B5EF4-FFF2-40B4-BE49-F238E27FC236}">
                <a16:creationId xmlns:a16="http://schemas.microsoft.com/office/drawing/2014/main" id="{F557B784-5757-4F2F-BCBC-90EED493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343525"/>
            <a:ext cx="76200" cy="152400"/>
          </a:xfrm>
          <a:custGeom xmlns:a="http://schemas.openxmlformats.org/drawingml/2006/main">
            <a:pathLst>
              <a:path w="76200" h="152400">
                <a:moveTo>
                  <a:pt x="762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15" name="SEC-088-215">
            <a:extLst xmlns:a="http://schemas.openxmlformats.org/drawingml/2006/main">
              <a:ext uri="{FF2B5EF4-FFF2-40B4-BE49-F238E27FC236}">
                <a16:creationId xmlns:a16="http://schemas.microsoft.com/office/drawing/2014/main" id="{623EAED1-7220-44E2-A01A-951E60F2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545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16" name="path-216">
            <a:extLst xmlns:a="http://schemas.openxmlformats.org/drawingml/2006/main">
              <a:ext uri="{FF2B5EF4-FFF2-40B4-BE49-F238E27FC236}">
                <a16:creationId xmlns:a16="http://schemas.microsoft.com/office/drawing/2014/main" id="{66ECCC97-89E9-4E77-A05B-4058B2CF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343525"/>
            <a:ext cx="76200" cy="152400"/>
          </a:xfrm>
          <a:custGeom xmlns:a="http://schemas.openxmlformats.org/drawingml/2006/main">
            <a:pathLst>
              <a:path w="76200" h="152400">
                <a:moveTo>
                  <a:pt x="0" y="0"/>
                </a:moveTo>
                <a:lnTo>
                  <a:pt x="762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17" name="SEC-088-217">
            <a:extLst xmlns:a="http://schemas.openxmlformats.org/drawingml/2006/main">
              <a:ext uri="{FF2B5EF4-FFF2-40B4-BE49-F238E27FC236}">
                <a16:creationId xmlns:a16="http://schemas.microsoft.com/office/drawing/2014/main" id="{4EB33FB0-95D0-4AB4-A0E9-397B9817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1575" y="545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18" name="path-218">
            <a:extLst xmlns:a="http://schemas.openxmlformats.org/drawingml/2006/main">
              <a:ext uri="{FF2B5EF4-FFF2-40B4-BE49-F238E27FC236}">
                <a16:creationId xmlns:a16="http://schemas.microsoft.com/office/drawing/2014/main" id="{B4157C05-E0E9-4BD8-B8C4-42279469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5181600"/>
            <a:ext cx="114300" cy="161925"/>
          </a:xfrm>
          <a:custGeom xmlns:a="http://schemas.openxmlformats.org/drawingml/2006/main">
            <a:pathLst>
              <a:path w="114300" h="161925">
                <a:moveTo>
                  <a:pt x="0" y="0"/>
                </a:moveTo>
                <a:lnTo>
                  <a:pt x="11430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19" name="SEC-088-219">
            <a:extLst xmlns:a="http://schemas.openxmlformats.org/drawingml/2006/main">
              <a:ext uri="{FF2B5EF4-FFF2-40B4-BE49-F238E27FC236}">
                <a16:creationId xmlns:a16="http://schemas.microsoft.com/office/drawing/2014/main" id="{68B642CD-4B90-439C-AC7B-5D3E45F5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4450" y="5295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20" name="path-220">
            <a:extLst xmlns:a="http://schemas.openxmlformats.org/drawingml/2006/main">
              <a:ext uri="{FF2B5EF4-FFF2-40B4-BE49-F238E27FC236}">
                <a16:creationId xmlns:a16="http://schemas.microsoft.com/office/drawing/2014/main" id="{8C65B06C-2DC8-4A24-9C54-45AB815A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343525"/>
            <a:ext cx="76200" cy="152400"/>
          </a:xfrm>
          <a:custGeom xmlns:a="http://schemas.openxmlformats.org/drawingml/2006/main">
            <a:pathLst>
              <a:path w="76200" h="152400">
                <a:moveTo>
                  <a:pt x="762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21" name="SEC-088-221">
            <a:extLst xmlns:a="http://schemas.openxmlformats.org/drawingml/2006/main">
              <a:ext uri="{FF2B5EF4-FFF2-40B4-BE49-F238E27FC236}">
                <a16:creationId xmlns:a16="http://schemas.microsoft.com/office/drawing/2014/main" id="{69063B3C-D686-4E32-847B-A54D21DD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7775" y="545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22" name="path-222">
            <a:extLst xmlns:a="http://schemas.openxmlformats.org/drawingml/2006/main">
              <a:ext uri="{FF2B5EF4-FFF2-40B4-BE49-F238E27FC236}">
                <a16:creationId xmlns:a16="http://schemas.microsoft.com/office/drawing/2014/main" id="{C53AE402-9765-4B8E-ACDC-A10DEB73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343525"/>
            <a:ext cx="76200" cy="152400"/>
          </a:xfrm>
          <a:custGeom xmlns:a="http://schemas.openxmlformats.org/drawingml/2006/main">
            <a:pathLst>
              <a:path w="76200" h="152400">
                <a:moveTo>
                  <a:pt x="0" y="0"/>
                </a:moveTo>
                <a:lnTo>
                  <a:pt x="762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23" name="SEC-088-223">
            <a:extLst xmlns:a="http://schemas.openxmlformats.org/drawingml/2006/main">
              <a:ext uri="{FF2B5EF4-FFF2-40B4-BE49-F238E27FC236}">
                <a16:creationId xmlns:a16="http://schemas.microsoft.com/office/drawing/2014/main" id="{6E8BB704-E7CF-4946-AEC7-DEE053BE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0175" y="545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24" name="path-224">
            <a:extLst xmlns:a="http://schemas.openxmlformats.org/drawingml/2006/main">
              <a:ext uri="{FF2B5EF4-FFF2-40B4-BE49-F238E27FC236}">
                <a16:creationId xmlns:a16="http://schemas.microsoft.com/office/drawing/2014/main" id="{769BD3F7-D6C2-4B33-B797-D44935B7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5181600"/>
            <a:ext cx="114300" cy="161925"/>
          </a:xfrm>
          <a:custGeom xmlns:a="http://schemas.openxmlformats.org/drawingml/2006/main">
            <a:pathLst>
              <a:path w="114300" h="161925">
                <a:moveTo>
                  <a:pt x="11430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25" name="SEC-088-225">
            <a:extLst xmlns:a="http://schemas.openxmlformats.org/drawingml/2006/main">
              <a:ext uri="{FF2B5EF4-FFF2-40B4-BE49-F238E27FC236}">
                <a16:creationId xmlns:a16="http://schemas.microsoft.com/office/drawing/2014/main" id="{18D4BFB8-5882-4F16-842A-0B929B9E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5295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26" name="path-226">
            <a:extLst xmlns:a="http://schemas.openxmlformats.org/drawingml/2006/main">
              <a:ext uri="{FF2B5EF4-FFF2-40B4-BE49-F238E27FC236}">
                <a16:creationId xmlns:a16="http://schemas.microsoft.com/office/drawing/2014/main" id="{79E591A6-C6B3-4798-80F2-196AEF04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343525"/>
            <a:ext cx="76200" cy="152400"/>
          </a:xfrm>
          <a:custGeom xmlns:a="http://schemas.openxmlformats.org/drawingml/2006/main">
            <a:pathLst>
              <a:path w="76200" h="152400">
                <a:moveTo>
                  <a:pt x="762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27" name="SEC-088-227">
            <a:extLst xmlns:a="http://schemas.openxmlformats.org/drawingml/2006/main">
              <a:ext uri="{FF2B5EF4-FFF2-40B4-BE49-F238E27FC236}">
                <a16:creationId xmlns:a16="http://schemas.microsoft.com/office/drawing/2014/main" id="{FD94D95D-F48F-4192-BB5B-7E12F697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545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28" name="path-228">
            <a:extLst xmlns:a="http://schemas.openxmlformats.org/drawingml/2006/main">
              <a:ext uri="{FF2B5EF4-FFF2-40B4-BE49-F238E27FC236}">
                <a16:creationId xmlns:a16="http://schemas.microsoft.com/office/drawing/2014/main" id="{54973108-5CCF-4F59-9B67-DDDE8592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5343525"/>
            <a:ext cx="76200" cy="152400"/>
          </a:xfrm>
          <a:custGeom xmlns:a="http://schemas.openxmlformats.org/drawingml/2006/main">
            <a:pathLst>
              <a:path w="76200" h="152400">
                <a:moveTo>
                  <a:pt x="0" y="0"/>
                </a:moveTo>
                <a:lnTo>
                  <a:pt x="762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29" name="SEC-088-229">
            <a:extLst xmlns:a="http://schemas.openxmlformats.org/drawingml/2006/main">
              <a:ext uri="{FF2B5EF4-FFF2-40B4-BE49-F238E27FC236}">
                <a16:creationId xmlns:a16="http://schemas.microsoft.com/office/drawing/2014/main" id="{AB4F5B3D-7DD9-4A07-943C-4DC69553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6175" y="545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30" name="path-230">
            <a:extLst xmlns:a="http://schemas.openxmlformats.org/drawingml/2006/main">
              <a:ext uri="{FF2B5EF4-FFF2-40B4-BE49-F238E27FC236}">
                <a16:creationId xmlns:a16="http://schemas.microsoft.com/office/drawing/2014/main" id="{BF81D6EE-E01A-406A-AC2D-C44B325E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181600"/>
            <a:ext cx="114300" cy="161925"/>
          </a:xfrm>
          <a:custGeom xmlns:a="http://schemas.openxmlformats.org/drawingml/2006/main">
            <a:pathLst>
              <a:path w="114300" h="161925">
                <a:moveTo>
                  <a:pt x="0" y="0"/>
                </a:moveTo>
                <a:lnTo>
                  <a:pt x="11430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31" name="SEC-088-231">
            <a:extLst xmlns:a="http://schemas.openxmlformats.org/drawingml/2006/main">
              <a:ext uri="{FF2B5EF4-FFF2-40B4-BE49-F238E27FC236}">
                <a16:creationId xmlns:a16="http://schemas.microsoft.com/office/drawing/2014/main" id="{478E7FBC-4F76-4CC9-8349-FE646A7C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9050" y="5295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32" name="path-232">
            <a:extLst xmlns:a="http://schemas.openxmlformats.org/drawingml/2006/main">
              <a:ext uri="{FF2B5EF4-FFF2-40B4-BE49-F238E27FC236}">
                <a16:creationId xmlns:a16="http://schemas.microsoft.com/office/drawing/2014/main" id="{50C39FE5-6E3F-4421-8118-AF6D047F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343525"/>
            <a:ext cx="76200" cy="152400"/>
          </a:xfrm>
          <a:custGeom xmlns:a="http://schemas.openxmlformats.org/drawingml/2006/main">
            <a:pathLst>
              <a:path w="76200" h="152400">
                <a:moveTo>
                  <a:pt x="762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33" name="SEC-088-233">
            <a:extLst xmlns:a="http://schemas.openxmlformats.org/drawingml/2006/main">
              <a:ext uri="{FF2B5EF4-FFF2-40B4-BE49-F238E27FC236}">
                <a16:creationId xmlns:a16="http://schemas.microsoft.com/office/drawing/2014/main" id="{F9D6E36C-F643-4C5D-9C2B-F28D7C7E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545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34" name="path-234">
            <a:extLst xmlns:a="http://schemas.openxmlformats.org/drawingml/2006/main">
              <a:ext uri="{FF2B5EF4-FFF2-40B4-BE49-F238E27FC236}">
                <a16:creationId xmlns:a16="http://schemas.microsoft.com/office/drawing/2014/main" id="{40E68100-2FDB-4489-BEE6-AFE77EF0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343525"/>
            <a:ext cx="76200" cy="152400"/>
          </a:xfrm>
          <a:custGeom xmlns:a="http://schemas.openxmlformats.org/drawingml/2006/main">
            <a:pathLst>
              <a:path w="76200" h="152400">
                <a:moveTo>
                  <a:pt x="0" y="0"/>
                </a:moveTo>
                <a:lnTo>
                  <a:pt x="762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35" name="SEC-088-235">
            <a:extLst xmlns:a="http://schemas.openxmlformats.org/drawingml/2006/main">
              <a:ext uri="{FF2B5EF4-FFF2-40B4-BE49-F238E27FC236}">
                <a16:creationId xmlns:a16="http://schemas.microsoft.com/office/drawing/2014/main" id="{1A1B5BDA-B045-48AF-9C22-2E2A9AAE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4775" y="545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36" name="path-236">
            <a:extLst xmlns:a="http://schemas.openxmlformats.org/drawingml/2006/main">
              <a:ext uri="{FF2B5EF4-FFF2-40B4-BE49-F238E27FC236}">
                <a16:creationId xmlns:a16="http://schemas.microsoft.com/office/drawing/2014/main" id="{87F406CF-912F-4EE8-AAB0-6C1EF943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5181600"/>
            <a:ext cx="114300" cy="161925"/>
          </a:xfrm>
          <a:custGeom xmlns:a="http://schemas.openxmlformats.org/drawingml/2006/main">
            <a:pathLst>
              <a:path w="114300" h="161925">
                <a:moveTo>
                  <a:pt x="11430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37" name="SEC-088-237">
            <a:extLst xmlns:a="http://schemas.openxmlformats.org/drawingml/2006/main">
              <a:ext uri="{FF2B5EF4-FFF2-40B4-BE49-F238E27FC236}">
                <a16:creationId xmlns:a16="http://schemas.microsoft.com/office/drawing/2014/main" id="{AF25565C-020B-46F2-8D22-99D63771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6950" y="5295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38" name="path-238">
            <a:extLst xmlns:a="http://schemas.openxmlformats.org/drawingml/2006/main">
              <a:ext uri="{FF2B5EF4-FFF2-40B4-BE49-F238E27FC236}">
                <a16:creationId xmlns:a16="http://schemas.microsoft.com/office/drawing/2014/main" id="{50DFFAE7-77AD-4AFC-9F8C-EA8A9C61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343525"/>
            <a:ext cx="76200" cy="152400"/>
          </a:xfrm>
          <a:custGeom xmlns:a="http://schemas.openxmlformats.org/drawingml/2006/main">
            <a:pathLst>
              <a:path w="76200" h="152400">
                <a:moveTo>
                  <a:pt x="762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39" name="SEC-088-239">
            <a:extLst xmlns:a="http://schemas.openxmlformats.org/drawingml/2006/main">
              <a:ext uri="{FF2B5EF4-FFF2-40B4-BE49-F238E27FC236}">
                <a16:creationId xmlns:a16="http://schemas.microsoft.com/office/drawing/2014/main" id="{A7192BA2-4A57-4A7C-B9B6-C8EB5DBE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0275" y="545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40" name="path-240">
            <a:extLst xmlns:a="http://schemas.openxmlformats.org/drawingml/2006/main">
              <a:ext uri="{FF2B5EF4-FFF2-40B4-BE49-F238E27FC236}">
                <a16:creationId xmlns:a16="http://schemas.microsoft.com/office/drawing/2014/main" id="{D2368014-2E9F-40A0-8768-F42E8AA0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5343525"/>
            <a:ext cx="76200" cy="152400"/>
          </a:xfrm>
          <a:custGeom xmlns:a="http://schemas.openxmlformats.org/drawingml/2006/main">
            <a:pathLst>
              <a:path w="76200" h="152400">
                <a:moveTo>
                  <a:pt x="0" y="0"/>
                </a:moveTo>
                <a:lnTo>
                  <a:pt x="762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41" name="SEC-088-241">
            <a:extLst xmlns:a="http://schemas.openxmlformats.org/drawingml/2006/main">
              <a:ext uri="{FF2B5EF4-FFF2-40B4-BE49-F238E27FC236}">
                <a16:creationId xmlns:a16="http://schemas.microsoft.com/office/drawing/2014/main" id="{ABE4B66D-30D2-4BE0-B99E-9FAFF217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2675" y="545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42" name="path-242">
            <a:extLst xmlns:a="http://schemas.openxmlformats.org/drawingml/2006/main">
              <a:ext uri="{FF2B5EF4-FFF2-40B4-BE49-F238E27FC236}">
                <a16:creationId xmlns:a16="http://schemas.microsoft.com/office/drawing/2014/main" id="{D1CD2254-B25A-4C34-B9D7-88B33CFC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181600"/>
            <a:ext cx="114300" cy="161925"/>
          </a:xfrm>
          <a:custGeom xmlns:a="http://schemas.openxmlformats.org/drawingml/2006/main">
            <a:pathLst>
              <a:path w="114300" h="161925">
                <a:moveTo>
                  <a:pt x="0" y="0"/>
                </a:moveTo>
                <a:lnTo>
                  <a:pt x="11430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43" name="SEC-088-243">
            <a:extLst xmlns:a="http://schemas.openxmlformats.org/drawingml/2006/main">
              <a:ext uri="{FF2B5EF4-FFF2-40B4-BE49-F238E27FC236}">
                <a16:creationId xmlns:a16="http://schemas.microsoft.com/office/drawing/2014/main" id="{6813FE18-9217-491D-AF71-F5BA1375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5550" y="5295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44" name="path-244">
            <a:extLst xmlns:a="http://schemas.openxmlformats.org/drawingml/2006/main">
              <a:ext uri="{FF2B5EF4-FFF2-40B4-BE49-F238E27FC236}">
                <a16:creationId xmlns:a16="http://schemas.microsoft.com/office/drawing/2014/main" id="{03E7066C-0F37-444B-9C58-1E9E944E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5343525"/>
            <a:ext cx="76200" cy="152400"/>
          </a:xfrm>
          <a:custGeom xmlns:a="http://schemas.openxmlformats.org/drawingml/2006/main">
            <a:pathLst>
              <a:path w="76200" h="152400">
                <a:moveTo>
                  <a:pt x="762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45" name="SEC-088-245">
            <a:extLst xmlns:a="http://schemas.openxmlformats.org/drawingml/2006/main">
              <a:ext uri="{FF2B5EF4-FFF2-40B4-BE49-F238E27FC236}">
                <a16:creationId xmlns:a16="http://schemas.microsoft.com/office/drawing/2014/main" id="{3B4123F6-42E7-4247-B997-D27A74AC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8875" y="545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46" name="path-246">
            <a:extLst xmlns:a="http://schemas.openxmlformats.org/drawingml/2006/main">
              <a:ext uri="{FF2B5EF4-FFF2-40B4-BE49-F238E27FC236}">
                <a16:creationId xmlns:a16="http://schemas.microsoft.com/office/drawing/2014/main" id="{21C7DA3B-D117-4FCD-B6A1-A84C406E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5343525"/>
            <a:ext cx="76200" cy="152400"/>
          </a:xfrm>
          <a:custGeom xmlns:a="http://schemas.openxmlformats.org/drawingml/2006/main">
            <a:pathLst>
              <a:path w="76200" h="152400">
                <a:moveTo>
                  <a:pt x="0" y="0"/>
                </a:moveTo>
                <a:lnTo>
                  <a:pt x="762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47" name="SEC-088-247">
            <a:extLst xmlns:a="http://schemas.openxmlformats.org/drawingml/2006/main">
              <a:ext uri="{FF2B5EF4-FFF2-40B4-BE49-F238E27FC236}">
                <a16:creationId xmlns:a16="http://schemas.microsoft.com/office/drawing/2014/main" id="{69F37411-DEA5-4622-88FC-D8414F6E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1275" y="545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48" name="SEC-088-248">
            <a:extLst xmlns:a="http://schemas.openxmlformats.org/drawingml/2006/main">
              <a:ext uri="{FF2B5EF4-FFF2-40B4-BE49-F238E27FC236}">
                <a16:creationId xmlns:a16="http://schemas.microsoft.com/office/drawing/2014/main" id="{B66504C6-3EA2-44C7-91E3-17138A56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5600700"/>
            <a:ext cx="409575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8888"/>
            </a:solidFill>
          </a:ln>
        </p:spPr>
      </p:sp>
      <p:sp>
        <p:nvSpPr>
          <p:cNvPr id="249" name="SEC-088-249">
            <a:extLst xmlns:a="http://schemas.openxmlformats.org/drawingml/2006/main">
              <a:ext uri="{FF2B5EF4-FFF2-40B4-BE49-F238E27FC236}">
                <a16:creationId xmlns:a16="http://schemas.microsoft.com/office/drawing/2014/main" id="{AED13524-384A-41DB-A01C-7B475356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5600700"/>
            <a:ext cx="409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250" name="SEC-088-250">
            <a:extLst xmlns:a="http://schemas.openxmlformats.org/drawingml/2006/main">
              <a:ext uri="{FF2B5EF4-FFF2-40B4-BE49-F238E27FC236}">
                <a16:creationId xmlns:a16="http://schemas.microsoft.com/office/drawing/2014/main" id="{75A9B483-4A2B-41E5-8283-C3CEE0F1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3125" y="5553075"/>
            <a:ext cx="419100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8888"/>
            </a:solidFill>
          </a:ln>
        </p:spPr>
      </p:sp>
      <p:sp>
        <p:nvSpPr>
          <p:cNvPr id="251" name="SEC-088-251">
            <a:extLst xmlns:a="http://schemas.openxmlformats.org/drawingml/2006/main">
              <a:ext uri="{FF2B5EF4-FFF2-40B4-BE49-F238E27FC236}">
                <a16:creationId xmlns:a16="http://schemas.microsoft.com/office/drawing/2014/main" id="{E51AEBA8-06A6-406F-A27A-F016F052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3125" y="5553075"/>
            <a:ext cx="419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1559A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559A4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252" name="path-252">
            <a:extLst xmlns:a="http://schemas.openxmlformats.org/drawingml/2006/main">
              <a:ext uri="{FF2B5EF4-FFF2-40B4-BE49-F238E27FC236}">
                <a16:creationId xmlns:a16="http://schemas.microsoft.com/office/drawing/2014/main" id="{C1A85560-447B-420D-A159-97237B4F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762625"/>
            <a:ext cx="285750" cy="247650"/>
          </a:xfrm>
          <a:custGeom xmlns:a="http://schemas.openxmlformats.org/drawingml/2006/main">
            <a:pathLst>
              <a:path w="285750" h="247650">
                <a:moveTo>
                  <a:pt x="142875" y="0"/>
                </a:moveTo>
                <a:lnTo>
                  <a:pt x="285750" y="123825"/>
                </a:lnTo>
                <a:lnTo>
                  <a:pt x="142875" y="247650"/>
                </a:ln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0E56BB"/>
          </a:solidFill>
          <a:ln xmlns:a="http://schemas.openxmlformats.org/drawingml/2006/main" w="9525">
            <a:solidFill>
              <a:srgbClr val="456391"/>
            </a:solidFill>
          </a:ln>
        </p:spPr>
      </p:sp>
      <p:sp>
        <p:nvSpPr>
          <p:cNvPr id="253" name="SEC-088-253">
            <a:extLst xmlns:a="http://schemas.openxmlformats.org/drawingml/2006/main">
              <a:ext uri="{FF2B5EF4-FFF2-40B4-BE49-F238E27FC236}">
                <a16:creationId xmlns:a16="http://schemas.microsoft.com/office/drawing/2014/main" id="{BAED15E8-07C7-41B7-867F-6F9906D5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6048375"/>
            <a:ext cx="809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F"/>
          </a:solidFill>
          <a:ln xmlns:a="http://schemas.openxmlformats.org/drawingml/2006/main" w="14288">
            <a:solidFill>
              <a:srgbClr val="6783B3"/>
            </a:solidFill>
          </a:ln>
        </p:spPr>
      </p:sp>
      <p:sp>
        <p:nvSpPr>
          <p:cNvPr id="254" name="SEC-088-254">
            <a:extLst xmlns:a="http://schemas.openxmlformats.org/drawingml/2006/main">
              <a:ext uri="{FF2B5EF4-FFF2-40B4-BE49-F238E27FC236}">
                <a16:creationId xmlns:a16="http://schemas.microsoft.com/office/drawing/2014/main" id="{CA1BE1EE-5D63-4415-9391-627954DA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2475" y="6048375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1A5FA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A5FAC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255" name="SEC-088-255">
            <a:extLst xmlns:a="http://schemas.openxmlformats.org/drawingml/2006/main">
              <a:ext uri="{FF2B5EF4-FFF2-40B4-BE49-F238E27FC236}">
                <a16:creationId xmlns:a16="http://schemas.microsoft.com/office/drawing/2014/main" id="{26FF8C8B-9762-4BBF-AF29-2A1A027B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0675" y="604837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 i="1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333333"/>
                </a:solidFill>
                <a:latin typeface="Arial"/>
                <a:ea typeface="Arial"/>
                <a:cs typeface="Arial"/>
              </a:rPr>
              <a:t>u = e.data + '/userinfo';</a:t>
            </a:r>
          </a:p>
        </p:txBody>
      </p:sp>
      <p:sp>
        <p:nvSpPr>
          <p:cNvPr id="256" name="path-256">
            <a:extLst xmlns:a="http://schemas.openxmlformats.org/drawingml/2006/main">
              <a:ext uri="{FF2B5EF4-FFF2-40B4-BE49-F238E27FC236}">
                <a16:creationId xmlns:a16="http://schemas.microsoft.com/office/drawing/2014/main" id="{9CD5B3DE-AA9E-42CD-BEE6-FAAF0DFC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5172075"/>
            <a:ext cx="504825" cy="342900"/>
          </a:xfrm>
          <a:custGeom xmlns:a="http://schemas.openxmlformats.org/drawingml/2006/main">
            <a:pathLst>
              <a:path w="504825" h="342900">
                <a:moveTo>
                  <a:pt x="504825" y="0"/>
                </a:moveTo>
                <a:lnTo>
                  <a:pt x="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57" name="path-257">
            <a:extLst xmlns:a="http://schemas.openxmlformats.org/drawingml/2006/main">
              <a:ext uri="{FF2B5EF4-FFF2-40B4-BE49-F238E27FC236}">
                <a16:creationId xmlns:a16="http://schemas.microsoft.com/office/drawing/2014/main" id="{3C737968-0018-4F90-82B1-D14BB4E3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5457930"/>
            <a:ext cx="65751" cy="57045"/>
          </a:xfrm>
          <a:custGeom xmlns:a="http://schemas.openxmlformats.org/drawingml/2006/main">
            <a:pathLst>
              <a:path w="65751" h="57045">
                <a:moveTo>
                  <a:pt x="0" y="57045"/>
                </a:moveTo>
                <a:lnTo>
                  <a:pt x="34516" y="0"/>
                </a:lnTo>
                <a:lnTo>
                  <a:pt x="65751" y="45985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258" name="path-258">
            <a:extLst xmlns:a="http://schemas.openxmlformats.org/drawingml/2006/main">
              <a:ext uri="{FF2B5EF4-FFF2-40B4-BE49-F238E27FC236}">
                <a16:creationId xmlns:a16="http://schemas.microsoft.com/office/drawing/2014/main" id="{5A29EFAE-E131-47D2-A220-E7D5F79E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5172075"/>
            <a:ext cx="695325" cy="342900"/>
          </a:xfrm>
          <a:custGeom xmlns:a="http://schemas.openxmlformats.org/drawingml/2006/main">
            <a:pathLst>
              <a:path w="695325" h="342900">
                <a:moveTo>
                  <a:pt x="0" y="0"/>
                </a:moveTo>
                <a:lnTo>
                  <a:pt x="695325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59" name="path-259">
            <a:extLst xmlns:a="http://schemas.openxmlformats.org/drawingml/2006/main">
              <a:ext uri="{FF2B5EF4-FFF2-40B4-BE49-F238E27FC236}">
                <a16:creationId xmlns:a16="http://schemas.microsoft.com/office/drawing/2014/main" id="{C95EF89C-C2A5-4386-8A63-71DDCE9B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76" y="5463241"/>
            <a:ext cx="66649" cy="51734"/>
          </a:xfrm>
          <a:custGeom xmlns:a="http://schemas.openxmlformats.org/drawingml/2006/main">
            <a:pathLst>
              <a:path w="66649" h="51734">
                <a:moveTo>
                  <a:pt x="66649" y="51734"/>
                </a:moveTo>
                <a:lnTo>
                  <a:pt x="0" y="49857"/>
                </a:lnTo>
                <a:lnTo>
                  <a:pt x="24587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260" name="SEC-088-260">
            <a:extLst xmlns:a="http://schemas.openxmlformats.org/drawingml/2006/main">
              <a:ext uri="{FF2B5EF4-FFF2-40B4-BE49-F238E27FC236}">
                <a16:creationId xmlns:a16="http://schemas.microsoft.com/office/drawing/2014/main" id="{688096F5-1DC4-4CF7-A006-FEDE1197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8100" y="56007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MEMBER_EXPR</a:t>
            </a:r>
          </a:p>
        </p:txBody>
      </p:sp>
      <p:sp>
        <p:nvSpPr>
          <p:cNvPr id="261" name="SEC-088-261">
            <a:extLst xmlns:a="http://schemas.openxmlformats.org/drawingml/2006/main">
              <a:ext uri="{FF2B5EF4-FFF2-40B4-BE49-F238E27FC236}">
                <a16:creationId xmlns:a16="http://schemas.microsoft.com/office/drawing/2014/main" id="{584C892F-4CB6-46D9-823D-00F1D864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77825" y="56007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NEW_EXPR</a:t>
            </a:r>
          </a:p>
        </p:txBody>
      </p:sp>
      <p:sp>
        <p:nvSpPr>
          <p:cNvPr id="262" name="path-262">
            <a:extLst xmlns:a="http://schemas.openxmlformats.org/drawingml/2006/main">
              <a:ext uri="{FF2B5EF4-FFF2-40B4-BE49-F238E27FC236}">
                <a16:creationId xmlns:a16="http://schemas.microsoft.com/office/drawing/2014/main" id="{D5A6ED9C-3AEA-410B-9879-47081E17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915025"/>
            <a:ext cx="114300" cy="161925"/>
          </a:xfrm>
          <a:custGeom xmlns:a="http://schemas.openxmlformats.org/drawingml/2006/main">
            <a:pathLst>
              <a:path w="114300" h="161925">
                <a:moveTo>
                  <a:pt x="11430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63" name="SEC-088-263">
            <a:extLst xmlns:a="http://schemas.openxmlformats.org/drawingml/2006/main">
              <a:ext uri="{FF2B5EF4-FFF2-40B4-BE49-F238E27FC236}">
                <a16:creationId xmlns:a16="http://schemas.microsoft.com/office/drawing/2014/main" id="{22430008-EECB-44BD-BC56-53635C65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5775" y="6029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64" name="path-264">
            <a:extLst xmlns:a="http://schemas.openxmlformats.org/drawingml/2006/main">
              <a:ext uri="{FF2B5EF4-FFF2-40B4-BE49-F238E27FC236}">
                <a16:creationId xmlns:a16="http://schemas.microsoft.com/office/drawing/2014/main" id="{F556A2CA-DC23-4A1D-BA4A-1009F3BE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076950"/>
            <a:ext cx="76200" cy="152400"/>
          </a:xfrm>
          <a:custGeom xmlns:a="http://schemas.openxmlformats.org/drawingml/2006/main">
            <a:pathLst>
              <a:path w="76200" h="152400">
                <a:moveTo>
                  <a:pt x="762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65" name="SEC-088-265">
            <a:extLst xmlns:a="http://schemas.openxmlformats.org/drawingml/2006/main">
              <a:ext uri="{FF2B5EF4-FFF2-40B4-BE49-F238E27FC236}">
                <a16:creationId xmlns:a16="http://schemas.microsoft.com/office/drawing/2014/main" id="{4DC18903-8385-4F99-A084-936AA7A9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49100" y="619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66" name="path-266">
            <a:extLst xmlns:a="http://schemas.openxmlformats.org/drawingml/2006/main">
              <a:ext uri="{FF2B5EF4-FFF2-40B4-BE49-F238E27FC236}">
                <a16:creationId xmlns:a16="http://schemas.microsoft.com/office/drawing/2014/main" id="{AA5001A5-27CA-4A61-BC82-BF33030B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076950"/>
            <a:ext cx="76200" cy="152400"/>
          </a:xfrm>
          <a:custGeom xmlns:a="http://schemas.openxmlformats.org/drawingml/2006/main">
            <a:pathLst>
              <a:path w="76200" h="152400">
                <a:moveTo>
                  <a:pt x="0" y="0"/>
                </a:moveTo>
                <a:lnTo>
                  <a:pt x="762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67" name="SEC-088-267">
            <a:extLst xmlns:a="http://schemas.openxmlformats.org/drawingml/2006/main">
              <a:ext uri="{FF2B5EF4-FFF2-40B4-BE49-F238E27FC236}">
                <a16:creationId xmlns:a16="http://schemas.microsoft.com/office/drawing/2014/main" id="{F6B6B594-2FA7-47F4-9BDA-3A8B0289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0" y="619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68" name="path-268">
            <a:extLst xmlns:a="http://schemas.openxmlformats.org/drawingml/2006/main">
              <a:ext uri="{FF2B5EF4-FFF2-40B4-BE49-F238E27FC236}">
                <a16:creationId xmlns:a16="http://schemas.microsoft.com/office/drawing/2014/main" id="{8F90A689-CE7C-4D5A-962E-13576E0F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5915025"/>
            <a:ext cx="114300" cy="161925"/>
          </a:xfrm>
          <a:custGeom xmlns:a="http://schemas.openxmlformats.org/drawingml/2006/main">
            <a:pathLst>
              <a:path w="114300" h="161925">
                <a:moveTo>
                  <a:pt x="0" y="0"/>
                </a:moveTo>
                <a:lnTo>
                  <a:pt x="11430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69" name="SEC-088-269">
            <a:extLst xmlns:a="http://schemas.openxmlformats.org/drawingml/2006/main">
              <a:ext uri="{FF2B5EF4-FFF2-40B4-BE49-F238E27FC236}">
                <a16:creationId xmlns:a16="http://schemas.microsoft.com/office/drawing/2014/main" id="{026B1C18-833F-4D9B-B5F0-054CD8CD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4375" y="6029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70" name="path-270">
            <a:extLst xmlns:a="http://schemas.openxmlformats.org/drawingml/2006/main">
              <a:ext uri="{FF2B5EF4-FFF2-40B4-BE49-F238E27FC236}">
                <a16:creationId xmlns:a16="http://schemas.microsoft.com/office/drawing/2014/main" id="{4DB6EBE9-6497-4E7D-9BA1-E4E441BE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076950"/>
            <a:ext cx="76200" cy="152400"/>
          </a:xfrm>
          <a:custGeom xmlns:a="http://schemas.openxmlformats.org/drawingml/2006/main">
            <a:pathLst>
              <a:path w="76200" h="152400">
                <a:moveTo>
                  <a:pt x="762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71" name="SEC-088-271">
            <a:extLst xmlns:a="http://schemas.openxmlformats.org/drawingml/2006/main">
              <a:ext uri="{FF2B5EF4-FFF2-40B4-BE49-F238E27FC236}">
                <a16:creationId xmlns:a16="http://schemas.microsoft.com/office/drawing/2014/main" id="{60313730-5F23-4D50-81B4-01D98DC8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77700" y="619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72" name="path-272">
            <a:extLst xmlns:a="http://schemas.openxmlformats.org/drawingml/2006/main">
              <a:ext uri="{FF2B5EF4-FFF2-40B4-BE49-F238E27FC236}">
                <a16:creationId xmlns:a16="http://schemas.microsoft.com/office/drawing/2014/main" id="{B27C3909-AA9B-4D72-9DE1-0FA3B005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076950"/>
            <a:ext cx="76200" cy="152400"/>
          </a:xfrm>
          <a:custGeom xmlns:a="http://schemas.openxmlformats.org/drawingml/2006/main">
            <a:pathLst>
              <a:path w="76200" h="152400">
                <a:moveTo>
                  <a:pt x="0" y="0"/>
                </a:moveTo>
                <a:lnTo>
                  <a:pt x="762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EEEEEE"/>
            </a:solidFill>
          </a:ln>
        </p:spPr>
      </p:sp>
      <p:sp>
        <p:nvSpPr>
          <p:cNvPr id="273" name="SEC-088-273">
            <a:extLst xmlns:a="http://schemas.openxmlformats.org/drawingml/2006/main">
              <a:ext uri="{FF2B5EF4-FFF2-40B4-BE49-F238E27FC236}">
                <a16:creationId xmlns:a16="http://schemas.microsoft.com/office/drawing/2014/main" id="{CFE232B1-1AC6-4951-A631-959BE0BE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0100" y="619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EEEEE"/>
            </a:solidFill>
          </a:ln>
        </p:spPr>
      </p:sp>
      <p:sp>
        <p:nvSpPr>
          <p:cNvPr id="274" name="SEC-088-274">
            <a:extLst xmlns:a="http://schemas.openxmlformats.org/drawingml/2006/main">
              <a:ext uri="{FF2B5EF4-FFF2-40B4-BE49-F238E27FC236}">
                <a16:creationId xmlns:a16="http://schemas.microsoft.com/office/drawing/2014/main" id="{02880BF4-2ACF-47D3-A449-058E51F2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8100" y="6381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 i="1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333333"/>
                </a:solidFill>
                <a:latin typeface="Arial"/>
                <a:ea typeface="Arial"/>
                <a:cs typeface="Arial"/>
              </a:rPr>
              <a:t>c[ "r" + i ]</a:t>
            </a:r>
          </a:p>
        </p:txBody>
      </p:sp>
      <p:sp>
        <p:nvSpPr>
          <p:cNvPr id="275" name="path-275">
            <a:extLst xmlns:a="http://schemas.openxmlformats.org/drawingml/2006/main">
              <a:ext uri="{FF2B5EF4-FFF2-40B4-BE49-F238E27FC236}">
                <a16:creationId xmlns:a16="http://schemas.microsoft.com/office/drawing/2014/main" id="{070CA931-CF5E-41DE-B294-07491A06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5905500"/>
            <a:ext cx="180975" cy="295275"/>
          </a:xfrm>
          <a:custGeom xmlns:a="http://schemas.openxmlformats.org/drawingml/2006/main">
            <a:pathLst>
              <a:path w="180975" h="295275">
                <a:moveTo>
                  <a:pt x="180975" y="0"/>
                </a:moveTo>
                <a:lnTo>
                  <a:pt x="0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76" name="path-276">
            <a:extLst xmlns:a="http://schemas.openxmlformats.org/drawingml/2006/main">
              <a:ext uri="{FF2B5EF4-FFF2-40B4-BE49-F238E27FC236}">
                <a16:creationId xmlns:a16="http://schemas.microsoft.com/office/drawing/2014/main" id="{A0C64748-5A63-45DA-9E1B-6A261A8E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134578"/>
            <a:ext cx="55368" cy="66197"/>
          </a:xfrm>
          <a:custGeom xmlns:a="http://schemas.openxmlformats.org/drawingml/2006/main">
            <a:pathLst>
              <a:path w="55368" h="66197">
                <a:moveTo>
                  <a:pt x="0" y="66197"/>
                </a:moveTo>
                <a:lnTo>
                  <a:pt x="7972" y="0"/>
                </a:lnTo>
                <a:lnTo>
                  <a:pt x="55368" y="29049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277" name="path-277">
            <a:extLst xmlns:a="http://schemas.openxmlformats.org/drawingml/2006/main">
              <a:ext uri="{FF2B5EF4-FFF2-40B4-BE49-F238E27FC236}">
                <a16:creationId xmlns:a16="http://schemas.microsoft.com/office/drawing/2014/main" id="{E530B391-C609-401A-ADD7-BA41802E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1225" y="5905500"/>
            <a:ext cx="1409700" cy="295275"/>
          </a:xfrm>
          <a:custGeom xmlns:a="http://schemas.openxmlformats.org/drawingml/2006/main">
            <a:pathLst>
              <a:path w="1409700" h="295275">
                <a:moveTo>
                  <a:pt x="0" y="0"/>
                </a:moveTo>
                <a:lnTo>
                  <a:pt x="1409700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78" name="path-278">
            <a:extLst xmlns:a="http://schemas.openxmlformats.org/drawingml/2006/main">
              <a:ext uri="{FF2B5EF4-FFF2-40B4-BE49-F238E27FC236}">
                <a16:creationId xmlns:a16="http://schemas.microsoft.com/office/drawing/2014/main" id="{04436D16-C51C-451D-852A-B9E6D324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5909" y="6161146"/>
            <a:ext cx="65016" cy="54409"/>
          </a:xfrm>
          <a:custGeom xmlns:a="http://schemas.openxmlformats.org/drawingml/2006/main">
            <a:pathLst>
              <a:path w="65016" h="54409">
                <a:moveTo>
                  <a:pt x="65016" y="39629"/>
                </a:moveTo>
                <a:lnTo>
                  <a:pt x="0" y="54409"/>
                </a:lnTo>
                <a:lnTo>
                  <a:pt x="11396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279" name="SEC-088-279">
            <a:extLst xmlns:a="http://schemas.openxmlformats.org/drawingml/2006/main">
              <a:ext uri="{FF2B5EF4-FFF2-40B4-BE49-F238E27FC236}">
                <a16:creationId xmlns:a16="http://schemas.microsoft.com/office/drawing/2014/main" id="{D909A484-05E4-4069-9E5C-48A176FF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9700" y="6210300"/>
            <a:ext cx="1181100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8888"/>
            </a:solidFill>
          </a:ln>
        </p:spPr>
      </p:sp>
      <p:sp>
        <p:nvSpPr>
          <p:cNvPr id="280" name="SEC-088-280">
            <a:extLst xmlns:a="http://schemas.openxmlformats.org/drawingml/2006/main">
              <a:ext uri="{FF2B5EF4-FFF2-40B4-BE49-F238E27FC236}">
                <a16:creationId xmlns:a16="http://schemas.microsoft.com/office/drawing/2014/main" id="{0F028997-4E5D-4C7A-B68A-FF13B70E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9700" y="6210300"/>
            <a:ext cx="1181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Function</a:t>
            </a:r>
          </a:p>
        </p:txBody>
      </p:sp>
      <p:sp>
        <p:nvSpPr>
          <p:cNvPr id="281" name="SEC-088-281">
            <a:extLst xmlns:a="http://schemas.openxmlformats.org/drawingml/2006/main">
              <a:ext uri="{FF2B5EF4-FFF2-40B4-BE49-F238E27FC236}">
                <a16:creationId xmlns:a16="http://schemas.microsoft.com/office/drawing/2014/main" id="{AAF21D20-05F2-438F-AB23-7D3B9350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68450" y="61817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BINARY_EXPR</a:t>
            </a:r>
          </a:p>
        </p:txBody>
      </p:sp>
      <p:sp>
        <p:nvSpPr>
          <p:cNvPr id="282" name="path-282">
            <a:extLst xmlns:a="http://schemas.openxmlformats.org/drawingml/2006/main">
              <a:ext uri="{FF2B5EF4-FFF2-40B4-BE49-F238E27FC236}">
                <a16:creationId xmlns:a16="http://schemas.microsoft.com/office/drawing/2014/main" id="{6635C327-F782-4A30-ADBC-602C4135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88" y="6457950"/>
            <a:ext cx="1328738" cy="409575"/>
          </a:xfrm>
          <a:custGeom xmlns:a="http://schemas.openxmlformats.org/drawingml/2006/main">
            <a:pathLst>
              <a:path w="1328738" h="409575">
                <a:moveTo>
                  <a:pt x="1328738" y="0"/>
                </a:moveTo>
                <a:lnTo>
                  <a:pt x="0" y="4095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83" name="path-283">
            <a:extLst xmlns:a="http://schemas.openxmlformats.org/drawingml/2006/main">
              <a:ext uri="{FF2B5EF4-FFF2-40B4-BE49-F238E27FC236}">
                <a16:creationId xmlns:a16="http://schemas.microsoft.com/office/drawing/2014/main" id="{D4C2B2C4-B2BA-4AAB-80A4-FC233B8E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88" y="6823111"/>
            <a:ext cx="66104" cy="53123"/>
          </a:xfrm>
          <a:custGeom xmlns:a="http://schemas.openxmlformats.org/drawingml/2006/main">
            <a:pathLst>
              <a:path w="66104" h="53123">
                <a:moveTo>
                  <a:pt x="0" y="44414"/>
                </a:moveTo>
                <a:lnTo>
                  <a:pt x="49729" y="0"/>
                </a:lnTo>
                <a:lnTo>
                  <a:pt x="66104" y="53123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284" name="SEC-088-284">
            <a:extLst xmlns:a="http://schemas.openxmlformats.org/drawingml/2006/main">
              <a:ext uri="{FF2B5EF4-FFF2-40B4-BE49-F238E27FC236}">
                <a16:creationId xmlns:a16="http://schemas.microsoft.com/office/drawing/2014/main" id="{8B917274-9F75-47CC-B265-989CD017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77775" y="6886575"/>
            <a:ext cx="2028825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8888"/>
            </a:solidFill>
          </a:ln>
        </p:spPr>
      </p:sp>
      <p:sp>
        <p:nvSpPr>
          <p:cNvPr id="285" name="SEC-088-285">
            <a:extLst xmlns:a="http://schemas.openxmlformats.org/drawingml/2006/main">
              <a:ext uri="{FF2B5EF4-FFF2-40B4-BE49-F238E27FC236}">
                <a16:creationId xmlns:a16="http://schemas.microsoft.com/office/drawing/2014/main" id="{762357B9-130B-4DB4-8B3E-67F81F6E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77775" y="6886575"/>
            <a:ext cx="2028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"httpPostRequest("</a:t>
            </a:r>
          </a:p>
        </p:txBody>
      </p:sp>
      <p:sp>
        <p:nvSpPr>
          <p:cNvPr id="286" name="path-286">
            <a:extLst xmlns:a="http://schemas.openxmlformats.org/drawingml/2006/main">
              <a:ext uri="{FF2B5EF4-FFF2-40B4-BE49-F238E27FC236}">
                <a16:creationId xmlns:a16="http://schemas.microsoft.com/office/drawing/2014/main" id="{BCE9BC36-EBBD-4171-809E-48E07FD2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6457950"/>
            <a:ext cx="19050" cy="409575"/>
          </a:xfrm>
          <a:custGeom xmlns:a="http://schemas.openxmlformats.org/drawingml/2006/main">
            <a:pathLst>
              <a:path w="19050" h="409575">
                <a:moveTo>
                  <a:pt x="19050" y="0"/>
                </a:moveTo>
                <a:lnTo>
                  <a:pt x="0" y="4095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87" name="path-287">
            <a:extLst xmlns:a="http://schemas.openxmlformats.org/drawingml/2006/main">
              <a:ext uri="{FF2B5EF4-FFF2-40B4-BE49-F238E27FC236}">
                <a16:creationId xmlns:a16="http://schemas.microsoft.com/office/drawing/2014/main" id="{15FABB64-2E41-43DD-94F7-79038CE8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6926" y="6805694"/>
            <a:ext cx="55530" cy="61831"/>
          </a:xfrm>
          <a:custGeom xmlns:a="http://schemas.openxmlformats.org/drawingml/2006/main">
            <a:pathLst>
              <a:path w="55530" h="61831">
                <a:moveTo>
                  <a:pt x="24949" y="61831"/>
                </a:moveTo>
                <a:lnTo>
                  <a:pt x="0" y="0"/>
                </a:lnTo>
                <a:lnTo>
                  <a:pt x="55530" y="2583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288" name="SEC-088-288">
            <a:extLst xmlns:a="http://schemas.openxmlformats.org/drawingml/2006/main">
              <a:ext uri="{FF2B5EF4-FFF2-40B4-BE49-F238E27FC236}">
                <a16:creationId xmlns:a16="http://schemas.microsoft.com/office/drawing/2014/main" id="{F6A23B19-C004-403A-ABDB-7EEA1180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44700" y="6886575"/>
            <a:ext cx="5143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8888"/>
            </a:solidFill>
          </a:ln>
        </p:spPr>
      </p:sp>
      <p:sp>
        <p:nvSpPr>
          <p:cNvPr id="289" name="SEC-088-289">
            <a:extLst xmlns:a="http://schemas.openxmlformats.org/drawingml/2006/main">
              <a:ext uri="{FF2B5EF4-FFF2-40B4-BE49-F238E27FC236}">
                <a16:creationId xmlns:a16="http://schemas.microsoft.com/office/drawing/2014/main" id="{2F3F3EDA-DEBF-492B-B8D0-D40CC6EA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44700" y="688657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1758A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758AC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290" name="path-290">
            <a:extLst xmlns:a="http://schemas.openxmlformats.org/drawingml/2006/main">
              <a:ext uri="{FF2B5EF4-FFF2-40B4-BE49-F238E27FC236}">
                <a16:creationId xmlns:a16="http://schemas.microsoft.com/office/drawing/2014/main" id="{BF20C434-1ED6-4C8E-8A99-C19B9BF8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925" y="6457950"/>
            <a:ext cx="523875" cy="409575"/>
          </a:xfrm>
          <a:custGeom xmlns:a="http://schemas.openxmlformats.org/drawingml/2006/main">
            <a:pathLst>
              <a:path w="523875" h="409575">
                <a:moveTo>
                  <a:pt x="0" y="0"/>
                </a:moveTo>
                <a:lnTo>
                  <a:pt x="523875" y="4095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91" name="path-291">
            <a:extLst xmlns:a="http://schemas.openxmlformats.org/drawingml/2006/main">
              <a:ext uri="{FF2B5EF4-FFF2-40B4-BE49-F238E27FC236}">
                <a16:creationId xmlns:a16="http://schemas.microsoft.com/office/drawing/2014/main" id="{B71F3E91-E6FA-4AF2-BF90-1B21D7DF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9935" y="6808300"/>
            <a:ext cx="64865" cy="59225"/>
          </a:xfrm>
          <a:custGeom xmlns:a="http://schemas.openxmlformats.org/drawingml/2006/main">
            <a:pathLst>
              <a:path w="64865" h="59225">
                <a:moveTo>
                  <a:pt x="64865" y="59225"/>
                </a:moveTo>
                <a:lnTo>
                  <a:pt x="0" y="43794"/>
                </a:lnTo>
                <a:lnTo>
                  <a:pt x="34239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292" name="SEC-088-292">
            <a:extLst xmlns:a="http://schemas.openxmlformats.org/drawingml/2006/main">
              <a:ext uri="{FF2B5EF4-FFF2-40B4-BE49-F238E27FC236}">
                <a16:creationId xmlns:a16="http://schemas.microsoft.com/office/drawing/2014/main" id="{0965E012-8DDD-4F32-82C4-12BC9F23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16200" y="6886575"/>
            <a:ext cx="4572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8888"/>
            </a:solidFill>
          </a:ln>
        </p:spPr>
      </p:sp>
      <p:sp>
        <p:nvSpPr>
          <p:cNvPr id="293" name="SEC-088-293">
            <a:extLst xmlns:a="http://schemas.openxmlformats.org/drawingml/2006/main">
              <a:ext uri="{FF2B5EF4-FFF2-40B4-BE49-F238E27FC236}">
                <a16:creationId xmlns:a16="http://schemas.microsoft.com/office/drawing/2014/main" id="{5922223C-4E7E-42FF-A9E9-BC280BD1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16200" y="68865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","</a:t>
            </a:r>
          </a:p>
        </p:txBody>
      </p:sp>
      <p:sp>
        <p:nvSpPr>
          <p:cNvPr id="294" name="path-294">
            <a:extLst xmlns:a="http://schemas.openxmlformats.org/drawingml/2006/main">
              <a:ext uri="{FF2B5EF4-FFF2-40B4-BE49-F238E27FC236}">
                <a16:creationId xmlns:a16="http://schemas.microsoft.com/office/drawing/2014/main" id="{8D2C6698-4D7A-4DA6-B1C6-7EF69B06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925" y="6457950"/>
            <a:ext cx="1071563" cy="409575"/>
          </a:xfrm>
          <a:custGeom xmlns:a="http://schemas.openxmlformats.org/drawingml/2006/main">
            <a:pathLst>
              <a:path w="1071563" h="409575">
                <a:moveTo>
                  <a:pt x="0" y="0"/>
                </a:moveTo>
                <a:lnTo>
                  <a:pt x="1071563" y="4095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95" name="path-295">
            <a:extLst xmlns:a="http://schemas.openxmlformats.org/drawingml/2006/main">
              <a:ext uri="{FF2B5EF4-FFF2-40B4-BE49-F238E27FC236}">
                <a16:creationId xmlns:a16="http://schemas.microsoft.com/office/drawing/2014/main" id="{C5B49D2A-10D9-4CD6-8082-BBA841F6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5953" y="6819924"/>
            <a:ext cx="66535" cy="51926"/>
          </a:xfrm>
          <a:custGeom xmlns:a="http://schemas.openxmlformats.org/drawingml/2006/main">
            <a:pathLst>
              <a:path w="66535" h="51926">
                <a:moveTo>
                  <a:pt x="66535" y="47601"/>
                </a:moveTo>
                <a:lnTo>
                  <a:pt x="0" y="51926"/>
                </a:lnTo>
                <a:lnTo>
                  <a:pt x="19847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296" name="SEC-088-296">
            <a:extLst xmlns:a="http://schemas.openxmlformats.org/drawingml/2006/main">
              <a:ext uri="{FF2B5EF4-FFF2-40B4-BE49-F238E27FC236}">
                <a16:creationId xmlns:a16="http://schemas.microsoft.com/office/drawing/2014/main" id="{546C8070-1626-4E18-813C-B5048F70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49600" y="6886575"/>
            <a:ext cx="485775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8888"/>
            </a:solidFill>
          </a:ln>
        </p:spPr>
      </p:sp>
      <p:sp>
        <p:nvSpPr>
          <p:cNvPr id="297" name="SEC-088-297">
            <a:extLst xmlns:a="http://schemas.openxmlformats.org/drawingml/2006/main">
              <a:ext uri="{FF2B5EF4-FFF2-40B4-BE49-F238E27FC236}">
                <a16:creationId xmlns:a16="http://schemas.microsoft.com/office/drawing/2014/main" id="{CF53A13F-9827-4FBF-8D6A-DE5E2263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49600" y="6886575"/>
            <a:ext cx="485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298" name="path-298">
            <a:extLst xmlns:a="http://schemas.openxmlformats.org/drawingml/2006/main">
              <a:ext uri="{FF2B5EF4-FFF2-40B4-BE49-F238E27FC236}">
                <a16:creationId xmlns:a16="http://schemas.microsoft.com/office/drawing/2014/main" id="{F54D7E5B-CD56-4064-A8B8-DAC66992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925" y="6457950"/>
            <a:ext cx="1614488" cy="409575"/>
          </a:xfrm>
          <a:custGeom xmlns:a="http://schemas.openxmlformats.org/drawingml/2006/main">
            <a:pathLst>
              <a:path w="1614488" h="409575">
                <a:moveTo>
                  <a:pt x="0" y="0"/>
                </a:moveTo>
                <a:lnTo>
                  <a:pt x="1614488" y="4095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99" name="path-299">
            <a:extLst xmlns:a="http://schemas.openxmlformats.org/drawingml/2006/main">
              <a:ext uri="{FF2B5EF4-FFF2-40B4-BE49-F238E27FC236}">
                <a16:creationId xmlns:a16="http://schemas.microsoft.com/office/drawing/2014/main" id="{8FC0AC9F-0AA9-4041-97C6-0F13EC89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9833" y="6825681"/>
            <a:ext cx="65579" cy="53883"/>
          </a:xfrm>
          <a:custGeom xmlns:a="http://schemas.openxmlformats.org/drawingml/2006/main">
            <a:pathLst>
              <a:path w="65579" h="53883">
                <a:moveTo>
                  <a:pt x="65579" y="41844"/>
                </a:moveTo>
                <a:lnTo>
                  <a:pt x="0" y="53883"/>
                </a:lnTo>
                <a:lnTo>
                  <a:pt x="13669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300" name="SEC-088-300">
            <a:extLst xmlns:a="http://schemas.openxmlformats.org/drawingml/2006/main">
              <a:ext uri="{FF2B5EF4-FFF2-40B4-BE49-F238E27FC236}">
                <a16:creationId xmlns:a16="http://schemas.microsoft.com/office/drawing/2014/main" id="{F4272941-0920-4FD5-B276-F1554296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02050" y="6886575"/>
            <a:ext cx="466725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8888"/>
            </a:solidFill>
          </a:ln>
        </p:spPr>
      </p:sp>
      <p:sp>
        <p:nvSpPr>
          <p:cNvPr id="301" name="SEC-088-301">
            <a:extLst xmlns:a="http://schemas.openxmlformats.org/drawingml/2006/main">
              <a:ext uri="{FF2B5EF4-FFF2-40B4-BE49-F238E27FC236}">
                <a16:creationId xmlns:a16="http://schemas.microsoft.com/office/drawing/2014/main" id="{A34ADD8E-88B6-4AC2-B632-0047BD8F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02050" y="6886575"/>
            <a:ext cx="466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")"</a:t>
            </a:r>
          </a:p>
        </p:txBody>
      </p:sp>
      <p:sp>
        <p:nvSpPr>
          <p:cNvPr id="302" name="path-302">
            <a:extLst xmlns:a="http://schemas.openxmlformats.org/drawingml/2006/main">
              <a:ext uri="{FF2B5EF4-FFF2-40B4-BE49-F238E27FC236}">
                <a16:creationId xmlns:a16="http://schemas.microsoft.com/office/drawing/2014/main" id="{EF09CF7D-E2CA-4E6E-B3AD-C37F4676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7105650"/>
            <a:ext cx="285750" cy="247650"/>
          </a:xfrm>
          <a:custGeom xmlns:a="http://schemas.openxmlformats.org/drawingml/2006/main">
            <a:pathLst>
              <a:path w="285750" h="247650">
                <a:moveTo>
                  <a:pt x="142875" y="0"/>
                </a:moveTo>
                <a:lnTo>
                  <a:pt x="285750" y="123825"/>
                </a:lnTo>
                <a:lnTo>
                  <a:pt x="142875" y="247650"/>
                </a:ln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0E56BB"/>
          </a:solidFill>
          <a:ln xmlns:a="http://schemas.openxmlformats.org/drawingml/2006/main" w="9525">
            <a:solidFill>
              <a:srgbClr val="456391"/>
            </a:solidFill>
          </a:ln>
        </p:spPr>
      </p:sp>
      <p:sp>
        <p:nvSpPr>
          <p:cNvPr id="303" name="path-303">
            <a:extLst xmlns:a="http://schemas.openxmlformats.org/drawingml/2006/main">
              <a:ext uri="{FF2B5EF4-FFF2-40B4-BE49-F238E27FC236}">
                <a16:creationId xmlns:a16="http://schemas.microsoft.com/office/drawing/2014/main" id="{0637C558-3DB5-491C-9AEB-028885C7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483" y="1924050"/>
            <a:ext cx="3553292" cy="2924175"/>
          </a:xfrm>
          <a:custGeom xmlns:a="http://schemas.openxmlformats.org/drawingml/2006/main">
            <a:pathLst>
              <a:path w="3553292" h="2924175">
                <a:moveTo>
                  <a:pt x="9992" y="0"/>
                </a:moveTo>
                <a:lnTo>
                  <a:pt x="0" y="86205"/>
                </a:lnTo>
                <a:lnTo>
                  <a:pt x="3852" y="169215"/>
                </a:lnTo>
                <a:lnTo>
                  <a:pt x="20853" y="249231"/>
                </a:lnTo>
                <a:lnTo>
                  <a:pt x="50311" y="326450"/>
                </a:lnTo>
                <a:lnTo>
                  <a:pt x="91531" y="401073"/>
                </a:lnTo>
                <a:lnTo>
                  <a:pt x="143819" y="473298"/>
                </a:lnTo>
                <a:lnTo>
                  <a:pt x="206482" y="543325"/>
                </a:lnTo>
                <a:lnTo>
                  <a:pt x="278825" y="611353"/>
                </a:lnTo>
                <a:lnTo>
                  <a:pt x="360156" y="677580"/>
                </a:lnTo>
                <a:lnTo>
                  <a:pt x="449779" y="742206"/>
                </a:lnTo>
                <a:lnTo>
                  <a:pt x="547001" y="805430"/>
                </a:lnTo>
                <a:lnTo>
                  <a:pt x="651129" y="867451"/>
                </a:lnTo>
                <a:lnTo>
                  <a:pt x="761468" y="928469"/>
                </a:lnTo>
                <a:lnTo>
                  <a:pt x="877325" y="988682"/>
                </a:lnTo>
                <a:lnTo>
                  <a:pt x="998006" y="1048290"/>
                </a:lnTo>
                <a:lnTo>
                  <a:pt x="1122817" y="1107491"/>
                </a:lnTo>
                <a:lnTo>
                  <a:pt x="1251064" y="1166485"/>
                </a:lnTo>
                <a:lnTo>
                  <a:pt x="1382053" y="1225471"/>
                </a:lnTo>
                <a:lnTo>
                  <a:pt x="1515090" y="1284648"/>
                </a:lnTo>
                <a:lnTo>
                  <a:pt x="1649482" y="1344216"/>
                </a:lnTo>
                <a:lnTo>
                  <a:pt x="1784536" y="1404372"/>
                </a:lnTo>
                <a:lnTo>
                  <a:pt x="1919556" y="1465318"/>
                </a:lnTo>
                <a:lnTo>
                  <a:pt x="2053849" y="1527251"/>
                </a:lnTo>
                <a:lnTo>
                  <a:pt x="2186721" y="1590370"/>
                </a:lnTo>
                <a:lnTo>
                  <a:pt x="2317479" y="1654876"/>
                </a:lnTo>
                <a:lnTo>
                  <a:pt x="2445428" y="1720966"/>
                </a:lnTo>
                <a:lnTo>
                  <a:pt x="2569876" y="1788841"/>
                </a:lnTo>
                <a:lnTo>
                  <a:pt x="2690127" y="1858699"/>
                </a:lnTo>
                <a:lnTo>
                  <a:pt x="2805488" y="1930739"/>
                </a:lnTo>
                <a:lnTo>
                  <a:pt x="2915266" y="2005161"/>
                </a:lnTo>
                <a:lnTo>
                  <a:pt x="3018766" y="2082164"/>
                </a:lnTo>
                <a:lnTo>
                  <a:pt x="3115294" y="2161946"/>
                </a:lnTo>
                <a:lnTo>
                  <a:pt x="3204158" y="2244708"/>
                </a:lnTo>
                <a:lnTo>
                  <a:pt x="3284662" y="2330647"/>
                </a:lnTo>
                <a:lnTo>
                  <a:pt x="3356113" y="2419964"/>
                </a:lnTo>
                <a:lnTo>
                  <a:pt x="3417818" y="2512857"/>
                </a:lnTo>
                <a:lnTo>
                  <a:pt x="3469082" y="2609525"/>
                </a:lnTo>
                <a:lnTo>
                  <a:pt x="3509211" y="2710168"/>
                </a:lnTo>
                <a:lnTo>
                  <a:pt x="3537513" y="2814985"/>
                </a:lnTo>
                <a:lnTo>
                  <a:pt x="3553292" y="29241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04" name="path-304">
            <a:extLst xmlns:a="http://schemas.openxmlformats.org/drawingml/2006/main">
              <a:ext uri="{FF2B5EF4-FFF2-40B4-BE49-F238E27FC236}">
                <a16:creationId xmlns:a16="http://schemas.microsoft.com/office/drawing/2014/main" id="{5608B66A-9AD9-4A28-85F3-0021B7A5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1598" y="4784267"/>
            <a:ext cx="55018" cy="63958"/>
          </a:xfrm>
          <a:custGeom xmlns:a="http://schemas.openxmlformats.org/drawingml/2006/main">
            <a:pathLst>
              <a:path w="55018" h="63958">
                <a:moveTo>
                  <a:pt x="36177" y="63958"/>
                </a:moveTo>
                <a:lnTo>
                  <a:pt x="0" y="7951"/>
                </a:lnTo>
                <a:lnTo>
                  <a:pt x="55018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305" name="path-305">
            <a:extLst xmlns:a="http://schemas.openxmlformats.org/drawingml/2006/main">
              <a:ext uri="{FF2B5EF4-FFF2-40B4-BE49-F238E27FC236}">
                <a16:creationId xmlns:a16="http://schemas.microsoft.com/office/drawing/2014/main" id="{100F8605-1CCC-4240-85F0-3940AD34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924050"/>
            <a:ext cx="10420350" cy="2924175"/>
          </a:xfrm>
          <a:custGeom xmlns:a="http://schemas.openxmlformats.org/drawingml/2006/main">
            <a:pathLst>
              <a:path w="10420350" h="2924175">
                <a:moveTo>
                  <a:pt x="0" y="0"/>
                </a:moveTo>
                <a:lnTo>
                  <a:pt x="52576" y="36874"/>
                </a:lnTo>
                <a:lnTo>
                  <a:pt x="130926" y="71964"/>
                </a:lnTo>
                <a:lnTo>
                  <a:pt x="233858" y="105557"/>
                </a:lnTo>
                <a:lnTo>
                  <a:pt x="360178" y="137941"/>
                </a:lnTo>
                <a:lnTo>
                  <a:pt x="508695" y="169404"/>
                </a:lnTo>
                <a:lnTo>
                  <a:pt x="678213" y="200232"/>
                </a:lnTo>
                <a:lnTo>
                  <a:pt x="867542" y="230714"/>
                </a:lnTo>
                <a:lnTo>
                  <a:pt x="1075487" y="261137"/>
                </a:lnTo>
                <a:lnTo>
                  <a:pt x="1300855" y="291789"/>
                </a:lnTo>
                <a:lnTo>
                  <a:pt x="1542455" y="322957"/>
                </a:lnTo>
                <a:lnTo>
                  <a:pt x="1799092" y="354929"/>
                </a:lnTo>
                <a:lnTo>
                  <a:pt x="2069573" y="387991"/>
                </a:lnTo>
                <a:lnTo>
                  <a:pt x="2352706" y="422433"/>
                </a:lnTo>
                <a:lnTo>
                  <a:pt x="2647298" y="458541"/>
                </a:lnTo>
                <a:lnTo>
                  <a:pt x="2952155" y="496602"/>
                </a:lnTo>
                <a:lnTo>
                  <a:pt x="3266084" y="536905"/>
                </a:lnTo>
                <a:lnTo>
                  <a:pt x="3587894" y="579737"/>
                </a:lnTo>
                <a:lnTo>
                  <a:pt x="3916389" y="625385"/>
                </a:lnTo>
                <a:lnTo>
                  <a:pt x="4250379" y="674138"/>
                </a:lnTo>
                <a:lnTo>
                  <a:pt x="4588669" y="726281"/>
                </a:lnTo>
                <a:lnTo>
                  <a:pt x="4930066" y="782104"/>
                </a:lnTo>
                <a:lnTo>
                  <a:pt x="5273378" y="841893"/>
                </a:lnTo>
                <a:lnTo>
                  <a:pt x="5617412" y="905937"/>
                </a:lnTo>
                <a:lnTo>
                  <a:pt x="5960974" y="974522"/>
                </a:lnTo>
                <a:lnTo>
                  <a:pt x="6302871" y="1047936"/>
                </a:lnTo>
                <a:lnTo>
                  <a:pt x="6641911" y="1126467"/>
                </a:lnTo>
                <a:lnTo>
                  <a:pt x="6976901" y="1210402"/>
                </a:lnTo>
                <a:lnTo>
                  <a:pt x="7306647" y="1300029"/>
                </a:lnTo>
                <a:lnTo>
                  <a:pt x="7629956" y="1395635"/>
                </a:lnTo>
                <a:lnTo>
                  <a:pt x="7945636" y="1497509"/>
                </a:lnTo>
                <a:lnTo>
                  <a:pt x="8252493" y="1605936"/>
                </a:lnTo>
                <a:lnTo>
                  <a:pt x="8549335" y="1721206"/>
                </a:lnTo>
                <a:lnTo>
                  <a:pt x="8834969" y="1843605"/>
                </a:lnTo>
                <a:lnTo>
                  <a:pt x="9108200" y="1973420"/>
                </a:lnTo>
                <a:lnTo>
                  <a:pt x="9367838" y="2110941"/>
                </a:lnTo>
                <a:lnTo>
                  <a:pt x="9612687" y="2256453"/>
                </a:lnTo>
                <a:lnTo>
                  <a:pt x="9841556" y="2410246"/>
                </a:lnTo>
                <a:lnTo>
                  <a:pt x="10053252" y="2572605"/>
                </a:lnTo>
                <a:lnTo>
                  <a:pt x="10246581" y="2743819"/>
                </a:lnTo>
                <a:lnTo>
                  <a:pt x="10420350" y="29241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06" name="path-306">
            <a:extLst xmlns:a="http://schemas.openxmlformats.org/drawingml/2006/main">
              <a:ext uri="{FF2B5EF4-FFF2-40B4-BE49-F238E27FC236}">
                <a16:creationId xmlns:a16="http://schemas.microsoft.com/office/drawing/2014/main" id="{32D8CEFE-5DAA-444C-8952-394207C3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1909" y="4785296"/>
            <a:ext cx="62066" cy="62929"/>
          </a:xfrm>
          <a:custGeom xmlns:a="http://schemas.openxmlformats.org/drawingml/2006/main">
            <a:pathLst>
              <a:path w="62066" h="62929">
                <a:moveTo>
                  <a:pt x="62066" y="62929"/>
                </a:moveTo>
                <a:lnTo>
                  <a:pt x="0" y="38570"/>
                </a:lnTo>
                <a:lnTo>
                  <a:pt x="40032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307" name="path-307">
            <a:extLst xmlns:a="http://schemas.openxmlformats.org/drawingml/2006/main">
              <a:ext uri="{FF2B5EF4-FFF2-40B4-BE49-F238E27FC236}">
                <a16:creationId xmlns:a16="http://schemas.microsoft.com/office/drawing/2014/main" id="{70CEAC95-89C3-465E-8A20-E304AA2F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219450"/>
            <a:ext cx="7696200" cy="1628775"/>
          </a:xfrm>
          <a:custGeom xmlns:a="http://schemas.openxmlformats.org/drawingml/2006/main">
            <a:pathLst>
              <a:path w="7696200" h="1628775">
                <a:moveTo>
                  <a:pt x="0" y="1628775"/>
                </a:moveTo>
                <a:lnTo>
                  <a:pt x="13546" y="1470631"/>
                </a:lnTo>
                <a:lnTo>
                  <a:pt x="51929" y="1320529"/>
                </a:lnTo>
                <a:lnTo>
                  <a:pt x="113914" y="1178475"/>
                </a:lnTo>
                <a:lnTo>
                  <a:pt x="198263" y="1044473"/>
                </a:lnTo>
                <a:lnTo>
                  <a:pt x="303740" y="918530"/>
                </a:lnTo>
                <a:lnTo>
                  <a:pt x="429107" y="800650"/>
                </a:lnTo>
                <a:lnTo>
                  <a:pt x="573129" y="690839"/>
                </a:lnTo>
                <a:lnTo>
                  <a:pt x="734568" y="589102"/>
                </a:lnTo>
                <a:lnTo>
                  <a:pt x="912188" y="495445"/>
                </a:lnTo>
                <a:lnTo>
                  <a:pt x="1104751" y="409873"/>
                </a:lnTo>
                <a:lnTo>
                  <a:pt x="1311022" y="332391"/>
                </a:lnTo>
                <a:lnTo>
                  <a:pt x="1529763" y="263004"/>
                </a:lnTo>
                <a:lnTo>
                  <a:pt x="1759737" y="201719"/>
                </a:lnTo>
                <a:lnTo>
                  <a:pt x="1999708" y="148540"/>
                </a:lnTo>
                <a:lnTo>
                  <a:pt x="2248440" y="103473"/>
                </a:lnTo>
                <a:lnTo>
                  <a:pt x="2504694" y="66523"/>
                </a:lnTo>
                <a:lnTo>
                  <a:pt x="2767235" y="37695"/>
                </a:lnTo>
                <a:lnTo>
                  <a:pt x="3034826" y="16995"/>
                </a:lnTo>
                <a:lnTo>
                  <a:pt x="3306229" y="4428"/>
                </a:lnTo>
                <a:lnTo>
                  <a:pt x="3580209" y="0"/>
                </a:lnTo>
                <a:lnTo>
                  <a:pt x="3855529" y="3716"/>
                </a:lnTo>
                <a:lnTo>
                  <a:pt x="4130951" y="15581"/>
                </a:lnTo>
                <a:lnTo>
                  <a:pt x="4405239" y="35600"/>
                </a:lnTo>
                <a:lnTo>
                  <a:pt x="4677156" y="63779"/>
                </a:lnTo>
                <a:lnTo>
                  <a:pt x="4945466" y="100124"/>
                </a:lnTo>
                <a:lnTo>
                  <a:pt x="5208931" y="144640"/>
                </a:lnTo>
                <a:lnTo>
                  <a:pt x="5466315" y="197331"/>
                </a:lnTo>
                <a:lnTo>
                  <a:pt x="5716381" y="258204"/>
                </a:lnTo>
                <a:lnTo>
                  <a:pt x="5957893" y="327263"/>
                </a:lnTo>
                <a:lnTo>
                  <a:pt x="6189613" y="404515"/>
                </a:lnTo>
                <a:lnTo>
                  <a:pt x="6410305" y="489964"/>
                </a:lnTo>
                <a:lnTo>
                  <a:pt x="6618732" y="583616"/>
                </a:lnTo>
                <a:lnTo>
                  <a:pt x="6813657" y="685476"/>
                </a:lnTo>
                <a:lnTo>
                  <a:pt x="6993844" y="795549"/>
                </a:lnTo>
                <a:lnTo>
                  <a:pt x="7158056" y="913842"/>
                </a:lnTo>
                <a:lnTo>
                  <a:pt x="7305056" y="1040359"/>
                </a:lnTo>
                <a:lnTo>
                  <a:pt x="7433607" y="1175105"/>
                </a:lnTo>
                <a:lnTo>
                  <a:pt x="7542472" y="1318086"/>
                </a:lnTo>
                <a:lnTo>
                  <a:pt x="7630416" y="1469308"/>
                </a:lnTo>
                <a:lnTo>
                  <a:pt x="7696200" y="16287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08" name="path-308">
            <a:extLst xmlns:a="http://schemas.openxmlformats.org/drawingml/2006/main">
              <a:ext uri="{FF2B5EF4-FFF2-40B4-BE49-F238E27FC236}">
                <a16:creationId xmlns:a16="http://schemas.microsoft.com/office/drawing/2014/main" id="{4D509749-069B-4234-ABB1-CC432EB3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5169" y="4781600"/>
            <a:ext cx="51389" cy="66625"/>
          </a:xfrm>
          <a:custGeom xmlns:a="http://schemas.openxmlformats.org/drawingml/2006/main">
            <a:pathLst>
              <a:path w="51389" h="66625">
                <a:moveTo>
                  <a:pt x="48806" y="66625"/>
                </a:moveTo>
                <a:lnTo>
                  <a:pt x="0" y="21199"/>
                </a:lnTo>
                <a:lnTo>
                  <a:pt x="51389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309" name="path-309">
            <a:extLst xmlns:a="http://schemas.openxmlformats.org/drawingml/2006/main">
              <a:ext uri="{FF2B5EF4-FFF2-40B4-BE49-F238E27FC236}">
                <a16:creationId xmlns:a16="http://schemas.microsoft.com/office/drawing/2014/main" id="{F21EFB65-74E6-4A54-8803-695D1DC9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440906"/>
            <a:ext cx="5181600" cy="1407319"/>
          </a:xfrm>
          <a:custGeom xmlns:a="http://schemas.openxmlformats.org/drawingml/2006/main">
            <a:pathLst>
              <a:path w="5181600" h="1407319">
                <a:moveTo>
                  <a:pt x="0" y="1407319"/>
                </a:moveTo>
                <a:lnTo>
                  <a:pt x="78839" y="1264812"/>
                </a:lnTo>
                <a:lnTo>
                  <a:pt x="165086" y="1130156"/>
                </a:lnTo>
                <a:lnTo>
                  <a:pt x="258360" y="1003308"/>
                </a:lnTo>
                <a:lnTo>
                  <a:pt x="358283" y="884225"/>
                </a:lnTo>
                <a:lnTo>
                  <a:pt x="464474" y="772864"/>
                </a:lnTo>
                <a:lnTo>
                  <a:pt x="576554" y="669184"/>
                </a:lnTo>
                <a:lnTo>
                  <a:pt x="694144" y="573139"/>
                </a:lnTo>
                <a:lnTo>
                  <a:pt x="816864" y="484689"/>
                </a:lnTo>
                <a:lnTo>
                  <a:pt x="944335" y="403790"/>
                </a:lnTo>
                <a:lnTo>
                  <a:pt x="1076176" y="330398"/>
                </a:lnTo>
                <a:lnTo>
                  <a:pt x="1212009" y="264472"/>
                </a:lnTo>
                <a:lnTo>
                  <a:pt x="1351455" y="205969"/>
                </a:lnTo>
                <a:lnTo>
                  <a:pt x="1494132" y="154844"/>
                </a:lnTo>
                <a:lnTo>
                  <a:pt x="1639663" y="111057"/>
                </a:lnTo>
                <a:lnTo>
                  <a:pt x="1787668" y="74563"/>
                </a:lnTo>
                <a:lnTo>
                  <a:pt x="1937766" y="45320"/>
                </a:lnTo>
                <a:lnTo>
                  <a:pt x="2089579" y="23285"/>
                </a:lnTo>
                <a:lnTo>
                  <a:pt x="2242727" y="8415"/>
                </a:lnTo>
                <a:lnTo>
                  <a:pt x="2396830" y="668"/>
                </a:lnTo>
                <a:lnTo>
                  <a:pt x="2551509" y="0"/>
                </a:lnTo>
                <a:lnTo>
                  <a:pt x="2706385" y="6369"/>
                </a:lnTo>
                <a:lnTo>
                  <a:pt x="2861078" y="19731"/>
                </a:lnTo>
                <a:lnTo>
                  <a:pt x="3015208" y="40044"/>
                </a:lnTo>
                <a:lnTo>
                  <a:pt x="3168396" y="67266"/>
                </a:lnTo>
                <a:lnTo>
                  <a:pt x="3320262" y="101352"/>
                </a:lnTo>
                <a:lnTo>
                  <a:pt x="3470428" y="142261"/>
                </a:lnTo>
                <a:lnTo>
                  <a:pt x="3618513" y="189949"/>
                </a:lnTo>
                <a:lnTo>
                  <a:pt x="3764137" y="244373"/>
                </a:lnTo>
                <a:lnTo>
                  <a:pt x="3906922" y="305492"/>
                </a:lnTo>
                <a:lnTo>
                  <a:pt x="4046488" y="373261"/>
                </a:lnTo>
                <a:lnTo>
                  <a:pt x="4182455" y="447638"/>
                </a:lnTo>
                <a:lnTo>
                  <a:pt x="4314444" y="528580"/>
                </a:lnTo>
                <a:lnTo>
                  <a:pt x="4442075" y="616045"/>
                </a:lnTo>
                <a:lnTo>
                  <a:pt x="4564969" y="709989"/>
                </a:lnTo>
                <a:lnTo>
                  <a:pt x="4682747" y="810369"/>
                </a:lnTo>
                <a:lnTo>
                  <a:pt x="4795028" y="917143"/>
                </a:lnTo>
                <a:lnTo>
                  <a:pt x="4901433" y="1030268"/>
                </a:lnTo>
                <a:lnTo>
                  <a:pt x="5001583" y="1149701"/>
                </a:lnTo>
                <a:lnTo>
                  <a:pt x="5095099" y="1275399"/>
                </a:lnTo>
                <a:lnTo>
                  <a:pt x="5181600" y="1407319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10" name="path-310">
            <a:extLst xmlns:a="http://schemas.openxmlformats.org/drawingml/2006/main">
              <a:ext uri="{FF2B5EF4-FFF2-40B4-BE49-F238E27FC236}">
                <a16:creationId xmlns:a16="http://schemas.microsoft.com/office/drawing/2014/main" id="{49E0B502-D6FB-4DF5-B9EB-69A3E9AC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7499" y="4782302"/>
            <a:ext cx="56476" cy="65923"/>
          </a:xfrm>
          <a:custGeom xmlns:a="http://schemas.openxmlformats.org/drawingml/2006/main">
            <a:pathLst>
              <a:path w="56476" h="65923">
                <a:moveTo>
                  <a:pt x="56476" y="65923"/>
                </a:moveTo>
                <a:lnTo>
                  <a:pt x="0" y="30482"/>
                </a:lnTo>
                <a:lnTo>
                  <a:pt x="46487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311" name="path-311">
            <a:extLst xmlns:a="http://schemas.openxmlformats.org/drawingml/2006/main">
              <a:ext uri="{FF2B5EF4-FFF2-40B4-BE49-F238E27FC236}">
                <a16:creationId xmlns:a16="http://schemas.microsoft.com/office/drawing/2014/main" id="{FB679ABC-9428-4E1A-B9D9-6B7E1B24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708797"/>
            <a:ext cx="2705100" cy="1139428"/>
          </a:xfrm>
          <a:custGeom xmlns:a="http://schemas.openxmlformats.org/drawingml/2006/main">
            <a:pathLst>
              <a:path w="2705100" h="1139428">
                <a:moveTo>
                  <a:pt x="0" y="1139428"/>
                </a:moveTo>
                <a:lnTo>
                  <a:pt x="33318" y="1026680"/>
                </a:lnTo>
                <a:lnTo>
                  <a:pt x="68950" y="919883"/>
                </a:lnTo>
                <a:lnTo>
                  <a:pt x="106852" y="819024"/>
                </a:lnTo>
                <a:lnTo>
                  <a:pt x="146980" y="724091"/>
                </a:lnTo>
                <a:lnTo>
                  <a:pt x="189291" y="635068"/>
                </a:lnTo>
                <a:lnTo>
                  <a:pt x="233740" y="551944"/>
                </a:lnTo>
                <a:lnTo>
                  <a:pt x="280284" y="474704"/>
                </a:lnTo>
                <a:lnTo>
                  <a:pt x="328879" y="403336"/>
                </a:lnTo>
                <a:lnTo>
                  <a:pt x="379482" y="337826"/>
                </a:lnTo>
                <a:lnTo>
                  <a:pt x="432048" y="278160"/>
                </a:lnTo>
                <a:lnTo>
                  <a:pt x="486534" y="224325"/>
                </a:lnTo>
                <a:lnTo>
                  <a:pt x="542896" y="176308"/>
                </a:lnTo>
                <a:lnTo>
                  <a:pt x="601091" y="134095"/>
                </a:lnTo>
                <a:lnTo>
                  <a:pt x="661074" y="97673"/>
                </a:lnTo>
                <a:lnTo>
                  <a:pt x="722802" y="67028"/>
                </a:lnTo>
                <a:lnTo>
                  <a:pt x="786232" y="42148"/>
                </a:lnTo>
                <a:lnTo>
                  <a:pt x="851318" y="23019"/>
                </a:lnTo>
                <a:lnTo>
                  <a:pt x="918018" y="9626"/>
                </a:lnTo>
                <a:lnTo>
                  <a:pt x="986288" y="1958"/>
                </a:lnTo>
                <a:lnTo>
                  <a:pt x="1056084" y="0"/>
                </a:lnTo>
                <a:lnTo>
                  <a:pt x="1127363" y="3739"/>
                </a:lnTo>
                <a:lnTo>
                  <a:pt x="1200080" y="13162"/>
                </a:lnTo>
                <a:lnTo>
                  <a:pt x="1274192" y="28256"/>
                </a:lnTo>
                <a:lnTo>
                  <a:pt x="1349654" y="49006"/>
                </a:lnTo>
                <a:lnTo>
                  <a:pt x="1426425" y="75400"/>
                </a:lnTo>
                <a:lnTo>
                  <a:pt x="1504458" y="107424"/>
                </a:lnTo>
                <a:lnTo>
                  <a:pt x="1583712" y="145065"/>
                </a:lnTo>
                <a:lnTo>
                  <a:pt x="1664141" y="188309"/>
                </a:lnTo>
                <a:lnTo>
                  <a:pt x="1745703" y="237143"/>
                </a:lnTo>
                <a:lnTo>
                  <a:pt x="1828354" y="291554"/>
                </a:lnTo>
                <a:lnTo>
                  <a:pt x="1912049" y="351528"/>
                </a:lnTo>
                <a:lnTo>
                  <a:pt x="1996745" y="417052"/>
                </a:lnTo>
                <a:lnTo>
                  <a:pt x="2082398" y="488112"/>
                </a:lnTo>
                <a:lnTo>
                  <a:pt x="2168965" y="564696"/>
                </a:lnTo>
                <a:lnTo>
                  <a:pt x="2256402" y="646788"/>
                </a:lnTo>
                <a:lnTo>
                  <a:pt x="2344664" y="734378"/>
                </a:lnTo>
                <a:lnTo>
                  <a:pt x="2433709" y="827449"/>
                </a:lnTo>
                <a:lnTo>
                  <a:pt x="2523493" y="925991"/>
                </a:lnTo>
                <a:lnTo>
                  <a:pt x="2613971" y="1029988"/>
                </a:lnTo>
                <a:lnTo>
                  <a:pt x="2705100" y="113942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12" name="path-312">
            <a:extLst xmlns:a="http://schemas.openxmlformats.org/drawingml/2006/main">
              <a:ext uri="{FF2B5EF4-FFF2-40B4-BE49-F238E27FC236}">
                <a16:creationId xmlns:a16="http://schemas.microsoft.com/office/drawing/2014/main" id="{1FE0D9E9-12E4-41FD-A3EA-F1A9EB6C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3835" y="4783866"/>
            <a:ext cx="60140" cy="64359"/>
          </a:xfrm>
          <a:custGeom xmlns:a="http://schemas.openxmlformats.org/drawingml/2006/main">
            <a:pathLst>
              <a:path w="60140" h="64359">
                <a:moveTo>
                  <a:pt x="60140" y="64359"/>
                </a:moveTo>
                <a:lnTo>
                  <a:pt x="0" y="35571"/>
                </a:lnTo>
                <a:lnTo>
                  <a:pt x="42719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solidFill>
              <a:srgbClr val="808080"/>
            </a:solidFill>
          </a:ln>
        </p:spPr>
      </p:sp>
      <p:sp>
        <p:nvSpPr>
          <p:cNvPr id="313" name="SEC-088-313">
            <a:extLst xmlns:a="http://schemas.openxmlformats.org/drawingml/2006/main">
              <a:ext uri="{FF2B5EF4-FFF2-40B4-BE49-F238E27FC236}">
                <a16:creationId xmlns:a16="http://schemas.microsoft.com/office/drawing/2014/main" id="{62355FD4-B261-4D7D-99A1-2A6DAC6F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725" y="4429125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4" name="SEC-088-314">
            <a:extLst xmlns:a="http://schemas.openxmlformats.org/drawingml/2006/main">
              <a:ext uri="{FF2B5EF4-FFF2-40B4-BE49-F238E27FC236}">
                <a16:creationId xmlns:a16="http://schemas.microsoft.com/office/drawing/2014/main" id="{11823C47-D530-494C-8658-1B6CC006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725" y="44291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L5: IF_STMT</a:t>
            </a:r>
          </a:p>
        </p:txBody>
      </p:sp>
      <p:sp>
        <p:nvSpPr>
          <p:cNvPr id="315" name="SEC-088-315">
            <a:extLst xmlns:a="http://schemas.openxmlformats.org/drawingml/2006/main">
              <a:ext uri="{FF2B5EF4-FFF2-40B4-BE49-F238E27FC236}">
                <a16:creationId xmlns:a16="http://schemas.microsoft.com/office/drawing/2014/main" id="{EDC7DA9E-B9C1-4C92-9910-AF8A2EDE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0" y="4429125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6" name="SEC-088-316">
            <a:extLst xmlns:a="http://schemas.openxmlformats.org/drawingml/2006/main">
              <a:ext uri="{FF2B5EF4-FFF2-40B4-BE49-F238E27FC236}">
                <a16:creationId xmlns:a16="http://schemas.microsoft.com/office/drawing/2014/main" id="{FCA3C201-334E-430C-A440-D4B571FA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0" y="44291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L6: ASSIGN</a:t>
            </a:r>
          </a:p>
        </p:txBody>
      </p:sp>
      <p:sp>
        <p:nvSpPr>
          <p:cNvPr id="317" name="SEC-088-317">
            <a:extLst xmlns:a="http://schemas.openxmlformats.org/drawingml/2006/main">
              <a:ext uri="{FF2B5EF4-FFF2-40B4-BE49-F238E27FC236}">
                <a16:creationId xmlns:a16="http://schemas.microsoft.com/office/drawing/2014/main" id="{14AC133E-BFD4-495B-A088-351A2D52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4429125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" name="SEC-088-318">
            <a:extLst xmlns:a="http://schemas.openxmlformats.org/drawingml/2006/main">
              <a:ext uri="{FF2B5EF4-FFF2-40B4-BE49-F238E27FC236}">
                <a16:creationId xmlns:a16="http://schemas.microsoft.com/office/drawing/2014/main" id="{24C15B5C-BBF8-43AD-9AA9-259B0B5B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44291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L8: VAR</a:t>
            </a:r>
          </a:p>
        </p:txBody>
      </p:sp>
      <p:sp>
        <p:nvSpPr>
          <p:cNvPr id="319" name="SEC-088-319">
            <a:extLst xmlns:a="http://schemas.openxmlformats.org/drawingml/2006/main">
              <a:ext uri="{FF2B5EF4-FFF2-40B4-BE49-F238E27FC236}">
                <a16:creationId xmlns:a16="http://schemas.microsoft.com/office/drawing/2014/main" id="{5294934F-D483-4CF1-B796-7C2C1000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4429125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" name="SEC-088-320">
            <a:extLst xmlns:a="http://schemas.openxmlformats.org/drawingml/2006/main">
              <a:ext uri="{FF2B5EF4-FFF2-40B4-BE49-F238E27FC236}">
                <a16:creationId xmlns:a16="http://schemas.microsoft.com/office/drawing/2014/main" id="{3634007F-5CD6-456F-82DC-A5812E43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44291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L12: VAR</a:t>
            </a:r>
          </a:p>
        </p:txBody>
      </p:sp>
      <p:sp>
        <p:nvSpPr>
          <p:cNvPr id="321" name="SEC-088-321">
            <a:extLst xmlns:a="http://schemas.openxmlformats.org/drawingml/2006/main">
              <a:ext uri="{FF2B5EF4-FFF2-40B4-BE49-F238E27FC236}">
                <a16:creationId xmlns:a16="http://schemas.microsoft.com/office/drawing/2014/main" id="{51F1524A-E0A9-4F25-A51F-41646423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7200" y="4429125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" name="SEC-088-322">
            <a:extLst xmlns:a="http://schemas.openxmlformats.org/drawingml/2006/main">
              <a:ext uri="{FF2B5EF4-FFF2-40B4-BE49-F238E27FC236}">
                <a16:creationId xmlns:a16="http://schemas.microsoft.com/office/drawing/2014/main" id="{B19C83B9-2CBB-4ECD-A735-6C67E14F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7200" y="44291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L13: ASSIGN</a:t>
            </a:r>
          </a:p>
        </p:txBody>
      </p:sp>
      <p:sp>
        <p:nvSpPr>
          <p:cNvPr id="323" name="SEC-088-323">
            <a:extLst xmlns:a="http://schemas.openxmlformats.org/drawingml/2006/main">
              <a:ext uri="{FF2B5EF4-FFF2-40B4-BE49-F238E27FC236}">
                <a16:creationId xmlns:a16="http://schemas.microsoft.com/office/drawing/2014/main" id="{AAD9EFA5-3BD0-4F3E-858E-C628858B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2228850"/>
            <a:ext cx="428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" name="SEC-088-324">
            <a:extLst xmlns:a="http://schemas.openxmlformats.org/drawingml/2006/main">
              <a:ext uri="{FF2B5EF4-FFF2-40B4-BE49-F238E27FC236}">
                <a16:creationId xmlns:a16="http://schemas.microsoft.com/office/drawing/2014/main" id="{A0665589-80C2-4F23-AD6F-8AACC0BA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2228850"/>
            <a:ext cx="18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25" name="SEC-088-325">
            <a:extLst xmlns:a="http://schemas.openxmlformats.org/drawingml/2006/main">
              <a:ext uri="{FF2B5EF4-FFF2-40B4-BE49-F238E27FC236}">
                <a16:creationId xmlns:a16="http://schemas.microsoft.com/office/drawing/2014/main" id="{57D443F6-3CD3-4A56-A0E8-38078BA6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675" y="23336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26" name="SEC-088-326">
            <a:extLst xmlns:a="http://schemas.openxmlformats.org/drawingml/2006/main">
              <a:ext uri="{FF2B5EF4-FFF2-40B4-BE49-F238E27FC236}">
                <a16:creationId xmlns:a16="http://schemas.microsoft.com/office/drawing/2014/main" id="{C5A494A0-1577-4841-BD99-6219B396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3228975"/>
            <a:ext cx="428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7" name="SEC-088-327">
            <a:extLst xmlns:a="http://schemas.openxmlformats.org/drawingml/2006/main">
              <a:ext uri="{FF2B5EF4-FFF2-40B4-BE49-F238E27FC236}">
                <a16:creationId xmlns:a16="http://schemas.microsoft.com/office/drawing/2014/main" id="{3523A9E2-59DA-4591-B0E7-2D448C23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4275" y="3228975"/>
            <a:ext cx="18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28" name="SEC-088-328">
            <a:extLst xmlns:a="http://schemas.openxmlformats.org/drawingml/2006/main">
              <a:ext uri="{FF2B5EF4-FFF2-40B4-BE49-F238E27FC236}">
                <a16:creationId xmlns:a16="http://schemas.microsoft.com/office/drawing/2014/main" id="{DDF355E9-7FA6-45D9-BD23-AD0BB79E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7150" y="33337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329" name="SEC-088-329">
            <a:extLst xmlns:a="http://schemas.openxmlformats.org/drawingml/2006/main">
              <a:ext uri="{FF2B5EF4-FFF2-40B4-BE49-F238E27FC236}">
                <a16:creationId xmlns:a16="http://schemas.microsoft.com/office/drawing/2014/main" id="{26613182-3243-4321-AD65-8052A5ED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6025" y="3524250"/>
            <a:ext cx="428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0" name="SEC-088-330">
            <a:extLst xmlns:a="http://schemas.openxmlformats.org/drawingml/2006/main">
              <a:ext uri="{FF2B5EF4-FFF2-40B4-BE49-F238E27FC236}">
                <a16:creationId xmlns:a16="http://schemas.microsoft.com/office/drawing/2014/main" id="{CD51A57F-0867-4CAC-AB2A-CD698370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3524250"/>
            <a:ext cx="18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31" name="SEC-088-331">
            <a:extLst xmlns:a="http://schemas.openxmlformats.org/drawingml/2006/main">
              <a:ext uri="{FF2B5EF4-FFF2-40B4-BE49-F238E27FC236}">
                <a16:creationId xmlns:a16="http://schemas.microsoft.com/office/drawing/2014/main" id="{19D6C58E-E93C-47BF-B2C1-12D76002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7475" y="36290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332" name="SEC-088-332">
            <a:extLst xmlns:a="http://schemas.openxmlformats.org/drawingml/2006/main">
              <a:ext uri="{FF2B5EF4-FFF2-40B4-BE49-F238E27FC236}">
                <a16:creationId xmlns:a16="http://schemas.microsoft.com/office/drawing/2014/main" id="{A3439206-ECA9-411D-A08F-E41A8A6E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2025" y="3524250"/>
            <a:ext cx="428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3" name="SEC-088-333">
            <a:extLst xmlns:a="http://schemas.openxmlformats.org/drawingml/2006/main">
              <a:ext uri="{FF2B5EF4-FFF2-40B4-BE49-F238E27FC236}">
                <a16:creationId xmlns:a16="http://schemas.microsoft.com/office/drawing/2014/main" id="{1987856D-D9C2-4824-A636-861F5C01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3524250"/>
            <a:ext cx="18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34" name="SEC-088-334">
            <a:extLst xmlns:a="http://schemas.openxmlformats.org/drawingml/2006/main">
              <a:ext uri="{FF2B5EF4-FFF2-40B4-BE49-F238E27FC236}">
                <a16:creationId xmlns:a16="http://schemas.microsoft.com/office/drawing/2014/main" id="{0AE9C9B4-6BCA-4A57-97E5-CDC9AF91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3475" y="362902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35" name="SEC-088-335">
            <a:extLst xmlns:a="http://schemas.openxmlformats.org/drawingml/2006/main">
              <a:ext uri="{FF2B5EF4-FFF2-40B4-BE49-F238E27FC236}">
                <a16:creationId xmlns:a16="http://schemas.microsoft.com/office/drawing/2014/main" id="{281EC948-BF71-4D18-B2B9-9FFAE096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44175" y="3886200"/>
            <a:ext cx="428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6" name="SEC-088-336">
            <a:extLst xmlns:a="http://schemas.openxmlformats.org/drawingml/2006/main">
              <a:ext uri="{FF2B5EF4-FFF2-40B4-BE49-F238E27FC236}">
                <a16:creationId xmlns:a16="http://schemas.microsoft.com/office/drawing/2014/main" id="{565C8DDC-1B8D-402B-AFC6-72576732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3886200"/>
            <a:ext cx="18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37" name="SEC-088-337">
            <a:extLst xmlns:a="http://schemas.openxmlformats.org/drawingml/2006/main">
              <a:ext uri="{FF2B5EF4-FFF2-40B4-BE49-F238E27FC236}">
                <a16:creationId xmlns:a16="http://schemas.microsoft.com/office/drawing/2014/main" id="{AC273A42-4E0B-484C-94BA-8E016853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5625" y="3990975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08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u</a:t>
            </a:r>
          </a:p>
        </p:txBody>
      </p:sp>
      <p:sp>
        <p:nvSpPr>
          <p:cNvPr id="338" name="SEC-088-338">
            <a:extLst xmlns:a="http://schemas.openxmlformats.org/drawingml/2006/main">
              <a:ext uri="{FF2B5EF4-FFF2-40B4-BE49-F238E27FC236}">
                <a16:creationId xmlns:a16="http://schemas.microsoft.com/office/drawing/2014/main" id="{BF4636EA-ED98-4E79-99A0-C4C434C8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4725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9FB1"/>
          </a:solidFill>
          <a:ln xmlns:a="http://schemas.openxmlformats.org/drawingml/2006/main" w="14288">
            <a:solidFill>
              <a:srgbClr val="385D61"/>
            </a:solidFill>
          </a:ln>
        </p:spPr>
      </p:sp>
      <p:sp>
        <p:nvSpPr>
          <p:cNvPr id="339" name="SEC-088-339">
            <a:extLst xmlns:a="http://schemas.openxmlformats.org/drawingml/2006/main">
              <a:ext uri="{FF2B5EF4-FFF2-40B4-BE49-F238E27FC236}">
                <a16:creationId xmlns:a16="http://schemas.microsoft.com/office/drawing/2014/main" id="{C2162A6D-ED51-4665-B8F1-EACF731F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4725" y="385762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7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c203bce7d4a7f"/>
          <a:stretch xmlns:a="http://schemas.openxmlformats.org/drawingml/2006/main"/>
        </p:blipFill>
        <p:spPr>
          <a:xfrm xmlns:a="http://schemas.openxmlformats.org/drawingml/2006/main">
            <a:off x="13944600" y="3390900"/>
            <a:ext cx="419100" cy="409575"/>
          </a:xfrm>
          <a:prstGeom xmlns:a="http://schemas.openxmlformats.org/drawingml/2006/main" prst="rect">
            <a:avLst/>
          </a:prstGeom>
        </p:spPr>
      </p:pic>
      <p:sp>
        <p:nvSpPr>
          <p:cNvPr id="341" name="SEC-088-340">
            <a:extLst xmlns:a="http://schemas.openxmlformats.org/drawingml/2006/main">
              <a:ext uri="{FF2B5EF4-FFF2-40B4-BE49-F238E27FC236}">
                <a16:creationId xmlns:a16="http://schemas.microsoft.com/office/drawing/2014/main" id="{BBA8C878-2FEE-4A5C-9269-C3E287DB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0375" y="33813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57B2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7B2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42" name="SEC-088-341">
            <a:extLst xmlns:a="http://schemas.openxmlformats.org/drawingml/2006/main">
              <a:ext uri="{FF2B5EF4-FFF2-40B4-BE49-F238E27FC236}">
                <a16:creationId xmlns:a16="http://schemas.microsoft.com/office/drawing/2014/main" id="{213A6BA4-929A-4C2A-9DE2-5159A8F3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1350" y="352425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F57B2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57B2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43" name="SEC-088-342">
            <a:extLst xmlns:a="http://schemas.openxmlformats.org/drawingml/2006/main">
              <a:ext uri="{FF2B5EF4-FFF2-40B4-BE49-F238E27FC236}">
                <a16:creationId xmlns:a16="http://schemas.microsoft.com/office/drawing/2014/main" id="{D8D06A8E-BB91-4F18-8E40-2E51D814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25650" y="3381375"/>
            <a:ext cx="371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57B2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7B25"/>
                </a:solidFill>
                <a:latin typeface="Arial"/>
                <a:ea typeface="Arial"/>
                <a:cs typeface="Arial"/>
              </a:rPr>
              <a:t>, D</a:t>
            </a:r>
          </a:p>
        </p:txBody>
      </p:sp>
      <p:sp>
        <p:nvSpPr>
          <p:cNvPr id="344" name="SEC-088-343">
            <a:extLst xmlns:a="http://schemas.openxmlformats.org/drawingml/2006/main">
              <a:ext uri="{FF2B5EF4-FFF2-40B4-BE49-F238E27FC236}">
                <a16:creationId xmlns:a16="http://schemas.microsoft.com/office/drawing/2014/main" id="{23444D12-776B-4010-8E45-7190BB2E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0" y="352425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F57B2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57B25"/>
                </a:solidFill>
                <a:latin typeface="Arial"/>
                <a:ea typeface="Arial"/>
                <a:cs typeface="Arial"/>
              </a:rPr>
              <a:t>u</a:t>
            </a:r>
          </a:p>
        </p:txBody>
      </p:sp>
      <p:sp>
        <p:nvSpPr>
          <p:cNvPr id="345" name="SEC-088-344">
            <a:extLst xmlns:a="http://schemas.openxmlformats.org/drawingml/2006/main">
              <a:ext uri="{FF2B5EF4-FFF2-40B4-BE49-F238E27FC236}">
                <a16:creationId xmlns:a16="http://schemas.microsoft.com/office/drawing/2014/main" id="{74E7A59A-44CA-40C0-8953-53966860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63800" y="3381375"/>
            <a:ext cx="371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57B2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7B25"/>
                </a:solidFill>
                <a:latin typeface="Arial"/>
                <a:ea typeface="Arial"/>
                <a:cs typeface="Arial"/>
              </a:rPr>
              <a:t>, D</a:t>
            </a:r>
          </a:p>
        </p:txBody>
      </p:sp>
      <p:sp>
        <p:nvSpPr>
          <p:cNvPr id="346" name="SEC-088-345">
            <a:extLst xmlns:a="http://schemas.openxmlformats.org/drawingml/2006/main">
              <a:ext uri="{FF2B5EF4-FFF2-40B4-BE49-F238E27FC236}">
                <a16:creationId xmlns:a16="http://schemas.microsoft.com/office/drawing/2014/main" id="{D14A95EC-C790-4A59-9170-45A6C1BF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87650" y="352425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F57B2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57B2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47" name="SEC-088-346">
            <a:extLst xmlns:a="http://schemas.openxmlformats.org/drawingml/2006/main">
              <a:ext uri="{FF2B5EF4-FFF2-40B4-BE49-F238E27FC236}">
                <a16:creationId xmlns:a16="http://schemas.microsoft.com/office/drawing/2014/main" id="{39D19AB0-9B49-4808-99EB-C4B3E91B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92450" y="34194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9FB1"/>
          </a:solidFill>
          <a:ln xmlns:a="http://schemas.openxmlformats.org/drawingml/2006/main" w="14288">
            <a:solidFill>
              <a:srgbClr val="385D61"/>
            </a:solidFill>
          </a:ln>
        </p:spPr>
      </p:sp>
      <p:sp>
        <p:nvSpPr>
          <p:cNvPr id="348" name="SEC-088-347">
            <a:extLst xmlns:a="http://schemas.openxmlformats.org/drawingml/2006/main">
              <a:ext uri="{FF2B5EF4-FFF2-40B4-BE49-F238E27FC236}">
                <a16:creationId xmlns:a16="http://schemas.microsoft.com/office/drawing/2014/main" id="{84435BD3-6EA4-4003-AF3F-412A04F4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92450" y="3409950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49" name="path-348">
            <a:extLst xmlns:a="http://schemas.openxmlformats.org/drawingml/2006/main">
              <a:ext uri="{FF2B5EF4-FFF2-40B4-BE49-F238E27FC236}">
                <a16:creationId xmlns:a16="http://schemas.microsoft.com/office/drawing/2014/main" id="{C0705C52-073B-4A2B-8E8E-52235D18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8275" y="2247900"/>
            <a:ext cx="4057650" cy="2657475"/>
          </a:xfrm>
          <a:custGeom xmlns:a="http://schemas.openxmlformats.org/drawingml/2006/main">
            <a:pathLst>
              <a:path w="4057650" h="2657475">
                <a:moveTo>
                  <a:pt x="0" y="2657475"/>
                </a:moveTo>
                <a:lnTo>
                  <a:pt x="134735" y="2639272"/>
                </a:lnTo>
                <a:lnTo>
                  <a:pt x="262061" y="2613505"/>
                </a:lnTo>
                <a:lnTo>
                  <a:pt x="382430" y="2580577"/>
                </a:lnTo>
                <a:lnTo>
                  <a:pt x="496291" y="2540889"/>
                </a:lnTo>
                <a:lnTo>
                  <a:pt x="604093" y="2494843"/>
                </a:lnTo>
                <a:lnTo>
                  <a:pt x="706288" y="2442841"/>
                </a:lnTo>
                <a:lnTo>
                  <a:pt x="803325" y="2385285"/>
                </a:lnTo>
                <a:lnTo>
                  <a:pt x="895655" y="2322576"/>
                </a:lnTo>
                <a:lnTo>
                  <a:pt x="983727" y="2255117"/>
                </a:lnTo>
                <a:lnTo>
                  <a:pt x="1067991" y="2183309"/>
                </a:lnTo>
                <a:lnTo>
                  <a:pt x="1148897" y="2107554"/>
                </a:lnTo>
                <a:lnTo>
                  <a:pt x="1226896" y="2028253"/>
                </a:lnTo>
                <a:lnTo>
                  <a:pt x="1302438" y="1945810"/>
                </a:lnTo>
                <a:lnTo>
                  <a:pt x="1375972" y="1860625"/>
                </a:lnTo>
                <a:lnTo>
                  <a:pt x="1447949" y="1773101"/>
                </a:lnTo>
                <a:lnTo>
                  <a:pt x="1518818" y="1683639"/>
                </a:lnTo>
                <a:lnTo>
                  <a:pt x="1589031" y="1592641"/>
                </a:lnTo>
                <a:lnTo>
                  <a:pt x="1659036" y="1500509"/>
                </a:lnTo>
                <a:lnTo>
                  <a:pt x="1729284" y="1407645"/>
                </a:lnTo>
                <a:lnTo>
                  <a:pt x="1800225" y="1314450"/>
                </a:lnTo>
                <a:lnTo>
                  <a:pt x="1872309" y="1221327"/>
                </a:lnTo>
                <a:lnTo>
                  <a:pt x="1945986" y="1128677"/>
                </a:lnTo>
                <a:lnTo>
                  <a:pt x="2021706" y="1036902"/>
                </a:lnTo>
                <a:lnTo>
                  <a:pt x="2099920" y="946404"/>
                </a:lnTo>
                <a:lnTo>
                  <a:pt x="2181076" y="857585"/>
                </a:lnTo>
                <a:lnTo>
                  <a:pt x="2265626" y="770846"/>
                </a:lnTo>
                <a:lnTo>
                  <a:pt x="2354019" y="686590"/>
                </a:lnTo>
                <a:lnTo>
                  <a:pt x="2446706" y="605218"/>
                </a:lnTo>
                <a:lnTo>
                  <a:pt x="2544136" y="527133"/>
                </a:lnTo>
                <a:lnTo>
                  <a:pt x="2646759" y="452735"/>
                </a:lnTo>
                <a:lnTo>
                  <a:pt x="2755026" y="382427"/>
                </a:lnTo>
                <a:lnTo>
                  <a:pt x="2869387" y="316611"/>
                </a:lnTo>
                <a:lnTo>
                  <a:pt x="2990292" y="255688"/>
                </a:lnTo>
                <a:lnTo>
                  <a:pt x="3118190" y="200061"/>
                </a:lnTo>
                <a:lnTo>
                  <a:pt x="3253532" y="150130"/>
                </a:lnTo>
                <a:lnTo>
                  <a:pt x="3396767" y="106299"/>
                </a:lnTo>
                <a:lnTo>
                  <a:pt x="3548347" y="68968"/>
                </a:lnTo>
                <a:lnTo>
                  <a:pt x="3708721" y="38541"/>
                </a:lnTo>
                <a:lnTo>
                  <a:pt x="3878338" y="15417"/>
                </a:lnTo>
                <a:lnTo>
                  <a:pt x="405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E7D26"/>
            </a:solidFill>
          </a:ln>
        </p:spPr>
      </p:sp>
      <p:sp>
        <p:nvSpPr>
          <p:cNvPr id="350" name="path-349">
            <a:extLst xmlns:a="http://schemas.openxmlformats.org/drawingml/2006/main">
              <a:ext uri="{FF2B5EF4-FFF2-40B4-BE49-F238E27FC236}">
                <a16:creationId xmlns:a16="http://schemas.microsoft.com/office/drawing/2014/main" id="{F2C75743-8B09-4B47-BE13-D1FDFF09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1432" y="2199683"/>
            <a:ext cx="134493" cy="118683"/>
          </a:xfrm>
          <a:custGeom xmlns:a="http://schemas.openxmlformats.org/drawingml/2006/main">
            <a:pathLst>
              <a:path w="134493" h="118683">
                <a:moveTo>
                  <a:pt x="134493" y="48217"/>
                </a:moveTo>
                <a:lnTo>
                  <a:pt x="10204" y="1186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E7D26"/>
          </a:solidFill>
          <a:ln xmlns:a="http://schemas.openxmlformats.org/drawingml/2006/main" w="0">
            <a:solidFill>
              <a:srgbClr val="FE7D26"/>
            </a:solidFill>
          </a:ln>
        </p:spPr>
      </p:sp>
      <p:sp>
        <p:nvSpPr>
          <p:cNvPr id="351" name="path-350">
            <a:extLst xmlns:a="http://schemas.openxmlformats.org/drawingml/2006/main">
              <a:ext uri="{FF2B5EF4-FFF2-40B4-BE49-F238E27FC236}">
                <a16:creationId xmlns:a16="http://schemas.microsoft.com/office/drawing/2014/main" id="{8E233B24-2A18-4854-A53A-3293BC7E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6750"/>
            <a:ext cx="5619750" cy="1524000"/>
          </a:xfrm>
          <a:custGeom xmlns:a="http://schemas.openxmlformats.org/drawingml/2006/main">
            <a:pathLst>
              <a:path w="5619750" h="1524000">
                <a:moveTo>
                  <a:pt x="5619750" y="1524000"/>
                </a:moveTo>
                <a:lnTo>
                  <a:pt x="5425021" y="1513111"/>
                </a:lnTo>
                <a:lnTo>
                  <a:pt x="5237778" y="1497749"/>
                </a:lnTo>
                <a:lnTo>
                  <a:pt x="5057651" y="1478159"/>
                </a:lnTo>
                <a:lnTo>
                  <a:pt x="4884268" y="1454582"/>
                </a:lnTo>
                <a:lnTo>
                  <a:pt x="4717256" y="1427262"/>
                </a:lnTo>
                <a:lnTo>
                  <a:pt x="4556246" y="1396441"/>
                </a:lnTo>
                <a:lnTo>
                  <a:pt x="4400864" y="1362363"/>
                </a:lnTo>
                <a:lnTo>
                  <a:pt x="4250741" y="1325270"/>
                </a:lnTo>
                <a:lnTo>
                  <a:pt x="4105504" y="1285406"/>
                </a:lnTo>
                <a:lnTo>
                  <a:pt x="3964781" y="1243013"/>
                </a:lnTo>
                <a:lnTo>
                  <a:pt x="3828202" y="1198333"/>
                </a:lnTo>
                <a:lnTo>
                  <a:pt x="3695395" y="1151611"/>
                </a:lnTo>
                <a:lnTo>
                  <a:pt x="3565989" y="1103088"/>
                </a:lnTo>
                <a:lnTo>
                  <a:pt x="3439611" y="1053008"/>
                </a:lnTo>
                <a:lnTo>
                  <a:pt x="3315891" y="1001613"/>
                </a:lnTo>
                <a:lnTo>
                  <a:pt x="3194456" y="949147"/>
                </a:lnTo>
                <a:lnTo>
                  <a:pt x="3074937" y="895852"/>
                </a:lnTo>
                <a:lnTo>
                  <a:pt x="2956960" y="841972"/>
                </a:lnTo>
                <a:lnTo>
                  <a:pt x="2840155" y="787748"/>
                </a:lnTo>
                <a:lnTo>
                  <a:pt x="2724150" y="733425"/>
                </a:lnTo>
                <a:lnTo>
                  <a:pt x="2608574" y="679244"/>
                </a:lnTo>
                <a:lnTo>
                  <a:pt x="2493054" y="625450"/>
                </a:lnTo>
                <a:lnTo>
                  <a:pt x="2377221" y="572283"/>
                </a:lnTo>
                <a:lnTo>
                  <a:pt x="2260702" y="519989"/>
                </a:lnTo>
                <a:lnTo>
                  <a:pt x="2143125" y="468809"/>
                </a:lnTo>
                <a:lnTo>
                  <a:pt x="2024120" y="418986"/>
                </a:lnTo>
                <a:lnTo>
                  <a:pt x="1903314" y="370763"/>
                </a:lnTo>
                <a:lnTo>
                  <a:pt x="1780337" y="324383"/>
                </a:lnTo>
                <a:lnTo>
                  <a:pt x="1654816" y="280090"/>
                </a:lnTo>
                <a:lnTo>
                  <a:pt x="1526381" y="238125"/>
                </a:lnTo>
                <a:lnTo>
                  <a:pt x="1394660" y="198732"/>
                </a:lnTo>
                <a:lnTo>
                  <a:pt x="1259281" y="162154"/>
                </a:lnTo>
                <a:lnTo>
                  <a:pt x="1119873" y="128633"/>
                </a:lnTo>
                <a:lnTo>
                  <a:pt x="976065" y="98412"/>
                </a:lnTo>
                <a:lnTo>
                  <a:pt x="827484" y="71735"/>
                </a:lnTo>
                <a:lnTo>
                  <a:pt x="673760" y="48844"/>
                </a:lnTo>
                <a:lnTo>
                  <a:pt x="514521" y="29982"/>
                </a:lnTo>
                <a:lnTo>
                  <a:pt x="349396" y="15392"/>
                </a:lnTo>
                <a:lnTo>
                  <a:pt x="178013" y="531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AE1014"/>
            </a:solidFill>
          </a:ln>
        </p:spPr>
      </p:sp>
      <p:sp>
        <p:nvSpPr>
          <p:cNvPr id="352" name="path-351">
            <a:extLst xmlns:a="http://schemas.openxmlformats.org/drawingml/2006/main">
              <a:ext uri="{FF2B5EF4-FFF2-40B4-BE49-F238E27FC236}">
                <a16:creationId xmlns:a16="http://schemas.microsoft.com/office/drawing/2014/main" id="{AAB53CC1-FFCA-4498-9C57-8F6B3B19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1094"/>
            <a:ext cx="131589" cy="119068"/>
          </a:xfrm>
          <a:custGeom xmlns:a="http://schemas.openxmlformats.org/drawingml/2006/main">
            <a:pathLst>
              <a:path w="131589" h="119068">
                <a:moveTo>
                  <a:pt x="0" y="55656"/>
                </a:moveTo>
                <a:lnTo>
                  <a:pt x="131589" y="0"/>
                </a:lnTo>
                <a:lnTo>
                  <a:pt x="128032" y="119068"/>
                </a:lnTo>
                <a:close/>
              </a:path>
            </a:pathLst>
          </a:custGeom>
          <a:solidFill xmlns:a="http://schemas.openxmlformats.org/drawingml/2006/main">
            <a:srgbClr val="AE1014"/>
          </a:solidFill>
          <a:ln xmlns:a="http://schemas.openxmlformats.org/drawingml/2006/main" w="0">
            <a:solidFill>
              <a:srgbClr val="AE1014"/>
            </a:solidFill>
          </a:ln>
        </p:spPr>
      </p:sp>
      <p:sp>
        <p:nvSpPr>
          <p:cNvPr id="353" name="SEC-088-352">
            <a:extLst xmlns:a="http://schemas.openxmlformats.org/drawingml/2006/main">
              <a:ext uri="{FF2B5EF4-FFF2-40B4-BE49-F238E27FC236}">
                <a16:creationId xmlns:a16="http://schemas.microsoft.com/office/drawing/2014/main" id="{C921EDCB-0852-4A4A-B65D-64165212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87650" y="1590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9FB1"/>
          </a:solidFill>
          <a:ln xmlns:a="http://schemas.openxmlformats.org/drawingml/2006/main" w="14288">
            <a:solidFill>
              <a:srgbClr val="385D61"/>
            </a:solidFill>
          </a:ln>
        </p:spPr>
      </p:sp>
      <p:sp>
        <p:nvSpPr>
          <p:cNvPr id="354" name="SEC-088-353">
            <a:extLst xmlns:a="http://schemas.openxmlformats.org/drawingml/2006/main">
              <a:ext uri="{FF2B5EF4-FFF2-40B4-BE49-F238E27FC236}">
                <a16:creationId xmlns:a16="http://schemas.microsoft.com/office/drawing/2014/main" id="{DE9D94CC-AFFA-4003-B71D-A3B4F45E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87650" y="1581150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55" name="SEC-088-354">
            <a:extLst xmlns:a="http://schemas.openxmlformats.org/drawingml/2006/main">
              <a:ext uri="{FF2B5EF4-FFF2-40B4-BE49-F238E27FC236}">
                <a16:creationId xmlns:a16="http://schemas.microsoft.com/office/drawing/2014/main" id="{98D99261-9C15-4553-A6F2-125D625E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01475" y="800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9FB1"/>
          </a:solidFill>
          <a:ln xmlns:a="http://schemas.openxmlformats.org/drawingml/2006/main" w="14288">
            <a:solidFill>
              <a:srgbClr val="385D61"/>
            </a:solidFill>
          </a:ln>
        </p:spPr>
      </p:sp>
      <p:sp>
        <p:nvSpPr>
          <p:cNvPr id="356" name="SEC-088-355">
            <a:extLst xmlns:a="http://schemas.openxmlformats.org/drawingml/2006/main">
              <a:ext uri="{FF2B5EF4-FFF2-40B4-BE49-F238E27FC236}">
                <a16:creationId xmlns:a16="http://schemas.microsoft.com/office/drawing/2014/main" id="{1CFB253F-A59F-47AB-8A3D-5B643437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01475" y="79057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7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77666b00b45bc"/>
          <a:stretch xmlns:a="http://schemas.openxmlformats.org/drawingml/2006/main"/>
        </p:blipFill>
        <p:spPr>
          <a:xfrm xmlns:a="http://schemas.openxmlformats.org/drawingml/2006/main">
            <a:off x="14373225" y="2038350"/>
            <a:ext cx="428625" cy="419100"/>
          </a:xfrm>
          <a:prstGeom xmlns:a="http://schemas.openxmlformats.org/drawingml/2006/main" prst="rect">
            <a:avLst/>
          </a:prstGeom>
        </p:spPr>
      </p:pic>
      <p:sp>
        <p:nvSpPr>
          <p:cNvPr id="358" name="SEC-088-356">
            <a:extLst xmlns:a="http://schemas.openxmlformats.org/drawingml/2006/main">
              <a:ext uri="{FF2B5EF4-FFF2-40B4-BE49-F238E27FC236}">
                <a16:creationId xmlns:a16="http://schemas.microsoft.com/office/drawing/2014/main" id="{82CF7D56-C31F-41E7-878E-6169614F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11375" y="2047875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A2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A20000"/>
                </a:solidFill>
                <a:latin typeface="Times New Roman"/>
                <a:ea typeface="Times New Roman"/>
                <a:cs typeface="Times New Roman"/>
              </a:rPr>
              <a:t>CALL (u, d)</a:t>
            </a:r>
          </a:p>
        </p:txBody>
      </p:sp>
      <p:sp>
        <p:nvSpPr>
          <p:cNvPr id="359" name="SEC-088-357">
            <a:extLst xmlns:a="http://schemas.openxmlformats.org/drawingml/2006/main">
              <a:ext uri="{FF2B5EF4-FFF2-40B4-BE49-F238E27FC236}">
                <a16:creationId xmlns:a16="http://schemas.microsoft.com/office/drawing/2014/main" id="{62963BF1-AD3B-4622-A935-F1C5B2F0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6096000"/>
            <a:ext cx="49339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2"/>
          </a:solidFill>
          <a:ln xmlns:a="http://schemas.openxmlformats.org/drawingml/2006/main" w="9525">
            <a:solidFill>
              <a:srgbClr val="A6ACAC"/>
            </a:solidFill>
          </a:ln>
        </p:spPr>
      </p:sp>
      <p:sp>
        <p:nvSpPr>
          <p:cNvPr id="360" name="SEC-088-358">
            <a:extLst xmlns:a="http://schemas.openxmlformats.org/drawingml/2006/main">
              <a:ext uri="{FF2B5EF4-FFF2-40B4-BE49-F238E27FC236}">
                <a16:creationId xmlns:a16="http://schemas.microsoft.com/office/drawing/2014/main" id="{1F4D7064-7DC8-4BF5-B1C6-9D544D25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1825" y="5810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Legend</a:t>
            </a:r>
          </a:p>
        </p:txBody>
      </p:sp>
      <p:sp>
        <p:nvSpPr>
          <p:cNvPr id="361" name="SEC-088-359">
            <a:extLst xmlns:a="http://schemas.openxmlformats.org/drawingml/2006/main">
              <a:ext uri="{FF2B5EF4-FFF2-40B4-BE49-F238E27FC236}">
                <a16:creationId xmlns:a16="http://schemas.microsoft.com/office/drawing/2014/main" id="{901E7BF4-BF2D-437D-857D-F69FAE5A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62293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Dₓ : Data flow edge for variable x</a:t>
            </a:r>
          </a:p>
        </p:txBody>
      </p:sp>
      <p:sp>
        <p:nvSpPr>
          <p:cNvPr id="362" name="SEC-088-360">
            <a:extLst xmlns:a="http://schemas.openxmlformats.org/drawingml/2006/main">
              <a:ext uri="{FF2B5EF4-FFF2-40B4-BE49-F238E27FC236}">
                <a16:creationId xmlns:a16="http://schemas.microsoft.com/office/drawing/2014/main" id="{CA6C11A2-CE49-4FC8-B696-ABF85FC1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660082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Cₓ : Control flow edge with condition x (True, False, ε)</a:t>
            </a:r>
          </a:p>
        </p:txBody>
      </p:sp>
      <p:sp>
        <p:nvSpPr>
          <p:cNvPr id="363" name="SEC-088-361">
            <a:extLst xmlns:a="http://schemas.openxmlformats.org/drawingml/2006/main">
              <a:ext uri="{FF2B5EF4-FFF2-40B4-BE49-F238E27FC236}">
                <a16:creationId xmlns:a16="http://schemas.microsoft.com/office/drawing/2014/main" id="{B5446874-6210-44D2-8B60-A3324C0C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69723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CALL(x₀…xₙ): Call edge with arguments x₀…xₙ</a:t>
            </a:r>
          </a:p>
        </p:txBody>
      </p:sp>
    </p:spTree>
    <p:extLst>
      <p:ext uri="{BB962C8B-B14F-4D97-AF65-F5344CB8AC3E}">
        <p14:creationId xmlns:p14="http://schemas.microsoft.com/office/powerpoint/2010/main" val="16185734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2026-09-08T03:12:58.9920000Z</dcterms:created>
  <dcterms:modified xsi:type="dcterms:W3CDTF">2026-09-08T03:12:58.9920000Z</dcterms:modified>
</coreProperties>
</file>