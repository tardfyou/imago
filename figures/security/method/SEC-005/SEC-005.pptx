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66f0b75a9a47ab" /><Relationship Type="http://schemas.openxmlformats.org/officeDocument/2006/relationships/extended-properties" Target="/docProps/app.xml" Id="R7f020ccbfb1642da" /><Relationship Type="http://schemas.openxmlformats.org/officeDocument/2006/relationships/officeDocument" Target="/ppt/presentation.xml" Id="R1cfc4ef859e142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675598d55a4fea"/>
  </p:sldMasterIdLst>
  <p:notesMasterIdLst>
    <p:notesMasterId xmlns:r="http://schemas.openxmlformats.org/officeDocument/2006/relationships" r:id="Rf2f83cecede249cd"/>
  </p:notesMasterIdLst>
  <p:sldIdLst>
    <p:sldId xmlns:r="http://schemas.openxmlformats.org/officeDocument/2006/relationships" id="256" r:id="R8f1420332cc74d31"/>
  </p:sldIdLst>
  <p:sldSz cx="7229475" cy="38004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fdc29122af424e" /><Relationship Type="http://schemas.openxmlformats.org/officeDocument/2006/relationships/slideMaster" Target="/ppt/slideMasters/slideMaster1.xml" Id="Rb3675598d55a4fea" /><Relationship Type="http://schemas.openxmlformats.org/officeDocument/2006/relationships/notesMaster" Target="/ppt/notesMasters/notesMaster1.xml" Id="Rf2f83cecede249cd" /><Relationship Type="http://schemas.openxmlformats.org/officeDocument/2006/relationships/presProps" Target="/ppt/presProps.xml" Id="R9f14d09902694e1d" /><Relationship Type="http://schemas.openxmlformats.org/officeDocument/2006/relationships/tableStyles" Target="/ppt/tableStyles.xml" Id="R276c7945738c4dbe" /><Relationship Type="http://schemas.openxmlformats.org/officeDocument/2006/relationships/slide" Target="/ppt/slides/slide1.xml" Id="R8f1420332cc74d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427c807dae45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92ee18ea5d41e9" /><Relationship Type="http://schemas.openxmlformats.org/officeDocument/2006/relationships/notesMaster" Target="/ppt/notesMasters/notesMaster1.xml" Id="R03e027e32bd54d2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素材ID：SEC-005</ns1:t>
            </ns1:r>
          </ns1:p>
          <ns1:p>
            <ns1:r>
              <ns1:t>论文：DUMPLING: Fine-grained Differential JavaScript Engine Fuzzing</ns1:t>
            </ns1:r>
          </ns1:p>
          <ns1:p>
            <ns1:r>
              <ns1:t>会议：NDSS 2025</ns1:t>
            </ns1:r>
          </ns1:p>
          <ns1:p>
            <ns1:r>
              <ns1:t>奖项：Distinguished Paper Award</ns1:t>
            </ns1:r>
          </ns1:p>
          <ns1:p>
            <ns1:r>
              <ns1:t>图号：Figure 3，PDF第4页</ns1:t>
            </ns1:r>
          </ns1:p>
          <ns1:p>
            <ns1:r>
              <ns1:t>类型：协议交互</ns1:t>
            </ns1:r>
          </ns1:p>
          <ns1:p>
            <ns1:r>
              <ns1:t>借鉴点：双实体间四轮数据交互和底部差分预言机，粗细与编号区分新增机制，适合差分测试或执行器协议。</ns1:t>
            </ns1:r>
          </ns1:p>
          <ns1:p>
            <ns1:r>
              <ns1:t>论文URL：https://www.ndss-symposium.org/wp-content/uploads/2025-1411-paper.pdf</ns1:t>
            </ns1:r>
          </ns1:p>
          <ns1:p>
            <ns1:r>
              <ns1:t>官方获奖URL：https://www.ndss-symposium.org/ndss2025/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aca5cf53c43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a1392ee1894e17" /><Relationship Type="http://schemas.openxmlformats.org/officeDocument/2006/relationships/slideLayout" Target="/ppt/slideLayouts/slideLayout1.xml" Id="R79810e5dba5743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810e5dba5743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a3b6ffff447eb" /><Relationship Type="http://schemas.openxmlformats.org/officeDocument/2006/relationships/notesSlide" Target="/ppt/notesSlides/notesSlide1.xml" Id="R3eb9c9be9dab46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2D254-3748-43E1-A608-CCCBFB1C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" y="47777"/>
            <a:ext cx="2588656" cy="3654574"/>
          </a:xfrm>
          <a:custGeom xmlns:a="http://schemas.openxmlformats.org/drawingml/2006/main">
            <a:pathLst>
              <a:path w="2588656" h="3654574">
                <a:moveTo>
                  <a:pt x="77660" y="0"/>
                </a:moveTo>
                <a:lnTo>
                  <a:pt x="2510998" y="0"/>
                </a:lnTo>
                <a:cubicBezTo>
                  <a:pt x="2516096" y="0"/>
                  <a:pt x="2521148" y="497"/>
                  <a:pt x="2526149" y="1492"/>
                </a:cubicBezTo>
                <a:cubicBezTo>
                  <a:pt x="2531149" y="2486"/>
                  <a:pt x="2536004" y="3960"/>
                  <a:pt x="2540716" y="5912"/>
                </a:cubicBezTo>
                <a:cubicBezTo>
                  <a:pt x="2545428" y="7864"/>
                  <a:pt x="2549903" y="10256"/>
                  <a:pt x="2554144" y="13087"/>
                </a:cubicBezTo>
                <a:cubicBezTo>
                  <a:pt x="2558384" y="15922"/>
                  <a:pt x="2562305" y="19140"/>
                  <a:pt x="2565911" y="22746"/>
                </a:cubicBezTo>
                <a:cubicBezTo>
                  <a:pt x="2569517" y="26352"/>
                  <a:pt x="2572737" y="30275"/>
                  <a:pt x="2575569" y="34513"/>
                </a:cubicBezTo>
                <a:cubicBezTo>
                  <a:pt x="2578401" y="38753"/>
                  <a:pt x="2580795" y="43228"/>
                  <a:pt x="2582744" y="47940"/>
                </a:cubicBezTo>
                <a:cubicBezTo>
                  <a:pt x="2584696" y="52652"/>
                  <a:pt x="2586170" y="57507"/>
                  <a:pt x="2587165" y="62508"/>
                </a:cubicBezTo>
                <a:cubicBezTo>
                  <a:pt x="2588159" y="67511"/>
                  <a:pt x="2588656" y="72560"/>
                  <a:pt x="2588656" y="77658"/>
                </a:cubicBezTo>
                <a:lnTo>
                  <a:pt x="2588656" y="3576916"/>
                </a:lnTo>
                <a:cubicBezTo>
                  <a:pt x="2588656" y="3582013"/>
                  <a:pt x="2588159" y="3587065"/>
                  <a:pt x="2587165" y="3592066"/>
                </a:cubicBezTo>
                <a:cubicBezTo>
                  <a:pt x="2586170" y="3597067"/>
                  <a:pt x="2584696" y="3601922"/>
                  <a:pt x="2582744" y="3606634"/>
                </a:cubicBezTo>
                <a:cubicBezTo>
                  <a:pt x="2580795" y="3611346"/>
                  <a:pt x="2578401" y="3615820"/>
                  <a:pt x="2575569" y="3620061"/>
                </a:cubicBezTo>
                <a:cubicBezTo>
                  <a:pt x="2572737" y="3624302"/>
                  <a:pt x="2569517" y="3628222"/>
                  <a:pt x="2565911" y="3631828"/>
                </a:cubicBezTo>
                <a:cubicBezTo>
                  <a:pt x="2562305" y="3635434"/>
                  <a:pt x="2558384" y="3638655"/>
                  <a:pt x="2554144" y="3641487"/>
                </a:cubicBezTo>
                <a:cubicBezTo>
                  <a:pt x="2549903" y="3644318"/>
                  <a:pt x="2545428" y="3646713"/>
                  <a:pt x="2540716" y="3648662"/>
                </a:cubicBezTo>
                <a:cubicBezTo>
                  <a:pt x="2536004" y="3650613"/>
                  <a:pt x="2531149" y="3652088"/>
                  <a:pt x="2526149" y="3653082"/>
                </a:cubicBezTo>
                <a:cubicBezTo>
                  <a:pt x="2521148" y="3654077"/>
                  <a:pt x="2516096" y="3654574"/>
                  <a:pt x="2510998" y="3654574"/>
                </a:cubicBezTo>
                <a:lnTo>
                  <a:pt x="77660" y="3654574"/>
                </a:lnTo>
                <a:cubicBezTo>
                  <a:pt x="72560" y="3654574"/>
                  <a:pt x="67510" y="3654077"/>
                  <a:pt x="62509" y="3653082"/>
                </a:cubicBezTo>
                <a:cubicBezTo>
                  <a:pt x="57508" y="3652088"/>
                  <a:pt x="52651" y="3650613"/>
                  <a:pt x="47941" y="3648662"/>
                </a:cubicBezTo>
                <a:cubicBezTo>
                  <a:pt x="43229" y="3646713"/>
                  <a:pt x="38754" y="3644318"/>
                  <a:pt x="34514" y="3641487"/>
                </a:cubicBezTo>
                <a:cubicBezTo>
                  <a:pt x="30274" y="3638655"/>
                  <a:pt x="26352" y="3635434"/>
                  <a:pt x="22746" y="3631828"/>
                </a:cubicBezTo>
                <a:cubicBezTo>
                  <a:pt x="19140" y="3628222"/>
                  <a:pt x="15921" y="3624302"/>
                  <a:pt x="13088" y="3620061"/>
                </a:cubicBezTo>
                <a:cubicBezTo>
                  <a:pt x="10255" y="3615820"/>
                  <a:pt x="7863" y="3611346"/>
                  <a:pt x="5911" y="3606634"/>
                </a:cubicBezTo>
                <a:cubicBezTo>
                  <a:pt x="3960" y="3601922"/>
                  <a:pt x="2487" y="3597067"/>
                  <a:pt x="1492" y="3592066"/>
                </a:cubicBezTo>
                <a:cubicBezTo>
                  <a:pt x="497" y="3587065"/>
                  <a:pt x="0" y="3582013"/>
                  <a:pt x="0" y="3576916"/>
                </a:cubicBezTo>
                <a:lnTo>
                  <a:pt x="0" y="77658"/>
                </a:lnTo>
                <a:cubicBezTo>
                  <a:pt x="0" y="72560"/>
                  <a:pt x="497" y="67511"/>
                  <a:pt x="1492" y="62508"/>
                </a:cubicBezTo>
                <a:cubicBezTo>
                  <a:pt x="2487" y="57507"/>
                  <a:pt x="3960" y="52652"/>
                  <a:pt x="5911" y="47940"/>
                </a:cubicBezTo>
                <a:cubicBezTo>
                  <a:pt x="7863" y="43228"/>
                  <a:pt x="10255" y="38753"/>
                  <a:pt x="13088" y="34513"/>
                </a:cubicBezTo>
                <a:cubicBezTo>
                  <a:pt x="15921" y="30275"/>
                  <a:pt x="19140" y="26352"/>
                  <a:pt x="22746" y="22746"/>
                </a:cubicBezTo>
                <a:cubicBezTo>
                  <a:pt x="26352" y="19140"/>
                  <a:pt x="30274" y="15922"/>
                  <a:pt x="34514" y="13087"/>
                </a:cubicBezTo>
                <a:cubicBezTo>
                  <a:pt x="38754" y="10256"/>
                  <a:pt x="43229" y="7864"/>
                  <a:pt x="47941" y="5912"/>
                </a:cubicBezTo>
                <a:cubicBezTo>
                  <a:pt x="52651" y="3960"/>
                  <a:pt x="57508" y="2486"/>
                  <a:pt x="62509" y="1492"/>
                </a:cubicBezTo>
                <a:cubicBezTo>
                  <a:pt x="67510" y="497"/>
                  <a:pt x="72560" y="0"/>
                  <a:pt x="77660" y="0"/>
                </a:cubicBezTo>
                <a:close/>
              </a:path>
            </a:pathLst>
          </a:custGeom>
          <a:solidFill xmlns:a="http://schemas.openxmlformats.org/drawingml/2006/main">
            <a:srgbClr val="A5B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6BDCA-602A-4187-9579-8E6566C0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" y="47777"/>
            <a:ext cx="2588657" cy="3654575"/>
          </a:xfrm>
          <a:custGeom xmlns:a="http://schemas.openxmlformats.org/drawingml/2006/main">
            <a:pathLst>
              <a:path w="2588657" h="3654575" fill="none">
                <a:moveTo>
                  <a:pt x="77660" y="0"/>
                </a:moveTo>
                <a:lnTo>
                  <a:pt x="2510997" y="0"/>
                </a:lnTo>
                <a:cubicBezTo>
                  <a:pt x="2516096" y="0"/>
                  <a:pt x="2521146" y="497"/>
                  <a:pt x="2526148" y="1492"/>
                </a:cubicBezTo>
                <a:cubicBezTo>
                  <a:pt x="2531149" y="2487"/>
                  <a:pt x="2536005" y="3960"/>
                  <a:pt x="2540716" y="5911"/>
                </a:cubicBezTo>
                <a:cubicBezTo>
                  <a:pt x="2545427" y="7863"/>
                  <a:pt x="2549903" y="10255"/>
                  <a:pt x="2554143" y="13088"/>
                </a:cubicBezTo>
                <a:cubicBezTo>
                  <a:pt x="2558382" y="15921"/>
                  <a:pt x="2562305" y="19140"/>
                  <a:pt x="2565911" y="22746"/>
                </a:cubicBezTo>
                <a:cubicBezTo>
                  <a:pt x="2569516" y="26352"/>
                  <a:pt x="2572736" y="30274"/>
                  <a:pt x="2575568" y="34514"/>
                </a:cubicBezTo>
                <a:cubicBezTo>
                  <a:pt x="2578402" y="38754"/>
                  <a:pt x="2580794" y="43230"/>
                  <a:pt x="2582745" y="47941"/>
                </a:cubicBezTo>
                <a:cubicBezTo>
                  <a:pt x="2584696" y="52652"/>
                  <a:pt x="2586170" y="57508"/>
                  <a:pt x="2587165" y="62509"/>
                </a:cubicBezTo>
                <a:cubicBezTo>
                  <a:pt x="2588159" y="67510"/>
                  <a:pt x="2588657" y="72561"/>
                  <a:pt x="2588657" y="77660"/>
                </a:cubicBezTo>
                <a:lnTo>
                  <a:pt x="2588657" y="3576915"/>
                </a:lnTo>
                <a:cubicBezTo>
                  <a:pt x="2588657" y="3582014"/>
                  <a:pt x="2588159" y="3587064"/>
                  <a:pt x="2587165" y="3592065"/>
                </a:cubicBezTo>
                <a:cubicBezTo>
                  <a:pt x="2586170" y="3597066"/>
                  <a:pt x="2584696" y="3601922"/>
                  <a:pt x="2582745" y="3606634"/>
                </a:cubicBezTo>
                <a:cubicBezTo>
                  <a:pt x="2580794" y="3611345"/>
                  <a:pt x="2578402" y="3615820"/>
                  <a:pt x="2575568" y="3620060"/>
                </a:cubicBezTo>
                <a:cubicBezTo>
                  <a:pt x="2572736" y="3624300"/>
                  <a:pt x="2569516" y="3628223"/>
                  <a:pt x="2565911" y="3631829"/>
                </a:cubicBezTo>
                <a:cubicBezTo>
                  <a:pt x="2562305" y="3635434"/>
                  <a:pt x="2558382" y="3638654"/>
                  <a:pt x="2554143" y="3641487"/>
                </a:cubicBezTo>
                <a:cubicBezTo>
                  <a:pt x="2549903" y="3644320"/>
                  <a:pt x="2545427" y="3646711"/>
                  <a:pt x="2540716" y="3648663"/>
                </a:cubicBezTo>
                <a:cubicBezTo>
                  <a:pt x="2536005" y="3650614"/>
                  <a:pt x="2531149" y="3652087"/>
                  <a:pt x="2526148" y="3653082"/>
                </a:cubicBezTo>
                <a:cubicBezTo>
                  <a:pt x="2521146" y="3654077"/>
                  <a:pt x="2516096" y="3654575"/>
                  <a:pt x="2510997" y="3654575"/>
                </a:cubicBezTo>
                <a:lnTo>
                  <a:pt x="77660" y="3654575"/>
                </a:lnTo>
                <a:cubicBezTo>
                  <a:pt x="72561" y="3654575"/>
                  <a:pt x="67510" y="3654077"/>
                  <a:pt x="62509" y="3653082"/>
                </a:cubicBezTo>
                <a:cubicBezTo>
                  <a:pt x="57508" y="3652087"/>
                  <a:pt x="52652" y="3650614"/>
                  <a:pt x="47941" y="3648663"/>
                </a:cubicBezTo>
                <a:cubicBezTo>
                  <a:pt x="43230" y="3646711"/>
                  <a:pt x="38754" y="3644320"/>
                  <a:pt x="34514" y="3641486"/>
                </a:cubicBezTo>
                <a:cubicBezTo>
                  <a:pt x="30274" y="3638654"/>
                  <a:pt x="26352" y="3635434"/>
                  <a:pt x="22746" y="3631829"/>
                </a:cubicBezTo>
                <a:cubicBezTo>
                  <a:pt x="19140" y="3628223"/>
                  <a:pt x="15921" y="3624300"/>
                  <a:pt x="13088" y="3620060"/>
                </a:cubicBezTo>
                <a:cubicBezTo>
                  <a:pt x="10255" y="3615820"/>
                  <a:pt x="7863" y="3611345"/>
                  <a:pt x="5911" y="3606634"/>
                </a:cubicBezTo>
                <a:cubicBezTo>
                  <a:pt x="3960" y="3601922"/>
                  <a:pt x="2487" y="3597066"/>
                  <a:pt x="1492" y="3592065"/>
                </a:cubicBezTo>
                <a:cubicBezTo>
                  <a:pt x="497" y="3587064"/>
                  <a:pt x="0" y="3582014"/>
                  <a:pt x="0" y="3576915"/>
                </a:cubicBezTo>
                <a:lnTo>
                  <a:pt x="0" y="77660"/>
                </a:lnTo>
                <a:cubicBezTo>
                  <a:pt x="0" y="72561"/>
                  <a:pt x="497" y="67510"/>
                  <a:pt x="1492" y="62509"/>
                </a:cubicBezTo>
                <a:cubicBezTo>
                  <a:pt x="2487" y="57508"/>
                  <a:pt x="3960" y="52652"/>
                  <a:pt x="5911" y="47941"/>
                </a:cubicBezTo>
                <a:cubicBezTo>
                  <a:pt x="7863" y="43230"/>
                  <a:pt x="10255" y="38754"/>
                  <a:pt x="13088" y="34514"/>
                </a:cubicBezTo>
                <a:cubicBezTo>
                  <a:pt x="15921" y="30274"/>
                  <a:pt x="19140" y="26352"/>
                  <a:pt x="22746" y="22746"/>
                </a:cubicBezTo>
                <a:cubicBezTo>
                  <a:pt x="26352" y="19140"/>
                  <a:pt x="30274" y="15921"/>
                  <a:pt x="34514" y="13088"/>
                </a:cubicBezTo>
                <a:cubicBezTo>
                  <a:pt x="38754" y="10255"/>
                  <a:pt x="43230" y="7863"/>
                  <a:pt x="47941" y="5911"/>
                </a:cubicBezTo>
                <a:cubicBezTo>
                  <a:pt x="52652" y="3960"/>
                  <a:pt x="57508" y="2487"/>
                  <a:pt x="62509" y="1492"/>
                </a:cubicBezTo>
                <a:cubicBezTo>
                  <a:pt x="67510" y="497"/>
                  <a:pt x="72561" y="0"/>
                  <a:pt x="7766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AF95F-80D4-4653-A00D-8C0E17AC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66" y="348518"/>
            <a:ext cx="2284109" cy="1903424"/>
          </a:xfrm>
          <a:custGeom xmlns:a="http://schemas.openxmlformats.org/drawingml/2006/main">
            <a:pathLst>
              <a:path w="2284109" h="1903424">
                <a:moveTo>
                  <a:pt x="57103" y="0"/>
                </a:moveTo>
                <a:lnTo>
                  <a:pt x="2227007" y="0"/>
                </a:lnTo>
                <a:cubicBezTo>
                  <a:pt x="2230756" y="0"/>
                  <a:pt x="2234468" y="366"/>
                  <a:pt x="2238146" y="1097"/>
                </a:cubicBezTo>
                <a:cubicBezTo>
                  <a:pt x="2241823" y="1829"/>
                  <a:pt x="2245395" y="2912"/>
                  <a:pt x="2248859" y="4346"/>
                </a:cubicBezTo>
                <a:cubicBezTo>
                  <a:pt x="2252322" y="5781"/>
                  <a:pt x="2255614" y="7541"/>
                  <a:pt x="2258731" y="9624"/>
                </a:cubicBezTo>
                <a:cubicBezTo>
                  <a:pt x="2261849" y="11707"/>
                  <a:pt x="2264732" y="14073"/>
                  <a:pt x="2267384" y="16725"/>
                </a:cubicBezTo>
                <a:cubicBezTo>
                  <a:pt x="2270035" y="19377"/>
                  <a:pt x="2272401" y="22260"/>
                  <a:pt x="2274485" y="25377"/>
                </a:cubicBezTo>
                <a:cubicBezTo>
                  <a:pt x="2276568" y="28495"/>
                  <a:pt x="2278328" y="31787"/>
                  <a:pt x="2279762" y="35250"/>
                </a:cubicBezTo>
                <a:cubicBezTo>
                  <a:pt x="2281197" y="38713"/>
                  <a:pt x="2282280" y="42285"/>
                  <a:pt x="2283011" y="45963"/>
                </a:cubicBezTo>
                <a:cubicBezTo>
                  <a:pt x="2283743" y="49640"/>
                  <a:pt x="2284109" y="53352"/>
                  <a:pt x="2284109" y="57104"/>
                </a:cubicBezTo>
                <a:lnTo>
                  <a:pt x="2284109" y="1846322"/>
                </a:lnTo>
                <a:cubicBezTo>
                  <a:pt x="2284109" y="1850071"/>
                  <a:pt x="2283743" y="1853786"/>
                  <a:pt x="2283011" y="1857464"/>
                </a:cubicBezTo>
                <a:cubicBezTo>
                  <a:pt x="2282280" y="1861141"/>
                  <a:pt x="2281197" y="1864710"/>
                  <a:pt x="2279762" y="1868173"/>
                </a:cubicBezTo>
                <a:cubicBezTo>
                  <a:pt x="2278328" y="1871640"/>
                  <a:pt x="2276568" y="1874929"/>
                  <a:pt x="2274485" y="1878046"/>
                </a:cubicBezTo>
                <a:cubicBezTo>
                  <a:pt x="2272401" y="1881164"/>
                  <a:pt x="2270035" y="1884050"/>
                  <a:pt x="2267384" y="1886699"/>
                </a:cubicBezTo>
                <a:cubicBezTo>
                  <a:pt x="2264732" y="1889350"/>
                  <a:pt x="2261849" y="1891719"/>
                  <a:pt x="2258731" y="1893802"/>
                </a:cubicBezTo>
                <a:cubicBezTo>
                  <a:pt x="2255614" y="1895886"/>
                  <a:pt x="2252322" y="1897643"/>
                  <a:pt x="2248859" y="1899077"/>
                </a:cubicBezTo>
                <a:cubicBezTo>
                  <a:pt x="2245395" y="1900512"/>
                  <a:pt x="2241823" y="1901595"/>
                  <a:pt x="2238146" y="1902326"/>
                </a:cubicBezTo>
                <a:cubicBezTo>
                  <a:pt x="2234468" y="1903061"/>
                  <a:pt x="2230756" y="1903424"/>
                  <a:pt x="2227007" y="1903424"/>
                </a:cubicBezTo>
                <a:lnTo>
                  <a:pt x="57103" y="1903424"/>
                </a:lnTo>
                <a:cubicBezTo>
                  <a:pt x="53354" y="1903424"/>
                  <a:pt x="49640" y="1903061"/>
                  <a:pt x="45963" y="1902326"/>
                </a:cubicBezTo>
                <a:cubicBezTo>
                  <a:pt x="42285" y="1901595"/>
                  <a:pt x="38715" y="1900512"/>
                  <a:pt x="35250" y="1899077"/>
                </a:cubicBezTo>
                <a:cubicBezTo>
                  <a:pt x="31787" y="1897643"/>
                  <a:pt x="28496" y="1895886"/>
                  <a:pt x="25378" y="1893802"/>
                </a:cubicBezTo>
                <a:cubicBezTo>
                  <a:pt x="22261" y="1891719"/>
                  <a:pt x="19376" y="1889350"/>
                  <a:pt x="16725" y="1886699"/>
                </a:cubicBezTo>
                <a:cubicBezTo>
                  <a:pt x="14074" y="1884050"/>
                  <a:pt x="11707" y="1881164"/>
                  <a:pt x="9623" y="1878046"/>
                </a:cubicBezTo>
                <a:cubicBezTo>
                  <a:pt x="7540" y="1874929"/>
                  <a:pt x="5782" y="1871640"/>
                  <a:pt x="4347" y="1868173"/>
                </a:cubicBezTo>
                <a:cubicBezTo>
                  <a:pt x="2912" y="1864710"/>
                  <a:pt x="1829" y="1861141"/>
                  <a:pt x="1097" y="1857464"/>
                </a:cubicBezTo>
                <a:cubicBezTo>
                  <a:pt x="366" y="1853786"/>
                  <a:pt x="0" y="1850071"/>
                  <a:pt x="0" y="1846322"/>
                </a:cubicBezTo>
                <a:lnTo>
                  <a:pt x="0" y="57104"/>
                </a:lnTo>
                <a:cubicBezTo>
                  <a:pt x="0" y="53352"/>
                  <a:pt x="366" y="49640"/>
                  <a:pt x="1097" y="45963"/>
                </a:cubicBezTo>
                <a:cubicBezTo>
                  <a:pt x="1829" y="42285"/>
                  <a:pt x="2912" y="38713"/>
                  <a:pt x="4347" y="35250"/>
                </a:cubicBezTo>
                <a:cubicBezTo>
                  <a:pt x="5782" y="31787"/>
                  <a:pt x="7541" y="28495"/>
                  <a:pt x="9623" y="25377"/>
                </a:cubicBezTo>
                <a:cubicBezTo>
                  <a:pt x="11707" y="22260"/>
                  <a:pt x="14074" y="19377"/>
                  <a:pt x="16725" y="16725"/>
                </a:cubicBezTo>
                <a:cubicBezTo>
                  <a:pt x="19376" y="14073"/>
                  <a:pt x="22261" y="11707"/>
                  <a:pt x="25378" y="9624"/>
                </a:cubicBezTo>
                <a:cubicBezTo>
                  <a:pt x="28496" y="7541"/>
                  <a:pt x="31787" y="5781"/>
                  <a:pt x="35250" y="4346"/>
                </a:cubicBezTo>
                <a:cubicBezTo>
                  <a:pt x="38715" y="2912"/>
                  <a:pt x="42285" y="1829"/>
                  <a:pt x="45963" y="1097"/>
                </a:cubicBezTo>
                <a:cubicBezTo>
                  <a:pt x="49640" y="366"/>
                  <a:pt x="53354" y="0"/>
                  <a:pt x="5710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786E3A-F86D-4B02-854E-C8B544DE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66" y="348516"/>
            <a:ext cx="2284109" cy="1903424"/>
          </a:xfrm>
          <a:custGeom xmlns:a="http://schemas.openxmlformats.org/drawingml/2006/main">
            <a:pathLst>
              <a:path w="2284109" h="1903424" fill="none">
                <a:moveTo>
                  <a:pt x="57103" y="0"/>
                </a:moveTo>
                <a:lnTo>
                  <a:pt x="2227006" y="0"/>
                </a:lnTo>
                <a:cubicBezTo>
                  <a:pt x="2230756" y="0"/>
                  <a:pt x="2234469" y="366"/>
                  <a:pt x="2238147" y="1097"/>
                </a:cubicBezTo>
                <a:cubicBezTo>
                  <a:pt x="2241824" y="1829"/>
                  <a:pt x="2245394" y="2912"/>
                  <a:pt x="2248859" y="4347"/>
                </a:cubicBezTo>
                <a:cubicBezTo>
                  <a:pt x="2252322" y="5782"/>
                  <a:pt x="2255613" y="7540"/>
                  <a:pt x="2258731" y="9623"/>
                </a:cubicBezTo>
                <a:cubicBezTo>
                  <a:pt x="2261848" y="11707"/>
                  <a:pt x="2264733" y="14074"/>
                  <a:pt x="2267384" y="16725"/>
                </a:cubicBezTo>
                <a:cubicBezTo>
                  <a:pt x="2270035" y="19376"/>
                  <a:pt x="2272402" y="22261"/>
                  <a:pt x="2274485" y="25378"/>
                </a:cubicBezTo>
                <a:cubicBezTo>
                  <a:pt x="2276569" y="28496"/>
                  <a:pt x="2278327" y="31786"/>
                  <a:pt x="2279763" y="35250"/>
                </a:cubicBezTo>
                <a:cubicBezTo>
                  <a:pt x="2281197" y="38714"/>
                  <a:pt x="2282280" y="42285"/>
                  <a:pt x="2283012" y="45963"/>
                </a:cubicBezTo>
                <a:cubicBezTo>
                  <a:pt x="2283743" y="49640"/>
                  <a:pt x="2284109" y="53353"/>
                  <a:pt x="2284109" y="57103"/>
                </a:cubicBezTo>
                <a:lnTo>
                  <a:pt x="2284109" y="1846322"/>
                </a:lnTo>
                <a:cubicBezTo>
                  <a:pt x="2284109" y="1850071"/>
                  <a:pt x="2283743" y="1853785"/>
                  <a:pt x="2283012" y="1857462"/>
                </a:cubicBezTo>
                <a:cubicBezTo>
                  <a:pt x="2282280" y="1861139"/>
                  <a:pt x="2281197" y="1864709"/>
                  <a:pt x="2279763" y="1868174"/>
                </a:cubicBezTo>
                <a:cubicBezTo>
                  <a:pt x="2278327" y="1871638"/>
                  <a:pt x="2276569" y="1874929"/>
                  <a:pt x="2274485" y="1878046"/>
                </a:cubicBezTo>
                <a:cubicBezTo>
                  <a:pt x="2272402" y="1881163"/>
                  <a:pt x="2270035" y="1884048"/>
                  <a:pt x="2267384" y="1886699"/>
                </a:cubicBezTo>
                <a:cubicBezTo>
                  <a:pt x="2264733" y="1889350"/>
                  <a:pt x="2261848" y="1891718"/>
                  <a:pt x="2258731" y="1893801"/>
                </a:cubicBezTo>
                <a:cubicBezTo>
                  <a:pt x="2255613" y="1895884"/>
                  <a:pt x="2252322" y="1897642"/>
                  <a:pt x="2248859" y="1899078"/>
                </a:cubicBezTo>
                <a:cubicBezTo>
                  <a:pt x="2245394" y="1900512"/>
                  <a:pt x="2241824" y="1901596"/>
                  <a:pt x="2238147" y="1902327"/>
                </a:cubicBezTo>
                <a:cubicBezTo>
                  <a:pt x="2234469" y="1903059"/>
                  <a:pt x="2230756" y="1903424"/>
                  <a:pt x="2227006" y="1903424"/>
                </a:cubicBezTo>
                <a:lnTo>
                  <a:pt x="57103" y="1903424"/>
                </a:lnTo>
                <a:cubicBezTo>
                  <a:pt x="53353" y="1903424"/>
                  <a:pt x="49640" y="1903059"/>
                  <a:pt x="45963" y="1902327"/>
                </a:cubicBezTo>
                <a:cubicBezTo>
                  <a:pt x="42285" y="1901596"/>
                  <a:pt x="38715" y="1900512"/>
                  <a:pt x="35250" y="1899078"/>
                </a:cubicBezTo>
                <a:cubicBezTo>
                  <a:pt x="31786" y="1897642"/>
                  <a:pt x="28496" y="1895884"/>
                  <a:pt x="25378" y="1893801"/>
                </a:cubicBezTo>
                <a:cubicBezTo>
                  <a:pt x="22261" y="1891718"/>
                  <a:pt x="19376" y="1889350"/>
                  <a:pt x="16725" y="1886699"/>
                </a:cubicBezTo>
                <a:cubicBezTo>
                  <a:pt x="14074" y="1884048"/>
                  <a:pt x="11707" y="1881163"/>
                  <a:pt x="9623" y="1878046"/>
                </a:cubicBezTo>
                <a:cubicBezTo>
                  <a:pt x="7540" y="1874929"/>
                  <a:pt x="5782" y="1871638"/>
                  <a:pt x="4347" y="1868174"/>
                </a:cubicBezTo>
                <a:cubicBezTo>
                  <a:pt x="2912" y="1864709"/>
                  <a:pt x="1829" y="1861139"/>
                  <a:pt x="1097" y="1857462"/>
                </a:cubicBezTo>
                <a:cubicBezTo>
                  <a:pt x="366" y="1853785"/>
                  <a:pt x="0" y="1850071"/>
                  <a:pt x="0" y="1846322"/>
                </a:cubicBezTo>
                <a:lnTo>
                  <a:pt x="0" y="57103"/>
                </a:lnTo>
                <a:cubicBezTo>
                  <a:pt x="0" y="53353"/>
                  <a:pt x="366" y="49640"/>
                  <a:pt x="1097" y="45963"/>
                </a:cubicBezTo>
                <a:cubicBezTo>
                  <a:pt x="1829" y="42285"/>
                  <a:pt x="2912" y="38714"/>
                  <a:pt x="4347" y="35250"/>
                </a:cubicBezTo>
                <a:cubicBezTo>
                  <a:pt x="5782" y="31786"/>
                  <a:pt x="7540" y="28496"/>
                  <a:pt x="9624" y="25378"/>
                </a:cubicBezTo>
                <a:cubicBezTo>
                  <a:pt x="11707" y="22261"/>
                  <a:pt x="14074" y="19376"/>
                  <a:pt x="16725" y="16725"/>
                </a:cubicBezTo>
                <a:cubicBezTo>
                  <a:pt x="19376" y="14074"/>
                  <a:pt x="22261" y="11707"/>
                  <a:pt x="25378" y="9623"/>
                </a:cubicBezTo>
                <a:cubicBezTo>
                  <a:pt x="28496" y="7540"/>
                  <a:pt x="31786" y="5782"/>
                  <a:pt x="35250" y="4347"/>
                </a:cubicBezTo>
                <a:cubicBezTo>
                  <a:pt x="38714" y="2912"/>
                  <a:pt x="42285" y="1829"/>
                  <a:pt x="45963" y="1097"/>
                </a:cubicBezTo>
                <a:cubicBezTo>
                  <a:pt x="49640" y="366"/>
                  <a:pt x="53353" y="0"/>
                  <a:pt x="5710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614" cap="flat">
            <a:solidFill>
              <a:srgbClr val="000000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E562C-D2AA-416F-AB35-C90773E9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84" y="973573"/>
            <a:ext cx="85913" cy="147736"/>
          </a:xfrm>
          <a:custGeom xmlns:a="http://schemas.openxmlformats.org/drawingml/2006/main">
            <a:pathLst>
              <a:path w="85913" h="147736">
                <a:moveTo>
                  <a:pt x="0" y="147736"/>
                </a:moveTo>
                <a:lnTo>
                  <a:pt x="0" y="0"/>
                </a:lnTo>
                <a:lnTo>
                  <a:pt x="85913" y="0"/>
                </a:lnTo>
                <a:lnTo>
                  <a:pt x="85913" y="14282"/>
                </a:lnTo>
                <a:lnTo>
                  <a:pt x="16628" y="14282"/>
                </a:lnTo>
                <a:lnTo>
                  <a:pt x="16628" y="63954"/>
                </a:lnTo>
                <a:lnTo>
                  <a:pt x="78025" y="63954"/>
                </a:lnTo>
                <a:lnTo>
                  <a:pt x="78025" y="78238"/>
                </a:lnTo>
                <a:lnTo>
                  <a:pt x="16628" y="78238"/>
                </a:lnTo>
                <a:lnTo>
                  <a:pt x="16628" y="147736"/>
                </a:lnTo>
                <a:lnTo>
                  <a:pt x="0" y="1477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7CD2A-72D0-401D-93F6-63CE6C48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76" y="1010881"/>
            <a:ext cx="87192" cy="112560"/>
          </a:xfrm>
          <a:custGeom xmlns:a="http://schemas.openxmlformats.org/drawingml/2006/main">
            <a:pathLst>
              <a:path w="87192" h="112560">
                <a:moveTo>
                  <a:pt x="44342" y="112560"/>
                </a:moveTo>
                <a:cubicBezTo>
                  <a:pt x="33257" y="112560"/>
                  <a:pt x="24480" y="110462"/>
                  <a:pt x="18014" y="106270"/>
                </a:cubicBezTo>
                <a:cubicBezTo>
                  <a:pt x="11547" y="102078"/>
                  <a:pt x="6929" y="96143"/>
                  <a:pt x="4157" y="88471"/>
                </a:cubicBezTo>
                <a:cubicBezTo>
                  <a:pt x="1386" y="80796"/>
                  <a:pt x="0" y="71912"/>
                  <a:pt x="0" y="61822"/>
                </a:cubicBezTo>
                <a:lnTo>
                  <a:pt x="0" y="0"/>
                </a:lnTo>
                <a:lnTo>
                  <a:pt x="15989" y="0"/>
                </a:lnTo>
                <a:lnTo>
                  <a:pt x="15989" y="57559"/>
                </a:lnTo>
                <a:cubicBezTo>
                  <a:pt x="15989" y="67506"/>
                  <a:pt x="16984" y="75467"/>
                  <a:pt x="18973" y="81436"/>
                </a:cubicBezTo>
                <a:cubicBezTo>
                  <a:pt x="20963" y="87405"/>
                  <a:pt x="24196" y="91703"/>
                  <a:pt x="28673" y="94332"/>
                </a:cubicBezTo>
                <a:cubicBezTo>
                  <a:pt x="33150" y="96961"/>
                  <a:pt x="39084" y="98275"/>
                  <a:pt x="46474" y="98275"/>
                </a:cubicBezTo>
                <a:cubicBezTo>
                  <a:pt x="52443" y="98275"/>
                  <a:pt x="57737" y="97958"/>
                  <a:pt x="62356" y="97318"/>
                </a:cubicBezTo>
                <a:cubicBezTo>
                  <a:pt x="66975" y="96678"/>
                  <a:pt x="69995" y="96143"/>
                  <a:pt x="71416" y="95718"/>
                </a:cubicBezTo>
                <a:lnTo>
                  <a:pt x="71416" y="0"/>
                </a:lnTo>
                <a:lnTo>
                  <a:pt x="87192" y="0"/>
                </a:lnTo>
                <a:lnTo>
                  <a:pt x="87192" y="106590"/>
                </a:lnTo>
                <a:cubicBezTo>
                  <a:pt x="82928" y="107728"/>
                  <a:pt x="77208" y="109008"/>
                  <a:pt x="70031" y="110428"/>
                </a:cubicBezTo>
                <a:cubicBezTo>
                  <a:pt x="62854" y="111848"/>
                  <a:pt x="54291" y="112560"/>
                  <a:pt x="44342" y="1125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3D9C2-50C6-48AB-8C92-75ACDA31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477" y="1010881"/>
            <a:ext cx="81863" cy="110428"/>
          </a:xfrm>
          <a:custGeom xmlns:a="http://schemas.openxmlformats.org/drawingml/2006/main">
            <a:pathLst>
              <a:path w="81863" h="110428">
                <a:moveTo>
                  <a:pt x="0" y="110428"/>
                </a:moveTo>
                <a:lnTo>
                  <a:pt x="0" y="99341"/>
                </a:lnTo>
                <a:cubicBezTo>
                  <a:pt x="3553" y="92663"/>
                  <a:pt x="7959" y="85308"/>
                  <a:pt x="13217" y="77278"/>
                </a:cubicBezTo>
                <a:cubicBezTo>
                  <a:pt x="18476" y="69249"/>
                  <a:pt x="24054" y="61182"/>
                  <a:pt x="29952" y="53081"/>
                </a:cubicBezTo>
                <a:cubicBezTo>
                  <a:pt x="35850" y="44980"/>
                  <a:pt x="41464" y="37485"/>
                  <a:pt x="46794" y="30590"/>
                </a:cubicBezTo>
                <a:cubicBezTo>
                  <a:pt x="52123" y="23697"/>
                  <a:pt x="56707" y="17977"/>
                  <a:pt x="60544" y="13430"/>
                </a:cubicBezTo>
                <a:lnTo>
                  <a:pt x="2985" y="13430"/>
                </a:lnTo>
                <a:lnTo>
                  <a:pt x="2985" y="0"/>
                </a:lnTo>
                <a:lnTo>
                  <a:pt x="80157" y="0"/>
                </a:lnTo>
                <a:lnTo>
                  <a:pt x="80157" y="12364"/>
                </a:lnTo>
                <a:cubicBezTo>
                  <a:pt x="77030" y="15916"/>
                  <a:pt x="72873" y="20854"/>
                  <a:pt x="67686" y="27181"/>
                </a:cubicBezTo>
                <a:cubicBezTo>
                  <a:pt x="62498" y="33504"/>
                  <a:pt x="56955" y="40611"/>
                  <a:pt x="51058" y="48497"/>
                </a:cubicBezTo>
                <a:cubicBezTo>
                  <a:pt x="45159" y="56387"/>
                  <a:pt x="39332" y="64522"/>
                  <a:pt x="33576" y="72906"/>
                </a:cubicBezTo>
                <a:cubicBezTo>
                  <a:pt x="27820" y="81293"/>
                  <a:pt x="22811" y="89323"/>
                  <a:pt x="18547" y="96998"/>
                </a:cubicBezTo>
                <a:lnTo>
                  <a:pt x="81863" y="96998"/>
                </a:lnTo>
                <a:lnTo>
                  <a:pt x="81863" y="110428"/>
                </a:lnTo>
                <a:lnTo>
                  <a:pt x="0" y="1104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D11F8-F48F-460D-9AF4-5F8E3E30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542" y="1010881"/>
            <a:ext cx="81863" cy="110428"/>
          </a:xfrm>
          <a:custGeom xmlns:a="http://schemas.openxmlformats.org/drawingml/2006/main">
            <a:pathLst>
              <a:path w="81863" h="110428">
                <a:moveTo>
                  <a:pt x="0" y="110428"/>
                </a:moveTo>
                <a:lnTo>
                  <a:pt x="0" y="99341"/>
                </a:lnTo>
                <a:cubicBezTo>
                  <a:pt x="3553" y="92663"/>
                  <a:pt x="7959" y="85308"/>
                  <a:pt x="13217" y="77278"/>
                </a:cubicBezTo>
                <a:cubicBezTo>
                  <a:pt x="18476" y="69249"/>
                  <a:pt x="24054" y="61182"/>
                  <a:pt x="29952" y="53081"/>
                </a:cubicBezTo>
                <a:cubicBezTo>
                  <a:pt x="35850" y="44980"/>
                  <a:pt x="41464" y="37485"/>
                  <a:pt x="46794" y="30590"/>
                </a:cubicBezTo>
                <a:cubicBezTo>
                  <a:pt x="52123" y="23697"/>
                  <a:pt x="56707" y="17977"/>
                  <a:pt x="60544" y="13430"/>
                </a:cubicBezTo>
                <a:lnTo>
                  <a:pt x="2985" y="13430"/>
                </a:lnTo>
                <a:lnTo>
                  <a:pt x="2985" y="0"/>
                </a:lnTo>
                <a:lnTo>
                  <a:pt x="80157" y="0"/>
                </a:lnTo>
                <a:lnTo>
                  <a:pt x="80157" y="12364"/>
                </a:lnTo>
                <a:cubicBezTo>
                  <a:pt x="77030" y="15916"/>
                  <a:pt x="72873" y="20854"/>
                  <a:pt x="67686" y="27181"/>
                </a:cubicBezTo>
                <a:cubicBezTo>
                  <a:pt x="62498" y="33504"/>
                  <a:pt x="56955" y="40611"/>
                  <a:pt x="51058" y="48497"/>
                </a:cubicBezTo>
                <a:cubicBezTo>
                  <a:pt x="45159" y="56387"/>
                  <a:pt x="39332" y="64522"/>
                  <a:pt x="33576" y="72906"/>
                </a:cubicBezTo>
                <a:cubicBezTo>
                  <a:pt x="27820" y="81293"/>
                  <a:pt x="22811" y="89323"/>
                  <a:pt x="18547" y="96998"/>
                </a:cubicBezTo>
                <a:lnTo>
                  <a:pt x="81863" y="96998"/>
                </a:lnTo>
                <a:lnTo>
                  <a:pt x="81863" y="110428"/>
                </a:lnTo>
                <a:lnTo>
                  <a:pt x="0" y="1104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41575-3B4B-43B0-AFBA-E147ACA8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216" y="963980"/>
            <a:ext cx="22598" cy="157328"/>
          </a:xfrm>
          <a:custGeom xmlns:a="http://schemas.openxmlformats.org/drawingml/2006/main">
            <a:pathLst>
              <a:path w="22598" h="157328">
                <a:moveTo>
                  <a:pt x="3198" y="157328"/>
                </a:moveTo>
                <a:lnTo>
                  <a:pt x="3198" y="46900"/>
                </a:lnTo>
                <a:lnTo>
                  <a:pt x="19187" y="46900"/>
                </a:lnTo>
                <a:lnTo>
                  <a:pt x="19187" y="157328"/>
                </a:lnTo>
                <a:lnTo>
                  <a:pt x="3198" y="157328"/>
                </a:lnTo>
                <a:close/>
                <a:moveTo>
                  <a:pt x="11299" y="23234"/>
                </a:moveTo>
                <a:cubicBezTo>
                  <a:pt x="8172" y="23234"/>
                  <a:pt x="5507" y="22168"/>
                  <a:pt x="3304" y="20037"/>
                </a:cubicBezTo>
                <a:cubicBezTo>
                  <a:pt x="1102" y="17905"/>
                  <a:pt x="0" y="15065"/>
                  <a:pt x="0" y="11510"/>
                </a:cubicBezTo>
                <a:cubicBezTo>
                  <a:pt x="0" y="8101"/>
                  <a:pt x="1102" y="5329"/>
                  <a:pt x="3304" y="3198"/>
                </a:cubicBezTo>
                <a:cubicBezTo>
                  <a:pt x="5507" y="1066"/>
                  <a:pt x="8172" y="0"/>
                  <a:pt x="11299" y="0"/>
                </a:cubicBezTo>
                <a:cubicBezTo>
                  <a:pt x="14426" y="0"/>
                  <a:pt x="17090" y="1066"/>
                  <a:pt x="19293" y="3198"/>
                </a:cubicBezTo>
                <a:cubicBezTo>
                  <a:pt x="21496" y="5329"/>
                  <a:pt x="22598" y="8101"/>
                  <a:pt x="22598" y="11510"/>
                </a:cubicBezTo>
                <a:cubicBezTo>
                  <a:pt x="22598" y="15065"/>
                  <a:pt x="21496" y="17905"/>
                  <a:pt x="19293" y="20037"/>
                </a:cubicBezTo>
                <a:cubicBezTo>
                  <a:pt x="17090" y="22168"/>
                  <a:pt x="14426" y="23234"/>
                  <a:pt x="11299" y="232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15D09-4207-4042-A738-4F1640F5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04" y="955879"/>
            <a:ext cx="32404" cy="167347"/>
          </a:xfrm>
          <a:custGeom xmlns:a="http://schemas.openxmlformats.org/drawingml/2006/main">
            <a:pathLst>
              <a:path w="32404" h="167347">
                <a:moveTo>
                  <a:pt x="30058" y="167347"/>
                </a:moveTo>
                <a:cubicBezTo>
                  <a:pt x="23237" y="167064"/>
                  <a:pt x="17588" y="165926"/>
                  <a:pt x="13110" y="163938"/>
                </a:cubicBezTo>
                <a:cubicBezTo>
                  <a:pt x="8633" y="161946"/>
                  <a:pt x="5329" y="158857"/>
                  <a:pt x="3198" y="154662"/>
                </a:cubicBezTo>
                <a:cubicBezTo>
                  <a:pt x="1066" y="150470"/>
                  <a:pt x="0" y="144821"/>
                  <a:pt x="0" y="137714"/>
                </a:cubicBezTo>
                <a:lnTo>
                  <a:pt x="0" y="2769"/>
                </a:lnTo>
                <a:lnTo>
                  <a:pt x="15988" y="0"/>
                </a:lnTo>
                <a:lnTo>
                  <a:pt x="15988" y="136649"/>
                </a:lnTo>
                <a:cubicBezTo>
                  <a:pt x="15988" y="143472"/>
                  <a:pt x="17231" y="147876"/>
                  <a:pt x="19720" y="149867"/>
                </a:cubicBezTo>
                <a:cubicBezTo>
                  <a:pt x="22206" y="151856"/>
                  <a:pt x="26435" y="153276"/>
                  <a:pt x="32404" y="154131"/>
                </a:cubicBezTo>
                <a:lnTo>
                  <a:pt x="30058" y="1673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81D69-CCE8-4B9F-9D34-C7A5E37E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857" y="955879"/>
            <a:ext cx="32404" cy="167347"/>
          </a:xfrm>
          <a:custGeom xmlns:a="http://schemas.openxmlformats.org/drawingml/2006/main">
            <a:pathLst>
              <a:path w="32404" h="167347">
                <a:moveTo>
                  <a:pt x="30061" y="167347"/>
                </a:moveTo>
                <a:cubicBezTo>
                  <a:pt x="23237" y="167064"/>
                  <a:pt x="17588" y="165926"/>
                  <a:pt x="13113" y="163938"/>
                </a:cubicBezTo>
                <a:cubicBezTo>
                  <a:pt x="8635" y="161946"/>
                  <a:pt x="5332" y="158857"/>
                  <a:pt x="3200" y="154662"/>
                </a:cubicBezTo>
                <a:cubicBezTo>
                  <a:pt x="1066" y="150470"/>
                  <a:pt x="0" y="144821"/>
                  <a:pt x="0" y="137714"/>
                </a:cubicBezTo>
                <a:lnTo>
                  <a:pt x="0" y="2769"/>
                </a:lnTo>
                <a:lnTo>
                  <a:pt x="15991" y="0"/>
                </a:lnTo>
                <a:lnTo>
                  <a:pt x="15991" y="136649"/>
                </a:lnTo>
                <a:cubicBezTo>
                  <a:pt x="15991" y="143472"/>
                  <a:pt x="17234" y="147876"/>
                  <a:pt x="19720" y="149867"/>
                </a:cubicBezTo>
                <a:cubicBezTo>
                  <a:pt x="22208" y="151856"/>
                  <a:pt x="26435" y="153276"/>
                  <a:pt x="32404" y="154131"/>
                </a:cubicBezTo>
                <a:lnTo>
                  <a:pt x="30061" y="1673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F5D9A-E183-4B05-8865-B795C792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729" y="963980"/>
            <a:ext cx="22597" cy="157328"/>
          </a:xfrm>
          <a:custGeom xmlns:a="http://schemas.openxmlformats.org/drawingml/2006/main">
            <a:pathLst>
              <a:path w="22597" h="157328">
                <a:moveTo>
                  <a:pt x="3198" y="157328"/>
                </a:moveTo>
                <a:lnTo>
                  <a:pt x="3198" y="46900"/>
                </a:lnTo>
                <a:lnTo>
                  <a:pt x="19185" y="46900"/>
                </a:lnTo>
                <a:lnTo>
                  <a:pt x="19185" y="157328"/>
                </a:lnTo>
                <a:lnTo>
                  <a:pt x="3198" y="157328"/>
                </a:lnTo>
                <a:close/>
                <a:moveTo>
                  <a:pt x="11299" y="23234"/>
                </a:moveTo>
                <a:cubicBezTo>
                  <a:pt x="8170" y="23234"/>
                  <a:pt x="5506" y="22168"/>
                  <a:pt x="3303" y="20037"/>
                </a:cubicBezTo>
                <a:cubicBezTo>
                  <a:pt x="1100" y="17905"/>
                  <a:pt x="0" y="15065"/>
                  <a:pt x="0" y="11510"/>
                </a:cubicBezTo>
                <a:cubicBezTo>
                  <a:pt x="0" y="8101"/>
                  <a:pt x="1100" y="5329"/>
                  <a:pt x="3303" y="3198"/>
                </a:cubicBezTo>
                <a:cubicBezTo>
                  <a:pt x="5506" y="1066"/>
                  <a:pt x="8170" y="0"/>
                  <a:pt x="11299" y="0"/>
                </a:cubicBezTo>
                <a:cubicBezTo>
                  <a:pt x="14425" y="0"/>
                  <a:pt x="17088" y="1066"/>
                  <a:pt x="19291" y="3198"/>
                </a:cubicBezTo>
                <a:cubicBezTo>
                  <a:pt x="21494" y="5329"/>
                  <a:pt x="22597" y="8101"/>
                  <a:pt x="22597" y="11510"/>
                </a:cubicBezTo>
                <a:cubicBezTo>
                  <a:pt x="22597" y="15065"/>
                  <a:pt x="21494" y="17905"/>
                  <a:pt x="19291" y="20037"/>
                </a:cubicBezTo>
                <a:cubicBezTo>
                  <a:pt x="17088" y="22168"/>
                  <a:pt x="14425" y="23234"/>
                  <a:pt x="11299" y="232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A57A6-BDED-4D9C-81B8-F181A95D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43" y="1264364"/>
            <a:ext cx="99344" cy="105310"/>
          </a:xfrm>
          <a:custGeom xmlns:a="http://schemas.openxmlformats.org/drawingml/2006/main">
            <a:pathLst>
              <a:path w="99344" h="105310">
                <a:moveTo>
                  <a:pt x="37041" y="105310"/>
                </a:moveTo>
                <a:lnTo>
                  <a:pt x="37041" y="64328"/>
                </a:lnTo>
                <a:lnTo>
                  <a:pt x="0" y="64328"/>
                </a:lnTo>
                <a:lnTo>
                  <a:pt x="0" y="40931"/>
                </a:lnTo>
                <a:lnTo>
                  <a:pt x="37041" y="40931"/>
                </a:lnTo>
                <a:lnTo>
                  <a:pt x="37041" y="0"/>
                </a:lnTo>
                <a:lnTo>
                  <a:pt x="62356" y="0"/>
                </a:lnTo>
                <a:lnTo>
                  <a:pt x="62356" y="40931"/>
                </a:lnTo>
                <a:lnTo>
                  <a:pt x="99344" y="40931"/>
                </a:lnTo>
                <a:lnTo>
                  <a:pt x="99344" y="64328"/>
                </a:lnTo>
                <a:lnTo>
                  <a:pt x="62356" y="64328"/>
                </a:lnTo>
                <a:lnTo>
                  <a:pt x="62356" y="105310"/>
                </a:lnTo>
                <a:lnTo>
                  <a:pt x="37041" y="1053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E8875-0D58-4753-B3C5-83223388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983" y="1232437"/>
            <a:ext cx="93055" cy="150776"/>
          </a:xfrm>
          <a:custGeom xmlns:a="http://schemas.openxmlformats.org/drawingml/2006/main">
            <a:pathLst>
              <a:path w="93055" h="150776">
                <a:moveTo>
                  <a:pt x="41411" y="150776"/>
                </a:moveTo>
                <a:cubicBezTo>
                  <a:pt x="31640" y="150776"/>
                  <a:pt x="23308" y="149513"/>
                  <a:pt x="16415" y="146993"/>
                </a:cubicBezTo>
                <a:cubicBezTo>
                  <a:pt x="9522" y="144469"/>
                  <a:pt x="4051" y="141749"/>
                  <a:pt x="0" y="138837"/>
                </a:cubicBezTo>
                <a:lnTo>
                  <a:pt x="10180" y="116186"/>
                </a:lnTo>
                <a:cubicBezTo>
                  <a:pt x="13981" y="118566"/>
                  <a:pt x="18263" y="120769"/>
                  <a:pt x="23024" y="122795"/>
                </a:cubicBezTo>
                <a:cubicBezTo>
                  <a:pt x="27785" y="124821"/>
                  <a:pt x="33150" y="125833"/>
                  <a:pt x="39119" y="125833"/>
                </a:cubicBezTo>
                <a:cubicBezTo>
                  <a:pt x="47824" y="125833"/>
                  <a:pt x="54140" y="123638"/>
                  <a:pt x="58066" y="119252"/>
                </a:cubicBezTo>
                <a:cubicBezTo>
                  <a:pt x="61992" y="114863"/>
                  <a:pt x="63955" y="107482"/>
                  <a:pt x="63955" y="97106"/>
                </a:cubicBezTo>
                <a:lnTo>
                  <a:pt x="63955" y="0"/>
                </a:lnTo>
                <a:lnTo>
                  <a:pt x="93055" y="0"/>
                </a:lnTo>
                <a:lnTo>
                  <a:pt x="93055" y="98758"/>
                </a:lnTo>
                <a:cubicBezTo>
                  <a:pt x="93055" y="108388"/>
                  <a:pt x="91563" y="117129"/>
                  <a:pt x="88578" y="124981"/>
                </a:cubicBezTo>
                <a:cubicBezTo>
                  <a:pt x="85593" y="132834"/>
                  <a:pt x="80361" y="139095"/>
                  <a:pt x="72882" y="143767"/>
                </a:cubicBezTo>
                <a:cubicBezTo>
                  <a:pt x="65403" y="148439"/>
                  <a:pt x="54913" y="150776"/>
                  <a:pt x="41411" y="1507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BE515-3C4F-4873-BBC8-42214460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348" y="1232437"/>
            <a:ext cx="29099" cy="147738"/>
          </a:xfrm>
          <a:custGeom xmlns:a="http://schemas.openxmlformats.org/drawingml/2006/main">
            <a:pathLst>
              <a:path w="29099" h="147738">
                <a:moveTo>
                  <a:pt x="0" y="0"/>
                </a:moveTo>
                <a:lnTo>
                  <a:pt x="29099" y="0"/>
                </a:lnTo>
                <a:lnTo>
                  <a:pt x="29099" y="147738"/>
                </a:lnTo>
                <a:lnTo>
                  <a:pt x="0" y="14773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330EFD-AAC4-4E69-B4A5-0514636D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39" y="1232437"/>
            <a:ext cx="119436" cy="147738"/>
          </a:xfrm>
          <a:custGeom xmlns:a="http://schemas.openxmlformats.org/drawingml/2006/main">
            <a:pathLst>
              <a:path w="119436" h="147738">
                <a:moveTo>
                  <a:pt x="45195" y="147738"/>
                </a:moveTo>
                <a:lnTo>
                  <a:pt x="45195" y="24837"/>
                </a:lnTo>
                <a:lnTo>
                  <a:pt x="0" y="24837"/>
                </a:lnTo>
                <a:lnTo>
                  <a:pt x="0" y="0"/>
                </a:lnTo>
                <a:lnTo>
                  <a:pt x="119436" y="0"/>
                </a:lnTo>
                <a:lnTo>
                  <a:pt x="119436" y="24837"/>
                </a:lnTo>
                <a:lnTo>
                  <a:pt x="74294" y="24837"/>
                </a:lnTo>
                <a:lnTo>
                  <a:pt x="74294" y="147738"/>
                </a:lnTo>
                <a:lnTo>
                  <a:pt x="45195" y="147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09944-7F30-498E-A25D-0F31BCEA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785" y="1265587"/>
            <a:ext cx="83621" cy="117466"/>
          </a:xfrm>
          <a:custGeom xmlns:a="http://schemas.openxmlformats.org/drawingml/2006/main">
            <a:pathLst>
              <a:path w="83621" h="117466">
                <a:moveTo>
                  <a:pt x="37201" y="117466"/>
                </a:moveTo>
                <a:cubicBezTo>
                  <a:pt x="27359" y="117466"/>
                  <a:pt x="19293" y="116620"/>
                  <a:pt x="13004" y="114934"/>
                </a:cubicBezTo>
                <a:cubicBezTo>
                  <a:pt x="6715" y="113246"/>
                  <a:pt x="2381" y="111868"/>
                  <a:pt x="0" y="110802"/>
                </a:cubicBezTo>
                <a:lnTo>
                  <a:pt x="4957" y="87940"/>
                </a:lnTo>
                <a:cubicBezTo>
                  <a:pt x="9398" y="89680"/>
                  <a:pt x="14354" y="91234"/>
                  <a:pt x="19826" y="92603"/>
                </a:cubicBezTo>
                <a:cubicBezTo>
                  <a:pt x="25298" y="93972"/>
                  <a:pt x="31143" y="94655"/>
                  <a:pt x="37360" y="94655"/>
                </a:cubicBezTo>
                <a:cubicBezTo>
                  <a:pt x="43685" y="94655"/>
                  <a:pt x="48357" y="93926"/>
                  <a:pt x="51377" y="92469"/>
                </a:cubicBezTo>
                <a:cubicBezTo>
                  <a:pt x="54397" y="91014"/>
                  <a:pt x="55908" y="88314"/>
                  <a:pt x="55908" y="84368"/>
                </a:cubicBezTo>
                <a:cubicBezTo>
                  <a:pt x="55908" y="82130"/>
                  <a:pt x="55161" y="80213"/>
                  <a:pt x="53669" y="78613"/>
                </a:cubicBezTo>
                <a:cubicBezTo>
                  <a:pt x="52177" y="77015"/>
                  <a:pt x="49921" y="75432"/>
                  <a:pt x="46900" y="73869"/>
                </a:cubicBezTo>
                <a:cubicBezTo>
                  <a:pt x="43880" y="72306"/>
                  <a:pt x="39954" y="70617"/>
                  <a:pt x="35122" y="68806"/>
                </a:cubicBezTo>
                <a:cubicBezTo>
                  <a:pt x="28833" y="66320"/>
                  <a:pt x="23237" y="63691"/>
                  <a:pt x="18334" y="60919"/>
                </a:cubicBezTo>
                <a:cubicBezTo>
                  <a:pt x="13431" y="58147"/>
                  <a:pt x="9602" y="54584"/>
                  <a:pt x="6849" y="50232"/>
                </a:cubicBezTo>
                <a:cubicBezTo>
                  <a:pt x="4095" y="45880"/>
                  <a:pt x="2718" y="40205"/>
                  <a:pt x="2718" y="33204"/>
                </a:cubicBezTo>
                <a:cubicBezTo>
                  <a:pt x="2718" y="26346"/>
                  <a:pt x="4441" y="20457"/>
                  <a:pt x="7888" y="15536"/>
                </a:cubicBezTo>
                <a:cubicBezTo>
                  <a:pt x="11334" y="10616"/>
                  <a:pt x="16229" y="6798"/>
                  <a:pt x="22571" y="4078"/>
                </a:cubicBezTo>
                <a:cubicBezTo>
                  <a:pt x="28913" y="1360"/>
                  <a:pt x="36490" y="0"/>
                  <a:pt x="45302" y="0"/>
                </a:cubicBezTo>
                <a:cubicBezTo>
                  <a:pt x="52266" y="0"/>
                  <a:pt x="58732" y="614"/>
                  <a:pt x="64701" y="1840"/>
                </a:cubicBezTo>
                <a:cubicBezTo>
                  <a:pt x="70670" y="3066"/>
                  <a:pt x="75307" y="4335"/>
                  <a:pt x="78612" y="5652"/>
                </a:cubicBezTo>
                <a:lnTo>
                  <a:pt x="73548" y="27661"/>
                </a:lnTo>
                <a:cubicBezTo>
                  <a:pt x="70315" y="26455"/>
                  <a:pt x="66558" y="25309"/>
                  <a:pt x="62276" y="24223"/>
                </a:cubicBezTo>
                <a:cubicBezTo>
                  <a:pt x="57995" y="23140"/>
                  <a:pt x="52887" y="22600"/>
                  <a:pt x="46954" y="22600"/>
                </a:cubicBezTo>
                <a:cubicBezTo>
                  <a:pt x="41731" y="22600"/>
                  <a:pt x="37636" y="23417"/>
                  <a:pt x="34669" y="25052"/>
                </a:cubicBezTo>
                <a:cubicBezTo>
                  <a:pt x="31702" y="26686"/>
                  <a:pt x="30219" y="29244"/>
                  <a:pt x="30219" y="32724"/>
                </a:cubicBezTo>
                <a:cubicBezTo>
                  <a:pt x="30219" y="34856"/>
                  <a:pt x="30770" y="36722"/>
                  <a:pt x="31871" y="38322"/>
                </a:cubicBezTo>
                <a:cubicBezTo>
                  <a:pt x="32972" y="39919"/>
                  <a:pt x="34891" y="41431"/>
                  <a:pt x="37627" y="42851"/>
                </a:cubicBezTo>
                <a:cubicBezTo>
                  <a:pt x="40363" y="44271"/>
                  <a:pt x="44165" y="45889"/>
                  <a:pt x="49032" y="47700"/>
                </a:cubicBezTo>
                <a:cubicBezTo>
                  <a:pt x="57595" y="50864"/>
                  <a:pt x="64381" y="54052"/>
                  <a:pt x="69391" y="57267"/>
                </a:cubicBezTo>
                <a:cubicBezTo>
                  <a:pt x="74401" y="60485"/>
                  <a:pt x="78025" y="64231"/>
                  <a:pt x="80264" y="68514"/>
                </a:cubicBezTo>
                <a:cubicBezTo>
                  <a:pt x="82502" y="72795"/>
                  <a:pt x="83621" y="78133"/>
                  <a:pt x="83621" y="84528"/>
                </a:cubicBezTo>
                <a:cubicBezTo>
                  <a:pt x="83621" y="91740"/>
                  <a:pt x="81809" y="97789"/>
                  <a:pt x="78185" y="102676"/>
                </a:cubicBezTo>
                <a:cubicBezTo>
                  <a:pt x="74561" y="107562"/>
                  <a:pt x="69294" y="111248"/>
                  <a:pt x="62383" y="113734"/>
                </a:cubicBezTo>
                <a:cubicBezTo>
                  <a:pt x="55472" y="116223"/>
                  <a:pt x="47078" y="117466"/>
                  <a:pt x="37201" y="1174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7A1160-6894-4013-B92D-D4BEB0D4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113" y="1265587"/>
            <a:ext cx="102488" cy="117412"/>
          </a:xfrm>
          <a:custGeom xmlns:a="http://schemas.openxmlformats.org/drawingml/2006/main">
            <a:pathLst>
              <a:path w="102488" h="117412">
                <a:moveTo>
                  <a:pt x="58146" y="117412"/>
                </a:moveTo>
                <a:cubicBezTo>
                  <a:pt x="44786" y="117412"/>
                  <a:pt x="33825" y="114871"/>
                  <a:pt x="25262" y="109791"/>
                </a:cubicBezTo>
                <a:cubicBezTo>
                  <a:pt x="16700" y="104710"/>
                  <a:pt x="10348" y="97781"/>
                  <a:pt x="6209" y="89005"/>
                </a:cubicBezTo>
                <a:cubicBezTo>
                  <a:pt x="2070" y="80230"/>
                  <a:pt x="0" y="70352"/>
                  <a:pt x="0" y="59373"/>
                </a:cubicBezTo>
                <a:cubicBezTo>
                  <a:pt x="0" y="46226"/>
                  <a:pt x="2531" y="35256"/>
                  <a:pt x="7595" y="26463"/>
                </a:cubicBezTo>
                <a:cubicBezTo>
                  <a:pt x="12658" y="17668"/>
                  <a:pt x="19187" y="11061"/>
                  <a:pt x="27181" y="6638"/>
                </a:cubicBezTo>
                <a:cubicBezTo>
                  <a:pt x="35175" y="2215"/>
                  <a:pt x="43614" y="0"/>
                  <a:pt x="52497" y="0"/>
                </a:cubicBezTo>
                <a:cubicBezTo>
                  <a:pt x="62800" y="0"/>
                  <a:pt x="71674" y="2115"/>
                  <a:pt x="79118" y="6344"/>
                </a:cubicBezTo>
                <a:cubicBezTo>
                  <a:pt x="86561" y="10573"/>
                  <a:pt x="92317" y="16888"/>
                  <a:pt x="96386" y="25292"/>
                </a:cubicBezTo>
                <a:cubicBezTo>
                  <a:pt x="100454" y="33693"/>
                  <a:pt x="102488" y="44183"/>
                  <a:pt x="102488" y="56761"/>
                </a:cubicBezTo>
                <a:cubicBezTo>
                  <a:pt x="102488" y="58396"/>
                  <a:pt x="102426" y="60208"/>
                  <a:pt x="102301" y="62196"/>
                </a:cubicBezTo>
                <a:cubicBezTo>
                  <a:pt x="102177" y="64188"/>
                  <a:pt x="102044" y="65965"/>
                  <a:pt x="101902" y="67528"/>
                </a:cubicBezTo>
                <a:lnTo>
                  <a:pt x="28620" y="67528"/>
                </a:lnTo>
                <a:cubicBezTo>
                  <a:pt x="29295" y="75558"/>
                  <a:pt x="32431" y="81873"/>
                  <a:pt x="38027" y="86474"/>
                </a:cubicBezTo>
                <a:cubicBezTo>
                  <a:pt x="43623" y="91074"/>
                  <a:pt x="51466" y="93375"/>
                  <a:pt x="61557" y="93375"/>
                </a:cubicBezTo>
                <a:cubicBezTo>
                  <a:pt x="67739" y="93375"/>
                  <a:pt x="73513" y="92809"/>
                  <a:pt x="78878" y="91671"/>
                </a:cubicBezTo>
                <a:cubicBezTo>
                  <a:pt x="84243" y="90534"/>
                  <a:pt x="88507" y="89254"/>
                  <a:pt x="91669" y="87834"/>
                </a:cubicBezTo>
                <a:lnTo>
                  <a:pt x="95560" y="110537"/>
                </a:lnTo>
                <a:cubicBezTo>
                  <a:pt x="92504" y="112100"/>
                  <a:pt x="87459" y="113637"/>
                  <a:pt x="80423" y="115146"/>
                </a:cubicBezTo>
                <a:cubicBezTo>
                  <a:pt x="73389" y="116657"/>
                  <a:pt x="65963" y="117412"/>
                  <a:pt x="58146" y="117412"/>
                </a:cubicBezTo>
                <a:close/>
                <a:moveTo>
                  <a:pt x="28726" y="47969"/>
                </a:moveTo>
                <a:lnTo>
                  <a:pt x="75414" y="47969"/>
                </a:lnTo>
                <a:cubicBezTo>
                  <a:pt x="75272" y="43491"/>
                  <a:pt x="74383" y="39379"/>
                  <a:pt x="72749" y="35630"/>
                </a:cubicBezTo>
                <a:cubicBezTo>
                  <a:pt x="71115" y="31881"/>
                  <a:pt x="68681" y="28861"/>
                  <a:pt x="65447" y="26569"/>
                </a:cubicBezTo>
                <a:cubicBezTo>
                  <a:pt x="62214" y="24277"/>
                  <a:pt x="58022" y="23131"/>
                  <a:pt x="52869" y="23131"/>
                </a:cubicBezTo>
                <a:cubicBezTo>
                  <a:pt x="47682" y="23131"/>
                  <a:pt x="43409" y="24314"/>
                  <a:pt x="40052" y="26675"/>
                </a:cubicBezTo>
                <a:cubicBezTo>
                  <a:pt x="36694" y="29038"/>
                  <a:pt x="34101" y="32104"/>
                  <a:pt x="32271" y="35870"/>
                </a:cubicBezTo>
                <a:cubicBezTo>
                  <a:pt x="30441" y="39636"/>
                  <a:pt x="29259" y="43668"/>
                  <a:pt x="28726" y="479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BF12B-D915-4962-996E-969AEFFE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504" y="1266015"/>
            <a:ext cx="94387" cy="114160"/>
          </a:xfrm>
          <a:custGeom xmlns:a="http://schemas.openxmlformats.org/drawingml/2006/main">
            <a:pathLst>
              <a:path w="94387" h="114160">
                <a:moveTo>
                  <a:pt x="0" y="114160"/>
                </a:moveTo>
                <a:lnTo>
                  <a:pt x="0" y="6289"/>
                </a:lnTo>
                <a:cubicBezTo>
                  <a:pt x="5152" y="4832"/>
                  <a:pt x="11814" y="3418"/>
                  <a:pt x="19986" y="2052"/>
                </a:cubicBezTo>
                <a:cubicBezTo>
                  <a:pt x="28158" y="683"/>
                  <a:pt x="37005" y="0"/>
                  <a:pt x="46527" y="0"/>
                </a:cubicBezTo>
                <a:cubicBezTo>
                  <a:pt x="58999" y="0"/>
                  <a:pt x="68698" y="2157"/>
                  <a:pt x="75627" y="6475"/>
                </a:cubicBezTo>
                <a:cubicBezTo>
                  <a:pt x="82555" y="10793"/>
                  <a:pt x="87414" y="16779"/>
                  <a:pt x="90203" y="24434"/>
                </a:cubicBezTo>
                <a:cubicBezTo>
                  <a:pt x="92992" y="32093"/>
                  <a:pt x="94387" y="41019"/>
                  <a:pt x="94387" y="51218"/>
                </a:cubicBezTo>
                <a:lnTo>
                  <a:pt x="94387" y="114160"/>
                </a:lnTo>
                <a:lnTo>
                  <a:pt x="66567" y="114160"/>
                </a:lnTo>
                <a:lnTo>
                  <a:pt x="66567" y="55213"/>
                </a:lnTo>
                <a:cubicBezTo>
                  <a:pt x="66567" y="47575"/>
                  <a:pt x="65909" y="41462"/>
                  <a:pt x="64595" y="36879"/>
                </a:cubicBezTo>
                <a:cubicBezTo>
                  <a:pt x="63280" y="32295"/>
                  <a:pt x="61033" y="28975"/>
                  <a:pt x="57853" y="26915"/>
                </a:cubicBezTo>
                <a:cubicBezTo>
                  <a:pt x="54673" y="24852"/>
                  <a:pt x="50240" y="23823"/>
                  <a:pt x="44555" y="23823"/>
                </a:cubicBezTo>
                <a:cubicBezTo>
                  <a:pt x="41358" y="23823"/>
                  <a:pt x="38231" y="23992"/>
                  <a:pt x="35175" y="24329"/>
                </a:cubicBezTo>
                <a:cubicBezTo>
                  <a:pt x="32120" y="24666"/>
                  <a:pt x="29668" y="24995"/>
                  <a:pt x="27820" y="25315"/>
                </a:cubicBezTo>
                <a:lnTo>
                  <a:pt x="27820" y="114160"/>
                </a:lnTo>
                <a:lnTo>
                  <a:pt x="0" y="1141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CF1ED-3905-492D-BA30-AD5CDACE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916" y="1265587"/>
            <a:ext cx="83622" cy="117466"/>
          </a:xfrm>
          <a:custGeom xmlns:a="http://schemas.openxmlformats.org/drawingml/2006/main">
            <a:pathLst>
              <a:path w="83622" h="117466">
                <a:moveTo>
                  <a:pt x="37199" y="117466"/>
                </a:moveTo>
                <a:cubicBezTo>
                  <a:pt x="27358" y="117466"/>
                  <a:pt x="19291" y="116620"/>
                  <a:pt x="13004" y="114934"/>
                </a:cubicBezTo>
                <a:cubicBezTo>
                  <a:pt x="6715" y="113246"/>
                  <a:pt x="2380" y="111868"/>
                  <a:pt x="0" y="110802"/>
                </a:cubicBezTo>
                <a:lnTo>
                  <a:pt x="4955" y="87940"/>
                </a:lnTo>
                <a:cubicBezTo>
                  <a:pt x="9398" y="89680"/>
                  <a:pt x="14353" y="91234"/>
                  <a:pt x="19825" y="92603"/>
                </a:cubicBezTo>
                <a:cubicBezTo>
                  <a:pt x="25297" y="93972"/>
                  <a:pt x="31141" y="94655"/>
                  <a:pt x="37359" y="94655"/>
                </a:cubicBezTo>
                <a:cubicBezTo>
                  <a:pt x="43685" y="94655"/>
                  <a:pt x="48357" y="93926"/>
                  <a:pt x="51378" y="92469"/>
                </a:cubicBezTo>
                <a:cubicBezTo>
                  <a:pt x="54395" y="91014"/>
                  <a:pt x="55907" y="88314"/>
                  <a:pt x="55907" y="84368"/>
                </a:cubicBezTo>
                <a:cubicBezTo>
                  <a:pt x="55907" y="82130"/>
                  <a:pt x="55161" y="80213"/>
                  <a:pt x="53670" y="78613"/>
                </a:cubicBezTo>
                <a:cubicBezTo>
                  <a:pt x="52175" y="77015"/>
                  <a:pt x="49921" y="75432"/>
                  <a:pt x="46900" y="73869"/>
                </a:cubicBezTo>
                <a:cubicBezTo>
                  <a:pt x="43880" y="72306"/>
                  <a:pt x="39954" y="70617"/>
                  <a:pt x="35122" y="68806"/>
                </a:cubicBezTo>
                <a:cubicBezTo>
                  <a:pt x="28832" y="66320"/>
                  <a:pt x="23237" y="63691"/>
                  <a:pt x="18334" y="60919"/>
                </a:cubicBezTo>
                <a:cubicBezTo>
                  <a:pt x="13430" y="58147"/>
                  <a:pt x="9601" y="54584"/>
                  <a:pt x="6847" y="50232"/>
                </a:cubicBezTo>
                <a:cubicBezTo>
                  <a:pt x="4095" y="45880"/>
                  <a:pt x="2717" y="40205"/>
                  <a:pt x="2717" y="33204"/>
                </a:cubicBezTo>
                <a:cubicBezTo>
                  <a:pt x="2717" y="26346"/>
                  <a:pt x="4441" y="20457"/>
                  <a:pt x="7887" y="15536"/>
                </a:cubicBezTo>
                <a:cubicBezTo>
                  <a:pt x="11333" y="10616"/>
                  <a:pt x="16228" y="6798"/>
                  <a:pt x="22571" y="4078"/>
                </a:cubicBezTo>
                <a:cubicBezTo>
                  <a:pt x="28912" y="1360"/>
                  <a:pt x="36490" y="0"/>
                  <a:pt x="45300" y="0"/>
                </a:cubicBezTo>
                <a:cubicBezTo>
                  <a:pt x="52264" y="0"/>
                  <a:pt x="58730" y="614"/>
                  <a:pt x="64700" y="1840"/>
                </a:cubicBezTo>
                <a:cubicBezTo>
                  <a:pt x="70669" y="3066"/>
                  <a:pt x="75307" y="4335"/>
                  <a:pt x="78610" y="5652"/>
                </a:cubicBezTo>
                <a:lnTo>
                  <a:pt x="73546" y="27661"/>
                </a:lnTo>
                <a:cubicBezTo>
                  <a:pt x="70315" y="26455"/>
                  <a:pt x="66557" y="25309"/>
                  <a:pt x="62276" y="24223"/>
                </a:cubicBezTo>
                <a:cubicBezTo>
                  <a:pt x="57993" y="23140"/>
                  <a:pt x="52887" y="22600"/>
                  <a:pt x="46952" y="22600"/>
                </a:cubicBezTo>
                <a:cubicBezTo>
                  <a:pt x="41731" y="22600"/>
                  <a:pt x="37636" y="23417"/>
                  <a:pt x="34667" y="25052"/>
                </a:cubicBezTo>
                <a:cubicBezTo>
                  <a:pt x="31701" y="26686"/>
                  <a:pt x="30218" y="29244"/>
                  <a:pt x="30218" y="32724"/>
                </a:cubicBezTo>
                <a:cubicBezTo>
                  <a:pt x="30218" y="34856"/>
                  <a:pt x="30770" y="36722"/>
                  <a:pt x="31870" y="38322"/>
                </a:cubicBezTo>
                <a:cubicBezTo>
                  <a:pt x="32973" y="39919"/>
                  <a:pt x="34890" y="41431"/>
                  <a:pt x="37628" y="42851"/>
                </a:cubicBezTo>
                <a:cubicBezTo>
                  <a:pt x="40362" y="44271"/>
                  <a:pt x="44163" y="45889"/>
                  <a:pt x="49032" y="47700"/>
                </a:cubicBezTo>
                <a:cubicBezTo>
                  <a:pt x="57593" y="50864"/>
                  <a:pt x="64379" y="54052"/>
                  <a:pt x="69392" y="57267"/>
                </a:cubicBezTo>
                <a:cubicBezTo>
                  <a:pt x="74401" y="60485"/>
                  <a:pt x="78024" y="64231"/>
                  <a:pt x="80261" y="68514"/>
                </a:cubicBezTo>
                <a:cubicBezTo>
                  <a:pt x="82502" y="72795"/>
                  <a:pt x="83622" y="78133"/>
                  <a:pt x="83622" y="84528"/>
                </a:cubicBezTo>
                <a:cubicBezTo>
                  <a:pt x="83622" y="91740"/>
                  <a:pt x="81807" y="97789"/>
                  <a:pt x="78184" y="102676"/>
                </a:cubicBezTo>
                <a:cubicBezTo>
                  <a:pt x="74561" y="107562"/>
                  <a:pt x="69292" y="111248"/>
                  <a:pt x="62382" y="113734"/>
                </a:cubicBezTo>
                <a:cubicBezTo>
                  <a:pt x="55473" y="116223"/>
                  <a:pt x="47077" y="117466"/>
                  <a:pt x="37199" y="1174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7E5F8-44E2-45D6-82A1-74E2F71B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749" y="1216769"/>
            <a:ext cx="34110" cy="163406"/>
          </a:xfrm>
          <a:custGeom xmlns:a="http://schemas.openxmlformats.org/drawingml/2006/main">
            <a:pathLst>
              <a:path w="34110" h="163406">
                <a:moveTo>
                  <a:pt x="3092" y="163406"/>
                </a:moveTo>
                <a:lnTo>
                  <a:pt x="3092" y="51698"/>
                </a:lnTo>
                <a:lnTo>
                  <a:pt x="30912" y="51698"/>
                </a:lnTo>
                <a:lnTo>
                  <a:pt x="30912" y="163406"/>
                </a:lnTo>
                <a:lnTo>
                  <a:pt x="3092" y="163406"/>
                </a:lnTo>
                <a:close/>
                <a:moveTo>
                  <a:pt x="17054" y="33950"/>
                </a:moveTo>
                <a:cubicBezTo>
                  <a:pt x="12436" y="33950"/>
                  <a:pt x="8438" y="32430"/>
                  <a:pt x="5063" y="29392"/>
                </a:cubicBezTo>
                <a:cubicBezTo>
                  <a:pt x="1686" y="26355"/>
                  <a:pt x="0" y="22206"/>
                  <a:pt x="0" y="16948"/>
                </a:cubicBezTo>
                <a:cubicBezTo>
                  <a:pt x="0" y="11724"/>
                  <a:pt x="1686" y="7595"/>
                  <a:pt x="5063" y="4558"/>
                </a:cubicBezTo>
                <a:cubicBezTo>
                  <a:pt x="8438" y="1520"/>
                  <a:pt x="12436" y="0"/>
                  <a:pt x="17054" y="0"/>
                </a:cubicBezTo>
                <a:cubicBezTo>
                  <a:pt x="21674" y="0"/>
                  <a:pt x="25672" y="1520"/>
                  <a:pt x="29046" y="4558"/>
                </a:cubicBezTo>
                <a:cubicBezTo>
                  <a:pt x="32421" y="7595"/>
                  <a:pt x="34110" y="11724"/>
                  <a:pt x="34110" y="16948"/>
                </a:cubicBezTo>
                <a:cubicBezTo>
                  <a:pt x="34110" y="22206"/>
                  <a:pt x="32421" y="26355"/>
                  <a:pt x="29046" y="29392"/>
                </a:cubicBezTo>
                <a:cubicBezTo>
                  <a:pt x="25672" y="32430"/>
                  <a:pt x="21674" y="33950"/>
                  <a:pt x="17054" y="33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497AB-A7D3-4957-8D3C-4DD55854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091" y="1234997"/>
            <a:ext cx="71738" cy="147681"/>
          </a:xfrm>
          <a:custGeom xmlns:a="http://schemas.openxmlformats.org/drawingml/2006/main">
            <a:pathLst>
              <a:path w="71738" h="147681">
                <a:moveTo>
                  <a:pt x="42480" y="147681"/>
                </a:moveTo>
                <a:cubicBezTo>
                  <a:pt x="31498" y="147681"/>
                  <a:pt x="22909" y="145755"/>
                  <a:pt x="16711" y="141901"/>
                </a:cubicBezTo>
                <a:cubicBezTo>
                  <a:pt x="10510" y="138043"/>
                  <a:pt x="6175" y="132582"/>
                  <a:pt x="3706" y="125510"/>
                </a:cubicBezTo>
                <a:cubicBezTo>
                  <a:pt x="1237" y="118441"/>
                  <a:pt x="0" y="110054"/>
                  <a:pt x="0" y="100355"/>
                </a:cubicBezTo>
                <a:lnTo>
                  <a:pt x="0" y="4529"/>
                </a:lnTo>
                <a:lnTo>
                  <a:pt x="27821" y="0"/>
                </a:lnTo>
                <a:lnTo>
                  <a:pt x="27821" y="33470"/>
                </a:lnTo>
                <a:lnTo>
                  <a:pt x="67260" y="33470"/>
                </a:lnTo>
                <a:lnTo>
                  <a:pt x="67260" y="56653"/>
                </a:lnTo>
                <a:lnTo>
                  <a:pt x="27821" y="56653"/>
                </a:lnTo>
                <a:lnTo>
                  <a:pt x="27821" y="100355"/>
                </a:lnTo>
                <a:cubicBezTo>
                  <a:pt x="27821" y="105613"/>
                  <a:pt x="28418" y="110011"/>
                  <a:pt x="29607" y="113546"/>
                </a:cubicBezTo>
                <a:cubicBezTo>
                  <a:pt x="30798" y="117080"/>
                  <a:pt x="32770" y="119701"/>
                  <a:pt x="35524" y="121407"/>
                </a:cubicBezTo>
                <a:cubicBezTo>
                  <a:pt x="38276" y="123113"/>
                  <a:pt x="41980" y="123964"/>
                  <a:pt x="46634" y="123964"/>
                </a:cubicBezTo>
                <a:cubicBezTo>
                  <a:pt x="50543" y="123964"/>
                  <a:pt x="54310" y="123567"/>
                  <a:pt x="57933" y="122767"/>
                </a:cubicBezTo>
                <a:cubicBezTo>
                  <a:pt x="61559" y="121967"/>
                  <a:pt x="64757" y="121015"/>
                  <a:pt x="67528" y="119915"/>
                </a:cubicBezTo>
                <a:lnTo>
                  <a:pt x="71738" y="141712"/>
                </a:lnTo>
                <a:cubicBezTo>
                  <a:pt x="68326" y="143206"/>
                  <a:pt x="64251" y="144572"/>
                  <a:pt x="59507" y="145815"/>
                </a:cubicBezTo>
                <a:cubicBezTo>
                  <a:pt x="54764" y="147061"/>
                  <a:pt x="49086" y="147681"/>
                  <a:pt x="42480" y="1476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F988E-4C52-4606-A2C8-FF747895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896" y="1216769"/>
            <a:ext cx="34110" cy="163406"/>
          </a:xfrm>
          <a:custGeom xmlns:a="http://schemas.openxmlformats.org/drawingml/2006/main">
            <a:pathLst>
              <a:path w="34110" h="163406">
                <a:moveTo>
                  <a:pt x="3092" y="163406"/>
                </a:moveTo>
                <a:lnTo>
                  <a:pt x="3092" y="51698"/>
                </a:lnTo>
                <a:lnTo>
                  <a:pt x="30912" y="51698"/>
                </a:lnTo>
                <a:lnTo>
                  <a:pt x="30912" y="163406"/>
                </a:lnTo>
                <a:lnTo>
                  <a:pt x="3092" y="163406"/>
                </a:lnTo>
                <a:close/>
                <a:moveTo>
                  <a:pt x="17054" y="33950"/>
                </a:moveTo>
                <a:cubicBezTo>
                  <a:pt x="12436" y="33950"/>
                  <a:pt x="8438" y="32430"/>
                  <a:pt x="5063" y="29392"/>
                </a:cubicBezTo>
                <a:cubicBezTo>
                  <a:pt x="1689" y="26355"/>
                  <a:pt x="0" y="22206"/>
                  <a:pt x="0" y="16948"/>
                </a:cubicBezTo>
                <a:cubicBezTo>
                  <a:pt x="0" y="11724"/>
                  <a:pt x="1689" y="7595"/>
                  <a:pt x="5063" y="4558"/>
                </a:cubicBezTo>
                <a:cubicBezTo>
                  <a:pt x="8438" y="1520"/>
                  <a:pt x="12436" y="0"/>
                  <a:pt x="17054" y="0"/>
                </a:cubicBezTo>
                <a:cubicBezTo>
                  <a:pt x="21674" y="0"/>
                  <a:pt x="25672" y="1520"/>
                  <a:pt x="29046" y="4558"/>
                </a:cubicBezTo>
                <a:cubicBezTo>
                  <a:pt x="32421" y="7595"/>
                  <a:pt x="34110" y="11724"/>
                  <a:pt x="34110" y="16948"/>
                </a:cubicBezTo>
                <a:cubicBezTo>
                  <a:pt x="34110" y="22206"/>
                  <a:pt x="32421" y="26355"/>
                  <a:pt x="29046" y="29392"/>
                </a:cubicBezTo>
                <a:cubicBezTo>
                  <a:pt x="25672" y="32430"/>
                  <a:pt x="21674" y="33950"/>
                  <a:pt x="17054" y="33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C0F13D-BE20-4C74-A3C1-9807BD18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531" y="1268467"/>
            <a:ext cx="108722" cy="111708"/>
          </a:xfrm>
          <a:custGeom xmlns:a="http://schemas.openxmlformats.org/drawingml/2006/main">
            <a:pathLst>
              <a:path w="108722" h="111708">
                <a:moveTo>
                  <a:pt x="42582" y="111708"/>
                </a:moveTo>
                <a:cubicBezTo>
                  <a:pt x="39031" y="104496"/>
                  <a:pt x="35379" y="96686"/>
                  <a:pt x="31630" y="88282"/>
                </a:cubicBezTo>
                <a:cubicBezTo>
                  <a:pt x="27883" y="79881"/>
                  <a:pt x="24206" y="70963"/>
                  <a:pt x="20600" y="61531"/>
                </a:cubicBezTo>
                <a:cubicBezTo>
                  <a:pt x="16991" y="52095"/>
                  <a:pt x="13456" y="42228"/>
                  <a:pt x="9993" y="31924"/>
                </a:cubicBezTo>
                <a:cubicBezTo>
                  <a:pt x="6529" y="21620"/>
                  <a:pt x="3198" y="10979"/>
                  <a:pt x="0" y="0"/>
                </a:cubicBezTo>
                <a:lnTo>
                  <a:pt x="29472" y="0"/>
                </a:lnTo>
                <a:cubicBezTo>
                  <a:pt x="31533" y="7992"/>
                  <a:pt x="33959" y="16734"/>
                  <a:pt x="36747" y="26220"/>
                </a:cubicBezTo>
                <a:cubicBezTo>
                  <a:pt x="39536" y="35707"/>
                  <a:pt x="42531" y="45043"/>
                  <a:pt x="45729" y="54227"/>
                </a:cubicBezTo>
                <a:cubicBezTo>
                  <a:pt x="48926" y="63414"/>
                  <a:pt x="51946" y="71575"/>
                  <a:pt x="54787" y="78718"/>
                </a:cubicBezTo>
                <a:cubicBezTo>
                  <a:pt x="56884" y="73386"/>
                  <a:pt x="59105" y="67417"/>
                  <a:pt x="61451" y="60810"/>
                </a:cubicBezTo>
                <a:cubicBezTo>
                  <a:pt x="63794" y="54201"/>
                  <a:pt x="66094" y="47380"/>
                  <a:pt x="68351" y="40345"/>
                </a:cubicBezTo>
                <a:cubicBezTo>
                  <a:pt x="70609" y="33310"/>
                  <a:pt x="72758" y="26326"/>
                  <a:pt x="74801" y="19400"/>
                </a:cubicBezTo>
                <a:cubicBezTo>
                  <a:pt x="76844" y="12470"/>
                  <a:pt x="78610" y="6004"/>
                  <a:pt x="80104" y="0"/>
                </a:cubicBezTo>
                <a:lnTo>
                  <a:pt x="108722" y="0"/>
                </a:lnTo>
                <a:cubicBezTo>
                  <a:pt x="105525" y="10979"/>
                  <a:pt x="102196" y="21620"/>
                  <a:pt x="98729" y="31924"/>
                </a:cubicBezTo>
                <a:cubicBezTo>
                  <a:pt x="95266" y="42228"/>
                  <a:pt x="91731" y="52095"/>
                  <a:pt x="88125" y="61531"/>
                </a:cubicBezTo>
                <a:cubicBezTo>
                  <a:pt x="84519" y="70963"/>
                  <a:pt x="80876" y="79881"/>
                  <a:pt x="77198" y="88282"/>
                </a:cubicBezTo>
                <a:cubicBezTo>
                  <a:pt x="73521" y="96686"/>
                  <a:pt x="69834" y="104496"/>
                  <a:pt x="66140" y="111708"/>
                </a:cubicBezTo>
                <a:lnTo>
                  <a:pt x="42582" y="1117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7F64E-46BB-4D41-886D-3F8E2211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700" y="1265587"/>
            <a:ext cx="102487" cy="117412"/>
          </a:xfrm>
          <a:custGeom xmlns:a="http://schemas.openxmlformats.org/drawingml/2006/main">
            <a:pathLst>
              <a:path w="102487" h="117412">
                <a:moveTo>
                  <a:pt x="58147" y="117412"/>
                </a:moveTo>
                <a:cubicBezTo>
                  <a:pt x="44786" y="117412"/>
                  <a:pt x="33824" y="114871"/>
                  <a:pt x="25263" y="109791"/>
                </a:cubicBezTo>
                <a:cubicBezTo>
                  <a:pt x="16699" y="104710"/>
                  <a:pt x="10350" y="97781"/>
                  <a:pt x="6209" y="89005"/>
                </a:cubicBezTo>
                <a:cubicBezTo>
                  <a:pt x="2069" y="80230"/>
                  <a:pt x="0" y="70352"/>
                  <a:pt x="0" y="59373"/>
                </a:cubicBezTo>
                <a:cubicBezTo>
                  <a:pt x="0" y="46226"/>
                  <a:pt x="2532" y="35256"/>
                  <a:pt x="7595" y="26463"/>
                </a:cubicBezTo>
                <a:cubicBezTo>
                  <a:pt x="12659" y="17668"/>
                  <a:pt x="19188" y="11061"/>
                  <a:pt x="27181" y="6638"/>
                </a:cubicBezTo>
                <a:cubicBezTo>
                  <a:pt x="35176" y="2215"/>
                  <a:pt x="43614" y="0"/>
                  <a:pt x="52498" y="0"/>
                </a:cubicBezTo>
                <a:cubicBezTo>
                  <a:pt x="62799" y="0"/>
                  <a:pt x="71675" y="2115"/>
                  <a:pt x="79118" y="6344"/>
                </a:cubicBezTo>
                <a:cubicBezTo>
                  <a:pt x="86562" y="10573"/>
                  <a:pt x="92317" y="16888"/>
                  <a:pt x="96386" y="25292"/>
                </a:cubicBezTo>
                <a:cubicBezTo>
                  <a:pt x="100455" y="33693"/>
                  <a:pt x="102487" y="44183"/>
                  <a:pt x="102487" y="56761"/>
                </a:cubicBezTo>
                <a:cubicBezTo>
                  <a:pt x="102487" y="58396"/>
                  <a:pt x="102427" y="60208"/>
                  <a:pt x="102301" y="62196"/>
                </a:cubicBezTo>
                <a:cubicBezTo>
                  <a:pt x="102178" y="64188"/>
                  <a:pt x="102044" y="65965"/>
                  <a:pt x="101901" y="67528"/>
                </a:cubicBezTo>
                <a:lnTo>
                  <a:pt x="28621" y="67528"/>
                </a:lnTo>
                <a:cubicBezTo>
                  <a:pt x="29295" y="75558"/>
                  <a:pt x="32430" y="81873"/>
                  <a:pt x="38028" y="86474"/>
                </a:cubicBezTo>
                <a:cubicBezTo>
                  <a:pt x="43623" y="91074"/>
                  <a:pt x="51466" y="93375"/>
                  <a:pt x="61556" y="93375"/>
                </a:cubicBezTo>
                <a:cubicBezTo>
                  <a:pt x="67740" y="93375"/>
                  <a:pt x="73512" y="92809"/>
                  <a:pt x="78878" y="91671"/>
                </a:cubicBezTo>
                <a:cubicBezTo>
                  <a:pt x="84245" y="90534"/>
                  <a:pt x="88508" y="89254"/>
                  <a:pt x="91669" y="87834"/>
                </a:cubicBezTo>
                <a:lnTo>
                  <a:pt x="95561" y="110537"/>
                </a:lnTo>
                <a:cubicBezTo>
                  <a:pt x="92503" y="112100"/>
                  <a:pt x="87460" y="113637"/>
                  <a:pt x="80424" y="115146"/>
                </a:cubicBezTo>
                <a:cubicBezTo>
                  <a:pt x="73389" y="116657"/>
                  <a:pt x="65963" y="117412"/>
                  <a:pt x="58147" y="117412"/>
                </a:cubicBezTo>
                <a:close/>
                <a:moveTo>
                  <a:pt x="28726" y="47969"/>
                </a:moveTo>
                <a:lnTo>
                  <a:pt x="75415" y="47969"/>
                </a:lnTo>
                <a:cubicBezTo>
                  <a:pt x="75272" y="43491"/>
                  <a:pt x="74384" y="39379"/>
                  <a:pt x="72749" y="35630"/>
                </a:cubicBezTo>
                <a:cubicBezTo>
                  <a:pt x="71115" y="31881"/>
                  <a:pt x="68680" y="28861"/>
                  <a:pt x="65448" y="26569"/>
                </a:cubicBezTo>
                <a:cubicBezTo>
                  <a:pt x="62213" y="24277"/>
                  <a:pt x="58022" y="23131"/>
                  <a:pt x="52869" y="23131"/>
                </a:cubicBezTo>
                <a:cubicBezTo>
                  <a:pt x="47683" y="23131"/>
                  <a:pt x="43411" y="24314"/>
                  <a:pt x="40054" y="26675"/>
                </a:cubicBezTo>
                <a:cubicBezTo>
                  <a:pt x="36693" y="29038"/>
                  <a:pt x="34101" y="32104"/>
                  <a:pt x="32270" y="35870"/>
                </a:cubicBezTo>
                <a:cubicBezTo>
                  <a:pt x="30441" y="39636"/>
                  <a:pt x="29261" y="43668"/>
                  <a:pt x="28726" y="479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3AA08-76F0-443A-BAC1-DD13ECA1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97" y="1465995"/>
            <a:ext cx="102008" cy="168150"/>
          </a:xfrm>
          <a:custGeom xmlns:a="http://schemas.openxmlformats.org/drawingml/2006/main">
            <a:pathLst>
              <a:path w="102008" h="168150">
                <a:moveTo>
                  <a:pt x="57453" y="168150"/>
                </a:moveTo>
                <a:cubicBezTo>
                  <a:pt x="45479" y="168150"/>
                  <a:pt x="35211" y="165815"/>
                  <a:pt x="26648" y="161140"/>
                </a:cubicBezTo>
                <a:cubicBezTo>
                  <a:pt x="18085" y="156468"/>
                  <a:pt x="11503" y="149782"/>
                  <a:pt x="6902" y="141075"/>
                </a:cubicBezTo>
                <a:cubicBezTo>
                  <a:pt x="2301" y="132371"/>
                  <a:pt x="0" y="122050"/>
                  <a:pt x="0" y="110111"/>
                </a:cubicBezTo>
                <a:cubicBezTo>
                  <a:pt x="0" y="98101"/>
                  <a:pt x="1981" y="87708"/>
                  <a:pt x="5942" y="78933"/>
                </a:cubicBezTo>
                <a:cubicBezTo>
                  <a:pt x="9904" y="70157"/>
                  <a:pt x="15616" y="63371"/>
                  <a:pt x="23077" y="58573"/>
                </a:cubicBezTo>
                <a:cubicBezTo>
                  <a:pt x="30538" y="53778"/>
                  <a:pt x="39528" y="51378"/>
                  <a:pt x="50045" y="51378"/>
                </a:cubicBezTo>
                <a:cubicBezTo>
                  <a:pt x="55055" y="51378"/>
                  <a:pt x="59514" y="51938"/>
                  <a:pt x="63422" y="53058"/>
                </a:cubicBezTo>
                <a:cubicBezTo>
                  <a:pt x="67330" y="54175"/>
                  <a:pt x="70937" y="55553"/>
                  <a:pt x="74241" y="57187"/>
                </a:cubicBezTo>
                <a:lnTo>
                  <a:pt x="74241" y="4532"/>
                </a:lnTo>
                <a:lnTo>
                  <a:pt x="102008" y="0"/>
                </a:lnTo>
                <a:lnTo>
                  <a:pt x="102008" y="161860"/>
                </a:lnTo>
                <a:cubicBezTo>
                  <a:pt x="98562" y="162926"/>
                  <a:pt x="94369" y="163949"/>
                  <a:pt x="89431" y="164926"/>
                </a:cubicBezTo>
                <a:cubicBezTo>
                  <a:pt x="84492" y="165904"/>
                  <a:pt x="79286" y="166684"/>
                  <a:pt x="73815" y="167269"/>
                </a:cubicBezTo>
                <a:cubicBezTo>
                  <a:pt x="68343" y="167855"/>
                  <a:pt x="62889" y="168150"/>
                  <a:pt x="57453" y="168150"/>
                </a:cubicBezTo>
                <a:close/>
                <a:moveTo>
                  <a:pt x="57666" y="144272"/>
                </a:moveTo>
                <a:cubicBezTo>
                  <a:pt x="61361" y="144272"/>
                  <a:pt x="64621" y="144112"/>
                  <a:pt x="67446" y="143792"/>
                </a:cubicBezTo>
                <a:cubicBezTo>
                  <a:pt x="70270" y="143475"/>
                  <a:pt x="72536" y="143135"/>
                  <a:pt x="74241" y="142781"/>
                </a:cubicBezTo>
                <a:lnTo>
                  <a:pt x="74241" y="80744"/>
                </a:lnTo>
                <a:cubicBezTo>
                  <a:pt x="72145" y="79287"/>
                  <a:pt x="69276" y="77981"/>
                  <a:pt x="65634" y="76827"/>
                </a:cubicBezTo>
                <a:cubicBezTo>
                  <a:pt x="61992" y="75672"/>
                  <a:pt x="58164" y="75095"/>
                  <a:pt x="54148" y="75095"/>
                </a:cubicBezTo>
                <a:cubicBezTo>
                  <a:pt x="49672" y="75095"/>
                  <a:pt x="45834" y="75849"/>
                  <a:pt x="42637" y="77361"/>
                </a:cubicBezTo>
                <a:cubicBezTo>
                  <a:pt x="39439" y="78870"/>
                  <a:pt x="36774" y="81082"/>
                  <a:pt x="34642" y="83996"/>
                </a:cubicBezTo>
                <a:cubicBezTo>
                  <a:pt x="32510" y="86908"/>
                  <a:pt x="30947" y="90463"/>
                  <a:pt x="29952" y="94655"/>
                </a:cubicBezTo>
                <a:cubicBezTo>
                  <a:pt x="28957" y="98847"/>
                  <a:pt x="28460" y="103607"/>
                  <a:pt x="28460" y="108939"/>
                </a:cubicBezTo>
                <a:cubicBezTo>
                  <a:pt x="28460" y="116152"/>
                  <a:pt x="29606" y="122404"/>
                  <a:pt x="31897" y="127699"/>
                </a:cubicBezTo>
                <a:cubicBezTo>
                  <a:pt x="34189" y="132991"/>
                  <a:pt x="37520" y="137077"/>
                  <a:pt x="41891" y="139957"/>
                </a:cubicBezTo>
                <a:cubicBezTo>
                  <a:pt x="46261" y="142835"/>
                  <a:pt x="51519" y="144272"/>
                  <a:pt x="57666" y="1442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43E39-310D-4FFA-ACE1-0762D6C4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99" y="1468021"/>
            <a:ext cx="34109" cy="163406"/>
          </a:xfrm>
          <a:custGeom xmlns:a="http://schemas.openxmlformats.org/drawingml/2006/main">
            <a:pathLst>
              <a:path w="34109" h="163406">
                <a:moveTo>
                  <a:pt x="3091" y="163406"/>
                </a:moveTo>
                <a:lnTo>
                  <a:pt x="3091" y="51698"/>
                </a:lnTo>
                <a:lnTo>
                  <a:pt x="30912" y="51698"/>
                </a:lnTo>
                <a:lnTo>
                  <a:pt x="30912" y="163406"/>
                </a:lnTo>
                <a:lnTo>
                  <a:pt x="3091" y="163406"/>
                </a:lnTo>
                <a:close/>
                <a:moveTo>
                  <a:pt x="17055" y="33950"/>
                </a:moveTo>
                <a:cubicBezTo>
                  <a:pt x="12436" y="33950"/>
                  <a:pt x="8438" y="32430"/>
                  <a:pt x="5063" y="29392"/>
                </a:cubicBezTo>
                <a:cubicBezTo>
                  <a:pt x="1688" y="26355"/>
                  <a:pt x="0" y="22208"/>
                  <a:pt x="0" y="16948"/>
                </a:cubicBezTo>
                <a:cubicBezTo>
                  <a:pt x="0" y="11724"/>
                  <a:pt x="1688" y="7595"/>
                  <a:pt x="5063" y="4558"/>
                </a:cubicBezTo>
                <a:cubicBezTo>
                  <a:pt x="8438" y="1520"/>
                  <a:pt x="12436" y="0"/>
                  <a:pt x="17055" y="0"/>
                </a:cubicBezTo>
                <a:cubicBezTo>
                  <a:pt x="21674" y="0"/>
                  <a:pt x="25671" y="1520"/>
                  <a:pt x="29046" y="4558"/>
                </a:cubicBezTo>
                <a:cubicBezTo>
                  <a:pt x="32422" y="7595"/>
                  <a:pt x="34109" y="11724"/>
                  <a:pt x="34109" y="16948"/>
                </a:cubicBezTo>
                <a:cubicBezTo>
                  <a:pt x="34109" y="22208"/>
                  <a:pt x="32422" y="26355"/>
                  <a:pt x="29046" y="29392"/>
                </a:cubicBezTo>
                <a:cubicBezTo>
                  <a:pt x="25671" y="32430"/>
                  <a:pt x="21674" y="33950"/>
                  <a:pt x="17055" y="33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D19B9-1043-4807-8880-0739941D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56" y="1465995"/>
            <a:ext cx="161273" cy="165432"/>
          </a:xfrm>
          <a:custGeom xmlns:a="http://schemas.openxmlformats.org/drawingml/2006/main">
            <a:pathLst>
              <a:path w="161273" h="165432">
                <a:moveTo>
                  <a:pt x="0" y="165432"/>
                </a:moveTo>
                <a:lnTo>
                  <a:pt x="0" y="46423"/>
                </a:lnTo>
                <a:cubicBezTo>
                  <a:pt x="0" y="31961"/>
                  <a:pt x="3917" y="20608"/>
                  <a:pt x="11752" y="12367"/>
                </a:cubicBezTo>
                <a:cubicBezTo>
                  <a:pt x="19586" y="4123"/>
                  <a:pt x="31285" y="0"/>
                  <a:pt x="46847" y="0"/>
                </a:cubicBezTo>
                <a:cubicBezTo>
                  <a:pt x="52781" y="0"/>
                  <a:pt x="58102" y="569"/>
                  <a:pt x="62809" y="1706"/>
                </a:cubicBezTo>
                <a:cubicBezTo>
                  <a:pt x="67517" y="2843"/>
                  <a:pt x="71061" y="3946"/>
                  <a:pt x="73442" y="5012"/>
                </a:cubicBezTo>
                <a:lnTo>
                  <a:pt x="68006" y="27395"/>
                </a:lnTo>
                <a:cubicBezTo>
                  <a:pt x="65447" y="26223"/>
                  <a:pt x="62534" y="25309"/>
                  <a:pt x="59265" y="24652"/>
                </a:cubicBezTo>
                <a:cubicBezTo>
                  <a:pt x="55996" y="23994"/>
                  <a:pt x="52727" y="23666"/>
                  <a:pt x="49459" y="23666"/>
                </a:cubicBezTo>
                <a:cubicBezTo>
                  <a:pt x="41215" y="23666"/>
                  <a:pt x="35548" y="25760"/>
                  <a:pt x="32457" y="29952"/>
                </a:cubicBezTo>
                <a:cubicBezTo>
                  <a:pt x="29366" y="34147"/>
                  <a:pt x="27821" y="39776"/>
                  <a:pt x="27821" y="46849"/>
                </a:cubicBezTo>
                <a:lnTo>
                  <a:pt x="27821" y="53724"/>
                </a:lnTo>
                <a:lnTo>
                  <a:pt x="68165" y="53724"/>
                </a:lnTo>
                <a:lnTo>
                  <a:pt x="68165" y="76907"/>
                </a:lnTo>
                <a:lnTo>
                  <a:pt x="27821" y="76907"/>
                </a:lnTo>
                <a:lnTo>
                  <a:pt x="27821" y="165432"/>
                </a:lnTo>
                <a:lnTo>
                  <a:pt x="0" y="165432"/>
                </a:lnTo>
                <a:close/>
                <a:moveTo>
                  <a:pt x="87832" y="165432"/>
                </a:moveTo>
                <a:lnTo>
                  <a:pt x="87832" y="46423"/>
                </a:lnTo>
                <a:cubicBezTo>
                  <a:pt x="87832" y="31961"/>
                  <a:pt x="91749" y="20608"/>
                  <a:pt x="99583" y="12367"/>
                </a:cubicBezTo>
                <a:cubicBezTo>
                  <a:pt x="107418" y="4123"/>
                  <a:pt x="119116" y="0"/>
                  <a:pt x="134679" y="0"/>
                </a:cubicBezTo>
                <a:cubicBezTo>
                  <a:pt x="140612" y="0"/>
                  <a:pt x="145933" y="569"/>
                  <a:pt x="150641" y="1706"/>
                </a:cubicBezTo>
                <a:cubicBezTo>
                  <a:pt x="155349" y="2843"/>
                  <a:pt x="158893" y="3946"/>
                  <a:pt x="161273" y="5012"/>
                </a:cubicBezTo>
                <a:lnTo>
                  <a:pt x="155837" y="27395"/>
                </a:lnTo>
                <a:cubicBezTo>
                  <a:pt x="153279" y="26223"/>
                  <a:pt x="150366" y="25309"/>
                  <a:pt x="147097" y="24652"/>
                </a:cubicBezTo>
                <a:cubicBezTo>
                  <a:pt x="143828" y="23994"/>
                  <a:pt x="140559" y="23666"/>
                  <a:pt x="137290" y="23666"/>
                </a:cubicBezTo>
                <a:cubicBezTo>
                  <a:pt x="129047" y="23666"/>
                  <a:pt x="123380" y="25760"/>
                  <a:pt x="120289" y="29952"/>
                </a:cubicBezTo>
                <a:cubicBezTo>
                  <a:pt x="117198" y="34147"/>
                  <a:pt x="115652" y="39776"/>
                  <a:pt x="115652" y="46849"/>
                </a:cubicBezTo>
                <a:lnTo>
                  <a:pt x="115652" y="53724"/>
                </a:lnTo>
                <a:lnTo>
                  <a:pt x="155997" y="53724"/>
                </a:lnTo>
                <a:lnTo>
                  <a:pt x="155997" y="76907"/>
                </a:lnTo>
                <a:lnTo>
                  <a:pt x="115652" y="76907"/>
                </a:lnTo>
                <a:lnTo>
                  <a:pt x="115652" y="165432"/>
                </a:lnTo>
                <a:lnTo>
                  <a:pt x="87832" y="1654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35D4A2-B2F2-4644-A964-2C291346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91" y="1516841"/>
            <a:ext cx="102488" cy="117409"/>
          </a:xfrm>
          <a:custGeom xmlns:a="http://schemas.openxmlformats.org/drawingml/2006/main">
            <a:pathLst>
              <a:path w="102488" h="117409">
                <a:moveTo>
                  <a:pt x="58146" y="117409"/>
                </a:moveTo>
                <a:cubicBezTo>
                  <a:pt x="44786" y="117409"/>
                  <a:pt x="33825" y="114869"/>
                  <a:pt x="25262" y="109788"/>
                </a:cubicBezTo>
                <a:cubicBezTo>
                  <a:pt x="16699" y="104707"/>
                  <a:pt x="10348" y="97781"/>
                  <a:pt x="6209" y="89003"/>
                </a:cubicBezTo>
                <a:cubicBezTo>
                  <a:pt x="2070" y="80227"/>
                  <a:pt x="0" y="70349"/>
                  <a:pt x="0" y="59370"/>
                </a:cubicBezTo>
                <a:cubicBezTo>
                  <a:pt x="0" y="46226"/>
                  <a:pt x="2531" y="35256"/>
                  <a:pt x="7595" y="26460"/>
                </a:cubicBezTo>
                <a:cubicBezTo>
                  <a:pt x="12658" y="17668"/>
                  <a:pt x="19186" y="11059"/>
                  <a:pt x="27181" y="6635"/>
                </a:cubicBezTo>
                <a:cubicBezTo>
                  <a:pt x="35175" y="2212"/>
                  <a:pt x="43614" y="0"/>
                  <a:pt x="52496" y="0"/>
                </a:cubicBezTo>
                <a:cubicBezTo>
                  <a:pt x="62800" y="0"/>
                  <a:pt x="71674" y="2115"/>
                  <a:pt x="79118" y="6341"/>
                </a:cubicBezTo>
                <a:cubicBezTo>
                  <a:pt x="86561" y="10570"/>
                  <a:pt x="92317" y="16885"/>
                  <a:pt x="96385" y="25289"/>
                </a:cubicBezTo>
                <a:cubicBezTo>
                  <a:pt x="100454" y="33690"/>
                  <a:pt x="102488" y="44183"/>
                  <a:pt x="102488" y="56759"/>
                </a:cubicBezTo>
                <a:cubicBezTo>
                  <a:pt x="102488" y="58393"/>
                  <a:pt x="102426" y="60205"/>
                  <a:pt x="102301" y="62196"/>
                </a:cubicBezTo>
                <a:cubicBezTo>
                  <a:pt x="102177" y="64185"/>
                  <a:pt x="102044" y="65963"/>
                  <a:pt x="101902" y="67526"/>
                </a:cubicBezTo>
                <a:lnTo>
                  <a:pt x="28620" y="67526"/>
                </a:lnTo>
                <a:cubicBezTo>
                  <a:pt x="29295" y="75555"/>
                  <a:pt x="32430" y="81870"/>
                  <a:pt x="38026" y="86471"/>
                </a:cubicBezTo>
                <a:cubicBezTo>
                  <a:pt x="43623" y="91074"/>
                  <a:pt x="51466" y="93375"/>
                  <a:pt x="61557" y="93375"/>
                </a:cubicBezTo>
                <a:cubicBezTo>
                  <a:pt x="67739" y="93375"/>
                  <a:pt x="73513" y="92806"/>
                  <a:pt x="78878" y="91669"/>
                </a:cubicBezTo>
                <a:cubicBezTo>
                  <a:pt x="84243" y="90531"/>
                  <a:pt x="88506" y="89251"/>
                  <a:pt x="91669" y="87831"/>
                </a:cubicBezTo>
                <a:lnTo>
                  <a:pt x="95559" y="110534"/>
                </a:lnTo>
                <a:cubicBezTo>
                  <a:pt x="92504" y="112097"/>
                  <a:pt x="87458" y="113634"/>
                  <a:pt x="80423" y="115146"/>
                </a:cubicBezTo>
                <a:cubicBezTo>
                  <a:pt x="73388" y="116655"/>
                  <a:pt x="65963" y="117409"/>
                  <a:pt x="58146" y="117409"/>
                </a:cubicBezTo>
                <a:close/>
                <a:moveTo>
                  <a:pt x="28726" y="47966"/>
                </a:moveTo>
                <a:lnTo>
                  <a:pt x="75414" y="47966"/>
                </a:lnTo>
                <a:cubicBezTo>
                  <a:pt x="75271" y="43488"/>
                  <a:pt x="74383" y="39376"/>
                  <a:pt x="72749" y="35627"/>
                </a:cubicBezTo>
                <a:cubicBezTo>
                  <a:pt x="71114" y="31878"/>
                  <a:pt x="68681" y="28858"/>
                  <a:pt x="65447" y="26566"/>
                </a:cubicBezTo>
                <a:cubicBezTo>
                  <a:pt x="62214" y="24274"/>
                  <a:pt x="58021" y="23129"/>
                  <a:pt x="52869" y="23129"/>
                </a:cubicBezTo>
                <a:cubicBezTo>
                  <a:pt x="47682" y="23129"/>
                  <a:pt x="43409" y="24312"/>
                  <a:pt x="40052" y="26675"/>
                </a:cubicBezTo>
                <a:cubicBezTo>
                  <a:pt x="36694" y="29038"/>
                  <a:pt x="34101" y="32101"/>
                  <a:pt x="32271" y="35867"/>
                </a:cubicBezTo>
                <a:cubicBezTo>
                  <a:pt x="30441" y="39634"/>
                  <a:pt x="29259" y="43665"/>
                  <a:pt x="28726" y="479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D1559-71BC-4A3B-ABCD-9CE12EC2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81" y="1517427"/>
            <a:ext cx="69818" cy="114000"/>
          </a:xfrm>
          <a:custGeom xmlns:a="http://schemas.openxmlformats.org/drawingml/2006/main">
            <a:pathLst>
              <a:path w="69818" h="114000">
                <a:moveTo>
                  <a:pt x="0" y="114000"/>
                </a:moveTo>
                <a:lnTo>
                  <a:pt x="0" y="8047"/>
                </a:lnTo>
                <a:cubicBezTo>
                  <a:pt x="5188" y="6164"/>
                  <a:pt x="11494" y="4352"/>
                  <a:pt x="18920" y="2612"/>
                </a:cubicBezTo>
                <a:cubicBezTo>
                  <a:pt x="26346" y="872"/>
                  <a:pt x="34767" y="0"/>
                  <a:pt x="44182" y="0"/>
                </a:cubicBezTo>
                <a:cubicBezTo>
                  <a:pt x="46634" y="0"/>
                  <a:pt x="49476" y="177"/>
                  <a:pt x="52709" y="531"/>
                </a:cubicBezTo>
                <a:cubicBezTo>
                  <a:pt x="55943" y="889"/>
                  <a:pt x="59105" y="1340"/>
                  <a:pt x="62196" y="1892"/>
                </a:cubicBezTo>
                <a:cubicBezTo>
                  <a:pt x="65287" y="2443"/>
                  <a:pt x="67828" y="3143"/>
                  <a:pt x="69818" y="3998"/>
                </a:cubicBezTo>
                <a:lnTo>
                  <a:pt x="65021" y="27075"/>
                </a:lnTo>
                <a:cubicBezTo>
                  <a:pt x="62569" y="26398"/>
                  <a:pt x="59460" y="25689"/>
                  <a:pt x="55694" y="24943"/>
                </a:cubicBezTo>
                <a:cubicBezTo>
                  <a:pt x="51928" y="24197"/>
                  <a:pt x="47700" y="23823"/>
                  <a:pt x="43010" y="23823"/>
                </a:cubicBezTo>
                <a:cubicBezTo>
                  <a:pt x="40167" y="23823"/>
                  <a:pt x="37263" y="24054"/>
                  <a:pt x="34296" y="24514"/>
                </a:cubicBezTo>
                <a:cubicBezTo>
                  <a:pt x="31329" y="24977"/>
                  <a:pt x="29171" y="25440"/>
                  <a:pt x="27820" y="25900"/>
                </a:cubicBezTo>
                <a:lnTo>
                  <a:pt x="27820" y="114000"/>
                </a:lnTo>
                <a:lnTo>
                  <a:pt x="0" y="114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D8598-47AB-44AE-81A2-C62DAAFF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2" y="1516841"/>
            <a:ext cx="102488" cy="117409"/>
          </a:xfrm>
          <a:custGeom xmlns:a="http://schemas.openxmlformats.org/drawingml/2006/main">
            <a:pathLst>
              <a:path w="102488" h="117409">
                <a:moveTo>
                  <a:pt x="58146" y="117409"/>
                </a:moveTo>
                <a:cubicBezTo>
                  <a:pt x="44786" y="117409"/>
                  <a:pt x="33825" y="114869"/>
                  <a:pt x="25262" y="109788"/>
                </a:cubicBezTo>
                <a:cubicBezTo>
                  <a:pt x="16700" y="104707"/>
                  <a:pt x="10348" y="97781"/>
                  <a:pt x="6209" y="89003"/>
                </a:cubicBezTo>
                <a:cubicBezTo>
                  <a:pt x="2070" y="80227"/>
                  <a:pt x="0" y="70349"/>
                  <a:pt x="0" y="59370"/>
                </a:cubicBezTo>
                <a:cubicBezTo>
                  <a:pt x="0" y="46226"/>
                  <a:pt x="2532" y="35256"/>
                  <a:pt x="7595" y="26460"/>
                </a:cubicBezTo>
                <a:cubicBezTo>
                  <a:pt x="12658" y="17668"/>
                  <a:pt x="19187" y="11059"/>
                  <a:pt x="27181" y="6635"/>
                </a:cubicBezTo>
                <a:cubicBezTo>
                  <a:pt x="35176" y="2212"/>
                  <a:pt x="43614" y="0"/>
                  <a:pt x="52497" y="0"/>
                </a:cubicBezTo>
                <a:cubicBezTo>
                  <a:pt x="62800" y="0"/>
                  <a:pt x="71674" y="2115"/>
                  <a:pt x="79118" y="6341"/>
                </a:cubicBezTo>
                <a:cubicBezTo>
                  <a:pt x="86561" y="10570"/>
                  <a:pt x="92318" y="16885"/>
                  <a:pt x="96386" y="25289"/>
                </a:cubicBezTo>
                <a:cubicBezTo>
                  <a:pt x="100454" y="33690"/>
                  <a:pt x="102488" y="44183"/>
                  <a:pt x="102488" y="56759"/>
                </a:cubicBezTo>
                <a:cubicBezTo>
                  <a:pt x="102488" y="58393"/>
                  <a:pt x="102426" y="60205"/>
                  <a:pt x="102302" y="62196"/>
                </a:cubicBezTo>
                <a:cubicBezTo>
                  <a:pt x="102177" y="64185"/>
                  <a:pt x="102044" y="65963"/>
                  <a:pt x="101902" y="67526"/>
                </a:cubicBezTo>
                <a:lnTo>
                  <a:pt x="28620" y="67526"/>
                </a:lnTo>
                <a:cubicBezTo>
                  <a:pt x="29295" y="75555"/>
                  <a:pt x="32431" y="81870"/>
                  <a:pt x="38027" y="86471"/>
                </a:cubicBezTo>
                <a:cubicBezTo>
                  <a:pt x="43623" y="91074"/>
                  <a:pt x="51466" y="93375"/>
                  <a:pt x="61557" y="93375"/>
                </a:cubicBezTo>
                <a:cubicBezTo>
                  <a:pt x="67739" y="93375"/>
                  <a:pt x="73513" y="92806"/>
                  <a:pt x="78878" y="91669"/>
                </a:cubicBezTo>
                <a:cubicBezTo>
                  <a:pt x="84243" y="90531"/>
                  <a:pt x="88507" y="89251"/>
                  <a:pt x="91669" y="87831"/>
                </a:cubicBezTo>
                <a:lnTo>
                  <a:pt x="95560" y="110534"/>
                </a:lnTo>
                <a:cubicBezTo>
                  <a:pt x="92504" y="112097"/>
                  <a:pt x="87459" y="113634"/>
                  <a:pt x="80423" y="115146"/>
                </a:cubicBezTo>
                <a:cubicBezTo>
                  <a:pt x="73389" y="116655"/>
                  <a:pt x="65963" y="117409"/>
                  <a:pt x="58146" y="117409"/>
                </a:cubicBezTo>
                <a:close/>
                <a:moveTo>
                  <a:pt x="28727" y="47966"/>
                </a:moveTo>
                <a:lnTo>
                  <a:pt x="75414" y="47966"/>
                </a:lnTo>
                <a:cubicBezTo>
                  <a:pt x="75272" y="43488"/>
                  <a:pt x="74383" y="39376"/>
                  <a:pt x="72749" y="35627"/>
                </a:cubicBezTo>
                <a:cubicBezTo>
                  <a:pt x="71115" y="31878"/>
                  <a:pt x="68681" y="28858"/>
                  <a:pt x="65448" y="26566"/>
                </a:cubicBezTo>
                <a:cubicBezTo>
                  <a:pt x="62214" y="24274"/>
                  <a:pt x="58022" y="23129"/>
                  <a:pt x="52870" y="23129"/>
                </a:cubicBezTo>
                <a:cubicBezTo>
                  <a:pt x="47682" y="23129"/>
                  <a:pt x="43410" y="24312"/>
                  <a:pt x="40052" y="26675"/>
                </a:cubicBezTo>
                <a:cubicBezTo>
                  <a:pt x="36694" y="29038"/>
                  <a:pt x="34101" y="32101"/>
                  <a:pt x="32271" y="35867"/>
                </a:cubicBezTo>
                <a:cubicBezTo>
                  <a:pt x="30441" y="39634"/>
                  <a:pt x="29260" y="43665"/>
                  <a:pt x="28727" y="479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2DB82-B40F-440B-8B5A-36F8D2F1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42" y="1517267"/>
            <a:ext cx="94387" cy="114160"/>
          </a:xfrm>
          <a:custGeom xmlns:a="http://schemas.openxmlformats.org/drawingml/2006/main">
            <a:pathLst>
              <a:path w="94387" h="114160">
                <a:moveTo>
                  <a:pt x="0" y="114160"/>
                </a:moveTo>
                <a:lnTo>
                  <a:pt x="0" y="6289"/>
                </a:lnTo>
                <a:cubicBezTo>
                  <a:pt x="5152" y="4832"/>
                  <a:pt x="11814" y="3420"/>
                  <a:pt x="19986" y="2052"/>
                </a:cubicBezTo>
                <a:cubicBezTo>
                  <a:pt x="28158" y="683"/>
                  <a:pt x="37005" y="0"/>
                  <a:pt x="46528" y="0"/>
                </a:cubicBezTo>
                <a:cubicBezTo>
                  <a:pt x="58999" y="0"/>
                  <a:pt x="68699" y="2157"/>
                  <a:pt x="75627" y="6475"/>
                </a:cubicBezTo>
                <a:cubicBezTo>
                  <a:pt x="82555" y="10793"/>
                  <a:pt x="87414" y="16779"/>
                  <a:pt x="90203" y="24437"/>
                </a:cubicBezTo>
                <a:cubicBezTo>
                  <a:pt x="92992" y="32093"/>
                  <a:pt x="94387" y="41019"/>
                  <a:pt x="94387" y="51218"/>
                </a:cubicBezTo>
                <a:lnTo>
                  <a:pt x="94387" y="114160"/>
                </a:lnTo>
                <a:lnTo>
                  <a:pt x="66567" y="114160"/>
                </a:lnTo>
                <a:lnTo>
                  <a:pt x="66567" y="55215"/>
                </a:lnTo>
                <a:cubicBezTo>
                  <a:pt x="66567" y="47575"/>
                  <a:pt x="65909" y="41465"/>
                  <a:pt x="64595" y="36882"/>
                </a:cubicBezTo>
                <a:cubicBezTo>
                  <a:pt x="63280" y="32298"/>
                  <a:pt x="61033" y="28975"/>
                  <a:pt x="57853" y="26915"/>
                </a:cubicBezTo>
                <a:cubicBezTo>
                  <a:pt x="54673" y="24855"/>
                  <a:pt x="50240" y="23823"/>
                  <a:pt x="44556" y="23823"/>
                </a:cubicBezTo>
                <a:cubicBezTo>
                  <a:pt x="41358" y="23823"/>
                  <a:pt x="38231" y="23992"/>
                  <a:pt x="35175" y="24329"/>
                </a:cubicBezTo>
                <a:cubicBezTo>
                  <a:pt x="32120" y="24666"/>
                  <a:pt x="29668" y="24995"/>
                  <a:pt x="27821" y="25315"/>
                </a:cubicBezTo>
                <a:lnTo>
                  <a:pt x="27821" y="114160"/>
                </a:lnTo>
                <a:lnTo>
                  <a:pt x="0" y="1141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B5E20-5FF6-453C-8FE2-68A3EB0F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542" y="1486249"/>
            <a:ext cx="71736" cy="147681"/>
          </a:xfrm>
          <a:custGeom xmlns:a="http://schemas.openxmlformats.org/drawingml/2006/main">
            <a:pathLst>
              <a:path w="71736" h="147681">
                <a:moveTo>
                  <a:pt x="42477" y="147681"/>
                </a:moveTo>
                <a:cubicBezTo>
                  <a:pt x="31498" y="147681"/>
                  <a:pt x="22908" y="145755"/>
                  <a:pt x="16708" y="141901"/>
                </a:cubicBezTo>
                <a:cubicBezTo>
                  <a:pt x="10508" y="138046"/>
                  <a:pt x="6173" y="132582"/>
                  <a:pt x="3704" y="125513"/>
                </a:cubicBezTo>
                <a:cubicBezTo>
                  <a:pt x="1235" y="118441"/>
                  <a:pt x="0" y="110057"/>
                  <a:pt x="0" y="100355"/>
                </a:cubicBezTo>
                <a:lnTo>
                  <a:pt x="0" y="4529"/>
                </a:lnTo>
                <a:lnTo>
                  <a:pt x="27821" y="0"/>
                </a:lnTo>
                <a:lnTo>
                  <a:pt x="27821" y="33470"/>
                </a:lnTo>
                <a:lnTo>
                  <a:pt x="67260" y="33470"/>
                </a:lnTo>
                <a:lnTo>
                  <a:pt x="67260" y="56653"/>
                </a:lnTo>
                <a:lnTo>
                  <a:pt x="27821" y="56653"/>
                </a:lnTo>
                <a:lnTo>
                  <a:pt x="27821" y="100355"/>
                </a:lnTo>
                <a:cubicBezTo>
                  <a:pt x="27821" y="105613"/>
                  <a:pt x="28416" y="110011"/>
                  <a:pt x="29606" y="113546"/>
                </a:cubicBezTo>
                <a:cubicBezTo>
                  <a:pt x="30796" y="117083"/>
                  <a:pt x="32768" y="119704"/>
                  <a:pt x="35522" y="121407"/>
                </a:cubicBezTo>
                <a:cubicBezTo>
                  <a:pt x="38275" y="123113"/>
                  <a:pt x="41980" y="123967"/>
                  <a:pt x="46634" y="123967"/>
                </a:cubicBezTo>
                <a:cubicBezTo>
                  <a:pt x="50542" y="123967"/>
                  <a:pt x="54309" y="123567"/>
                  <a:pt x="57933" y="122767"/>
                </a:cubicBezTo>
                <a:cubicBezTo>
                  <a:pt x="61557" y="121967"/>
                  <a:pt x="64755" y="121018"/>
                  <a:pt x="67526" y="119915"/>
                </a:cubicBezTo>
                <a:lnTo>
                  <a:pt x="71736" y="141715"/>
                </a:lnTo>
                <a:cubicBezTo>
                  <a:pt x="68325" y="143206"/>
                  <a:pt x="64248" y="144572"/>
                  <a:pt x="59505" y="145818"/>
                </a:cubicBezTo>
                <a:cubicBezTo>
                  <a:pt x="54762" y="147061"/>
                  <a:pt x="49086" y="147681"/>
                  <a:pt x="42477" y="1476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BF09F-D6A9-4669-B3C6-472F402F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347" y="1468021"/>
            <a:ext cx="34109" cy="163406"/>
          </a:xfrm>
          <a:custGeom xmlns:a="http://schemas.openxmlformats.org/drawingml/2006/main">
            <a:pathLst>
              <a:path w="34109" h="163406">
                <a:moveTo>
                  <a:pt x="3091" y="163406"/>
                </a:moveTo>
                <a:lnTo>
                  <a:pt x="3091" y="51698"/>
                </a:lnTo>
                <a:lnTo>
                  <a:pt x="30912" y="51698"/>
                </a:lnTo>
                <a:lnTo>
                  <a:pt x="30912" y="163406"/>
                </a:lnTo>
                <a:lnTo>
                  <a:pt x="3091" y="163406"/>
                </a:lnTo>
                <a:close/>
                <a:moveTo>
                  <a:pt x="17055" y="33950"/>
                </a:moveTo>
                <a:cubicBezTo>
                  <a:pt x="12436" y="33950"/>
                  <a:pt x="8438" y="32430"/>
                  <a:pt x="5063" y="29392"/>
                </a:cubicBezTo>
                <a:cubicBezTo>
                  <a:pt x="1688" y="26355"/>
                  <a:pt x="0" y="22208"/>
                  <a:pt x="0" y="16948"/>
                </a:cubicBezTo>
                <a:cubicBezTo>
                  <a:pt x="0" y="11724"/>
                  <a:pt x="1688" y="7595"/>
                  <a:pt x="5063" y="4558"/>
                </a:cubicBezTo>
                <a:cubicBezTo>
                  <a:pt x="8438" y="1520"/>
                  <a:pt x="12436" y="0"/>
                  <a:pt x="17055" y="0"/>
                </a:cubicBezTo>
                <a:cubicBezTo>
                  <a:pt x="21674" y="0"/>
                  <a:pt x="25671" y="1520"/>
                  <a:pt x="29046" y="4558"/>
                </a:cubicBezTo>
                <a:cubicBezTo>
                  <a:pt x="32421" y="7595"/>
                  <a:pt x="34109" y="11724"/>
                  <a:pt x="34109" y="16948"/>
                </a:cubicBezTo>
                <a:cubicBezTo>
                  <a:pt x="34109" y="22208"/>
                  <a:pt x="32421" y="26355"/>
                  <a:pt x="29046" y="29392"/>
                </a:cubicBezTo>
                <a:cubicBezTo>
                  <a:pt x="25671" y="32430"/>
                  <a:pt x="21674" y="33950"/>
                  <a:pt x="17055" y="33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3DAE8-79F5-47D1-B30D-7888BFB4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35" y="1516841"/>
            <a:ext cx="93161" cy="116932"/>
          </a:xfrm>
          <a:custGeom xmlns:a="http://schemas.openxmlformats.org/drawingml/2006/main">
            <a:pathLst>
              <a:path w="93161" h="116932">
                <a:moveTo>
                  <a:pt x="46474" y="116932"/>
                </a:moveTo>
                <a:cubicBezTo>
                  <a:pt x="37236" y="116932"/>
                  <a:pt x="29117" y="115766"/>
                  <a:pt x="22118" y="113440"/>
                </a:cubicBezTo>
                <a:cubicBezTo>
                  <a:pt x="15118" y="111111"/>
                  <a:pt x="9682" y="107285"/>
                  <a:pt x="5809" y="101956"/>
                </a:cubicBezTo>
                <a:cubicBezTo>
                  <a:pt x="1937" y="96624"/>
                  <a:pt x="0" y="89500"/>
                  <a:pt x="0" y="80581"/>
                </a:cubicBezTo>
                <a:cubicBezTo>
                  <a:pt x="0" y="71949"/>
                  <a:pt x="2176" y="65082"/>
                  <a:pt x="6529" y="59985"/>
                </a:cubicBezTo>
                <a:cubicBezTo>
                  <a:pt x="10881" y="54884"/>
                  <a:pt x="16655" y="51226"/>
                  <a:pt x="23850" y="49006"/>
                </a:cubicBezTo>
                <a:cubicBezTo>
                  <a:pt x="31045" y="46783"/>
                  <a:pt x="38782" y="45674"/>
                  <a:pt x="47060" y="45674"/>
                </a:cubicBezTo>
                <a:cubicBezTo>
                  <a:pt x="51146" y="45674"/>
                  <a:pt x="54939" y="45897"/>
                  <a:pt x="58439" y="46340"/>
                </a:cubicBezTo>
                <a:cubicBezTo>
                  <a:pt x="61939" y="46783"/>
                  <a:pt x="64577" y="47292"/>
                  <a:pt x="66353" y="47860"/>
                </a:cubicBezTo>
                <a:lnTo>
                  <a:pt x="66353" y="44023"/>
                </a:lnTo>
                <a:cubicBezTo>
                  <a:pt x="66353" y="40042"/>
                  <a:pt x="65669" y="36507"/>
                  <a:pt x="64301" y="33416"/>
                </a:cubicBezTo>
                <a:cubicBezTo>
                  <a:pt x="62934" y="30324"/>
                  <a:pt x="60589" y="27863"/>
                  <a:pt x="57267" y="26035"/>
                </a:cubicBezTo>
                <a:cubicBezTo>
                  <a:pt x="53944" y="24203"/>
                  <a:pt x="49316" y="23289"/>
                  <a:pt x="43383" y="23289"/>
                </a:cubicBezTo>
                <a:cubicBezTo>
                  <a:pt x="37378" y="23289"/>
                  <a:pt x="31889" y="23726"/>
                  <a:pt x="26915" y="24595"/>
                </a:cubicBezTo>
                <a:cubicBezTo>
                  <a:pt x="21940" y="25466"/>
                  <a:pt x="17765" y="26523"/>
                  <a:pt x="14390" y="27766"/>
                </a:cubicBezTo>
                <a:lnTo>
                  <a:pt x="10819" y="5169"/>
                </a:lnTo>
                <a:cubicBezTo>
                  <a:pt x="14230" y="4032"/>
                  <a:pt x="19178" y="2886"/>
                  <a:pt x="25662" y="1732"/>
                </a:cubicBezTo>
                <a:cubicBezTo>
                  <a:pt x="32146" y="577"/>
                  <a:pt x="39048" y="0"/>
                  <a:pt x="46368" y="0"/>
                </a:cubicBezTo>
                <a:cubicBezTo>
                  <a:pt x="58270" y="0"/>
                  <a:pt x="67624" y="1829"/>
                  <a:pt x="74428" y="5489"/>
                </a:cubicBezTo>
                <a:cubicBezTo>
                  <a:pt x="81232" y="9150"/>
                  <a:pt x="86055" y="14336"/>
                  <a:pt x="88898" y="21051"/>
                </a:cubicBezTo>
                <a:cubicBezTo>
                  <a:pt x="91740" y="27766"/>
                  <a:pt x="93161" y="35636"/>
                  <a:pt x="93161" y="44660"/>
                </a:cubicBezTo>
                <a:lnTo>
                  <a:pt x="93161" y="111548"/>
                </a:lnTo>
                <a:cubicBezTo>
                  <a:pt x="89004" y="112471"/>
                  <a:pt x="82928" y="113600"/>
                  <a:pt x="74934" y="114932"/>
                </a:cubicBezTo>
                <a:cubicBezTo>
                  <a:pt x="66940" y="116263"/>
                  <a:pt x="57453" y="116932"/>
                  <a:pt x="46474" y="116932"/>
                </a:cubicBezTo>
                <a:close/>
                <a:moveTo>
                  <a:pt x="48659" y="95132"/>
                </a:moveTo>
                <a:cubicBezTo>
                  <a:pt x="52248" y="95132"/>
                  <a:pt x="55606" y="95035"/>
                  <a:pt x="58732" y="94840"/>
                </a:cubicBezTo>
                <a:cubicBezTo>
                  <a:pt x="61859" y="94643"/>
                  <a:pt x="64399" y="94369"/>
                  <a:pt x="66353" y="94012"/>
                </a:cubicBezTo>
                <a:lnTo>
                  <a:pt x="66353" y="66671"/>
                </a:lnTo>
                <a:cubicBezTo>
                  <a:pt x="65039" y="66283"/>
                  <a:pt x="62996" y="65891"/>
                  <a:pt x="60224" y="65500"/>
                </a:cubicBezTo>
                <a:cubicBezTo>
                  <a:pt x="57453" y="65108"/>
                  <a:pt x="54593" y="64914"/>
                  <a:pt x="51644" y="64914"/>
                </a:cubicBezTo>
                <a:cubicBezTo>
                  <a:pt x="47522" y="64914"/>
                  <a:pt x="43649" y="65305"/>
                  <a:pt x="40025" y="66085"/>
                </a:cubicBezTo>
                <a:cubicBezTo>
                  <a:pt x="36401" y="66868"/>
                  <a:pt x="33443" y="68326"/>
                  <a:pt x="31152" y="70457"/>
                </a:cubicBezTo>
                <a:cubicBezTo>
                  <a:pt x="28860" y="72589"/>
                  <a:pt x="27714" y="75732"/>
                  <a:pt x="27714" y="79890"/>
                </a:cubicBezTo>
                <a:cubicBezTo>
                  <a:pt x="27714" y="85611"/>
                  <a:pt x="29588" y="89580"/>
                  <a:pt x="33337" y="91800"/>
                </a:cubicBezTo>
                <a:cubicBezTo>
                  <a:pt x="37085" y="94023"/>
                  <a:pt x="42193" y="95132"/>
                  <a:pt x="48659" y="951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7E3B1-5F9F-457B-9E57-2F616BF0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409" y="1465995"/>
            <a:ext cx="45034" cy="167510"/>
          </a:xfrm>
          <a:custGeom xmlns:a="http://schemas.openxmlformats.org/drawingml/2006/main">
            <a:pathLst>
              <a:path w="45034" h="167510">
                <a:moveTo>
                  <a:pt x="41091" y="167510"/>
                </a:moveTo>
                <a:cubicBezTo>
                  <a:pt x="30218" y="167227"/>
                  <a:pt x="21797" y="165664"/>
                  <a:pt x="15828" y="162820"/>
                </a:cubicBezTo>
                <a:cubicBezTo>
                  <a:pt x="9860" y="159977"/>
                  <a:pt x="5729" y="155874"/>
                  <a:pt x="3438" y="150510"/>
                </a:cubicBezTo>
                <a:cubicBezTo>
                  <a:pt x="1146" y="145144"/>
                  <a:pt x="0" y="138589"/>
                  <a:pt x="0" y="130842"/>
                </a:cubicBezTo>
                <a:lnTo>
                  <a:pt x="0" y="4532"/>
                </a:lnTo>
                <a:lnTo>
                  <a:pt x="27821" y="0"/>
                </a:lnTo>
                <a:lnTo>
                  <a:pt x="27821" y="125779"/>
                </a:lnTo>
                <a:cubicBezTo>
                  <a:pt x="27821" y="131748"/>
                  <a:pt x="28904" y="136208"/>
                  <a:pt x="31073" y="139157"/>
                </a:cubicBezTo>
                <a:cubicBezTo>
                  <a:pt x="33239" y="142106"/>
                  <a:pt x="37894" y="143901"/>
                  <a:pt x="45034" y="144541"/>
                </a:cubicBezTo>
                <a:lnTo>
                  <a:pt x="41091" y="167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2E06A-1D66-4B6E-A5C8-5A22442F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569" y="1486249"/>
            <a:ext cx="71738" cy="147681"/>
          </a:xfrm>
          <a:custGeom xmlns:a="http://schemas.openxmlformats.org/drawingml/2006/main">
            <a:pathLst>
              <a:path w="71738" h="147681">
                <a:moveTo>
                  <a:pt x="42477" y="147681"/>
                </a:moveTo>
                <a:cubicBezTo>
                  <a:pt x="31498" y="147681"/>
                  <a:pt x="22909" y="145755"/>
                  <a:pt x="16708" y="141901"/>
                </a:cubicBezTo>
                <a:cubicBezTo>
                  <a:pt x="10507" y="138046"/>
                  <a:pt x="6172" y="132582"/>
                  <a:pt x="3703" y="125513"/>
                </a:cubicBezTo>
                <a:cubicBezTo>
                  <a:pt x="1234" y="118441"/>
                  <a:pt x="0" y="110057"/>
                  <a:pt x="0" y="100355"/>
                </a:cubicBezTo>
                <a:lnTo>
                  <a:pt x="0" y="4529"/>
                </a:lnTo>
                <a:lnTo>
                  <a:pt x="27821" y="0"/>
                </a:lnTo>
                <a:lnTo>
                  <a:pt x="27821" y="33470"/>
                </a:lnTo>
                <a:lnTo>
                  <a:pt x="67260" y="33470"/>
                </a:lnTo>
                <a:lnTo>
                  <a:pt x="67260" y="56653"/>
                </a:lnTo>
                <a:lnTo>
                  <a:pt x="27821" y="56653"/>
                </a:lnTo>
                <a:lnTo>
                  <a:pt x="27821" y="100355"/>
                </a:lnTo>
                <a:cubicBezTo>
                  <a:pt x="27821" y="105613"/>
                  <a:pt x="28415" y="110011"/>
                  <a:pt x="29607" y="113546"/>
                </a:cubicBezTo>
                <a:cubicBezTo>
                  <a:pt x="30795" y="117083"/>
                  <a:pt x="32767" y="119704"/>
                  <a:pt x="35522" y="121407"/>
                </a:cubicBezTo>
                <a:cubicBezTo>
                  <a:pt x="38276" y="123113"/>
                  <a:pt x="41980" y="123967"/>
                  <a:pt x="46634" y="123967"/>
                </a:cubicBezTo>
                <a:cubicBezTo>
                  <a:pt x="50543" y="123967"/>
                  <a:pt x="54310" y="123567"/>
                  <a:pt x="57933" y="122767"/>
                </a:cubicBezTo>
                <a:cubicBezTo>
                  <a:pt x="61556" y="121967"/>
                  <a:pt x="64754" y="121018"/>
                  <a:pt x="67526" y="119915"/>
                </a:cubicBezTo>
                <a:lnTo>
                  <a:pt x="71738" y="141715"/>
                </a:lnTo>
                <a:cubicBezTo>
                  <a:pt x="68326" y="143206"/>
                  <a:pt x="64248" y="144572"/>
                  <a:pt x="59505" y="145818"/>
                </a:cubicBezTo>
                <a:cubicBezTo>
                  <a:pt x="54761" y="147061"/>
                  <a:pt x="49086" y="147681"/>
                  <a:pt x="42477" y="1476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6CE3DF-341F-4E60-8D20-69B306DC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562" y="1516841"/>
            <a:ext cx="102490" cy="117409"/>
          </a:xfrm>
          <a:custGeom xmlns:a="http://schemas.openxmlformats.org/drawingml/2006/main">
            <a:pathLst>
              <a:path w="102490" h="117409">
                <a:moveTo>
                  <a:pt x="58147" y="117409"/>
                </a:moveTo>
                <a:cubicBezTo>
                  <a:pt x="44788" y="117409"/>
                  <a:pt x="33827" y="114869"/>
                  <a:pt x="25263" y="109788"/>
                </a:cubicBezTo>
                <a:cubicBezTo>
                  <a:pt x="16702" y="104707"/>
                  <a:pt x="10350" y="97781"/>
                  <a:pt x="6209" y="89003"/>
                </a:cubicBezTo>
                <a:cubicBezTo>
                  <a:pt x="2072" y="80227"/>
                  <a:pt x="0" y="70349"/>
                  <a:pt x="0" y="59370"/>
                </a:cubicBezTo>
                <a:cubicBezTo>
                  <a:pt x="0" y="46226"/>
                  <a:pt x="2532" y="35256"/>
                  <a:pt x="7595" y="26460"/>
                </a:cubicBezTo>
                <a:cubicBezTo>
                  <a:pt x="12659" y="17668"/>
                  <a:pt x="19188" y="11059"/>
                  <a:pt x="27183" y="6635"/>
                </a:cubicBezTo>
                <a:cubicBezTo>
                  <a:pt x="35176" y="2212"/>
                  <a:pt x="43614" y="0"/>
                  <a:pt x="52498" y="0"/>
                </a:cubicBezTo>
                <a:cubicBezTo>
                  <a:pt x="62802" y="0"/>
                  <a:pt x="71675" y="2115"/>
                  <a:pt x="79118" y="6341"/>
                </a:cubicBezTo>
                <a:cubicBezTo>
                  <a:pt x="86562" y="10570"/>
                  <a:pt x="92317" y="16885"/>
                  <a:pt x="96386" y="25289"/>
                </a:cubicBezTo>
                <a:cubicBezTo>
                  <a:pt x="100455" y="33690"/>
                  <a:pt x="102490" y="44183"/>
                  <a:pt x="102490" y="56759"/>
                </a:cubicBezTo>
                <a:cubicBezTo>
                  <a:pt x="102490" y="58393"/>
                  <a:pt x="102427" y="60205"/>
                  <a:pt x="102301" y="62196"/>
                </a:cubicBezTo>
                <a:cubicBezTo>
                  <a:pt x="102178" y="64185"/>
                  <a:pt x="102044" y="65963"/>
                  <a:pt x="101904" y="67526"/>
                </a:cubicBezTo>
                <a:lnTo>
                  <a:pt x="28621" y="67526"/>
                </a:lnTo>
                <a:cubicBezTo>
                  <a:pt x="29295" y="75555"/>
                  <a:pt x="32433" y="81870"/>
                  <a:pt x="38028" y="86471"/>
                </a:cubicBezTo>
                <a:cubicBezTo>
                  <a:pt x="43623" y="91074"/>
                  <a:pt x="51466" y="93375"/>
                  <a:pt x="61559" y="93375"/>
                </a:cubicBezTo>
                <a:cubicBezTo>
                  <a:pt x="67740" y="93375"/>
                  <a:pt x="73515" y="92806"/>
                  <a:pt x="78878" y="91669"/>
                </a:cubicBezTo>
                <a:cubicBezTo>
                  <a:pt x="84245" y="90531"/>
                  <a:pt x="88508" y="89251"/>
                  <a:pt x="91671" y="87831"/>
                </a:cubicBezTo>
                <a:lnTo>
                  <a:pt x="95561" y="110534"/>
                </a:lnTo>
                <a:cubicBezTo>
                  <a:pt x="92506" y="112097"/>
                  <a:pt x="87460" y="113634"/>
                  <a:pt x="80424" y="115146"/>
                </a:cubicBezTo>
                <a:cubicBezTo>
                  <a:pt x="73389" y="116655"/>
                  <a:pt x="65963" y="117409"/>
                  <a:pt x="58147" y="117409"/>
                </a:cubicBezTo>
                <a:close/>
                <a:moveTo>
                  <a:pt x="28726" y="47966"/>
                </a:moveTo>
                <a:lnTo>
                  <a:pt x="75415" y="47966"/>
                </a:lnTo>
                <a:cubicBezTo>
                  <a:pt x="75272" y="43488"/>
                  <a:pt x="74384" y="39376"/>
                  <a:pt x="72749" y="35627"/>
                </a:cubicBezTo>
                <a:cubicBezTo>
                  <a:pt x="71115" y="31878"/>
                  <a:pt x="68683" y="28858"/>
                  <a:pt x="65448" y="26566"/>
                </a:cubicBezTo>
                <a:cubicBezTo>
                  <a:pt x="62216" y="24274"/>
                  <a:pt x="58022" y="23129"/>
                  <a:pt x="52869" y="23129"/>
                </a:cubicBezTo>
                <a:cubicBezTo>
                  <a:pt x="47683" y="23129"/>
                  <a:pt x="43411" y="24312"/>
                  <a:pt x="40054" y="26675"/>
                </a:cubicBezTo>
                <a:cubicBezTo>
                  <a:pt x="36696" y="29038"/>
                  <a:pt x="34101" y="32101"/>
                  <a:pt x="32273" y="35867"/>
                </a:cubicBezTo>
                <a:cubicBezTo>
                  <a:pt x="30441" y="39634"/>
                  <a:pt x="29261" y="43665"/>
                  <a:pt x="28726" y="479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306EC-8B58-4211-B3DA-937D6172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652" y="1516841"/>
            <a:ext cx="83622" cy="117463"/>
          </a:xfrm>
          <a:custGeom xmlns:a="http://schemas.openxmlformats.org/drawingml/2006/main">
            <a:pathLst>
              <a:path w="83622" h="117463">
                <a:moveTo>
                  <a:pt x="37202" y="117463"/>
                </a:moveTo>
                <a:cubicBezTo>
                  <a:pt x="27361" y="117463"/>
                  <a:pt x="19294" y="116620"/>
                  <a:pt x="13004" y="114932"/>
                </a:cubicBezTo>
                <a:cubicBezTo>
                  <a:pt x="6715" y="113243"/>
                  <a:pt x="2380" y="111868"/>
                  <a:pt x="0" y="110802"/>
                </a:cubicBezTo>
                <a:lnTo>
                  <a:pt x="4958" y="87937"/>
                </a:lnTo>
                <a:cubicBezTo>
                  <a:pt x="9398" y="89680"/>
                  <a:pt x="14356" y="91234"/>
                  <a:pt x="19825" y="92600"/>
                </a:cubicBezTo>
                <a:cubicBezTo>
                  <a:pt x="25297" y="93969"/>
                  <a:pt x="31144" y="94652"/>
                  <a:pt x="37362" y="94652"/>
                </a:cubicBezTo>
                <a:cubicBezTo>
                  <a:pt x="43685" y="94652"/>
                  <a:pt x="48357" y="93923"/>
                  <a:pt x="51378" y="92469"/>
                </a:cubicBezTo>
                <a:cubicBezTo>
                  <a:pt x="54398" y="91011"/>
                  <a:pt x="55907" y="88311"/>
                  <a:pt x="55907" y="84368"/>
                </a:cubicBezTo>
                <a:cubicBezTo>
                  <a:pt x="55907" y="82127"/>
                  <a:pt x="55161" y="80210"/>
                  <a:pt x="53670" y="78610"/>
                </a:cubicBezTo>
                <a:cubicBezTo>
                  <a:pt x="52178" y="77012"/>
                  <a:pt x="49921" y="75429"/>
                  <a:pt x="46900" y="73866"/>
                </a:cubicBezTo>
                <a:cubicBezTo>
                  <a:pt x="43880" y="72303"/>
                  <a:pt x="39954" y="70617"/>
                  <a:pt x="35122" y="68803"/>
                </a:cubicBezTo>
                <a:cubicBezTo>
                  <a:pt x="28835" y="66317"/>
                  <a:pt x="23237" y="63688"/>
                  <a:pt x="18334" y="60916"/>
                </a:cubicBezTo>
                <a:cubicBezTo>
                  <a:pt x="13430" y="58144"/>
                  <a:pt x="9604" y="54584"/>
                  <a:pt x="6849" y="50232"/>
                </a:cubicBezTo>
                <a:cubicBezTo>
                  <a:pt x="4095" y="45877"/>
                  <a:pt x="2717" y="40202"/>
                  <a:pt x="2717" y="33201"/>
                </a:cubicBezTo>
                <a:cubicBezTo>
                  <a:pt x="2717" y="26346"/>
                  <a:pt x="4441" y="20457"/>
                  <a:pt x="7890" y="15536"/>
                </a:cubicBezTo>
                <a:cubicBezTo>
                  <a:pt x="11336" y="10613"/>
                  <a:pt x="16231" y="6795"/>
                  <a:pt x="22571" y="4078"/>
                </a:cubicBezTo>
                <a:cubicBezTo>
                  <a:pt x="28915" y="1357"/>
                  <a:pt x="36490" y="0"/>
                  <a:pt x="45303" y="0"/>
                </a:cubicBezTo>
                <a:cubicBezTo>
                  <a:pt x="52267" y="0"/>
                  <a:pt x="58733" y="612"/>
                  <a:pt x="64702" y="1837"/>
                </a:cubicBezTo>
                <a:cubicBezTo>
                  <a:pt x="70672" y="3063"/>
                  <a:pt x="75307" y="4335"/>
                  <a:pt x="78613" y="5649"/>
                </a:cubicBezTo>
                <a:lnTo>
                  <a:pt x="73549" y="27661"/>
                </a:lnTo>
                <a:cubicBezTo>
                  <a:pt x="70315" y="26452"/>
                  <a:pt x="66560" y="25306"/>
                  <a:pt x="62276" y="24223"/>
                </a:cubicBezTo>
                <a:cubicBezTo>
                  <a:pt x="57996" y="23137"/>
                  <a:pt x="52887" y="22597"/>
                  <a:pt x="46954" y="22597"/>
                </a:cubicBezTo>
                <a:cubicBezTo>
                  <a:pt x="41731" y="22597"/>
                  <a:pt x="37636" y="23414"/>
                  <a:pt x="34670" y="25049"/>
                </a:cubicBezTo>
                <a:cubicBezTo>
                  <a:pt x="31704" y="26683"/>
                  <a:pt x="30218" y="29241"/>
                  <a:pt x="30218" y="32724"/>
                </a:cubicBezTo>
                <a:cubicBezTo>
                  <a:pt x="30218" y="34856"/>
                  <a:pt x="30770" y="36719"/>
                  <a:pt x="31873" y="38319"/>
                </a:cubicBezTo>
                <a:cubicBezTo>
                  <a:pt x="32973" y="39916"/>
                  <a:pt x="34893" y="41428"/>
                  <a:pt x="37628" y="42848"/>
                </a:cubicBezTo>
                <a:cubicBezTo>
                  <a:pt x="40362" y="44271"/>
                  <a:pt x="44166" y="45886"/>
                  <a:pt x="49032" y="47700"/>
                </a:cubicBezTo>
                <a:cubicBezTo>
                  <a:pt x="57596" y="50861"/>
                  <a:pt x="64382" y="54050"/>
                  <a:pt x="69392" y="57264"/>
                </a:cubicBezTo>
                <a:cubicBezTo>
                  <a:pt x="74401" y="60482"/>
                  <a:pt x="78027" y="64231"/>
                  <a:pt x="80264" y="68511"/>
                </a:cubicBezTo>
                <a:cubicBezTo>
                  <a:pt x="82502" y="72792"/>
                  <a:pt x="83622" y="78130"/>
                  <a:pt x="83622" y="84528"/>
                </a:cubicBezTo>
                <a:cubicBezTo>
                  <a:pt x="83622" y="91740"/>
                  <a:pt x="81810" y="97789"/>
                  <a:pt x="78187" y="102673"/>
                </a:cubicBezTo>
                <a:cubicBezTo>
                  <a:pt x="74561" y="107559"/>
                  <a:pt x="69294" y="111245"/>
                  <a:pt x="62382" y="113731"/>
                </a:cubicBezTo>
                <a:cubicBezTo>
                  <a:pt x="55473" y="116220"/>
                  <a:pt x="47077" y="117463"/>
                  <a:pt x="37202" y="1174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FCB03-959C-48BA-B760-97756DCE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565" y="1486249"/>
            <a:ext cx="71735" cy="147681"/>
          </a:xfrm>
          <a:custGeom xmlns:a="http://schemas.openxmlformats.org/drawingml/2006/main">
            <a:pathLst>
              <a:path w="71735" h="147681">
                <a:moveTo>
                  <a:pt x="42477" y="147681"/>
                </a:moveTo>
                <a:cubicBezTo>
                  <a:pt x="31498" y="147681"/>
                  <a:pt x="22909" y="145755"/>
                  <a:pt x="16708" y="141901"/>
                </a:cubicBezTo>
                <a:cubicBezTo>
                  <a:pt x="10507" y="138046"/>
                  <a:pt x="6172" y="132582"/>
                  <a:pt x="3703" y="125513"/>
                </a:cubicBezTo>
                <a:cubicBezTo>
                  <a:pt x="1234" y="118441"/>
                  <a:pt x="0" y="110057"/>
                  <a:pt x="0" y="100355"/>
                </a:cubicBezTo>
                <a:lnTo>
                  <a:pt x="0" y="4529"/>
                </a:lnTo>
                <a:lnTo>
                  <a:pt x="27821" y="0"/>
                </a:lnTo>
                <a:lnTo>
                  <a:pt x="27821" y="33470"/>
                </a:lnTo>
                <a:lnTo>
                  <a:pt x="67260" y="33470"/>
                </a:lnTo>
                <a:lnTo>
                  <a:pt x="67260" y="56653"/>
                </a:lnTo>
                <a:lnTo>
                  <a:pt x="27821" y="56653"/>
                </a:lnTo>
                <a:lnTo>
                  <a:pt x="27821" y="100355"/>
                </a:lnTo>
                <a:cubicBezTo>
                  <a:pt x="27821" y="105613"/>
                  <a:pt x="28415" y="110011"/>
                  <a:pt x="29604" y="113546"/>
                </a:cubicBezTo>
                <a:cubicBezTo>
                  <a:pt x="30795" y="117083"/>
                  <a:pt x="32767" y="119704"/>
                  <a:pt x="35522" y="121407"/>
                </a:cubicBezTo>
                <a:cubicBezTo>
                  <a:pt x="38273" y="123113"/>
                  <a:pt x="41980" y="123967"/>
                  <a:pt x="46634" y="123967"/>
                </a:cubicBezTo>
                <a:cubicBezTo>
                  <a:pt x="50541" y="123967"/>
                  <a:pt x="54307" y="123567"/>
                  <a:pt x="57933" y="122767"/>
                </a:cubicBezTo>
                <a:cubicBezTo>
                  <a:pt x="61556" y="121967"/>
                  <a:pt x="64754" y="121018"/>
                  <a:pt x="67526" y="119915"/>
                </a:cubicBezTo>
                <a:lnTo>
                  <a:pt x="71735" y="141715"/>
                </a:lnTo>
                <a:cubicBezTo>
                  <a:pt x="68326" y="143206"/>
                  <a:pt x="64248" y="144572"/>
                  <a:pt x="59505" y="145818"/>
                </a:cubicBezTo>
                <a:cubicBezTo>
                  <a:pt x="54761" y="147061"/>
                  <a:pt x="49086" y="147681"/>
                  <a:pt x="42477" y="1476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6F574-8F1A-49CC-A607-20AC714E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368" y="1468021"/>
            <a:ext cx="34110" cy="163406"/>
          </a:xfrm>
          <a:custGeom xmlns:a="http://schemas.openxmlformats.org/drawingml/2006/main">
            <a:pathLst>
              <a:path w="34110" h="163406">
                <a:moveTo>
                  <a:pt x="3092" y="163406"/>
                </a:moveTo>
                <a:lnTo>
                  <a:pt x="3092" y="51698"/>
                </a:lnTo>
                <a:lnTo>
                  <a:pt x="30912" y="51698"/>
                </a:lnTo>
                <a:lnTo>
                  <a:pt x="30912" y="163406"/>
                </a:lnTo>
                <a:lnTo>
                  <a:pt x="3092" y="163406"/>
                </a:lnTo>
                <a:close/>
                <a:moveTo>
                  <a:pt x="17056" y="33950"/>
                </a:moveTo>
                <a:cubicBezTo>
                  <a:pt x="12436" y="33950"/>
                  <a:pt x="8438" y="32430"/>
                  <a:pt x="5063" y="29392"/>
                </a:cubicBezTo>
                <a:cubicBezTo>
                  <a:pt x="1689" y="26355"/>
                  <a:pt x="0" y="22208"/>
                  <a:pt x="0" y="16948"/>
                </a:cubicBezTo>
                <a:cubicBezTo>
                  <a:pt x="0" y="11724"/>
                  <a:pt x="1689" y="7595"/>
                  <a:pt x="5063" y="4558"/>
                </a:cubicBezTo>
                <a:cubicBezTo>
                  <a:pt x="8438" y="1520"/>
                  <a:pt x="12436" y="0"/>
                  <a:pt x="17056" y="0"/>
                </a:cubicBezTo>
                <a:cubicBezTo>
                  <a:pt x="21674" y="0"/>
                  <a:pt x="25672" y="1520"/>
                  <a:pt x="29046" y="4558"/>
                </a:cubicBezTo>
                <a:cubicBezTo>
                  <a:pt x="32421" y="7595"/>
                  <a:pt x="34110" y="11724"/>
                  <a:pt x="34110" y="16948"/>
                </a:cubicBezTo>
                <a:cubicBezTo>
                  <a:pt x="34110" y="22208"/>
                  <a:pt x="32421" y="26355"/>
                  <a:pt x="29046" y="29392"/>
                </a:cubicBezTo>
                <a:cubicBezTo>
                  <a:pt x="25672" y="32430"/>
                  <a:pt x="21674" y="33950"/>
                  <a:pt x="17056" y="33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5E5F5-DD51-42F4-B377-EFC2617C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724" y="1517267"/>
            <a:ext cx="94389" cy="114160"/>
          </a:xfrm>
          <a:custGeom xmlns:a="http://schemas.openxmlformats.org/drawingml/2006/main">
            <a:pathLst>
              <a:path w="94389" h="114160">
                <a:moveTo>
                  <a:pt x="0" y="114160"/>
                </a:moveTo>
                <a:lnTo>
                  <a:pt x="0" y="6289"/>
                </a:lnTo>
                <a:cubicBezTo>
                  <a:pt x="5152" y="4832"/>
                  <a:pt x="11816" y="3420"/>
                  <a:pt x="19985" y="2052"/>
                </a:cubicBezTo>
                <a:cubicBezTo>
                  <a:pt x="28158" y="683"/>
                  <a:pt x="37005" y="0"/>
                  <a:pt x="46529" y="0"/>
                </a:cubicBezTo>
                <a:cubicBezTo>
                  <a:pt x="58999" y="0"/>
                  <a:pt x="68700" y="2157"/>
                  <a:pt x="75627" y="6475"/>
                </a:cubicBezTo>
                <a:cubicBezTo>
                  <a:pt x="82556" y="10793"/>
                  <a:pt x="87414" y="16779"/>
                  <a:pt x="90203" y="24437"/>
                </a:cubicBezTo>
                <a:cubicBezTo>
                  <a:pt x="92992" y="32093"/>
                  <a:pt x="94389" y="41019"/>
                  <a:pt x="94389" y="51218"/>
                </a:cubicBezTo>
                <a:lnTo>
                  <a:pt x="94389" y="114160"/>
                </a:lnTo>
                <a:lnTo>
                  <a:pt x="66568" y="114160"/>
                </a:lnTo>
                <a:lnTo>
                  <a:pt x="66568" y="55215"/>
                </a:lnTo>
                <a:cubicBezTo>
                  <a:pt x="66568" y="47575"/>
                  <a:pt x="65911" y="41465"/>
                  <a:pt x="64594" y="36882"/>
                </a:cubicBezTo>
                <a:cubicBezTo>
                  <a:pt x="63279" y="32298"/>
                  <a:pt x="61033" y="28975"/>
                  <a:pt x="57853" y="26915"/>
                </a:cubicBezTo>
                <a:cubicBezTo>
                  <a:pt x="54673" y="24855"/>
                  <a:pt x="50241" y="23823"/>
                  <a:pt x="44557" y="23823"/>
                </a:cubicBezTo>
                <a:cubicBezTo>
                  <a:pt x="41359" y="23823"/>
                  <a:pt x="38230" y="23992"/>
                  <a:pt x="35176" y="24329"/>
                </a:cubicBezTo>
                <a:cubicBezTo>
                  <a:pt x="32121" y="24666"/>
                  <a:pt x="29669" y="24995"/>
                  <a:pt x="27821" y="25315"/>
                </a:cubicBezTo>
                <a:lnTo>
                  <a:pt x="27821" y="114160"/>
                </a:lnTo>
                <a:lnTo>
                  <a:pt x="0" y="1141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3BBE14-03A0-42C6-89F2-0097C6FD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842" y="1517267"/>
            <a:ext cx="99875" cy="154239"/>
          </a:xfrm>
          <a:custGeom xmlns:a="http://schemas.openxmlformats.org/drawingml/2006/main">
            <a:pathLst>
              <a:path w="99875" h="154239">
                <a:moveTo>
                  <a:pt x="44023" y="154239"/>
                </a:moveTo>
                <a:cubicBezTo>
                  <a:pt x="37165" y="154239"/>
                  <a:pt x="30432" y="153642"/>
                  <a:pt x="23823" y="152453"/>
                </a:cubicBezTo>
                <a:cubicBezTo>
                  <a:pt x="17214" y="151262"/>
                  <a:pt x="11193" y="149744"/>
                  <a:pt x="5755" y="147896"/>
                </a:cubicBezTo>
                <a:lnTo>
                  <a:pt x="10713" y="124393"/>
                </a:lnTo>
                <a:cubicBezTo>
                  <a:pt x="15330" y="126239"/>
                  <a:pt x="20420" y="127742"/>
                  <a:pt x="25980" y="128896"/>
                </a:cubicBezTo>
                <a:cubicBezTo>
                  <a:pt x="31541" y="130051"/>
                  <a:pt x="37699" y="130628"/>
                  <a:pt x="44448" y="130628"/>
                </a:cubicBezTo>
                <a:cubicBezTo>
                  <a:pt x="51164" y="130628"/>
                  <a:pt x="56538" y="129696"/>
                  <a:pt x="60570" y="127830"/>
                </a:cubicBezTo>
                <a:cubicBezTo>
                  <a:pt x="64602" y="125964"/>
                  <a:pt x="67543" y="123221"/>
                  <a:pt x="69392" y="119595"/>
                </a:cubicBezTo>
                <a:cubicBezTo>
                  <a:pt x="71237" y="115972"/>
                  <a:pt x="72163" y="111654"/>
                  <a:pt x="72163" y="106645"/>
                </a:cubicBezTo>
                <a:lnTo>
                  <a:pt x="72163" y="101847"/>
                </a:lnTo>
                <a:cubicBezTo>
                  <a:pt x="69106" y="103376"/>
                  <a:pt x="65617" y="104690"/>
                  <a:pt x="61691" y="105793"/>
                </a:cubicBezTo>
                <a:cubicBezTo>
                  <a:pt x="57764" y="106893"/>
                  <a:pt x="53261" y="107445"/>
                  <a:pt x="48180" y="107445"/>
                </a:cubicBezTo>
                <a:cubicBezTo>
                  <a:pt x="38336" y="107445"/>
                  <a:pt x="29792" y="105445"/>
                  <a:pt x="22543" y="101450"/>
                </a:cubicBezTo>
                <a:cubicBezTo>
                  <a:pt x="15296" y="97452"/>
                  <a:pt x="9727" y="91546"/>
                  <a:pt x="5835" y="83728"/>
                </a:cubicBezTo>
                <a:cubicBezTo>
                  <a:pt x="1946" y="75912"/>
                  <a:pt x="0" y="66317"/>
                  <a:pt x="0" y="54947"/>
                </a:cubicBezTo>
                <a:cubicBezTo>
                  <a:pt x="0" y="44005"/>
                  <a:pt x="2229" y="34410"/>
                  <a:pt x="6689" y="26169"/>
                </a:cubicBezTo>
                <a:cubicBezTo>
                  <a:pt x="11147" y="17925"/>
                  <a:pt x="17559" y="11501"/>
                  <a:pt x="25929" y="6901"/>
                </a:cubicBezTo>
                <a:cubicBezTo>
                  <a:pt x="34296" y="2300"/>
                  <a:pt x="44323" y="0"/>
                  <a:pt x="56013" y="0"/>
                </a:cubicBezTo>
                <a:cubicBezTo>
                  <a:pt x="64151" y="0"/>
                  <a:pt x="72172" y="649"/>
                  <a:pt x="80076" y="1946"/>
                </a:cubicBezTo>
                <a:cubicBezTo>
                  <a:pt x="87982" y="3243"/>
                  <a:pt x="94583" y="4689"/>
                  <a:pt x="99875" y="6289"/>
                </a:cubicBezTo>
                <a:lnTo>
                  <a:pt x="99875" y="101956"/>
                </a:lnTo>
                <a:cubicBezTo>
                  <a:pt x="99875" y="119864"/>
                  <a:pt x="95309" y="133054"/>
                  <a:pt x="86179" y="141526"/>
                </a:cubicBezTo>
                <a:cubicBezTo>
                  <a:pt x="77047" y="150002"/>
                  <a:pt x="62996" y="154239"/>
                  <a:pt x="44023" y="154239"/>
                </a:cubicBezTo>
                <a:close/>
                <a:moveTo>
                  <a:pt x="52815" y="84739"/>
                </a:moveTo>
                <a:cubicBezTo>
                  <a:pt x="56724" y="84739"/>
                  <a:pt x="60376" y="84208"/>
                  <a:pt x="63768" y="83142"/>
                </a:cubicBezTo>
                <a:cubicBezTo>
                  <a:pt x="67163" y="82076"/>
                  <a:pt x="69943" y="80833"/>
                  <a:pt x="72109" y="79410"/>
                </a:cubicBezTo>
                <a:lnTo>
                  <a:pt x="72109" y="24197"/>
                </a:lnTo>
                <a:cubicBezTo>
                  <a:pt x="70369" y="23806"/>
                  <a:pt x="68237" y="23460"/>
                  <a:pt x="65714" y="23157"/>
                </a:cubicBezTo>
                <a:cubicBezTo>
                  <a:pt x="63191" y="22854"/>
                  <a:pt x="60028" y="22703"/>
                  <a:pt x="56227" y="22703"/>
                </a:cubicBezTo>
                <a:cubicBezTo>
                  <a:pt x="50152" y="22703"/>
                  <a:pt x="45051" y="24089"/>
                  <a:pt x="40931" y="26860"/>
                </a:cubicBezTo>
                <a:cubicBezTo>
                  <a:pt x="36810" y="29632"/>
                  <a:pt x="33701" y="33444"/>
                  <a:pt x="31604" y="38293"/>
                </a:cubicBezTo>
                <a:cubicBezTo>
                  <a:pt x="29507" y="43143"/>
                  <a:pt x="28461" y="48712"/>
                  <a:pt x="28461" y="55001"/>
                </a:cubicBezTo>
                <a:cubicBezTo>
                  <a:pt x="28461" y="60048"/>
                  <a:pt x="29038" y="64442"/>
                  <a:pt x="30192" y="68191"/>
                </a:cubicBezTo>
                <a:cubicBezTo>
                  <a:pt x="31347" y="71940"/>
                  <a:pt x="32981" y="75032"/>
                  <a:pt x="35096" y="77464"/>
                </a:cubicBezTo>
                <a:cubicBezTo>
                  <a:pt x="37210" y="79899"/>
                  <a:pt x="39768" y="81719"/>
                  <a:pt x="42768" y="82928"/>
                </a:cubicBezTo>
                <a:cubicBezTo>
                  <a:pt x="45771" y="84136"/>
                  <a:pt x="49120" y="84739"/>
                  <a:pt x="52815" y="847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0ED6F8-DC1C-437B-9325-BEA8C974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66" y="2792515"/>
            <a:ext cx="2284109" cy="761369"/>
          </a:xfrm>
          <a:custGeom xmlns:a="http://schemas.openxmlformats.org/drawingml/2006/main">
            <a:pathLst>
              <a:path w="2284109" h="761369">
                <a:moveTo>
                  <a:pt x="11421" y="0"/>
                </a:moveTo>
                <a:lnTo>
                  <a:pt x="2272690" y="0"/>
                </a:lnTo>
                <a:cubicBezTo>
                  <a:pt x="2274205" y="0"/>
                  <a:pt x="2275659" y="291"/>
                  <a:pt x="2277059" y="869"/>
                </a:cubicBezTo>
                <a:cubicBezTo>
                  <a:pt x="2278459" y="1449"/>
                  <a:pt x="2279694" y="2275"/>
                  <a:pt x="2280765" y="3346"/>
                </a:cubicBezTo>
                <a:cubicBezTo>
                  <a:pt x="2281834" y="4418"/>
                  <a:pt x="2282660" y="5652"/>
                  <a:pt x="2283240" y="7049"/>
                </a:cubicBezTo>
                <a:cubicBezTo>
                  <a:pt x="2283820" y="8450"/>
                  <a:pt x="2284109" y="9907"/>
                  <a:pt x="2284109" y="11421"/>
                </a:cubicBezTo>
                <a:lnTo>
                  <a:pt x="2284109" y="749951"/>
                </a:lnTo>
                <a:cubicBezTo>
                  <a:pt x="2284109" y="751465"/>
                  <a:pt x="2283820" y="752920"/>
                  <a:pt x="2283240" y="754320"/>
                </a:cubicBezTo>
                <a:cubicBezTo>
                  <a:pt x="2282660" y="755720"/>
                  <a:pt x="2281834" y="756955"/>
                  <a:pt x="2280765" y="758026"/>
                </a:cubicBezTo>
                <a:cubicBezTo>
                  <a:pt x="2279694" y="759095"/>
                  <a:pt x="2278459" y="759921"/>
                  <a:pt x="2277059" y="760501"/>
                </a:cubicBezTo>
                <a:cubicBezTo>
                  <a:pt x="2275659" y="761081"/>
                  <a:pt x="2274205" y="761369"/>
                  <a:pt x="2272690" y="761369"/>
                </a:cubicBezTo>
                <a:lnTo>
                  <a:pt x="11421" y="761369"/>
                </a:lnTo>
                <a:cubicBezTo>
                  <a:pt x="9906" y="761369"/>
                  <a:pt x="8449" y="761081"/>
                  <a:pt x="7050" y="760501"/>
                </a:cubicBezTo>
                <a:cubicBezTo>
                  <a:pt x="5651" y="759921"/>
                  <a:pt x="4416" y="759095"/>
                  <a:pt x="3345" y="758026"/>
                </a:cubicBezTo>
                <a:cubicBezTo>
                  <a:pt x="2274" y="756955"/>
                  <a:pt x="1449" y="755720"/>
                  <a:pt x="869" y="754320"/>
                </a:cubicBezTo>
                <a:cubicBezTo>
                  <a:pt x="290" y="752920"/>
                  <a:pt x="0" y="751465"/>
                  <a:pt x="0" y="749951"/>
                </a:cubicBezTo>
                <a:lnTo>
                  <a:pt x="0" y="11421"/>
                </a:lnTo>
                <a:cubicBezTo>
                  <a:pt x="0" y="9907"/>
                  <a:pt x="290" y="8450"/>
                  <a:pt x="869" y="7049"/>
                </a:cubicBezTo>
                <a:cubicBezTo>
                  <a:pt x="1449" y="5652"/>
                  <a:pt x="2274" y="4418"/>
                  <a:pt x="3345" y="3346"/>
                </a:cubicBezTo>
                <a:cubicBezTo>
                  <a:pt x="4416" y="2275"/>
                  <a:pt x="5651" y="1449"/>
                  <a:pt x="7050" y="869"/>
                </a:cubicBezTo>
                <a:cubicBezTo>
                  <a:pt x="8449" y="291"/>
                  <a:pt x="9906" y="0"/>
                  <a:pt x="1142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B58B0-B694-4F81-8B2A-0AA63812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66" y="2792513"/>
            <a:ext cx="2284109" cy="761370"/>
          </a:xfrm>
          <a:custGeom xmlns:a="http://schemas.openxmlformats.org/drawingml/2006/main">
            <a:pathLst>
              <a:path w="2284109" h="761370" fill="none">
                <a:moveTo>
                  <a:pt x="11421" y="0"/>
                </a:moveTo>
                <a:lnTo>
                  <a:pt x="2272689" y="0"/>
                </a:lnTo>
                <a:cubicBezTo>
                  <a:pt x="2274203" y="0"/>
                  <a:pt x="2275660" y="290"/>
                  <a:pt x="2277059" y="869"/>
                </a:cubicBezTo>
                <a:cubicBezTo>
                  <a:pt x="2278458" y="1449"/>
                  <a:pt x="2279693" y="2274"/>
                  <a:pt x="2280764" y="3345"/>
                </a:cubicBezTo>
                <a:cubicBezTo>
                  <a:pt x="2281835" y="4416"/>
                  <a:pt x="2282660" y="5651"/>
                  <a:pt x="2283240" y="7050"/>
                </a:cubicBezTo>
                <a:cubicBezTo>
                  <a:pt x="2283819" y="8449"/>
                  <a:pt x="2284109" y="9906"/>
                  <a:pt x="2284109" y="11421"/>
                </a:cubicBezTo>
                <a:lnTo>
                  <a:pt x="2284109" y="749949"/>
                </a:lnTo>
                <a:cubicBezTo>
                  <a:pt x="2284109" y="751464"/>
                  <a:pt x="2283819" y="752920"/>
                  <a:pt x="2283240" y="754319"/>
                </a:cubicBezTo>
                <a:cubicBezTo>
                  <a:pt x="2282660" y="755719"/>
                  <a:pt x="2281835" y="756953"/>
                  <a:pt x="2280764" y="758024"/>
                </a:cubicBezTo>
                <a:cubicBezTo>
                  <a:pt x="2279693" y="759096"/>
                  <a:pt x="2278458" y="759921"/>
                  <a:pt x="2277059" y="760500"/>
                </a:cubicBezTo>
                <a:cubicBezTo>
                  <a:pt x="2275660" y="761080"/>
                  <a:pt x="2274203" y="761370"/>
                  <a:pt x="2272689" y="761370"/>
                </a:cubicBezTo>
                <a:lnTo>
                  <a:pt x="11421" y="761370"/>
                </a:lnTo>
                <a:cubicBezTo>
                  <a:pt x="9906" y="761370"/>
                  <a:pt x="8449" y="761080"/>
                  <a:pt x="7050" y="760500"/>
                </a:cubicBezTo>
                <a:cubicBezTo>
                  <a:pt x="5651" y="759921"/>
                  <a:pt x="4416" y="759096"/>
                  <a:pt x="3345" y="758024"/>
                </a:cubicBezTo>
                <a:cubicBezTo>
                  <a:pt x="2274" y="756953"/>
                  <a:pt x="1449" y="755718"/>
                  <a:pt x="869" y="754319"/>
                </a:cubicBezTo>
                <a:cubicBezTo>
                  <a:pt x="290" y="752920"/>
                  <a:pt x="0" y="751464"/>
                  <a:pt x="0" y="749949"/>
                </a:cubicBezTo>
                <a:lnTo>
                  <a:pt x="0" y="11421"/>
                </a:lnTo>
                <a:cubicBezTo>
                  <a:pt x="0" y="9906"/>
                  <a:pt x="290" y="8449"/>
                  <a:pt x="869" y="7050"/>
                </a:cubicBezTo>
                <a:cubicBezTo>
                  <a:pt x="1449" y="5651"/>
                  <a:pt x="2274" y="4416"/>
                  <a:pt x="3345" y="3345"/>
                </a:cubicBezTo>
                <a:cubicBezTo>
                  <a:pt x="4416" y="2274"/>
                  <a:pt x="5651" y="1449"/>
                  <a:pt x="7050" y="869"/>
                </a:cubicBezTo>
                <a:cubicBezTo>
                  <a:pt x="8449" y="290"/>
                  <a:pt x="9906" y="0"/>
                  <a:pt x="1142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614" cap="flat">
            <a:solidFill>
              <a:srgbClr val="000000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10F36-3159-4F1E-BD3C-AC332214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92" y="3103808"/>
            <a:ext cx="126684" cy="151096"/>
          </a:xfrm>
          <a:custGeom xmlns:a="http://schemas.openxmlformats.org/drawingml/2006/main">
            <a:pathLst>
              <a:path w="126684" h="151096">
                <a:moveTo>
                  <a:pt x="42477" y="151096"/>
                </a:moveTo>
                <a:cubicBezTo>
                  <a:pt x="36508" y="151096"/>
                  <a:pt x="29704" y="150836"/>
                  <a:pt x="22065" y="150322"/>
                </a:cubicBezTo>
                <a:cubicBezTo>
                  <a:pt x="14426" y="149807"/>
                  <a:pt x="7071" y="148784"/>
                  <a:pt x="0" y="147258"/>
                </a:cubicBezTo>
                <a:lnTo>
                  <a:pt x="0" y="3732"/>
                </a:lnTo>
                <a:cubicBezTo>
                  <a:pt x="7071" y="2312"/>
                  <a:pt x="14568" y="1334"/>
                  <a:pt x="22491" y="800"/>
                </a:cubicBezTo>
                <a:cubicBezTo>
                  <a:pt x="30414" y="269"/>
                  <a:pt x="37361" y="0"/>
                  <a:pt x="43330" y="0"/>
                </a:cubicBezTo>
                <a:cubicBezTo>
                  <a:pt x="60029" y="0"/>
                  <a:pt x="74623" y="2603"/>
                  <a:pt x="87112" y="7810"/>
                </a:cubicBezTo>
                <a:cubicBezTo>
                  <a:pt x="99601" y="13013"/>
                  <a:pt x="109319" y="21160"/>
                  <a:pt x="116265" y="32244"/>
                </a:cubicBezTo>
                <a:cubicBezTo>
                  <a:pt x="123211" y="43331"/>
                  <a:pt x="126684" y="57701"/>
                  <a:pt x="126684" y="75361"/>
                </a:cubicBezTo>
                <a:cubicBezTo>
                  <a:pt x="126684" y="92346"/>
                  <a:pt x="123238" y="106442"/>
                  <a:pt x="116345" y="117652"/>
                </a:cubicBezTo>
                <a:cubicBezTo>
                  <a:pt x="109452" y="128862"/>
                  <a:pt x="99708" y="137237"/>
                  <a:pt x="87112" y="142781"/>
                </a:cubicBezTo>
                <a:cubicBezTo>
                  <a:pt x="74517" y="148324"/>
                  <a:pt x="59638" y="151096"/>
                  <a:pt x="42477" y="151096"/>
                </a:cubicBezTo>
                <a:close/>
                <a:moveTo>
                  <a:pt x="44182" y="126099"/>
                </a:moveTo>
                <a:cubicBezTo>
                  <a:pt x="61841" y="126099"/>
                  <a:pt x="74987" y="121595"/>
                  <a:pt x="83621" y="112588"/>
                </a:cubicBezTo>
                <a:cubicBezTo>
                  <a:pt x="92255" y="103582"/>
                  <a:pt x="96572" y="91171"/>
                  <a:pt x="96572" y="75361"/>
                </a:cubicBezTo>
                <a:cubicBezTo>
                  <a:pt x="96572" y="59019"/>
                  <a:pt x="92398" y="46512"/>
                  <a:pt x="84048" y="37842"/>
                </a:cubicBezTo>
                <a:cubicBezTo>
                  <a:pt x="75698" y="29172"/>
                  <a:pt x="62694" y="24837"/>
                  <a:pt x="45035" y="24837"/>
                </a:cubicBezTo>
                <a:cubicBezTo>
                  <a:pt x="41589" y="24837"/>
                  <a:pt x="38533" y="24917"/>
                  <a:pt x="35868" y="25077"/>
                </a:cubicBezTo>
                <a:cubicBezTo>
                  <a:pt x="33204" y="25237"/>
                  <a:pt x="30947" y="25440"/>
                  <a:pt x="29100" y="25689"/>
                </a:cubicBezTo>
                <a:lnTo>
                  <a:pt x="29100" y="125407"/>
                </a:lnTo>
                <a:cubicBezTo>
                  <a:pt x="30521" y="125547"/>
                  <a:pt x="32413" y="125699"/>
                  <a:pt x="34776" y="125859"/>
                </a:cubicBezTo>
                <a:cubicBezTo>
                  <a:pt x="37138" y="126019"/>
                  <a:pt x="40274" y="126099"/>
                  <a:pt x="44182" y="1260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90BCF-625E-4978-915F-3F4D7039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48" y="3089738"/>
            <a:ext cx="34109" cy="163406"/>
          </a:xfrm>
          <a:custGeom xmlns:a="http://schemas.openxmlformats.org/drawingml/2006/main">
            <a:pathLst>
              <a:path w="34109" h="163406">
                <a:moveTo>
                  <a:pt x="3091" y="163406"/>
                </a:moveTo>
                <a:lnTo>
                  <a:pt x="3091" y="51698"/>
                </a:lnTo>
                <a:lnTo>
                  <a:pt x="30912" y="51698"/>
                </a:lnTo>
                <a:lnTo>
                  <a:pt x="30912" y="163406"/>
                </a:lnTo>
                <a:lnTo>
                  <a:pt x="3091" y="163406"/>
                </a:lnTo>
                <a:close/>
                <a:moveTo>
                  <a:pt x="17055" y="33950"/>
                </a:moveTo>
                <a:cubicBezTo>
                  <a:pt x="12436" y="33950"/>
                  <a:pt x="8438" y="32433"/>
                  <a:pt x="5063" y="29395"/>
                </a:cubicBezTo>
                <a:cubicBezTo>
                  <a:pt x="1688" y="26358"/>
                  <a:pt x="0" y="22208"/>
                  <a:pt x="0" y="16951"/>
                </a:cubicBezTo>
                <a:cubicBezTo>
                  <a:pt x="0" y="11727"/>
                  <a:pt x="1688" y="7595"/>
                  <a:pt x="5063" y="4558"/>
                </a:cubicBezTo>
                <a:cubicBezTo>
                  <a:pt x="8438" y="1520"/>
                  <a:pt x="12436" y="0"/>
                  <a:pt x="17055" y="0"/>
                </a:cubicBezTo>
                <a:cubicBezTo>
                  <a:pt x="21674" y="0"/>
                  <a:pt x="25671" y="1520"/>
                  <a:pt x="29046" y="4558"/>
                </a:cubicBezTo>
                <a:cubicBezTo>
                  <a:pt x="32421" y="7595"/>
                  <a:pt x="34109" y="11727"/>
                  <a:pt x="34109" y="16951"/>
                </a:cubicBezTo>
                <a:cubicBezTo>
                  <a:pt x="34109" y="22208"/>
                  <a:pt x="32421" y="26358"/>
                  <a:pt x="29046" y="29395"/>
                </a:cubicBezTo>
                <a:cubicBezTo>
                  <a:pt x="25671" y="32433"/>
                  <a:pt x="21674" y="33950"/>
                  <a:pt x="17055" y="33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84DDCF-6B03-4363-93DC-0E42D797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04" y="3087714"/>
            <a:ext cx="161273" cy="165429"/>
          </a:xfrm>
          <a:custGeom xmlns:a="http://schemas.openxmlformats.org/drawingml/2006/main">
            <a:pathLst>
              <a:path w="161273" h="165429">
                <a:moveTo>
                  <a:pt x="0" y="165429"/>
                </a:moveTo>
                <a:lnTo>
                  <a:pt x="0" y="46420"/>
                </a:lnTo>
                <a:cubicBezTo>
                  <a:pt x="0" y="31958"/>
                  <a:pt x="3917" y="20608"/>
                  <a:pt x="11752" y="12364"/>
                </a:cubicBezTo>
                <a:cubicBezTo>
                  <a:pt x="19586" y="4121"/>
                  <a:pt x="31285" y="0"/>
                  <a:pt x="46847" y="0"/>
                </a:cubicBezTo>
                <a:cubicBezTo>
                  <a:pt x="52781" y="0"/>
                  <a:pt x="58101" y="569"/>
                  <a:pt x="62809" y="1706"/>
                </a:cubicBezTo>
                <a:cubicBezTo>
                  <a:pt x="67517" y="2840"/>
                  <a:pt x="71061" y="3943"/>
                  <a:pt x="73442" y="5009"/>
                </a:cubicBezTo>
                <a:lnTo>
                  <a:pt x="68006" y="27392"/>
                </a:lnTo>
                <a:cubicBezTo>
                  <a:pt x="65447" y="26220"/>
                  <a:pt x="62534" y="25306"/>
                  <a:pt x="59265" y="24649"/>
                </a:cubicBezTo>
                <a:cubicBezTo>
                  <a:pt x="55996" y="23992"/>
                  <a:pt x="52727" y="23663"/>
                  <a:pt x="49458" y="23663"/>
                </a:cubicBezTo>
                <a:cubicBezTo>
                  <a:pt x="41215" y="23663"/>
                  <a:pt x="35548" y="25758"/>
                  <a:pt x="32457" y="29952"/>
                </a:cubicBezTo>
                <a:cubicBezTo>
                  <a:pt x="29366" y="34144"/>
                  <a:pt x="27820" y="39776"/>
                  <a:pt x="27820" y="46846"/>
                </a:cubicBezTo>
                <a:lnTo>
                  <a:pt x="27820" y="53721"/>
                </a:lnTo>
                <a:lnTo>
                  <a:pt x="68165" y="53721"/>
                </a:lnTo>
                <a:lnTo>
                  <a:pt x="68165" y="76904"/>
                </a:lnTo>
                <a:lnTo>
                  <a:pt x="27820" y="76904"/>
                </a:lnTo>
                <a:lnTo>
                  <a:pt x="27820" y="165429"/>
                </a:lnTo>
                <a:lnTo>
                  <a:pt x="0" y="165429"/>
                </a:lnTo>
                <a:close/>
                <a:moveTo>
                  <a:pt x="87832" y="165429"/>
                </a:moveTo>
                <a:lnTo>
                  <a:pt x="87832" y="46420"/>
                </a:lnTo>
                <a:cubicBezTo>
                  <a:pt x="87832" y="31958"/>
                  <a:pt x="91749" y="20608"/>
                  <a:pt x="99583" y="12364"/>
                </a:cubicBezTo>
                <a:cubicBezTo>
                  <a:pt x="107418" y="4121"/>
                  <a:pt x="119116" y="0"/>
                  <a:pt x="134679" y="0"/>
                </a:cubicBezTo>
                <a:cubicBezTo>
                  <a:pt x="140612" y="0"/>
                  <a:pt x="145933" y="569"/>
                  <a:pt x="150641" y="1706"/>
                </a:cubicBezTo>
                <a:cubicBezTo>
                  <a:pt x="155349" y="2840"/>
                  <a:pt x="158893" y="3943"/>
                  <a:pt x="161273" y="5009"/>
                </a:cubicBezTo>
                <a:lnTo>
                  <a:pt x="155837" y="27392"/>
                </a:lnTo>
                <a:cubicBezTo>
                  <a:pt x="153279" y="26220"/>
                  <a:pt x="150365" y="25306"/>
                  <a:pt x="147097" y="24649"/>
                </a:cubicBezTo>
                <a:cubicBezTo>
                  <a:pt x="143828" y="23992"/>
                  <a:pt x="140559" y="23663"/>
                  <a:pt x="137290" y="23663"/>
                </a:cubicBezTo>
                <a:cubicBezTo>
                  <a:pt x="129047" y="23663"/>
                  <a:pt x="123380" y="25758"/>
                  <a:pt x="120289" y="29952"/>
                </a:cubicBezTo>
                <a:cubicBezTo>
                  <a:pt x="117198" y="34144"/>
                  <a:pt x="115652" y="39776"/>
                  <a:pt x="115652" y="46846"/>
                </a:cubicBezTo>
                <a:lnTo>
                  <a:pt x="115652" y="53721"/>
                </a:lnTo>
                <a:lnTo>
                  <a:pt x="155997" y="53721"/>
                </a:lnTo>
                <a:lnTo>
                  <a:pt x="155997" y="76904"/>
                </a:lnTo>
                <a:lnTo>
                  <a:pt x="115652" y="76904"/>
                </a:lnTo>
                <a:lnTo>
                  <a:pt x="115652" y="165429"/>
                </a:lnTo>
                <a:lnTo>
                  <a:pt x="87832" y="165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02890-4E87-41E2-BCAE-FB16B6DB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39" y="3138558"/>
            <a:ext cx="102488" cy="117412"/>
          </a:xfrm>
          <a:custGeom xmlns:a="http://schemas.openxmlformats.org/drawingml/2006/main">
            <a:pathLst>
              <a:path w="102488" h="117412">
                <a:moveTo>
                  <a:pt x="58146" y="117412"/>
                </a:moveTo>
                <a:cubicBezTo>
                  <a:pt x="44786" y="117412"/>
                  <a:pt x="33825" y="114872"/>
                  <a:pt x="25262" y="109791"/>
                </a:cubicBezTo>
                <a:cubicBezTo>
                  <a:pt x="16700" y="104707"/>
                  <a:pt x="10348" y="97781"/>
                  <a:pt x="6209" y="89005"/>
                </a:cubicBezTo>
                <a:cubicBezTo>
                  <a:pt x="2070" y="80227"/>
                  <a:pt x="0" y="70352"/>
                  <a:pt x="0" y="59370"/>
                </a:cubicBezTo>
                <a:cubicBezTo>
                  <a:pt x="0" y="46226"/>
                  <a:pt x="2532" y="35256"/>
                  <a:pt x="7595" y="26460"/>
                </a:cubicBezTo>
                <a:cubicBezTo>
                  <a:pt x="12658" y="17668"/>
                  <a:pt x="19187" y="11059"/>
                  <a:pt x="27181" y="6635"/>
                </a:cubicBezTo>
                <a:cubicBezTo>
                  <a:pt x="35175" y="2212"/>
                  <a:pt x="43614" y="0"/>
                  <a:pt x="52497" y="0"/>
                </a:cubicBezTo>
                <a:cubicBezTo>
                  <a:pt x="62800" y="0"/>
                  <a:pt x="71674" y="2115"/>
                  <a:pt x="79118" y="6344"/>
                </a:cubicBezTo>
                <a:cubicBezTo>
                  <a:pt x="86561" y="10570"/>
                  <a:pt x="92318" y="16885"/>
                  <a:pt x="96386" y="25289"/>
                </a:cubicBezTo>
                <a:cubicBezTo>
                  <a:pt x="100454" y="33693"/>
                  <a:pt x="102488" y="44183"/>
                  <a:pt x="102488" y="56761"/>
                </a:cubicBezTo>
                <a:cubicBezTo>
                  <a:pt x="102488" y="58396"/>
                  <a:pt x="102426" y="60208"/>
                  <a:pt x="102302" y="62196"/>
                </a:cubicBezTo>
                <a:cubicBezTo>
                  <a:pt x="102177" y="64185"/>
                  <a:pt x="102044" y="65963"/>
                  <a:pt x="101902" y="67526"/>
                </a:cubicBezTo>
                <a:lnTo>
                  <a:pt x="28620" y="67526"/>
                </a:lnTo>
                <a:cubicBezTo>
                  <a:pt x="29295" y="75555"/>
                  <a:pt x="32431" y="81870"/>
                  <a:pt x="38027" y="86474"/>
                </a:cubicBezTo>
                <a:cubicBezTo>
                  <a:pt x="43623" y="91074"/>
                  <a:pt x="51466" y="93375"/>
                  <a:pt x="61557" y="93375"/>
                </a:cubicBezTo>
                <a:cubicBezTo>
                  <a:pt x="67739" y="93375"/>
                  <a:pt x="73513" y="92806"/>
                  <a:pt x="78878" y="91669"/>
                </a:cubicBezTo>
                <a:cubicBezTo>
                  <a:pt x="84243" y="90531"/>
                  <a:pt x="88507" y="89254"/>
                  <a:pt x="91669" y="87831"/>
                </a:cubicBezTo>
                <a:lnTo>
                  <a:pt x="95560" y="110537"/>
                </a:lnTo>
                <a:cubicBezTo>
                  <a:pt x="92504" y="112100"/>
                  <a:pt x="87459" y="113637"/>
                  <a:pt x="80423" y="115146"/>
                </a:cubicBezTo>
                <a:cubicBezTo>
                  <a:pt x="73389" y="116655"/>
                  <a:pt x="65963" y="117412"/>
                  <a:pt x="58146" y="117412"/>
                </a:cubicBezTo>
                <a:close/>
                <a:moveTo>
                  <a:pt x="28726" y="47966"/>
                </a:moveTo>
                <a:lnTo>
                  <a:pt x="75414" y="47966"/>
                </a:lnTo>
                <a:cubicBezTo>
                  <a:pt x="75272" y="43488"/>
                  <a:pt x="74383" y="39376"/>
                  <a:pt x="72749" y="35627"/>
                </a:cubicBezTo>
                <a:cubicBezTo>
                  <a:pt x="71115" y="31881"/>
                  <a:pt x="68681" y="28861"/>
                  <a:pt x="65447" y="26569"/>
                </a:cubicBezTo>
                <a:cubicBezTo>
                  <a:pt x="62214" y="24277"/>
                  <a:pt x="58022" y="23131"/>
                  <a:pt x="52870" y="23131"/>
                </a:cubicBezTo>
                <a:cubicBezTo>
                  <a:pt x="47682" y="23131"/>
                  <a:pt x="43410" y="24312"/>
                  <a:pt x="40052" y="26675"/>
                </a:cubicBezTo>
                <a:cubicBezTo>
                  <a:pt x="36694" y="29038"/>
                  <a:pt x="34101" y="32101"/>
                  <a:pt x="32271" y="35867"/>
                </a:cubicBezTo>
                <a:cubicBezTo>
                  <a:pt x="30441" y="39634"/>
                  <a:pt x="29260" y="43668"/>
                  <a:pt x="28726" y="479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172BE-B35F-40F8-9AA6-B6D3783D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30" y="3139144"/>
            <a:ext cx="69818" cy="114000"/>
          </a:xfrm>
          <a:custGeom xmlns:a="http://schemas.openxmlformats.org/drawingml/2006/main">
            <a:pathLst>
              <a:path w="69818" h="114000">
                <a:moveTo>
                  <a:pt x="0" y="114000"/>
                </a:moveTo>
                <a:lnTo>
                  <a:pt x="0" y="8050"/>
                </a:lnTo>
                <a:cubicBezTo>
                  <a:pt x="5188" y="6164"/>
                  <a:pt x="11494" y="4352"/>
                  <a:pt x="18920" y="2612"/>
                </a:cubicBezTo>
                <a:cubicBezTo>
                  <a:pt x="26346" y="872"/>
                  <a:pt x="34767" y="0"/>
                  <a:pt x="44182" y="0"/>
                </a:cubicBezTo>
                <a:cubicBezTo>
                  <a:pt x="46634" y="0"/>
                  <a:pt x="49476" y="177"/>
                  <a:pt x="52710" y="534"/>
                </a:cubicBezTo>
                <a:cubicBezTo>
                  <a:pt x="55943" y="889"/>
                  <a:pt x="59105" y="1343"/>
                  <a:pt x="62196" y="1892"/>
                </a:cubicBezTo>
                <a:cubicBezTo>
                  <a:pt x="65288" y="2443"/>
                  <a:pt x="67828" y="3146"/>
                  <a:pt x="69818" y="3998"/>
                </a:cubicBezTo>
                <a:lnTo>
                  <a:pt x="65021" y="27075"/>
                </a:lnTo>
                <a:cubicBezTo>
                  <a:pt x="62570" y="26400"/>
                  <a:pt x="59461" y="25689"/>
                  <a:pt x="55694" y="24943"/>
                </a:cubicBezTo>
                <a:cubicBezTo>
                  <a:pt x="51928" y="24197"/>
                  <a:pt x="47700" y="23823"/>
                  <a:pt x="43010" y="23823"/>
                </a:cubicBezTo>
                <a:cubicBezTo>
                  <a:pt x="40167" y="23823"/>
                  <a:pt x="37263" y="24054"/>
                  <a:pt x="34296" y="24517"/>
                </a:cubicBezTo>
                <a:cubicBezTo>
                  <a:pt x="31329" y="24977"/>
                  <a:pt x="29171" y="25440"/>
                  <a:pt x="27821" y="25903"/>
                </a:cubicBezTo>
                <a:lnTo>
                  <a:pt x="27821" y="114000"/>
                </a:lnTo>
                <a:lnTo>
                  <a:pt x="0" y="114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57902-E4AD-49F2-8FEB-DF9FFDF0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00" y="3138558"/>
            <a:ext cx="102488" cy="117412"/>
          </a:xfrm>
          <a:custGeom xmlns:a="http://schemas.openxmlformats.org/drawingml/2006/main">
            <a:pathLst>
              <a:path w="102488" h="117412">
                <a:moveTo>
                  <a:pt x="58146" y="117412"/>
                </a:moveTo>
                <a:cubicBezTo>
                  <a:pt x="44786" y="117412"/>
                  <a:pt x="33825" y="114872"/>
                  <a:pt x="25262" y="109791"/>
                </a:cubicBezTo>
                <a:cubicBezTo>
                  <a:pt x="16700" y="104707"/>
                  <a:pt x="10348" y="97781"/>
                  <a:pt x="6209" y="89005"/>
                </a:cubicBezTo>
                <a:cubicBezTo>
                  <a:pt x="2070" y="80227"/>
                  <a:pt x="0" y="70352"/>
                  <a:pt x="0" y="59370"/>
                </a:cubicBezTo>
                <a:cubicBezTo>
                  <a:pt x="0" y="46226"/>
                  <a:pt x="2531" y="35256"/>
                  <a:pt x="7595" y="26460"/>
                </a:cubicBezTo>
                <a:cubicBezTo>
                  <a:pt x="12658" y="17668"/>
                  <a:pt x="19186" y="11059"/>
                  <a:pt x="27181" y="6635"/>
                </a:cubicBezTo>
                <a:cubicBezTo>
                  <a:pt x="35175" y="2212"/>
                  <a:pt x="43614" y="0"/>
                  <a:pt x="52497" y="0"/>
                </a:cubicBezTo>
                <a:cubicBezTo>
                  <a:pt x="62800" y="0"/>
                  <a:pt x="71674" y="2115"/>
                  <a:pt x="79118" y="6344"/>
                </a:cubicBezTo>
                <a:cubicBezTo>
                  <a:pt x="86561" y="10570"/>
                  <a:pt x="92317" y="16885"/>
                  <a:pt x="96386" y="25289"/>
                </a:cubicBezTo>
                <a:cubicBezTo>
                  <a:pt x="100454" y="33693"/>
                  <a:pt x="102488" y="44183"/>
                  <a:pt x="102488" y="56761"/>
                </a:cubicBezTo>
                <a:cubicBezTo>
                  <a:pt x="102488" y="58396"/>
                  <a:pt x="102426" y="60208"/>
                  <a:pt x="102301" y="62196"/>
                </a:cubicBezTo>
                <a:cubicBezTo>
                  <a:pt x="102177" y="64185"/>
                  <a:pt x="102044" y="65963"/>
                  <a:pt x="101902" y="67526"/>
                </a:cubicBezTo>
                <a:lnTo>
                  <a:pt x="28620" y="67526"/>
                </a:lnTo>
                <a:cubicBezTo>
                  <a:pt x="29295" y="75555"/>
                  <a:pt x="32431" y="81870"/>
                  <a:pt x="38027" y="86474"/>
                </a:cubicBezTo>
                <a:cubicBezTo>
                  <a:pt x="43623" y="91074"/>
                  <a:pt x="51466" y="93375"/>
                  <a:pt x="61557" y="93375"/>
                </a:cubicBezTo>
                <a:cubicBezTo>
                  <a:pt x="67739" y="93375"/>
                  <a:pt x="73513" y="92806"/>
                  <a:pt x="78878" y="91669"/>
                </a:cubicBezTo>
                <a:cubicBezTo>
                  <a:pt x="84243" y="90531"/>
                  <a:pt x="88507" y="89254"/>
                  <a:pt x="91669" y="87831"/>
                </a:cubicBezTo>
                <a:lnTo>
                  <a:pt x="95560" y="110537"/>
                </a:lnTo>
                <a:cubicBezTo>
                  <a:pt x="92504" y="112100"/>
                  <a:pt x="87459" y="113637"/>
                  <a:pt x="80423" y="115146"/>
                </a:cubicBezTo>
                <a:cubicBezTo>
                  <a:pt x="73388" y="116655"/>
                  <a:pt x="65963" y="117412"/>
                  <a:pt x="58146" y="117412"/>
                </a:cubicBezTo>
                <a:close/>
                <a:moveTo>
                  <a:pt x="28726" y="47966"/>
                </a:moveTo>
                <a:lnTo>
                  <a:pt x="75414" y="47966"/>
                </a:lnTo>
                <a:cubicBezTo>
                  <a:pt x="75272" y="43488"/>
                  <a:pt x="74383" y="39376"/>
                  <a:pt x="72749" y="35627"/>
                </a:cubicBezTo>
                <a:cubicBezTo>
                  <a:pt x="71115" y="31881"/>
                  <a:pt x="68681" y="28861"/>
                  <a:pt x="65447" y="26569"/>
                </a:cubicBezTo>
                <a:cubicBezTo>
                  <a:pt x="62214" y="24277"/>
                  <a:pt x="58022" y="23131"/>
                  <a:pt x="52869" y="23131"/>
                </a:cubicBezTo>
                <a:cubicBezTo>
                  <a:pt x="47682" y="23131"/>
                  <a:pt x="43409" y="24312"/>
                  <a:pt x="40052" y="26675"/>
                </a:cubicBezTo>
                <a:cubicBezTo>
                  <a:pt x="36694" y="29038"/>
                  <a:pt x="34101" y="32101"/>
                  <a:pt x="32271" y="35867"/>
                </a:cubicBezTo>
                <a:cubicBezTo>
                  <a:pt x="30441" y="39634"/>
                  <a:pt x="29259" y="43668"/>
                  <a:pt x="28726" y="479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85F367-81A0-4E95-BC77-7892AD12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691" y="3138984"/>
            <a:ext cx="94387" cy="114160"/>
          </a:xfrm>
          <a:custGeom xmlns:a="http://schemas.openxmlformats.org/drawingml/2006/main">
            <a:pathLst>
              <a:path w="94387" h="114160">
                <a:moveTo>
                  <a:pt x="0" y="114160"/>
                </a:moveTo>
                <a:lnTo>
                  <a:pt x="0" y="6289"/>
                </a:lnTo>
                <a:cubicBezTo>
                  <a:pt x="5152" y="4832"/>
                  <a:pt x="11814" y="3420"/>
                  <a:pt x="19986" y="2052"/>
                </a:cubicBezTo>
                <a:cubicBezTo>
                  <a:pt x="28158" y="686"/>
                  <a:pt x="37005" y="0"/>
                  <a:pt x="46527" y="0"/>
                </a:cubicBezTo>
                <a:cubicBezTo>
                  <a:pt x="58999" y="0"/>
                  <a:pt x="68698" y="2160"/>
                  <a:pt x="75627" y="6475"/>
                </a:cubicBezTo>
                <a:cubicBezTo>
                  <a:pt x="82555" y="10793"/>
                  <a:pt x="87414" y="16779"/>
                  <a:pt x="90203" y="24437"/>
                </a:cubicBezTo>
                <a:cubicBezTo>
                  <a:pt x="92992" y="32093"/>
                  <a:pt x="94387" y="41019"/>
                  <a:pt x="94387" y="51218"/>
                </a:cubicBezTo>
                <a:lnTo>
                  <a:pt x="94387" y="114160"/>
                </a:lnTo>
                <a:lnTo>
                  <a:pt x="66567" y="114160"/>
                </a:lnTo>
                <a:lnTo>
                  <a:pt x="66567" y="55215"/>
                </a:lnTo>
                <a:cubicBezTo>
                  <a:pt x="66567" y="47577"/>
                  <a:pt x="65909" y="41465"/>
                  <a:pt x="64595" y="36882"/>
                </a:cubicBezTo>
                <a:cubicBezTo>
                  <a:pt x="63280" y="32298"/>
                  <a:pt x="61033" y="28975"/>
                  <a:pt x="57853" y="26915"/>
                </a:cubicBezTo>
                <a:cubicBezTo>
                  <a:pt x="54673" y="24855"/>
                  <a:pt x="50240" y="23823"/>
                  <a:pt x="44555" y="23823"/>
                </a:cubicBezTo>
                <a:cubicBezTo>
                  <a:pt x="41358" y="23823"/>
                  <a:pt x="38231" y="23992"/>
                  <a:pt x="35175" y="24332"/>
                </a:cubicBezTo>
                <a:cubicBezTo>
                  <a:pt x="32120" y="24669"/>
                  <a:pt x="29668" y="24997"/>
                  <a:pt x="27820" y="25317"/>
                </a:cubicBezTo>
                <a:lnTo>
                  <a:pt x="27820" y="114160"/>
                </a:lnTo>
                <a:lnTo>
                  <a:pt x="0" y="1141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A24DD4-4CF7-41D1-94B3-B02A2B52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91" y="3107966"/>
            <a:ext cx="71736" cy="147684"/>
          </a:xfrm>
          <a:custGeom xmlns:a="http://schemas.openxmlformats.org/drawingml/2006/main">
            <a:pathLst>
              <a:path w="71736" h="147684">
                <a:moveTo>
                  <a:pt x="42477" y="147684"/>
                </a:moveTo>
                <a:cubicBezTo>
                  <a:pt x="31498" y="147684"/>
                  <a:pt x="22908" y="145755"/>
                  <a:pt x="16708" y="141901"/>
                </a:cubicBezTo>
                <a:cubicBezTo>
                  <a:pt x="10508" y="138046"/>
                  <a:pt x="6173" y="132582"/>
                  <a:pt x="3704" y="125513"/>
                </a:cubicBezTo>
                <a:cubicBezTo>
                  <a:pt x="1235" y="118441"/>
                  <a:pt x="0" y="110057"/>
                  <a:pt x="0" y="100355"/>
                </a:cubicBezTo>
                <a:lnTo>
                  <a:pt x="0" y="4532"/>
                </a:lnTo>
                <a:lnTo>
                  <a:pt x="27820" y="0"/>
                </a:lnTo>
                <a:lnTo>
                  <a:pt x="27820" y="33470"/>
                </a:lnTo>
                <a:lnTo>
                  <a:pt x="67259" y="33470"/>
                </a:lnTo>
                <a:lnTo>
                  <a:pt x="67259" y="56653"/>
                </a:lnTo>
                <a:lnTo>
                  <a:pt x="27820" y="56653"/>
                </a:lnTo>
                <a:lnTo>
                  <a:pt x="27820" y="100355"/>
                </a:lnTo>
                <a:cubicBezTo>
                  <a:pt x="27820" y="105616"/>
                  <a:pt x="28416" y="110011"/>
                  <a:pt x="29606" y="113548"/>
                </a:cubicBezTo>
                <a:cubicBezTo>
                  <a:pt x="30796" y="117083"/>
                  <a:pt x="32768" y="119704"/>
                  <a:pt x="35522" y="121409"/>
                </a:cubicBezTo>
                <a:cubicBezTo>
                  <a:pt x="38275" y="123115"/>
                  <a:pt x="41979" y="123967"/>
                  <a:pt x="46634" y="123967"/>
                </a:cubicBezTo>
                <a:cubicBezTo>
                  <a:pt x="50542" y="123967"/>
                  <a:pt x="54309" y="123567"/>
                  <a:pt x="57933" y="122767"/>
                </a:cubicBezTo>
                <a:cubicBezTo>
                  <a:pt x="61557" y="121970"/>
                  <a:pt x="64754" y="121018"/>
                  <a:pt x="67526" y="119915"/>
                </a:cubicBezTo>
                <a:lnTo>
                  <a:pt x="71736" y="141715"/>
                </a:lnTo>
                <a:cubicBezTo>
                  <a:pt x="68325" y="143206"/>
                  <a:pt x="64248" y="144575"/>
                  <a:pt x="59505" y="145818"/>
                </a:cubicBezTo>
                <a:cubicBezTo>
                  <a:pt x="54761" y="147061"/>
                  <a:pt x="49086" y="147684"/>
                  <a:pt x="42477" y="1476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9BCF3-EEED-40DD-AB8A-0D03AB53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195" y="3089738"/>
            <a:ext cx="34109" cy="163406"/>
          </a:xfrm>
          <a:custGeom xmlns:a="http://schemas.openxmlformats.org/drawingml/2006/main">
            <a:pathLst>
              <a:path w="34109" h="163406">
                <a:moveTo>
                  <a:pt x="3091" y="163406"/>
                </a:moveTo>
                <a:lnTo>
                  <a:pt x="3091" y="51698"/>
                </a:lnTo>
                <a:lnTo>
                  <a:pt x="30912" y="51698"/>
                </a:lnTo>
                <a:lnTo>
                  <a:pt x="30912" y="163406"/>
                </a:lnTo>
                <a:lnTo>
                  <a:pt x="3091" y="163406"/>
                </a:lnTo>
                <a:close/>
                <a:moveTo>
                  <a:pt x="17055" y="33950"/>
                </a:moveTo>
                <a:cubicBezTo>
                  <a:pt x="12436" y="33950"/>
                  <a:pt x="8439" y="32433"/>
                  <a:pt x="5063" y="29395"/>
                </a:cubicBezTo>
                <a:cubicBezTo>
                  <a:pt x="1688" y="26358"/>
                  <a:pt x="0" y="22208"/>
                  <a:pt x="0" y="16951"/>
                </a:cubicBezTo>
                <a:cubicBezTo>
                  <a:pt x="0" y="11727"/>
                  <a:pt x="1688" y="7595"/>
                  <a:pt x="5063" y="4558"/>
                </a:cubicBezTo>
                <a:cubicBezTo>
                  <a:pt x="8439" y="1520"/>
                  <a:pt x="12436" y="0"/>
                  <a:pt x="17055" y="0"/>
                </a:cubicBezTo>
                <a:cubicBezTo>
                  <a:pt x="21674" y="0"/>
                  <a:pt x="25671" y="1520"/>
                  <a:pt x="29046" y="4558"/>
                </a:cubicBezTo>
                <a:cubicBezTo>
                  <a:pt x="32422" y="7595"/>
                  <a:pt x="34109" y="11727"/>
                  <a:pt x="34109" y="16951"/>
                </a:cubicBezTo>
                <a:cubicBezTo>
                  <a:pt x="34109" y="22208"/>
                  <a:pt x="32422" y="26358"/>
                  <a:pt x="29046" y="29395"/>
                </a:cubicBezTo>
                <a:cubicBezTo>
                  <a:pt x="25671" y="32433"/>
                  <a:pt x="21674" y="33950"/>
                  <a:pt x="17055" y="33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C7157-3B2E-4D75-817B-D86A98F1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983" y="3138558"/>
            <a:ext cx="93161" cy="116932"/>
          </a:xfrm>
          <a:custGeom xmlns:a="http://schemas.openxmlformats.org/drawingml/2006/main">
            <a:pathLst>
              <a:path w="93161" h="116932">
                <a:moveTo>
                  <a:pt x="46474" y="116932"/>
                </a:moveTo>
                <a:cubicBezTo>
                  <a:pt x="37236" y="116932"/>
                  <a:pt x="29117" y="115769"/>
                  <a:pt x="22118" y="113440"/>
                </a:cubicBezTo>
                <a:cubicBezTo>
                  <a:pt x="15118" y="111114"/>
                  <a:pt x="9682" y="107285"/>
                  <a:pt x="5809" y="101956"/>
                </a:cubicBezTo>
                <a:cubicBezTo>
                  <a:pt x="1936" y="96626"/>
                  <a:pt x="0" y="89503"/>
                  <a:pt x="0" y="80584"/>
                </a:cubicBezTo>
                <a:cubicBezTo>
                  <a:pt x="0" y="71949"/>
                  <a:pt x="2176" y="65082"/>
                  <a:pt x="6529" y="59985"/>
                </a:cubicBezTo>
                <a:cubicBezTo>
                  <a:pt x="10881" y="54887"/>
                  <a:pt x="16655" y="51226"/>
                  <a:pt x="23850" y="49006"/>
                </a:cubicBezTo>
                <a:cubicBezTo>
                  <a:pt x="31045" y="46786"/>
                  <a:pt x="38782" y="45674"/>
                  <a:pt x="47060" y="45674"/>
                </a:cubicBezTo>
                <a:cubicBezTo>
                  <a:pt x="51146" y="45674"/>
                  <a:pt x="54939" y="45897"/>
                  <a:pt x="58439" y="46340"/>
                </a:cubicBezTo>
                <a:cubicBezTo>
                  <a:pt x="61939" y="46786"/>
                  <a:pt x="64577" y="47292"/>
                  <a:pt x="66353" y="47860"/>
                </a:cubicBezTo>
                <a:lnTo>
                  <a:pt x="66353" y="44023"/>
                </a:lnTo>
                <a:cubicBezTo>
                  <a:pt x="66353" y="40042"/>
                  <a:pt x="65669" y="36507"/>
                  <a:pt x="64301" y="33416"/>
                </a:cubicBezTo>
                <a:cubicBezTo>
                  <a:pt x="62934" y="30327"/>
                  <a:pt x="60588" y="27863"/>
                  <a:pt x="57266" y="26035"/>
                </a:cubicBezTo>
                <a:cubicBezTo>
                  <a:pt x="53944" y="24206"/>
                  <a:pt x="49316" y="23291"/>
                  <a:pt x="43383" y="23291"/>
                </a:cubicBezTo>
                <a:cubicBezTo>
                  <a:pt x="37378" y="23291"/>
                  <a:pt x="31889" y="23726"/>
                  <a:pt x="26915" y="24597"/>
                </a:cubicBezTo>
                <a:cubicBezTo>
                  <a:pt x="21940" y="25466"/>
                  <a:pt x="17765" y="26523"/>
                  <a:pt x="14390" y="27766"/>
                </a:cubicBezTo>
                <a:lnTo>
                  <a:pt x="10819" y="5169"/>
                </a:lnTo>
                <a:cubicBezTo>
                  <a:pt x="14230" y="4032"/>
                  <a:pt x="19178" y="2886"/>
                  <a:pt x="25662" y="1732"/>
                </a:cubicBezTo>
                <a:cubicBezTo>
                  <a:pt x="32146" y="577"/>
                  <a:pt x="39048" y="0"/>
                  <a:pt x="46368" y="0"/>
                </a:cubicBezTo>
                <a:cubicBezTo>
                  <a:pt x="58270" y="0"/>
                  <a:pt x="67624" y="1829"/>
                  <a:pt x="74428" y="5489"/>
                </a:cubicBezTo>
                <a:cubicBezTo>
                  <a:pt x="81232" y="9150"/>
                  <a:pt x="86055" y="14336"/>
                  <a:pt x="88897" y="21051"/>
                </a:cubicBezTo>
                <a:cubicBezTo>
                  <a:pt x="91740" y="27766"/>
                  <a:pt x="93161" y="35636"/>
                  <a:pt x="93161" y="44663"/>
                </a:cubicBezTo>
                <a:lnTo>
                  <a:pt x="93161" y="111548"/>
                </a:lnTo>
                <a:cubicBezTo>
                  <a:pt x="89004" y="112471"/>
                  <a:pt x="82928" y="113600"/>
                  <a:pt x="74934" y="114932"/>
                </a:cubicBezTo>
                <a:cubicBezTo>
                  <a:pt x="66940" y="116266"/>
                  <a:pt x="57453" y="116932"/>
                  <a:pt x="46474" y="116932"/>
                </a:cubicBezTo>
                <a:close/>
                <a:moveTo>
                  <a:pt x="48659" y="95132"/>
                </a:moveTo>
                <a:cubicBezTo>
                  <a:pt x="52248" y="95132"/>
                  <a:pt x="55605" y="95035"/>
                  <a:pt x="58732" y="94840"/>
                </a:cubicBezTo>
                <a:cubicBezTo>
                  <a:pt x="61859" y="94643"/>
                  <a:pt x="64399" y="94369"/>
                  <a:pt x="66353" y="94015"/>
                </a:cubicBezTo>
                <a:lnTo>
                  <a:pt x="66353" y="66674"/>
                </a:lnTo>
                <a:cubicBezTo>
                  <a:pt x="65039" y="66283"/>
                  <a:pt x="62996" y="65891"/>
                  <a:pt x="60224" y="65500"/>
                </a:cubicBezTo>
                <a:cubicBezTo>
                  <a:pt x="57453" y="65111"/>
                  <a:pt x="54593" y="64914"/>
                  <a:pt x="51644" y="64914"/>
                </a:cubicBezTo>
                <a:cubicBezTo>
                  <a:pt x="47522" y="64914"/>
                  <a:pt x="43649" y="65305"/>
                  <a:pt x="40025" y="66088"/>
                </a:cubicBezTo>
                <a:cubicBezTo>
                  <a:pt x="36401" y="66868"/>
                  <a:pt x="33443" y="68326"/>
                  <a:pt x="31151" y="70457"/>
                </a:cubicBezTo>
                <a:cubicBezTo>
                  <a:pt x="28860" y="72589"/>
                  <a:pt x="27714" y="75732"/>
                  <a:pt x="27714" y="79890"/>
                </a:cubicBezTo>
                <a:cubicBezTo>
                  <a:pt x="27714" y="85611"/>
                  <a:pt x="29588" y="89583"/>
                  <a:pt x="33336" y="91803"/>
                </a:cubicBezTo>
                <a:cubicBezTo>
                  <a:pt x="37085" y="94023"/>
                  <a:pt x="42192" y="95132"/>
                  <a:pt x="48659" y="951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FBDD1-9BCD-40BC-8063-960E5A57D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257" y="3087714"/>
            <a:ext cx="45034" cy="167510"/>
          </a:xfrm>
          <a:custGeom xmlns:a="http://schemas.openxmlformats.org/drawingml/2006/main">
            <a:pathLst>
              <a:path w="45034" h="167510">
                <a:moveTo>
                  <a:pt x="41091" y="167510"/>
                </a:moveTo>
                <a:cubicBezTo>
                  <a:pt x="30218" y="167224"/>
                  <a:pt x="21797" y="165661"/>
                  <a:pt x="15828" y="162817"/>
                </a:cubicBezTo>
                <a:cubicBezTo>
                  <a:pt x="9861" y="159977"/>
                  <a:pt x="5729" y="155871"/>
                  <a:pt x="3438" y="150507"/>
                </a:cubicBezTo>
                <a:cubicBezTo>
                  <a:pt x="1146" y="145141"/>
                  <a:pt x="0" y="138586"/>
                  <a:pt x="0" y="130842"/>
                </a:cubicBezTo>
                <a:lnTo>
                  <a:pt x="0" y="4529"/>
                </a:lnTo>
                <a:lnTo>
                  <a:pt x="27821" y="0"/>
                </a:lnTo>
                <a:lnTo>
                  <a:pt x="27821" y="125779"/>
                </a:lnTo>
                <a:cubicBezTo>
                  <a:pt x="27821" y="131748"/>
                  <a:pt x="28904" y="136206"/>
                  <a:pt x="31072" y="139155"/>
                </a:cubicBezTo>
                <a:cubicBezTo>
                  <a:pt x="33238" y="142103"/>
                  <a:pt x="37893" y="143898"/>
                  <a:pt x="45034" y="144538"/>
                </a:cubicBezTo>
                <a:lnTo>
                  <a:pt x="41091" y="167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34A2B-E764-4160-8A8C-E489BB31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005" y="3102051"/>
            <a:ext cx="145178" cy="154131"/>
          </a:xfrm>
          <a:custGeom xmlns:a="http://schemas.openxmlformats.org/drawingml/2006/main">
            <a:pathLst>
              <a:path w="145178" h="154131">
                <a:moveTo>
                  <a:pt x="72589" y="154131"/>
                </a:moveTo>
                <a:cubicBezTo>
                  <a:pt x="59339" y="154131"/>
                  <a:pt x="47203" y="151219"/>
                  <a:pt x="36190" y="145390"/>
                </a:cubicBezTo>
                <a:cubicBezTo>
                  <a:pt x="25175" y="139563"/>
                  <a:pt x="16391" y="130931"/>
                  <a:pt x="9836" y="119489"/>
                </a:cubicBezTo>
                <a:cubicBezTo>
                  <a:pt x="3280" y="108048"/>
                  <a:pt x="0" y="93926"/>
                  <a:pt x="0" y="77118"/>
                </a:cubicBezTo>
                <a:cubicBezTo>
                  <a:pt x="0" y="64471"/>
                  <a:pt x="1929" y="53350"/>
                  <a:pt x="5784" y="43757"/>
                </a:cubicBezTo>
                <a:cubicBezTo>
                  <a:pt x="9638" y="34161"/>
                  <a:pt x="14959" y="26106"/>
                  <a:pt x="21746" y="19585"/>
                </a:cubicBezTo>
                <a:cubicBezTo>
                  <a:pt x="28532" y="13067"/>
                  <a:pt x="36279" y="8172"/>
                  <a:pt x="44983" y="4903"/>
                </a:cubicBezTo>
                <a:cubicBezTo>
                  <a:pt x="53687" y="1634"/>
                  <a:pt x="62891" y="0"/>
                  <a:pt x="72589" y="0"/>
                </a:cubicBezTo>
                <a:cubicBezTo>
                  <a:pt x="85879" y="0"/>
                  <a:pt x="98021" y="2903"/>
                  <a:pt x="109019" y="8713"/>
                </a:cubicBezTo>
                <a:cubicBezTo>
                  <a:pt x="120015" y="14522"/>
                  <a:pt x="128790" y="23149"/>
                  <a:pt x="135345" y="34590"/>
                </a:cubicBezTo>
                <a:cubicBezTo>
                  <a:pt x="141901" y="46029"/>
                  <a:pt x="145178" y="60208"/>
                  <a:pt x="145178" y="77118"/>
                </a:cubicBezTo>
                <a:cubicBezTo>
                  <a:pt x="145178" y="93926"/>
                  <a:pt x="141955" y="108048"/>
                  <a:pt x="135506" y="119489"/>
                </a:cubicBezTo>
                <a:cubicBezTo>
                  <a:pt x="129056" y="130931"/>
                  <a:pt x="120361" y="139563"/>
                  <a:pt x="109417" y="145390"/>
                </a:cubicBezTo>
                <a:cubicBezTo>
                  <a:pt x="98475" y="151219"/>
                  <a:pt x="86199" y="154131"/>
                  <a:pt x="72589" y="154131"/>
                </a:cubicBezTo>
                <a:close/>
                <a:moveTo>
                  <a:pt x="72589" y="128496"/>
                </a:moveTo>
                <a:cubicBezTo>
                  <a:pt x="81439" y="128496"/>
                  <a:pt x="89023" y="126373"/>
                  <a:pt x="95349" y="122127"/>
                </a:cubicBezTo>
                <a:cubicBezTo>
                  <a:pt x="101673" y="117880"/>
                  <a:pt x="106539" y="111903"/>
                  <a:pt x="109951" y="104193"/>
                </a:cubicBezTo>
                <a:cubicBezTo>
                  <a:pt x="113363" y="96483"/>
                  <a:pt x="115066" y="87460"/>
                  <a:pt x="115066" y="77118"/>
                </a:cubicBezTo>
                <a:cubicBezTo>
                  <a:pt x="115066" y="66674"/>
                  <a:pt x="113363" y="57596"/>
                  <a:pt x="109951" y="49883"/>
                </a:cubicBezTo>
                <a:cubicBezTo>
                  <a:pt x="106539" y="42174"/>
                  <a:pt x="101673" y="36205"/>
                  <a:pt x="95349" y="31978"/>
                </a:cubicBezTo>
                <a:cubicBezTo>
                  <a:pt x="89023" y="27749"/>
                  <a:pt x="81439" y="25635"/>
                  <a:pt x="72589" y="25635"/>
                </a:cubicBezTo>
                <a:cubicBezTo>
                  <a:pt x="63742" y="25635"/>
                  <a:pt x="56158" y="27775"/>
                  <a:pt x="49832" y="32058"/>
                </a:cubicBezTo>
                <a:cubicBezTo>
                  <a:pt x="43508" y="36339"/>
                  <a:pt x="38642" y="42334"/>
                  <a:pt x="35230" y="50043"/>
                </a:cubicBezTo>
                <a:cubicBezTo>
                  <a:pt x="31818" y="57756"/>
                  <a:pt x="30112" y="66780"/>
                  <a:pt x="30112" y="77118"/>
                </a:cubicBezTo>
                <a:cubicBezTo>
                  <a:pt x="30112" y="87460"/>
                  <a:pt x="31818" y="96483"/>
                  <a:pt x="35230" y="104193"/>
                </a:cubicBezTo>
                <a:cubicBezTo>
                  <a:pt x="38642" y="111903"/>
                  <a:pt x="43508" y="117880"/>
                  <a:pt x="49832" y="122127"/>
                </a:cubicBezTo>
                <a:cubicBezTo>
                  <a:pt x="56158" y="126373"/>
                  <a:pt x="63742" y="128496"/>
                  <a:pt x="72589" y="1284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6AF8F-3463-45E3-98A0-18E31C0A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207" y="3139144"/>
            <a:ext cx="69817" cy="114000"/>
          </a:xfrm>
          <a:custGeom xmlns:a="http://schemas.openxmlformats.org/drawingml/2006/main">
            <a:pathLst>
              <a:path w="69817" h="114000">
                <a:moveTo>
                  <a:pt x="0" y="114000"/>
                </a:moveTo>
                <a:lnTo>
                  <a:pt x="0" y="8050"/>
                </a:lnTo>
                <a:cubicBezTo>
                  <a:pt x="5186" y="6164"/>
                  <a:pt x="11493" y="4352"/>
                  <a:pt x="18920" y="2612"/>
                </a:cubicBezTo>
                <a:cubicBezTo>
                  <a:pt x="26346" y="872"/>
                  <a:pt x="34767" y="0"/>
                  <a:pt x="44183" y="0"/>
                </a:cubicBezTo>
                <a:cubicBezTo>
                  <a:pt x="46634" y="0"/>
                  <a:pt x="49475" y="177"/>
                  <a:pt x="52709" y="534"/>
                </a:cubicBezTo>
                <a:cubicBezTo>
                  <a:pt x="55941" y="889"/>
                  <a:pt x="59105" y="1343"/>
                  <a:pt x="62196" y="1892"/>
                </a:cubicBezTo>
                <a:cubicBezTo>
                  <a:pt x="65288" y="2443"/>
                  <a:pt x="67828" y="3146"/>
                  <a:pt x="69817" y="3998"/>
                </a:cubicBezTo>
                <a:lnTo>
                  <a:pt x="65020" y="27075"/>
                </a:lnTo>
                <a:cubicBezTo>
                  <a:pt x="62568" y="26400"/>
                  <a:pt x="59459" y="25689"/>
                  <a:pt x="55693" y="24943"/>
                </a:cubicBezTo>
                <a:cubicBezTo>
                  <a:pt x="51926" y="24197"/>
                  <a:pt x="47700" y="23823"/>
                  <a:pt x="43008" y="23823"/>
                </a:cubicBezTo>
                <a:cubicBezTo>
                  <a:pt x="40168" y="23823"/>
                  <a:pt x="37262" y="24054"/>
                  <a:pt x="34296" y="24517"/>
                </a:cubicBezTo>
                <a:cubicBezTo>
                  <a:pt x="31330" y="24977"/>
                  <a:pt x="29169" y="25440"/>
                  <a:pt x="27821" y="25903"/>
                </a:cubicBezTo>
                <a:lnTo>
                  <a:pt x="27821" y="114000"/>
                </a:lnTo>
                <a:lnTo>
                  <a:pt x="0" y="114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2492C-FF69-4846-ABFB-BE237688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605" y="3138558"/>
            <a:ext cx="93160" cy="116932"/>
          </a:xfrm>
          <a:custGeom xmlns:a="http://schemas.openxmlformats.org/drawingml/2006/main">
            <a:pathLst>
              <a:path w="93160" h="116932">
                <a:moveTo>
                  <a:pt x="46474" y="116932"/>
                </a:moveTo>
                <a:cubicBezTo>
                  <a:pt x="37236" y="116932"/>
                  <a:pt x="29118" y="115769"/>
                  <a:pt x="22117" y="113440"/>
                </a:cubicBezTo>
                <a:cubicBezTo>
                  <a:pt x="15119" y="111114"/>
                  <a:pt x="9681" y="107285"/>
                  <a:pt x="5809" y="101956"/>
                </a:cubicBezTo>
                <a:cubicBezTo>
                  <a:pt x="1937" y="96626"/>
                  <a:pt x="0" y="89503"/>
                  <a:pt x="0" y="80584"/>
                </a:cubicBezTo>
                <a:cubicBezTo>
                  <a:pt x="0" y="71949"/>
                  <a:pt x="2177" y="65082"/>
                  <a:pt x="6529" y="59985"/>
                </a:cubicBezTo>
                <a:cubicBezTo>
                  <a:pt x="10881" y="54887"/>
                  <a:pt x="16654" y="51226"/>
                  <a:pt x="23849" y="49006"/>
                </a:cubicBezTo>
                <a:cubicBezTo>
                  <a:pt x="31044" y="46786"/>
                  <a:pt x="38782" y="45674"/>
                  <a:pt x="47060" y="45674"/>
                </a:cubicBezTo>
                <a:cubicBezTo>
                  <a:pt x="51146" y="45674"/>
                  <a:pt x="54938" y="45897"/>
                  <a:pt x="58439" y="46340"/>
                </a:cubicBezTo>
                <a:cubicBezTo>
                  <a:pt x="61939" y="46786"/>
                  <a:pt x="64577" y="47292"/>
                  <a:pt x="66354" y="47860"/>
                </a:cubicBezTo>
                <a:lnTo>
                  <a:pt x="66354" y="44023"/>
                </a:lnTo>
                <a:cubicBezTo>
                  <a:pt x="66354" y="40042"/>
                  <a:pt x="65668" y="36507"/>
                  <a:pt x="64302" y="33416"/>
                </a:cubicBezTo>
                <a:cubicBezTo>
                  <a:pt x="62934" y="30327"/>
                  <a:pt x="60588" y="27863"/>
                  <a:pt x="57267" y="26035"/>
                </a:cubicBezTo>
                <a:cubicBezTo>
                  <a:pt x="53944" y="24206"/>
                  <a:pt x="49318" y="23291"/>
                  <a:pt x="43383" y="23291"/>
                </a:cubicBezTo>
                <a:cubicBezTo>
                  <a:pt x="37379" y="23291"/>
                  <a:pt x="31890" y="23726"/>
                  <a:pt x="26915" y="24597"/>
                </a:cubicBezTo>
                <a:cubicBezTo>
                  <a:pt x="21940" y="25466"/>
                  <a:pt x="17765" y="26523"/>
                  <a:pt x="14390" y="27766"/>
                </a:cubicBezTo>
                <a:lnTo>
                  <a:pt x="10818" y="5169"/>
                </a:lnTo>
                <a:cubicBezTo>
                  <a:pt x="14230" y="4032"/>
                  <a:pt x="19177" y="2886"/>
                  <a:pt x="25660" y="1732"/>
                </a:cubicBezTo>
                <a:cubicBezTo>
                  <a:pt x="32147" y="577"/>
                  <a:pt x="39048" y="0"/>
                  <a:pt x="46366" y="0"/>
                </a:cubicBezTo>
                <a:cubicBezTo>
                  <a:pt x="58270" y="0"/>
                  <a:pt x="67623" y="1829"/>
                  <a:pt x="74426" y="5489"/>
                </a:cubicBezTo>
                <a:cubicBezTo>
                  <a:pt x="81230" y="9150"/>
                  <a:pt x="86054" y="14336"/>
                  <a:pt x="88897" y="21051"/>
                </a:cubicBezTo>
                <a:cubicBezTo>
                  <a:pt x="91740" y="27766"/>
                  <a:pt x="93160" y="35636"/>
                  <a:pt x="93160" y="44663"/>
                </a:cubicBezTo>
                <a:lnTo>
                  <a:pt x="93160" y="111548"/>
                </a:lnTo>
                <a:cubicBezTo>
                  <a:pt x="89003" y="112471"/>
                  <a:pt x="82928" y="113600"/>
                  <a:pt x="74935" y="114932"/>
                </a:cubicBezTo>
                <a:cubicBezTo>
                  <a:pt x="66940" y="116266"/>
                  <a:pt x="57453" y="116932"/>
                  <a:pt x="46474" y="116932"/>
                </a:cubicBezTo>
                <a:close/>
                <a:moveTo>
                  <a:pt x="48658" y="95132"/>
                </a:moveTo>
                <a:cubicBezTo>
                  <a:pt x="52247" y="95132"/>
                  <a:pt x="55604" y="95035"/>
                  <a:pt x="58733" y="94840"/>
                </a:cubicBezTo>
                <a:cubicBezTo>
                  <a:pt x="61859" y="94643"/>
                  <a:pt x="64399" y="94369"/>
                  <a:pt x="66354" y="94015"/>
                </a:cubicBezTo>
                <a:lnTo>
                  <a:pt x="66354" y="66674"/>
                </a:lnTo>
                <a:cubicBezTo>
                  <a:pt x="65040" y="66283"/>
                  <a:pt x="62996" y="65891"/>
                  <a:pt x="60225" y="65500"/>
                </a:cubicBezTo>
                <a:cubicBezTo>
                  <a:pt x="57453" y="65111"/>
                  <a:pt x="54593" y="64914"/>
                  <a:pt x="51644" y="64914"/>
                </a:cubicBezTo>
                <a:cubicBezTo>
                  <a:pt x="47523" y="64914"/>
                  <a:pt x="43648" y="65305"/>
                  <a:pt x="40025" y="66088"/>
                </a:cubicBezTo>
                <a:cubicBezTo>
                  <a:pt x="36402" y="66868"/>
                  <a:pt x="33444" y="68326"/>
                  <a:pt x="31152" y="70457"/>
                </a:cubicBezTo>
                <a:cubicBezTo>
                  <a:pt x="28861" y="72589"/>
                  <a:pt x="27715" y="75732"/>
                  <a:pt x="27715" y="79890"/>
                </a:cubicBezTo>
                <a:cubicBezTo>
                  <a:pt x="27715" y="85611"/>
                  <a:pt x="29587" y="89583"/>
                  <a:pt x="33336" y="91803"/>
                </a:cubicBezTo>
                <a:cubicBezTo>
                  <a:pt x="37085" y="94023"/>
                  <a:pt x="42191" y="95132"/>
                  <a:pt x="48658" y="951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E0CA2E-65E8-4DAF-BA1C-3C2A249E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337" y="3138558"/>
            <a:ext cx="88577" cy="117412"/>
          </a:xfrm>
          <a:custGeom xmlns:a="http://schemas.openxmlformats.org/drawingml/2006/main">
            <a:pathLst>
              <a:path w="88577" h="117412">
                <a:moveTo>
                  <a:pt x="57024" y="117412"/>
                </a:moveTo>
                <a:cubicBezTo>
                  <a:pt x="43880" y="117412"/>
                  <a:pt x="33104" y="114843"/>
                  <a:pt x="24700" y="109711"/>
                </a:cubicBezTo>
                <a:cubicBezTo>
                  <a:pt x="16299" y="104576"/>
                  <a:pt x="10081" y="97595"/>
                  <a:pt x="6049" y="88765"/>
                </a:cubicBezTo>
                <a:cubicBezTo>
                  <a:pt x="2015" y="79936"/>
                  <a:pt x="0" y="69943"/>
                  <a:pt x="0" y="58784"/>
                </a:cubicBezTo>
                <a:cubicBezTo>
                  <a:pt x="0" y="47806"/>
                  <a:pt x="2246" y="37876"/>
                  <a:pt x="6741" y="28992"/>
                </a:cubicBezTo>
                <a:cubicBezTo>
                  <a:pt x="11236" y="20111"/>
                  <a:pt x="17676" y="13059"/>
                  <a:pt x="26060" y="7835"/>
                </a:cubicBezTo>
                <a:cubicBezTo>
                  <a:pt x="34447" y="2612"/>
                  <a:pt x="44500" y="0"/>
                  <a:pt x="56227" y="0"/>
                </a:cubicBezTo>
                <a:cubicBezTo>
                  <a:pt x="62159" y="0"/>
                  <a:pt x="67648" y="523"/>
                  <a:pt x="72695" y="1572"/>
                </a:cubicBezTo>
                <a:cubicBezTo>
                  <a:pt x="77741" y="2620"/>
                  <a:pt x="82393" y="4086"/>
                  <a:pt x="86659" y="5969"/>
                </a:cubicBezTo>
                <a:lnTo>
                  <a:pt x="80690" y="28352"/>
                </a:lnTo>
                <a:cubicBezTo>
                  <a:pt x="77741" y="27181"/>
                  <a:pt x="74489" y="26169"/>
                  <a:pt x="70935" y="25315"/>
                </a:cubicBezTo>
                <a:cubicBezTo>
                  <a:pt x="67383" y="24463"/>
                  <a:pt x="63225" y="24037"/>
                  <a:pt x="58464" y="24037"/>
                </a:cubicBezTo>
                <a:cubicBezTo>
                  <a:pt x="48480" y="24037"/>
                  <a:pt x="40982" y="27181"/>
                  <a:pt x="35973" y="33470"/>
                </a:cubicBezTo>
                <a:cubicBezTo>
                  <a:pt x="30964" y="39759"/>
                  <a:pt x="28458" y="48197"/>
                  <a:pt x="28458" y="58784"/>
                </a:cubicBezTo>
                <a:cubicBezTo>
                  <a:pt x="28458" y="65928"/>
                  <a:pt x="29472" y="72092"/>
                  <a:pt x="31498" y="77278"/>
                </a:cubicBezTo>
                <a:cubicBezTo>
                  <a:pt x="33521" y="82467"/>
                  <a:pt x="36870" y="86445"/>
                  <a:pt x="41542" y="89217"/>
                </a:cubicBezTo>
                <a:cubicBezTo>
                  <a:pt x="46214" y="91989"/>
                  <a:pt x="52389" y="93375"/>
                  <a:pt x="60065" y="93375"/>
                </a:cubicBezTo>
                <a:cubicBezTo>
                  <a:pt x="64328" y="93375"/>
                  <a:pt x="68634" y="92949"/>
                  <a:pt x="72986" y="92094"/>
                </a:cubicBezTo>
                <a:cubicBezTo>
                  <a:pt x="77341" y="91243"/>
                  <a:pt x="81150" y="90106"/>
                  <a:pt x="84419" y="88685"/>
                </a:cubicBezTo>
                <a:lnTo>
                  <a:pt x="88577" y="111603"/>
                </a:lnTo>
                <a:cubicBezTo>
                  <a:pt x="85131" y="113128"/>
                  <a:pt x="80636" y="114480"/>
                  <a:pt x="75092" y="115652"/>
                </a:cubicBezTo>
                <a:cubicBezTo>
                  <a:pt x="69549" y="116826"/>
                  <a:pt x="63528" y="117412"/>
                  <a:pt x="57024" y="1174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7B2B4-F4A3-422A-923D-C062A72E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553" y="3087714"/>
            <a:ext cx="45034" cy="167510"/>
          </a:xfrm>
          <a:custGeom xmlns:a="http://schemas.openxmlformats.org/drawingml/2006/main">
            <a:pathLst>
              <a:path w="45034" h="167510">
                <a:moveTo>
                  <a:pt x="41091" y="167510"/>
                </a:moveTo>
                <a:cubicBezTo>
                  <a:pt x="30218" y="167224"/>
                  <a:pt x="21797" y="165661"/>
                  <a:pt x="15828" y="162817"/>
                </a:cubicBezTo>
                <a:cubicBezTo>
                  <a:pt x="9858" y="159977"/>
                  <a:pt x="5729" y="155871"/>
                  <a:pt x="3438" y="150507"/>
                </a:cubicBezTo>
                <a:cubicBezTo>
                  <a:pt x="1146" y="145141"/>
                  <a:pt x="0" y="138586"/>
                  <a:pt x="0" y="130842"/>
                </a:cubicBezTo>
                <a:lnTo>
                  <a:pt x="0" y="4529"/>
                </a:lnTo>
                <a:lnTo>
                  <a:pt x="27818" y="0"/>
                </a:lnTo>
                <a:lnTo>
                  <a:pt x="27818" y="125779"/>
                </a:lnTo>
                <a:cubicBezTo>
                  <a:pt x="27818" y="131748"/>
                  <a:pt x="28904" y="136206"/>
                  <a:pt x="31070" y="139155"/>
                </a:cubicBezTo>
                <a:cubicBezTo>
                  <a:pt x="33238" y="142103"/>
                  <a:pt x="37893" y="143898"/>
                  <a:pt x="45034" y="144538"/>
                </a:cubicBezTo>
                <a:lnTo>
                  <a:pt x="41091" y="167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EFDD2-D566-4609-B381-B0C2EB6D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604" y="3138558"/>
            <a:ext cx="102490" cy="117412"/>
          </a:xfrm>
          <a:custGeom xmlns:a="http://schemas.openxmlformats.org/drawingml/2006/main">
            <a:pathLst>
              <a:path w="102490" h="117412">
                <a:moveTo>
                  <a:pt x="58147" y="117412"/>
                </a:moveTo>
                <a:cubicBezTo>
                  <a:pt x="44786" y="117412"/>
                  <a:pt x="33827" y="114872"/>
                  <a:pt x="25263" y="109791"/>
                </a:cubicBezTo>
                <a:cubicBezTo>
                  <a:pt x="16699" y="104707"/>
                  <a:pt x="10350" y="97781"/>
                  <a:pt x="6209" y="89005"/>
                </a:cubicBezTo>
                <a:cubicBezTo>
                  <a:pt x="2069" y="80227"/>
                  <a:pt x="0" y="70352"/>
                  <a:pt x="0" y="59370"/>
                </a:cubicBezTo>
                <a:cubicBezTo>
                  <a:pt x="0" y="46226"/>
                  <a:pt x="2532" y="35256"/>
                  <a:pt x="7595" y="26460"/>
                </a:cubicBezTo>
                <a:cubicBezTo>
                  <a:pt x="12659" y="17668"/>
                  <a:pt x="19188" y="11059"/>
                  <a:pt x="27181" y="6635"/>
                </a:cubicBezTo>
                <a:cubicBezTo>
                  <a:pt x="35176" y="2212"/>
                  <a:pt x="43614" y="0"/>
                  <a:pt x="52498" y="0"/>
                </a:cubicBezTo>
                <a:cubicBezTo>
                  <a:pt x="62802" y="0"/>
                  <a:pt x="71675" y="2115"/>
                  <a:pt x="79118" y="6344"/>
                </a:cubicBezTo>
                <a:cubicBezTo>
                  <a:pt x="86562" y="10570"/>
                  <a:pt x="92317" y="16885"/>
                  <a:pt x="96386" y="25289"/>
                </a:cubicBezTo>
                <a:cubicBezTo>
                  <a:pt x="100455" y="33693"/>
                  <a:pt x="102490" y="44183"/>
                  <a:pt x="102490" y="56761"/>
                </a:cubicBezTo>
                <a:cubicBezTo>
                  <a:pt x="102490" y="58396"/>
                  <a:pt x="102427" y="60208"/>
                  <a:pt x="102301" y="62196"/>
                </a:cubicBezTo>
                <a:cubicBezTo>
                  <a:pt x="102178" y="64185"/>
                  <a:pt x="102044" y="65963"/>
                  <a:pt x="101901" y="67526"/>
                </a:cubicBezTo>
                <a:lnTo>
                  <a:pt x="28621" y="67526"/>
                </a:lnTo>
                <a:cubicBezTo>
                  <a:pt x="29295" y="75555"/>
                  <a:pt x="32430" y="81870"/>
                  <a:pt x="38028" y="86474"/>
                </a:cubicBezTo>
                <a:cubicBezTo>
                  <a:pt x="43623" y="91074"/>
                  <a:pt x="51466" y="93375"/>
                  <a:pt x="61556" y="93375"/>
                </a:cubicBezTo>
                <a:cubicBezTo>
                  <a:pt x="67740" y="93375"/>
                  <a:pt x="73512" y="92806"/>
                  <a:pt x="78878" y="91669"/>
                </a:cubicBezTo>
                <a:cubicBezTo>
                  <a:pt x="84245" y="90531"/>
                  <a:pt x="88508" y="89254"/>
                  <a:pt x="91669" y="87831"/>
                </a:cubicBezTo>
                <a:lnTo>
                  <a:pt x="95561" y="110537"/>
                </a:lnTo>
                <a:cubicBezTo>
                  <a:pt x="92506" y="112100"/>
                  <a:pt x="87460" y="113637"/>
                  <a:pt x="80424" y="115146"/>
                </a:cubicBezTo>
                <a:cubicBezTo>
                  <a:pt x="73389" y="116655"/>
                  <a:pt x="65963" y="117412"/>
                  <a:pt x="58147" y="117412"/>
                </a:cubicBezTo>
                <a:close/>
                <a:moveTo>
                  <a:pt x="28726" y="47966"/>
                </a:moveTo>
                <a:lnTo>
                  <a:pt x="75415" y="47966"/>
                </a:lnTo>
                <a:cubicBezTo>
                  <a:pt x="75272" y="43488"/>
                  <a:pt x="74384" y="39376"/>
                  <a:pt x="72749" y="35627"/>
                </a:cubicBezTo>
                <a:cubicBezTo>
                  <a:pt x="71115" y="31881"/>
                  <a:pt x="68680" y="28861"/>
                  <a:pt x="65448" y="26569"/>
                </a:cubicBezTo>
                <a:cubicBezTo>
                  <a:pt x="62213" y="24277"/>
                  <a:pt x="58022" y="23131"/>
                  <a:pt x="52869" y="23131"/>
                </a:cubicBezTo>
                <a:cubicBezTo>
                  <a:pt x="47683" y="23131"/>
                  <a:pt x="43411" y="24312"/>
                  <a:pt x="40054" y="26675"/>
                </a:cubicBezTo>
                <a:cubicBezTo>
                  <a:pt x="36696" y="29038"/>
                  <a:pt x="34101" y="32101"/>
                  <a:pt x="32273" y="35867"/>
                </a:cubicBezTo>
                <a:cubicBezTo>
                  <a:pt x="30441" y="39634"/>
                  <a:pt x="29261" y="43668"/>
                  <a:pt x="28726" y="479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B27DC-E346-4642-8A10-78E08C0D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995" y="200051"/>
            <a:ext cx="1370466" cy="2207973"/>
          </a:xfrm>
          <a:custGeom xmlns:a="http://schemas.openxmlformats.org/drawingml/2006/main">
            <a:pathLst>
              <a:path w="1370466" h="2207973">
                <a:moveTo>
                  <a:pt x="41114" y="0"/>
                </a:moveTo>
                <a:lnTo>
                  <a:pt x="1329352" y="0"/>
                </a:lnTo>
                <a:cubicBezTo>
                  <a:pt x="1334804" y="0"/>
                  <a:pt x="1340047" y="1043"/>
                  <a:pt x="1345085" y="3129"/>
                </a:cubicBezTo>
                <a:cubicBezTo>
                  <a:pt x="1350123" y="5215"/>
                  <a:pt x="1354569" y="8187"/>
                  <a:pt x="1358424" y="12042"/>
                </a:cubicBezTo>
                <a:cubicBezTo>
                  <a:pt x="1362279" y="15896"/>
                  <a:pt x="1365251" y="20343"/>
                  <a:pt x="1367337" y="25380"/>
                </a:cubicBezTo>
                <a:cubicBezTo>
                  <a:pt x="1369423" y="30418"/>
                  <a:pt x="1370466" y="35662"/>
                  <a:pt x="1370466" y="41114"/>
                </a:cubicBezTo>
                <a:lnTo>
                  <a:pt x="1370466" y="2166859"/>
                </a:lnTo>
                <a:cubicBezTo>
                  <a:pt x="1370466" y="2172312"/>
                  <a:pt x="1369423" y="2177555"/>
                  <a:pt x="1367337" y="2182593"/>
                </a:cubicBezTo>
                <a:cubicBezTo>
                  <a:pt x="1365251" y="2187628"/>
                  <a:pt x="1362279" y="2192077"/>
                  <a:pt x="1358424" y="2195932"/>
                </a:cubicBezTo>
                <a:cubicBezTo>
                  <a:pt x="1354569" y="2199786"/>
                  <a:pt x="1350123" y="2202755"/>
                  <a:pt x="1345085" y="2204844"/>
                </a:cubicBezTo>
                <a:cubicBezTo>
                  <a:pt x="1340047" y="2206930"/>
                  <a:pt x="1334804" y="2207973"/>
                  <a:pt x="1329352" y="2207973"/>
                </a:cubicBezTo>
                <a:lnTo>
                  <a:pt x="41114" y="2207973"/>
                </a:lnTo>
                <a:cubicBezTo>
                  <a:pt x="35662" y="2207973"/>
                  <a:pt x="30418" y="2206930"/>
                  <a:pt x="25380" y="2204844"/>
                </a:cubicBezTo>
                <a:cubicBezTo>
                  <a:pt x="20343" y="2202755"/>
                  <a:pt x="15896" y="2199786"/>
                  <a:pt x="12042" y="2195932"/>
                </a:cubicBezTo>
                <a:cubicBezTo>
                  <a:pt x="8187" y="2192077"/>
                  <a:pt x="5215" y="2187628"/>
                  <a:pt x="3129" y="2182593"/>
                </a:cubicBezTo>
                <a:cubicBezTo>
                  <a:pt x="1043" y="2177555"/>
                  <a:pt x="0" y="2172312"/>
                  <a:pt x="0" y="2166859"/>
                </a:cubicBezTo>
                <a:lnTo>
                  <a:pt x="0" y="41114"/>
                </a:lnTo>
                <a:cubicBezTo>
                  <a:pt x="0" y="35662"/>
                  <a:pt x="1043" y="30418"/>
                  <a:pt x="3129" y="25380"/>
                </a:cubicBezTo>
                <a:cubicBezTo>
                  <a:pt x="5215" y="20343"/>
                  <a:pt x="8187" y="15896"/>
                  <a:pt x="12042" y="12042"/>
                </a:cubicBezTo>
                <a:cubicBezTo>
                  <a:pt x="15896" y="8187"/>
                  <a:pt x="20343" y="5215"/>
                  <a:pt x="25380" y="3129"/>
                </a:cubicBezTo>
                <a:cubicBezTo>
                  <a:pt x="30418" y="1043"/>
                  <a:pt x="35662" y="0"/>
                  <a:pt x="41114" y="0"/>
                </a:cubicBezTo>
                <a:close/>
              </a:path>
            </a:pathLst>
          </a:custGeom>
          <a:solidFill xmlns:a="http://schemas.openxmlformats.org/drawingml/2006/main">
            <a:srgbClr val="A5BF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BD70A0-DCB6-44DE-A843-50C66E53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2994" y="200051"/>
            <a:ext cx="1370466" cy="2207972"/>
          </a:xfrm>
          <a:custGeom xmlns:a="http://schemas.openxmlformats.org/drawingml/2006/main">
            <a:pathLst>
              <a:path w="1370466" h="2207972" fill="none">
                <a:moveTo>
                  <a:pt x="41115" y="0"/>
                </a:moveTo>
                <a:lnTo>
                  <a:pt x="1329352" y="0"/>
                </a:lnTo>
                <a:cubicBezTo>
                  <a:pt x="1334804" y="0"/>
                  <a:pt x="1340048" y="1043"/>
                  <a:pt x="1345085" y="3130"/>
                </a:cubicBezTo>
                <a:cubicBezTo>
                  <a:pt x="1350122" y="5216"/>
                  <a:pt x="1354568" y="8187"/>
                  <a:pt x="1358424" y="12042"/>
                </a:cubicBezTo>
                <a:cubicBezTo>
                  <a:pt x="1362279" y="15897"/>
                  <a:pt x="1365249" y="20343"/>
                  <a:pt x="1367336" y="25380"/>
                </a:cubicBezTo>
                <a:cubicBezTo>
                  <a:pt x="1369422" y="30417"/>
                  <a:pt x="1370466" y="35662"/>
                  <a:pt x="1370466" y="41114"/>
                </a:cubicBezTo>
                <a:lnTo>
                  <a:pt x="1370466" y="2166858"/>
                </a:lnTo>
                <a:cubicBezTo>
                  <a:pt x="1370466" y="2172310"/>
                  <a:pt x="1369422" y="2177555"/>
                  <a:pt x="1367336" y="2182591"/>
                </a:cubicBezTo>
                <a:cubicBezTo>
                  <a:pt x="1365249" y="2187628"/>
                  <a:pt x="1362279" y="2192075"/>
                  <a:pt x="1358424" y="2195930"/>
                </a:cubicBezTo>
                <a:cubicBezTo>
                  <a:pt x="1354568" y="2199785"/>
                  <a:pt x="1350122" y="2202756"/>
                  <a:pt x="1345085" y="2204842"/>
                </a:cubicBezTo>
                <a:cubicBezTo>
                  <a:pt x="1340048" y="2206929"/>
                  <a:pt x="1334804" y="2207972"/>
                  <a:pt x="1329352" y="2207972"/>
                </a:cubicBezTo>
                <a:lnTo>
                  <a:pt x="41115" y="2207972"/>
                </a:lnTo>
                <a:cubicBezTo>
                  <a:pt x="35663" y="2207972"/>
                  <a:pt x="30417" y="2206929"/>
                  <a:pt x="25380" y="2204842"/>
                </a:cubicBezTo>
                <a:cubicBezTo>
                  <a:pt x="20344" y="2202756"/>
                  <a:pt x="15897" y="2199785"/>
                  <a:pt x="12043" y="2195930"/>
                </a:cubicBezTo>
                <a:cubicBezTo>
                  <a:pt x="8187" y="2192075"/>
                  <a:pt x="5215" y="2187628"/>
                  <a:pt x="3130" y="2182591"/>
                </a:cubicBezTo>
                <a:cubicBezTo>
                  <a:pt x="1043" y="2177555"/>
                  <a:pt x="0" y="2172310"/>
                  <a:pt x="1" y="2166858"/>
                </a:cubicBezTo>
                <a:lnTo>
                  <a:pt x="1" y="41114"/>
                </a:lnTo>
                <a:cubicBezTo>
                  <a:pt x="0" y="35662"/>
                  <a:pt x="1043" y="30417"/>
                  <a:pt x="3130" y="25380"/>
                </a:cubicBezTo>
                <a:cubicBezTo>
                  <a:pt x="5215" y="20343"/>
                  <a:pt x="8187" y="15897"/>
                  <a:pt x="12043" y="12042"/>
                </a:cubicBezTo>
                <a:cubicBezTo>
                  <a:pt x="15897" y="8187"/>
                  <a:pt x="20344" y="5216"/>
                  <a:pt x="25380" y="3130"/>
                </a:cubicBezTo>
                <a:cubicBezTo>
                  <a:pt x="30417" y="1043"/>
                  <a:pt x="35663" y="0"/>
                  <a:pt x="41115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F7B33-1551-4DC9-B4A3-97D48207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474" y="981185"/>
            <a:ext cx="131108" cy="147736"/>
          </a:xfrm>
          <a:custGeom xmlns:a="http://schemas.openxmlformats.org/drawingml/2006/main">
            <a:pathLst>
              <a:path w="131108" h="147736">
                <a:moveTo>
                  <a:pt x="57987" y="147736"/>
                </a:moveTo>
                <a:cubicBezTo>
                  <a:pt x="53438" y="137646"/>
                  <a:pt x="48998" y="127556"/>
                  <a:pt x="44663" y="117466"/>
                </a:cubicBezTo>
                <a:cubicBezTo>
                  <a:pt x="40328" y="107373"/>
                  <a:pt x="35922" y="96609"/>
                  <a:pt x="31444" y="85168"/>
                </a:cubicBezTo>
                <a:cubicBezTo>
                  <a:pt x="26969" y="73726"/>
                  <a:pt x="22171" y="61079"/>
                  <a:pt x="17056" y="47220"/>
                </a:cubicBezTo>
                <a:cubicBezTo>
                  <a:pt x="11939" y="33364"/>
                  <a:pt x="6255" y="17625"/>
                  <a:pt x="0" y="0"/>
                </a:cubicBezTo>
                <a:lnTo>
                  <a:pt x="18548" y="0"/>
                </a:lnTo>
                <a:cubicBezTo>
                  <a:pt x="22669" y="12082"/>
                  <a:pt x="26683" y="23700"/>
                  <a:pt x="30592" y="34856"/>
                </a:cubicBezTo>
                <a:cubicBezTo>
                  <a:pt x="34501" y="46011"/>
                  <a:pt x="38339" y="56813"/>
                  <a:pt x="42105" y="67260"/>
                </a:cubicBezTo>
                <a:cubicBezTo>
                  <a:pt x="45871" y="77707"/>
                  <a:pt x="49743" y="87974"/>
                  <a:pt x="53724" y="98064"/>
                </a:cubicBezTo>
                <a:cubicBezTo>
                  <a:pt x="57701" y="108156"/>
                  <a:pt x="61825" y="118175"/>
                  <a:pt x="66088" y="128125"/>
                </a:cubicBezTo>
                <a:cubicBezTo>
                  <a:pt x="70352" y="118318"/>
                  <a:pt x="74438" y="108405"/>
                  <a:pt x="78344" y="98384"/>
                </a:cubicBezTo>
                <a:cubicBezTo>
                  <a:pt x="82253" y="88365"/>
                  <a:pt x="86128" y="78095"/>
                  <a:pt x="89963" y="67580"/>
                </a:cubicBezTo>
                <a:cubicBezTo>
                  <a:pt x="93800" y="57061"/>
                  <a:pt x="97675" y="46191"/>
                  <a:pt x="101581" y="34962"/>
                </a:cubicBezTo>
                <a:cubicBezTo>
                  <a:pt x="105490" y="23734"/>
                  <a:pt x="109434" y="12082"/>
                  <a:pt x="113414" y="0"/>
                </a:cubicBezTo>
                <a:lnTo>
                  <a:pt x="131108" y="0"/>
                </a:lnTo>
                <a:cubicBezTo>
                  <a:pt x="124996" y="17625"/>
                  <a:pt x="119383" y="33364"/>
                  <a:pt x="114266" y="47220"/>
                </a:cubicBezTo>
                <a:cubicBezTo>
                  <a:pt x="109151" y="61079"/>
                  <a:pt x="104353" y="73726"/>
                  <a:pt x="99878" y="85168"/>
                </a:cubicBezTo>
                <a:cubicBezTo>
                  <a:pt x="95400" y="96609"/>
                  <a:pt x="90994" y="107373"/>
                  <a:pt x="86659" y="117466"/>
                </a:cubicBezTo>
                <a:cubicBezTo>
                  <a:pt x="82325" y="127556"/>
                  <a:pt x="77884" y="137646"/>
                  <a:pt x="73335" y="147736"/>
                </a:cubicBezTo>
                <a:lnTo>
                  <a:pt x="57987" y="1477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95271-786E-44AD-B44D-FD223535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144" y="977988"/>
            <a:ext cx="93589" cy="154131"/>
          </a:xfrm>
          <a:custGeom xmlns:a="http://schemas.openxmlformats.org/drawingml/2006/main">
            <a:pathLst>
              <a:path w="93589" h="154131">
                <a:moveTo>
                  <a:pt x="46689" y="154131"/>
                </a:moveTo>
                <a:cubicBezTo>
                  <a:pt x="39439" y="154131"/>
                  <a:pt x="32938" y="153102"/>
                  <a:pt x="27183" y="151042"/>
                </a:cubicBezTo>
                <a:cubicBezTo>
                  <a:pt x="21426" y="148981"/>
                  <a:pt x="16522" y="146101"/>
                  <a:pt x="12473" y="142406"/>
                </a:cubicBezTo>
                <a:cubicBezTo>
                  <a:pt x="8421" y="138712"/>
                  <a:pt x="5332" y="134414"/>
                  <a:pt x="3200" y="129510"/>
                </a:cubicBezTo>
                <a:cubicBezTo>
                  <a:pt x="1069" y="124607"/>
                  <a:pt x="0" y="119312"/>
                  <a:pt x="0" y="113628"/>
                </a:cubicBezTo>
                <a:cubicBezTo>
                  <a:pt x="0" y="103962"/>
                  <a:pt x="2560" y="95969"/>
                  <a:pt x="7675" y="89643"/>
                </a:cubicBezTo>
                <a:cubicBezTo>
                  <a:pt x="12793" y="83319"/>
                  <a:pt x="18619" y="78310"/>
                  <a:pt x="25157" y="74615"/>
                </a:cubicBezTo>
                <a:cubicBezTo>
                  <a:pt x="16771" y="70209"/>
                  <a:pt x="11016" y="65162"/>
                  <a:pt x="7890" y="59479"/>
                </a:cubicBezTo>
                <a:cubicBezTo>
                  <a:pt x="4763" y="53792"/>
                  <a:pt x="3200" y="47469"/>
                  <a:pt x="3200" y="40505"/>
                </a:cubicBezTo>
                <a:cubicBezTo>
                  <a:pt x="3200" y="32404"/>
                  <a:pt x="5046" y="25335"/>
                  <a:pt x="8741" y="19294"/>
                </a:cubicBezTo>
                <a:cubicBezTo>
                  <a:pt x="12436" y="13253"/>
                  <a:pt x="17554" y="8527"/>
                  <a:pt x="24092" y="5118"/>
                </a:cubicBezTo>
                <a:cubicBezTo>
                  <a:pt x="30630" y="1706"/>
                  <a:pt x="38162" y="0"/>
                  <a:pt x="46689" y="0"/>
                </a:cubicBezTo>
                <a:cubicBezTo>
                  <a:pt x="56779" y="0"/>
                  <a:pt x="65022" y="1883"/>
                  <a:pt x="71417" y="5649"/>
                </a:cubicBezTo>
                <a:cubicBezTo>
                  <a:pt x="77813" y="9415"/>
                  <a:pt x="82539" y="14213"/>
                  <a:pt x="85594" y="20040"/>
                </a:cubicBezTo>
                <a:cubicBezTo>
                  <a:pt x="88651" y="25866"/>
                  <a:pt x="90177" y="31978"/>
                  <a:pt x="90177" y="38373"/>
                </a:cubicBezTo>
                <a:cubicBezTo>
                  <a:pt x="90177" y="44343"/>
                  <a:pt x="89005" y="49743"/>
                  <a:pt x="86659" y="54575"/>
                </a:cubicBezTo>
                <a:cubicBezTo>
                  <a:pt x="84316" y="59407"/>
                  <a:pt x="81367" y="63599"/>
                  <a:pt x="77813" y="67154"/>
                </a:cubicBezTo>
                <a:cubicBezTo>
                  <a:pt x="74261" y="70706"/>
                  <a:pt x="70637" y="73621"/>
                  <a:pt x="66940" y="75892"/>
                </a:cubicBezTo>
                <a:cubicBezTo>
                  <a:pt x="76747" y="80299"/>
                  <a:pt x="83639" y="85665"/>
                  <a:pt x="87620" y="91989"/>
                </a:cubicBezTo>
                <a:cubicBezTo>
                  <a:pt x="91600" y="98312"/>
                  <a:pt x="93589" y="105099"/>
                  <a:pt x="93589" y="112348"/>
                </a:cubicBezTo>
                <a:cubicBezTo>
                  <a:pt x="93589" y="120592"/>
                  <a:pt x="91671" y="127839"/>
                  <a:pt x="87834" y="134094"/>
                </a:cubicBezTo>
                <a:cubicBezTo>
                  <a:pt x="83996" y="140346"/>
                  <a:pt x="78596" y="145250"/>
                  <a:pt x="71632" y="148801"/>
                </a:cubicBezTo>
                <a:cubicBezTo>
                  <a:pt x="64668" y="152356"/>
                  <a:pt x="56353" y="154131"/>
                  <a:pt x="46689" y="154131"/>
                </a:cubicBezTo>
                <a:close/>
                <a:moveTo>
                  <a:pt x="46689" y="140700"/>
                </a:moveTo>
                <a:cubicBezTo>
                  <a:pt x="56921" y="140700"/>
                  <a:pt x="64525" y="138037"/>
                  <a:pt x="69500" y="132708"/>
                </a:cubicBezTo>
                <a:cubicBezTo>
                  <a:pt x="74472" y="127379"/>
                  <a:pt x="76961" y="121018"/>
                  <a:pt x="76961" y="113628"/>
                </a:cubicBezTo>
                <a:cubicBezTo>
                  <a:pt x="76961" y="107799"/>
                  <a:pt x="75858" y="103039"/>
                  <a:pt x="73655" y="99344"/>
                </a:cubicBezTo>
                <a:cubicBezTo>
                  <a:pt x="71455" y="95649"/>
                  <a:pt x="68506" y="92663"/>
                  <a:pt x="64808" y="90391"/>
                </a:cubicBezTo>
                <a:cubicBezTo>
                  <a:pt x="61113" y="88117"/>
                  <a:pt x="56956" y="86196"/>
                  <a:pt x="52338" y="84633"/>
                </a:cubicBezTo>
                <a:cubicBezTo>
                  <a:pt x="47720" y="83070"/>
                  <a:pt x="43065" y="81579"/>
                  <a:pt x="38373" y="80159"/>
                </a:cubicBezTo>
                <a:cubicBezTo>
                  <a:pt x="31410" y="83428"/>
                  <a:pt x="26046" y="87831"/>
                  <a:pt x="22280" y="93375"/>
                </a:cubicBezTo>
                <a:cubicBezTo>
                  <a:pt x="18514" y="98918"/>
                  <a:pt x="16631" y="105667"/>
                  <a:pt x="16631" y="113628"/>
                </a:cubicBezTo>
                <a:cubicBezTo>
                  <a:pt x="16631" y="118461"/>
                  <a:pt x="17731" y="122935"/>
                  <a:pt x="19934" y="127059"/>
                </a:cubicBezTo>
                <a:cubicBezTo>
                  <a:pt x="22137" y="131179"/>
                  <a:pt x="25440" y="134483"/>
                  <a:pt x="29847" y="136971"/>
                </a:cubicBezTo>
                <a:cubicBezTo>
                  <a:pt x="34253" y="139457"/>
                  <a:pt x="39868" y="140700"/>
                  <a:pt x="46689" y="140700"/>
                </a:cubicBezTo>
                <a:close/>
                <a:moveTo>
                  <a:pt x="53298" y="71203"/>
                </a:moveTo>
                <a:cubicBezTo>
                  <a:pt x="57561" y="68789"/>
                  <a:pt x="61222" y="66051"/>
                  <a:pt x="64277" y="62996"/>
                </a:cubicBezTo>
                <a:cubicBezTo>
                  <a:pt x="67331" y="59942"/>
                  <a:pt x="69677" y="56387"/>
                  <a:pt x="71312" y="52338"/>
                </a:cubicBezTo>
                <a:cubicBezTo>
                  <a:pt x="72946" y="48286"/>
                  <a:pt x="73764" y="43631"/>
                  <a:pt x="73764" y="38373"/>
                </a:cubicBezTo>
                <a:cubicBezTo>
                  <a:pt x="73764" y="34253"/>
                  <a:pt x="72841" y="30272"/>
                  <a:pt x="70992" y="26435"/>
                </a:cubicBezTo>
                <a:cubicBezTo>
                  <a:pt x="69143" y="22597"/>
                  <a:pt x="66265" y="19471"/>
                  <a:pt x="62356" y="17056"/>
                </a:cubicBezTo>
                <a:cubicBezTo>
                  <a:pt x="58450" y="14639"/>
                  <a:pt x="53227" y="13430"/>
                  <a:pt x="46689" y="13430"/>
                </a:cubicBezTo>
                <a:cubicBezTo>
                  <a:pt x="40719" y="13430"/>
                  <a:pt x="35710" y="14605"/>
                  <a:pt x="31658" y="16948"/>
                </a:cubicBezTo>
                <a:cubicBezTo>
                  <a:pt x="27609" y="19294"/>
                  <a:pt x="24589" y="22420"/>
                  <a:pt x="22600" y="26329"/>
                </a:cubicBezTo>
                <a:cubicBezTo>
                  <a:pt x="20608" y="30238"/>
                  <a:pt x="19614" y="34464"/>
                  <a:pt x="19614" y="39013"/>
                </a:cubicBezTo>
                <a:cubicBezTo>
                  <a:pt x="19614" y="44128"/>
                  <a:pt x="20468" y="48606"/>
                  <a:pt x="22171" y="52444"/>
                </a:cubicBezTo>
                <a:cubicBezTo>
                  <a:pt x="23877" y="56281"/>
                  <a:pt x="27146" y="59727"/>
                  <a:pt x="31978" y="62782"/>
                </a:cubicBezTo>
                <a:cubicBezTo>
                  <a:pt x="36810" y="65840"/>
                  <a:pt x="43917" y="68646"/>
                  <a:pt x="53298" y="712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8FCC7-2CC4-4132-8B5C-926912B9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383" y="1271976"/>
            <a:ext cx="99344" cy="105313"/>
          </a:xfrm>
          <a:custGeom xmlns:a="http://schemas.openxmlformats.org/drawingml/2006/main">
            <a:pathLst>
              <a:path w="99344" h="105313">
                <a:moveTo>
                  <a:pt x="37042" y="105313"/>
                </a:moveTo>
                <a:lnTo>
                  <a:pt x="37042" y="64328"/>
                </a:lnTo>
                <a:lnTo>
                  <a:pt x="0" y="64328"/>
                </a:lnTo>
                <a:lnTo>
                  <a:pt x="0" y="40931"/>
                </a:lnTo>
                <a:lnTo>
                  <a:pt x="37042" y="40931"/>
                </a:lnTo>
                <a:lnTo>
                  <a:pt x="37042" y="0"/>
                </a:lnTo>
                <a:lnTo>
                  <a:pt x="62356" y="0"/>
                </a:lnTo>
                <a:lnTo>
                  <a:pt x="62356" y="40931"/>
                </a:lnTo>
                <a:lnTo>
                  <a:pt x="99344" y="40931"/>
                </a:lnTo>
                <a:lnTo>
                  <a:pt x="99344" y="64328"/>
                </a:lnTo>
                <a:lnTo>
                  <a:pt x="62356" y="64328"/>
                </a:lnTo>
                <a:lnTo>
                  <a:pt x="62356" y="105313"/>
                </a:lnTo>
                <a:lnTo>
                  <a:pt x="37042" y="1053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EE885-B5AC-45AE-9BFD-F2D031C6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234" y="1238452"/>
            <a:ext cx="126684" cy="151096"/>
          </a:xfrm>
          <a:custGeom xmlns:a="http://schemas.openxmlformats.org/drawingml/2006/main">
            <a:pathLst>
              <a:path w="126684" h="151096">
                <a:moveTo>
                  <a:pt x="42477" y="151096"/>
                </a:moveTo>
                <a:cubicBezTo>
                  <a:pt x="36507" y="151096"/>
                  <a:pt x="29704" y="150836"/>
                  <a:pt x="22063" y="150322"/>
                </a:cubicBezTo>
                <a:cubicBezTo>
                  <a:pt x="14425" y="149807"/>
                  <a:pt x="7069" y="148784"/>
                  <a:pt x="0" y="147258"/>
                </a:cubicBezTo>
                <a:lnTo>
                  <a:pt x="0" y="3732"/>
                </a:lnTo>
                <a:cubicBezTo>
                  <a:pt x="7069" y="2312"/>
                  <a:pt x="14568" y="1334"/>
                  <a:pt x="22491" y="800"/>
                </a:cubicBezTo>
                <a:cubicBezTo>
                  <a:pt x="30412" y="269"/>
                  <a:pt x="37359" y="0"/>
                  <a:pt x="43328" y="0"/>
                </a:cubicBezTo>
                <a:cubicBezTo>
                  <a:pt x="60028" y="0"/>
                  <a:pt x="74624" y="2603"/>
                  <a:pt x="87111" y="7810"/>
                </a:cubicBezTo>
                <a:cubicBezTo>
                  <a:pt x="99601" y="13013"/>
                  <a:pt x="109317" y="21160"/>
                  <a:pt x="116263" y="32244"/>
                </a:cubicBezTo>
                <a:cubicBezTo>
                  <a:pt x="123210" y="43331"/>
                  <a:pt x="126684" y="57701"/>
                  <a:pt x="126684" y="75361"/>
                </a:cubicBezTo>
                <a:cubicBezTo>
                  <a:pt x="126684" y="92346"/>
                  <a:pt x="123238" y="106442"/>
                  <a:pt x="116343" y="117652"/>
                </a:cubicBezTo>
                <a:cubicBezTo>
                  <a:pt x="109451" y="128862"/>
                  <a:pt x="99707" y="137237"/>
                  <a:pt x="87111" y="142781"/>
                </a:cubicBezTo>
                <a:cubicBezTo>
                  <a:pt x="74515" y="148324"/>
                  <a:pt x="59636" y="151096"/>
                  <a:pt x="42477" y="151096"/>
                </a:cubicBezTo>
                <a:close/>
                <a:moveTo>
                  <a:pt x="44183" y="126099"/>
                </a:moveTo>
                <a:cubicBezTo>
                  <a:pt x="61839" y="126099"/>
                  <a:pt x="74987" y="121595"/>
                  <a:pt x="83619" y="112588"/>
                </a:cubicBezTo>
                <a:cubicBezTo>
                  <a:pt x="92254" y="103582"/>
                  <a:pt x="96572" y="91171"/>
                  <a:pt x="96572" y="75361"/>
                </a:cubicBezTo>
                <a:cubicBezTo>
                  <a:pt x="96572" y="59016"/>
                  <a:pt x="92397" y="46512"/>
                  <a:pt x="84048" y="37842"/>
                </a:cubicBezTo>
                <a:cubicBezTo>
                  <a:pt x="75698" y="29172"/>
                  <a:pt x="62694" y="24837"/>
                  <a:pt x="45034" y="24837"/>
                </a:cubicBezTo>
                <a:cubicBezTo>
                  <a:pt x="41588" y="24837"/>
                  <a:pt x="38533" y="24917"/>
                  <a:pt x="35867" y="25077"/>
                </a:cubicBezTo>
                <a:cubicBezTo>
                  <a:pt x="33201" y="25237"/>
                  <a:pt x="30947" y="25440"/>
                  <a:pt x="29098" y="25689"/>
                </a:cubicBezTo>
                <a:lnTo>
                  <a:pt x="29098" y="125407"/>
                </a:lnTo>
                <a:cubicBezTo>
                  <a:pt x="30521" y="125547"/>
                  <a:pt x="32413" y="125699"/>
                  <a:pt x="34776" y="125859"/>
                </a:cubicBezTo>
                <a:cubicBezTo>
                  <a:pt x="37136" y="126019"/>
                  <a:pt x="40274" y="126099"/>
                  <a:pt x="44183" y="1260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39E47-629D-46C0-B97E-D7311479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0658" y="1276079"/>
            <a:ext cx="94389" cy="114160"/>
          </a:xfrm>
          <a:custGeom xmlns:a="http://schemas.openxmlformats.org/drawingml/2006/main">
            <a:pathLst>
              <a:path w="94389" h="114160">
                <a:moveTo>
                  <a:pt x="47860" y="114160"/>
                </a:moveTo>
                <a:cubicBezTo>
                  <a:pt x="35602" y="114160"/>
                  <a:pt x="25975" y="111957"/>
                  <a:pt x="18974" y="107551"/>
                </a:cubicBezTo>
                <a:cubicBezTo>
                  <a:pt x="11976" y="103144"/>
                  <a:pt x="7064" y="97052"/>
                  <a:pt x="4238" y="89271"/>
                </a:cubicBezTo>
                <a:cubicBezTo>
                  <a:pt x="1414" y="81490"/>
                  <a:pt x="0" y="72500"/>
                  <a:pt x="0" y="62302"/>
                </a:cubicBezTo>
                <a:lnTo>
                  <a:pt x="0" y="0"/>
                </a:lnTo>
                <a:lnTo>
                  <a:pt x="27821" y="0"/>
                </a:lnTo>
                <a:lnTo>
                  <a:pt x="27821" y="58359"/>
                </a:lnTo>
                <a:cubicBezTo>
                  <a:pt x="27821" y="65963"/>
                  <a:pt x="28498" y="72109"/>
                  <a:pt x="29847" y="76801"/>
                </a:cubicBezTo>
                <a:cubicBezTo>
                  <a:pt x="31198" y="81490"/>
                  <a:pt x="33498" y="84911"/>
                  <a:pt x="36747" y="87059"/>
                </a:cubicBezTo>
                <a:cubicBezTo>
                  <a:pt x="39999" y="89208"/>
                  <a:pt x="44360" y="90283"/>
                  <a:pt x="49832" y="90283"/>
                </a:cubicBezTo>
                <a:cubicBezTo>
                  <a:pt x="53029" y="90283"/>
                  <a:pt x="56167" y="90123"/>
                  <a:pt x="59239" y="89803"/>
                </a:cubicBezTo>
                <a:cubicBezTo>
                  <a:pt x="62314" y="89485"/>
                  <a:pt x="64774" y="89165"/>
                  <a:pt x="66620" y="88845"/>
                </a:cubicBezTo>
                <a:lnTo>
                  <a:pt x="66620" y="0"/>
                </a:lnTo>
                <a:lnTo>
                  <a:pt x="94389" y="0"/>
                </a:lnTo>
                <a:lnTo>
                  <a:pt x="94389" y="107871"/>
                </a:lnTo>
                <a:cubicBezTo>
                  <a:pt x="89271" y="109328"/>
                  <a:pt x="82619" y="110740"/>
                  <a:pt x="74429" y="112108"/>
                </a:cubicBezTo>
                <a:cubicBezTo>
                  <a:pt x="66240" y="113477"/>
                  <a:pt x="57384" y="114160"/>
                  <a:pt x="47860" y="1141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B85AC-8B69-4730-97A0-B3307C94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491" y="1273628"/>
            <a:ext cx="153599" cy="114160"/>
          </a:xfrm>
          <a:custGeom xmlns:a="http://schemas.openxmlformats.org/drawingml/2006/main">
            <a:pathLst>
              <a:path w="153599" h="114160">
                <a:moveTo>
                  <a:pt x="0" y="114160"/>
                </a:moveTo>
                <a:lnTo>
                  <a:pt x="0" y="6289"/>
                </a:lnTo>
                <a:cubicBezTo>
                  <a:pt x="5258" y="4832"/>
                  <a:pt x="11913" y="3420"/>
                  <a:pt x="19960" y="2052"/>
                </a:cubicBezTo>
                <a:cubicBezTo>
                  <a:pt x="28006" y="686"/>
                  <a:pt x="36385" y="0"/>
                  <a:pt x="45088" y="0"/>
                </a:cubicBezTo>
                <a:cubicBezTo>
                  <a:pt x="52941" y="0"/>
                  <a:pt x="59390" y="1023"/>
                  <a:pt x="64434" y="3066"/>
                </a:cubicBezTo>
                <a:cubicBezTo>
                  <a:pt x="69480" y="5109"/>
                  <a:pt x="73621" y="7692"/>
                  <a:pt x="76852" y="10818"/>
                </a:cubicBezTo>
                <a:cubicBezTo>
                  <a:pt x="79519" y="8864"/>
                  <a:pt x="82619" y="7089"/>
                  <a:pt x="86154" y="5489"/>
                </a:cubicBezTo>
                <a:cubicBezTo>
                  <a:pt x="89688" y="3892"/>
                  <a:pt x="93526" y="2577"/>
                  <a:pt x="97666" y="1546"/>
                </a:cubicBezTo>
                <a:cubicBezTo>
                  <a:pt x="101804" y="514"/>
                  <a:pt x="105899" y="0"/>
                  <a:pt x="109951" y="0"/>
                </a:cubicBezTo>
                <a:cubicBezTo>
                  <a:pt x="121747" y="0"/>
                  <a:pt x="130788" y="2169"/>
                  <a:pt x="137077" y="6504"/>
                </a:cubicBezTo>
                <a:cubicBezTo>
                  <a:pt x="143366" y="10838"/>
                  <a:pt x="147693" y="16834"/>
                  <a:pt x="150056" y="24489"/>
                </a:cubicBezTo>
                <a:cubicBezTo>
                  <a:pt x="152419" y="32147"/>
                  <a:pt x="153599" y="41057"/>
                  <a:pt x="153599" y="51218"/>
                </a:cubicBezTo>
                <a:lnTo>
                  <a:pt x="153599" y="114160"/>
                </a:lnTo>
                <a:lnTo>
                  <a:pt x="125779" y="114160"/>
                </a:lnTo>
                <a:lnTo>
                  <a:pt x="125779" y="55215"/>
                </a:lnTo>
                <a:cubicBezTo>
                  <a:pt x="125779" y="47755"/>
                  <a:pt x="125193" y="41722"/>
                  <a:pt x="124021" y="37122"/>
                </a:cubicBezTo>
                <a:cubicBezTo>
                  <a:pt x="122847" y="32521"/>
                  <a:pt x="120841" y="29152"/>
                  <a:pt x="117998" y="27021"/>
                </a:cubicBezTo>
                <a:cubicBezTo>
                  <a:pt x="115154" y="24889"/>
                  <a:pt x="111228" y="23823"/>
                  <a:pt x="106219" y="23823"/>
                </a:cubicBezTo>
                <a:cubicBezTo>
                  <a:pt x="104053" y="23823"/>
                  <a:pt x="101813" y="24109"/>
                  <a:pt x="99504" y="24677"/>
                </a:cubicBezTo>
                <a:cubicBezTo>
                  <a:pt x="97195" y="25246"/>
                  <a:pt x="95035" y="25992"/>
                  <a:pt x="93029" y="26915"/>
                </a:cubicBezTo>
                <a:cubicBezTo>
                  <a:pt x="91020" y="27838"/>
                  <a:pt x="89343" y="28726"/>
                  <a:pt x="87991" y="29581"/>
                </a:cubicBezTo>
                <a:cubicBezTo>
                  <a:pt x="89057" y="32918"/>
                  <a:pt x="89777" y="36516"/>
                  <a:pt x="90151" y="40371"/>
                </a:cubicBezTo>
                <a:cubicBezTo>
                  <a:pt x="90523" y="44228"/>
                  <a:pt x="90711" y="48323"/>
                  <a:pt x="90711" y="52658"/>
                </a:cubicBezTo>
                <a:lnTo>
                  <a:pt x="90711" y="114160"/>
                </a:lnTo>
                <a:lnTo>
                  <a:pt x="62891" y="114160"/>
                </a:lnTo>
                <a:lnTo>
                  <a:pt x="62891" y="55215"/>
                </a:lnTo>
                <a:cubicBezTo>
                  <a:pt x="62891" y="47755"/>
                  <a:pt x="62302" y="41722"/>
                  <a:pt x="61130" y="37122"/>
                </a:cubicBezTo>
                <a:cubicBezTo>
                  <a:pt x="59959" y="32521"/>
                  <a:pt x="57942" y="29152"/>
                  <a:pt x="55081" y="27021"/>
                </a:cubicBezTo>
                <a:cubicBezTo>
                  <a:pt x="52221" y="24889"/>
                  <a:pt x="48252" y="23823"/>
                  <a:pt x="43171" y="23823"/>
                </a:cubicBezTo>
                <a:cubicBezTo>
                  <a:pt x="41179" y="23823"/>
                  <a:pt x="39236" y="23894"/>
                  <a:pt x="37333" y="24037"/>
                </a:cubicBezTo>
                <a:cubicBezTo>
                  <a:pt x="35433" y="24180"/>
                  <a:pt x="33701" y="24357"/>
                  <a:pt x="32138" y="24569"/>
                </a:cubicBezTo>
                <a:cubicBezTo>
                  <a:pt x="30575" y="24783"/>
                  <a:pt x="29135" y="25032"/>
                  <a:pt x="27821" y="25317"/>
                </a:cubicBezTo>
                <a:lnTo>
                  <a:pt x="27821" y="114160"/>
                </a:lnTo>
                <a:lnTo>
                  <a:pt x="0" y="1141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274D9-FD1C-4642-A7FB-1625E8C8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257" y="1273628"/>
            <a:ext cx="102061" cy="153599"/>
          </a:xfrm>
          <a:custGeom xmlns:a="http://schemas.openxmlformats.org/drawingml/2006/main">
            <a:pathLst>
              <a:path w="102061" h="153599">
                <a:moveTo>
                  <a:pt x="0" y="153599"/>
                </a:moveTo>
                <a:lnTo>
                  <a:pt x="0" y="6289"/>
                </a:lnTo>
                <a:cubicBezTo>
                  <a:pt x="3589" y="5189"/>
                  <a:pt x="7815" y="4158"/>
                  <a:pt x="12684" y="3198"/>
                </a:cubicBezTo>
                <a:cubicBezTo>
                  <a:pt x="17551" y="2240"/>
                  <a:pt x="22731" y="1466"/>
                  <a:pt x="28221" y="880"/>
                </a:cubicBezTo>
                <a:cubicBezTo>
                  <a:pt x="33710" y="294"/>
                  <a:pt x="39153" y="0"/>
                  <a:pt x="44554" y="0"/>
                </a:cubicBezTo>
                <a:cubicBezTo>
                  <a:pt x="56564" y="0"/>
                  <a:pt x="66851" y="2363"/>
                  <a:pt x="75412" y="7089"/>
                </a:cubicBezTo>
                <a:cubicBezTo>
                  <a:pt x="83976" y="11816"/>
                  <a:pt x="90557" y="18557"/>
                  <a:pt x="95160" y="27315"/>
                </a:cubicBezTo>
                <a:cubicBezTo>
                  <a:pt x="99761" y="36073"/>
                  <a:pt x="102061" y="46420"/>
                  <a:pt x="102061" y="58359"/>
                </a:cubicBezTo>
                <a:cubicBezTo>
                  <a:pt x="102061" y="69800"/>
                  <a:pt x="100161" y="79881"/>
                  <a:pt x="96358" y="88605"/>
                </a:cubicBezTo>
                <a:cubicBezTo>
                  <a:pt x="92557" y="97326"/>
                  <a:pt x="87014" y="104142"/>
                  <a:pt x="79730" y="109045"/>
                </a:cubicBezTo>
                <a:cubicBezTo>
                  <a:pt x="72446" y="113946"/>
                  <a:pt x="63474" y="116397"/>
                  <a:pt x="52815" y="116397"/>
                </a:cubicBezTo>
                <a:cubicBezTo>
                  <a:pt x="47806" y="116397"/>
                  <a:pt x="43214" y="115840"/>
                  <a:pt x="39039" y="114720"/>
                </a:cubicBezTo>
                <a:cubicBezTo>
                  <a:pt x="34864" y="113600"/>
                  <a:pt x="31124" y="112223"/>
                  <a:pt x="27821" y="110588"/>
                </a:cubicBezTo>
                <a:lnTo>
                  <a:pt x="27821" y="153599"/>
                </a:lnTo>
                <a:lnTo>
                  <a:pt x="0" y="153599"/>
                </a:lnTo>
                <a:close/>
                <a:moveTo>
                  <a:pt x="47860" y="92683"/>
                </a:moveTo>
                <a:cubicBezTo>
                  <a:pt x="52335" y="92683"/>
                  <a:pt x="56173" y="91926"/>
                  <a:pt x="59370" y="90417"/>
                </a:cubicBezTo>
                <a:cubicBezTo>
                  <a:pt x="62568" y="88908"/>
                  <a:pt x="65234" y="86697"/>
                  <a:pt x="67366" y="83782"/>
                </a:cubicBezTo>
                <a:cubicBezTo>
                  <a:pt x="69497" y="80867"/>
                  <a:pt x="71060" y="77350"/>
                  <a:pt x="72055" y="73229"/>
                </a:cubicBezTo>
                <a:cubicBezTo>
                  <a:pt x="73049" y="69109"/>
                  <a:pt x="73549" y="64382"/>
                  <a:pt x="73549" y="59053"/>
                </a:cubicBezTo>
                <a:cubicBezTo>
                  <a:pt x="73549" y="51841"/>
                  <a:pt x="72412" y="45603"/>
                  <a:pt x="70137" y="40345"/>
                </a:cubicBezTo>
                <a:cubicBezTo>
                  <a:pt x="67863" y="35087"/>
                  <a:pt x="64568" y="31018"/>
                  <a:pt x="60250" y="28141"/>
                </a:cubicBezTo>
                <a:cubicBezTo>
                  <a:pt x="55933" y="25263"/>
                  <a:pt x="50632" y="23823"/>
                  <a:pt x="44343" y="23823"/>
                </a:cubicBezTo>
                <a:cubicBezTo>
                  <a:pt x="40648" y="23823"/>
                  <a:pt x="37388" y="23983"/>
                  <a:pt x="34561" y="24303"/>
                </a:cubicBezTo>
                <a:cubicBezTo>
                  <a:pt x="31738" y="24623"/>
                  <a:pt x="29489" y="24960"/>
                  <a:pt x="27821" y="25317"/>
                </a:cubicBezTo>
                <a:lnTo>
                  <a:pt x="27821" y="87034"/>
                </a:lnTo>
                <a:cubicBezTo>
                  <a:pt x="29915" y="88454"/>
                  <a:pt x="32784" y="89751"/>
                  <a:pt x="36427" y="90923"/>
                </a:cubicBezTo>
                <a:cubicBezTo>
                  <a:pt x="40068" y="92094"/>
                  <a:pt x="43880" y="92683"/>
                  <a:pt x="47860" y="926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A2458-2C25-43C7-A687-FBC45245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7902" y="1222358"/>
            <a:ext cx="45034" cy="167510"/>
          </a:xfrm>
          <a:custGeom xmlns:a="http://schemas.openxmlformats.org/drawingml/2006/main">
            <a:pathLst>
              <a:path w="45034" h="167510">
                <a:moveTo>
                  <a:pt x="41091" y="167510"/>
                </a:moveTo>
                <a:cubicBezTo>
                  <a:pt x="30218" y="167224"/>
                  <a:pt x="21797" y="165661"/>
                  <a:pt x="15828" y="162817"/>
                </a:cubicBezTo>
                <a:cubicBezTo>
                  <a:pt x="9858" y="159974"/>
                  <a:pt x="5729" y="155871"/>
                  <a:pt x="3438" y="150507"/>
                </a:cubicBezTo>
                <a:cubicBezTo>
                  <a:pt x="1146" y="145141"/>
                  <a:pt x="0" y="138586"/>
                  <a:pt x="0" y="130839"/>
                </a:cubicBezTo>
                <a:lnTo>
                  <a:pt x="0" y="4529"/>
                </a:lnTo>
                <a:lnTo>
                  <a:pt x="27821" y="0"/>
                </a:lnTo>
                <a:lnTo>
                  <a:pt x="27821" y="125779"/>
                </a:lnTo>
                <a:cubicBezTo>
                  <a:pt x="27821" y="131748"/>
                  <a:pt x="28904" y="136206"/>
                  <a:pt x="31070" y="139155"/>
                </a:cubicBezTo>
                <a:cubicBezTo>
                  <a:pt x="33238" y="142103"/>
                  <a:pt x="37893" y="143898"/>
                  <a:pt x="45034" y="144538"/>
                </a:cubicBezTo>
                <a:lnTo>
                  <a:pt x="41091" y="167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468A4-B59F-4B05-9CA2-865B8A3B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9458" y="1224382"/>
            <a:ext cx="34110" cy="163406"/>
          </a:xfrm>
          <a:custGeom xmlns:a="http://schemas.openxmlformats.org/drawingml/2006/main">
            <a:pathLst>
              <a:path w="34110" h="163406">
                <a:moveTo>
                  <a:pt x="3092" y="163406"/>
                </a:moveTo>
                <a:lnTo>
                  <a:pt x="3092" y="51698"/>
                </a:lnTo>
                <a:lnTo>
                  <a:pt x="30912" y="51698"/>
                </a:lnTo>
                <a:lnTo>
                  <a:pt x="30912" y="163406"/>
                </a:lnTo>
                <a:lnTo>
                  <a:pt x="3092" y="163406"/>
                </a:lnTo>
                <a:close/>
                <a:moveTo>
                  <a:pt x="17054" y="33950"/>
                </a:moveTo>
                <a:cubicBezTo>
                  <a:pt x="12436" y="33950"/>
                  <a:pt x="8438" y="32433"/>
                  <a:pt x="5063" y="29395"/>
                </a:cubicBezTo>
                <a:cubicBezTo>
                  <a:pt x="1689" y="26355"/>
                  <a:pt x="0" y="22208"/>
                  <a:pt x="0" y="16951"/>
                </a:cubicBezTo>
                <a:cubicBezTo>
                  <a:pt x="0" y="11727"/>
                  <a:pt x="1689" y="7595"/>
                  <a:pt x="5063" y="4558"/>
                </a:cubicBezTo>
                <a:cubicBezTo>
                  <a:pt x="8438" y="1520"/>
                  <a:pt x="12436" y="0"/>
                  <a:pt x="17054" y="0"/>
                </a:cubicBezTo>
                <a:cubicBezTo>
                  <a:pt x="21674" y="0"/>
                  <a:pt x="25672" y="1520"/>
                  <a:pt x="29046" y="4558"/>
                </a:cubicBezTo>
                <a:cubicBezTo>
                  <a:pt x="32421" y="7595"/>
                  <a:pt x="34110" y="11727"/>
                  <a:pt x="34110" y="16951"/>
                </a:cubicBezTo>
                <a:cubicBezTo>
                  <a:pt x="34110" y="22208"/>
                  <a:pt x="32421" y="26355"/>
                  <a:pt x="29046" y="29395"/>
                </a:cubicBezTo>
                <a:cubicBezTo>
                  <a:pt x="25672" y="32433"/>
                  <a:pt x="21674" y="33950"/>
                  <a:pt x="17054" y="339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1D0A5-B5B4-49EC-A909-1E448655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814" y="1273628"/>
            <a:ext cx="94386" cy="114160"/>
          </a:xfrm>
          <a:custGeom xmlns:a="http://schemas.openxmlformats.org/drawingml/2006/main">
            <a:pathLst>
              <a:path w="94386" h="114160">
                <a:moveTo>
                  <a:pt x="0" y="114160"/>
                </a:moveTo>
                <a:lnTo>
                  <a:pt x="0" y="6289"/>
                </a:lnTo>
                <a:cubicBezTo>
                  <a:pt x="5152" y="4832"/>
                  <a:pt x="11813" y="3420"/>
                  <a:pt x="19985" y="2052"/>
                </a:cubicBezTo>
                <a:cubicBezTo>
                  <a:pt x="28158" y="686"/>
                  <a:pt x="37005" y="0"/>
                  <a:pt x="46529" y="0"/>
                </a:cubicBezTo>
                <a:cubicBezTo>
                  <a:pt x="58999" y="0"/>
                  <a:pt x="68697" y="2160"/>
                  <a:pt x="75627" y="6475"/>
                </a:cubicBezTo>
                <a:cubicBezTo>
                  <a:pt x="82556" y="10793"/>
                  <a:pt x="87414" y="16779"/>
                  <a:pt x="90203" y="24437"/>
                </a:cubicBezTo>
                <a:cubicBezTo>
                  <a:pt x="92992" y="32093"/>
                  <a:pt x="94386" y="41019"/>
                  <a:pt x="94386" y="51218"/>
                </a:cubicBezTo>
                <a:lnTo>
                  <a:pt x="94386" y="114160"/>
                </a:lnTo>
                <a:lnTo>
                  <a:pt x="66565" y="114160"/>
                </a:lnTo>
                <a:lnTo>
                  <a:pt x="66565" y="55215"/>
                </a:lnTo>
                <a:cubicBezTo>
                  <a:pt x="66565" y="47575"/>
                  <a:pt x="65908" y="41465"/>
                  <a:pt x="64594" y="36882"/>
                </a:cubicBezTo>
                <a:cubicBezTo>
                  <a:pt x="63279" y="32298"/>
                  <a:pt x="61033" y="28975"/>
                  <a:pt x="57853" y="26915"/>
                </a:cubicBezTo>
                <a:cubicBezTo>
                  <a:pt x="54673" y="24855"/>
                  <a:pt x="50241" y="23823"/>
                  <a:pt x="44554" y="23823"/>
                </a:cubicBezTo>
                <a:cubicBezTo>
                  <a:pt x="41357" y="23823"/>
                  <a:pt x="38230" y="23992"/>
                  <a:pt x="35176" y="24329"/>
                </a:cubicBezTo>
                <a:cubicBezTo>
                  <a:pt x="32118" y="24669"/>
                  <a:pt x="29669" y="24997"/>
                  <a:pt x="27821" y="25317"/>
                </a:cubicBezTo>
                <a:lnTo>
                  <a:pt x="27821" y="114160"/>
                </a:lnTo>
                <a:lnTo>
                  <a:pt x="0" y="1141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05BBC-20BF-4AA5-86C4-18C043D3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932" y="1273628"/>
            <a:ext cx="99875" cy="154239"/>
          </a:xfrm>
          <a:custGeom xmlns:a="http://schemas.openxmlformats.org/drawingml/2006/main">
            <a:pathLst>
              <a:path w="99875" h="154239">
                <a:moveTo>
                  <a:pt x="44023" y="154239"/>
                </a:moveTo>
                <a:cubicBezTo>
                  <a:pt x="37165" y="154239"/>
                  <a:pt x="30432" y="153645"/>
                  <a:pt x="23823" y="152453"/>
                </a:cubicBezTo>
                <a:cubicBezTo>
                  <a:pt x="17214" y="151262"/>
                  <a:pt x="11190" y="149744"/>
                  <a:pt x="5755" y="147896"/>
                </a:cubicBezTo>
                <a:lnTo>
                  <a:pt x="10713" y="124393"/>
                </a:lnTo>
                <a:cubicBezTo>
                  <a:pt x="15330" y="126241"/>
                  <a:pt x="20420" y="127742"/>
                  <a:pt x="25980" y="128896"/>
                </a:cubicBezTo>
                <a:cubicBezTo>
                  <a:pt x="31541" y="130051"/>
                  <a:pt x="37696" y="130628"/>
                  <a:pt x="44448" y="130628"/>
                </a:cubicBezTo>
                <a:cubicBezTo>
                  <a:pt x="51164" y="130628"/>
                  <a:pt x="56538" y="129696"/>
                  <a:pt x="60570" y="127830"/>
                </a:cubicBezTo>
                <a:cubicBezTo>
                  <a:pt x="64602" y="125964"/>
                  <a:pt x="67543" y="123221"/>
                  <a:pt x="69392" y="119598"/>
                </a:cubicBezTo>
                <a:cubicBezTo>
                  <a:pt x="71237" y="115972"/>
                  <a:pt x="72160" y="111654"/>
                  <a:pt x="72160" y="106645"/>
                </a:cubicBezTo>
                <a:lnTo>
                  <a:pt x="72160" y="101850"/>
                </a:lnTo>
                <a:cubicBezTo>
                  <a:pt x="69106" y="103376"/>
                  <a:pt x="65614" y="104690"/>
                  <a:pt x="61688" y="105793"/>
                </a:cubicBezTo>
                <a:cubicBezTo>
                  <a:pt x="57762" y="106893"/>
                  <a:pt x="53258" y="107445"/>
                  <a:pt x="48177" y="107445"/>
                </a:cubicBezTo>
                <a:cubicBezTo>
                  <a:pt x="38336" y="107445"/>
                  <a:pt x="29792" y="105447"/>
                  <a:pt x="22543" y="101450"/>
                </a:cubicBezTo>
                <a:cubicBezTo>
                  <a:pt x="15296" y="97452"/>
                  <a:pt x="9727" y="91546"/>
                  <a:pt x="5835" y="83728"/>
                </a:cubicBezTo>
                <a:cubicBezTo>
                  <a:pt x="1943" y="75912"/>
                  <a:pt x="0" y="66320"/>
                  <a:pt x="0" y="54950"/>
                </a:cubicBezTo>
                <a:cubicBezTo>
                  <a:pt x="0" y="44005"/>
                  <a:pt x="2229" y="34413"/>
                  <a:pt x="6687" y="26169"/>
                </a:cubicBezTo>
                <a:cubicBezTo>
                  <a:pt x="11147" y="17925"/>
                  <a:pt x="17559" y="11504"/>
                  <a:pt x="25926" y="6904"/>
                </a:cubicBezTo>
                <a:cubicBezTo>
                  <a:pt x="34296" y="2300"/>
                  <a:pt x="44323" y="0"/>
                  <a:pt x="56013" y="0"/>
                </a:cubicBezTo>
                <a:cubicBezTo>
                  <a:pt x="64151" y="0"/>
                  <a:pt x="72172" y="649"/>
                  <a:pt x="80076" y="1946"/>
                </a:cubicBezTo>
                <a:cubicBezTo>
                  <a:pt x="87982" y="3243"/>
                  <a:pt x="94580" y="4689"/>
                  <a:pt x="99875" y="6289"/>
                </a:cubicBezTo>
                <a:lnTo>
                  <a:pt x="99875" y="101956"/>
                </a:lnTo>
                <a:cubicBezTo>
                  <a:pt x="99875" y="119864"/>
                  <a:pt x="95309" y="133054"/>
                  <a:pt x="86179" y="141529"/>
                </a:cubicBezTo>
                <a:cubicBezTo>
                  <a:pt x="77047" y="150002"/>
                  <a:pt x="62994" y="154239"/>
                  <a:pt x="44023" y="154239"/>
                </a:cubicBezTo>
                <a:close/>
                <a:moveTo>
                  <a:pt x="52815" y="84742"/>
                </a:moveTo>
                <a:cubicBezTo>
                  <a:pt x="56724" y="84742"/>
                  <a:pt x="60373" y="84208"/>
                  <a:pt x="63768" y="83142"/>
                </a:cubicBezTo>
                <a:cubicBezTo>
                  <a:pt x="67160" y="82076"/>
                  <a:pt x="69940" y="80833"/>
                  <a:pt x="72109" y="79413"/>
                </a:cubicBezTo>
                <a:lnTo>
                  <a:pt x="72109" y="24197"/>
                </a:lnTo>
                <a:cubicBezTo>
                  <a:pt x="70369" y="23806"/>
                  <a:pt x="68234" y="23460"/>
                  <a:pt x="65714" y="23157"/>
                </a:cubicBezTo>
                <a:cubicBezTo>
                  <a:pt x="63191" y="22854"/>
                  <a:pt x="60028" y="22706"/>
                  <a:pt x="56227" y="22706"/>
                </a:cubicBezTo>
                <a:cubicBezTo>
                  <a:pt x="50149" y="22706"/>
                  <a:pt x="45051" y="24092"/>
                  <a:pt x="40931" y="26860"/>
                </a:cubicBezTo>
                <a:cubicBezTo>
                  <a:pt x="36807" y="29632"/>
                  <a:pt x="33698" y="33444"/>
                  <a:pt x="31604" y="38293"/>
                </a:cubicBezTo>
                <a:cubicBezTo>
                  <a:pt x="29507" y="43143"/>
                  <a:pt x="28458" y="48712"/>
                  <a:pt x="28458" y="55001"/>
                </a:cubicBezTo>
                <a:cubicBezTo>
                  <a:pt x="28458" y="60048"/>
                  <a:pt x="29035" y="64445"/>
                  <a:pt x="30192" y="68191"/>
                </a:cubicBezTo>
                <a:cubicBezTo>
                  <a:pt x="31347" y="71940"/>
                  <a:pt x="32981" y="75032"/>
                  <a:pt x="35093" y="77467"/>
                </a:cubicBezTo>
                <a:cubicBezTo>
                  <a:pt x="37208" y="79899"/>
                  <a:pt x="39768" y="81722"/>
                  <a:pt x="42768" y="82928"/>
                </a:cubicBezTo>
                <a:cubicBezTo>
                  <a:pt x="45771" y="84136"/>
                  <a:pt x="49120" y="84742"/>
                  <a:pt x="52815" y="84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001C9-67CF-48F1-83AD-816FB499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336" y="1491304"/>
            <a:ext cx="162872" cy="147736"/>
          </a:xfrm>
          <a:custGeom xmlns:a="http://schemas.openxmlformats.org/drawingml/2006/main">
            <a:pathLst>
              <a:path w="162872" h="147736">
                <a:moveTo>
                  <a:pt x="0" y="147736"/>
                </a:moveTo>
                <a:cubicBezTo>
                  <a:pt x="569" y="135728"/>
                  <a:pt x="1234" y="123175"/>
                  <a:pt x="1997" y="110082"/>
                </a:cubicBezTo>
                <a:cubicBezTo>
                  <a:pt x="2763" y="96989"/>
                  <a:pt x="3623" y="83905"/>
                  <a:pt x="4583" y="70832"/>
                </a:cubicBezTo>
                <a:cubicBezTo>
                  <a:pt x="5544" y="57756"/>
                  <a:pt x="6572" y="45177"/>
                  <a:pt x="7675" y="33098"/>
                </a:cubicBezTo>
                <a:cubicBezTo>
                  <a:pt x="8775" y="21017"/>
                  <a:pt x="10018" y="9984"/>
                  <a:pt x="11404" y="0"/>
                </a:cubicBezTo>
                <a:lnTo>
                  <a:pt x="38959" y="0"/>
                </a:lnTo>
                <a:cubicBezTo>
                  <a:pt x="41908" y="5224"/>
                  <a:pt x="45186" y="11547"/>
                  <a:pt x="48792" y="18974"/>
                </a:cubicBezTo>
                <a:cubicBezTo>
                  <a:pt x="52398" y="26400"/>
                  <a:pt x="56147" y="34384"/>
                  <a:pt x="60036" y="42931"/>
                </a:cubicBezTo>
                <a:cubicBezTo>
                  <a:pt x="63928" y="51475"/>
                  <a:pt x="67774" y="60056"/>
                  <a:pt x="71575" y="68671"/>
                </a:cubicBezTo>
                <a:cubicBezTo>
                  <a:pt x="75378" y="77290"/>
                  <a:pt x="78878" y="85328"/>
                  <a:pt x="82076" y="92789"/>
                </a:cubicBezTo>
                <a:cubicBezTo>
                  <a:pt x="85274" y="85328"/>
                  <a:pt x="88774" y="77290"/>
                  <a:pt x="92574" y="68671"/>
                </a:cubicBezTo>
                <a:cubicBezTo>
                  <a:pt x="96375" y="60056"/>
                  <a:pt x="100221" y="51475"/>
                  <a:pt x="104113" y="42931"/>
                </a:cubicBezTo>
                <a:cubicBezTo>
                  <a:pt x="108005" y="34384"/>
                  <a:pt x="111760" y="26400"/>
                  <a:pt x="115386" y="18974"/>
                </a:cubicBezTo>
                <a:cubicBezTo>
                  <a:pt x="119009" y="11547"/>
                  <a:pt x="122278" y="5224"/>
                  <a:pt x="125193" y="0"/>
                </a:cubicBezTo>
                <a:lnTo>
                  <a:pt x="151413" y="0"/>
                </a:lnTo>
                <a:cubicBezTo>
                  <a:pt x="152799" y="9984"/>
                  <a:pt x="154051" y="21017"/>
                  <a:pt x="155171" y="33098"/>
                </a:cubicBezTo>
                <a:cubicBezTo>
                  <a:pt x="156291" y="45177"/>
                  <a:pt x="157320" y="57756"/>
                  <a:pt x="158263" y="70832"/>
                </a:cubicBezTo>
                <a:cubicBezTo>
                  <a:pt x="159203" y="83905"/>
                  <a:pt x="160066" y="96989"/>
                  <a:pt x="160846" y="110082"/>
                </a:cubicBezTo>
                <a:cubicBezTo>
                  <a:pt x="161629" y="123175"/>
                  <a:pt x="162303" y="135728"/>
                  <a:pt x="162872" y="147736"/>
                </a:cubicBezTo>
                <a:lnTo>
                  <a:pt x="134411" y="147736"/>
                </a:lnTo>
                <a:cubicBezTo>
                  <a:pt x="134057" y="136863"/>
                  <a:pt x="133640" y="125656"/>
                  <a:pt x="133159" y="114106"/>
                </a:cubicBezTo>
                <a:cubicBezTo>
                  <a:pt x="132679" y="102559"/>
                  <a:pt x="132119" y="90860"/>
                  <a:pt x="131479" y="79013"/>
                </a:cubicBezTo>
                <a:cubicBezTo>
                  <a:pt x="130842" y="67163"/>
                  <a:pt x="130005" y="55516"/>
                  <a:pt x="128976" y="44077"/>
                </a:cubicBezTo>
                <a:cubicBezTo>
                  <a:pt x="127127" y="48375"/>
                  <a:pt x="124916" y="53375"/>
                  <a:pt x="122341" y="59079"/>
                </a:cubicBezTo>
                <a:cubicBezTo>
                  <a:pt x="119764" y="64782"/>
                  <a:pt x="117037" y="70849"/>
                  <a:pt x="114160" y="77278"/>
                </a:cubicBezTo>
                <a:cubicBezTo>
                  <a:pt x="111282" y="83710"/>
                  <a:pt x="108448" y="90106"/>
                  <a:pt x="105659" y="96466"/>
                </a:cubicBezTo>
                <a:cubicBezTo>
                  <a:pt x="102870" y="102827"/>
                  <a:pt x="100275" y="108785"/>
                  <a:pt x="97878" y="114346"/>
                </a:cubicBezTo>
                <a:cubicBezTo>
                  <a:pt x="95478" y="119906"/>
                  <a:pt x="93480" y="124587"/>
                  <a:pt x="91883" y="128390"/>
                </a:cubicBezTo>
                <a:lnTo>
                  <a:pt x="70883" y="128390"/>
                </a:lnTo>
                <a:cubicBezTo>
                  <a:pt x="69283" y="124587"/>
                  <a:pt x="67286" y="119906"/>
                  <a:pt x="64888" y="114346"/>
                </a:cubicBezTo>
                <a:cubicBezTo>
                  <a:pt x="62488" y="108785"/>
                  <a:pt x="59896" y="102827"/>
                  <a:pt x="57107" y="96466"/>
                </a:cubicBezTo>
                <a:cubicBezTo>
                  <a:pt x="54318" y="90106"/>
                  <a:pt x="51484" y="83710"/>
                  <a:pt x="48606" y="77278"/>
                </a:cubicBezTo>
                <a:cubicBezTo>
                  <a:pt x="45729" y="70849"/>
                  <a:pt x="43000" y="64782"/>
                  <a:pt x="40425" y="59079"/>
                </a:cubicBezTo>
                <a:cubicBezTo>
                  <a:pt x="37848" y="53375"/>
                  <a:pt x="35636" y="48375"/>
                  <a:pt x="33790" y="44077"/>
                </a:cubicBezTo>
                <a:cubicBezTo>
                  <a:pt x="32864" y="55516"/>
                  <a:pt x="32058" y="67163"/>
                  <a:pt x="31364" y="79013"/>
                </a:cubicBezTo>
                <a:cubicBezTo>
                  <a:pt x="30672" y="90860"/>
                  <a:pt x="30084" y="102559"/>
                  <a:pt x="29607" y="114106"/>
                </a:cubicBezTo>
                <a:cubicBezTo>
                  <a:pt x="29126" y="125656"/>
                  <a:pt x="28709" y="136863"/>
                  <a:pt x="28352" y="147736"/>
                </a:cubicBezTo>
                <a:lnTo>
                  <a:pt x="0" y="1477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8CEE29-7E00-4A5B-837E-4F6187DC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711" y="1524453"/>
            <a:ext cx="108085" cy="117463"/>
          </a:xfrm>
          <a:custGeom xmlns:a="http://schemas.openxmlformats.org/drawingml/2006/main">
            <a:pathLst>
              <a:path w="108085" h="117463">
                <a:moveTo>
                  <a:pt x="54075" y="117463"/>
                </a:moveTo>
                <a:cubicBezTo>
                  <a:pt x="43431" y="117463"/>
                  <a:pt x="34030" y="115003"/>
                  <a:pt x="25878" y="110082"/>
                </a:cubicBezTo>
                <a:cubicBezTo>
                  <a:pt x="17722" y="105162"/>
                  <a:pt x="11370" y="98287"/>
                  <a:pt x="6824" y="89457"/>
                </a:cubicBezTo>
                <a:cubicBezTo>
                  <a:pt x="2275" y="80627"/>
                  <a:pt x="0" y="70335"/>
                  <a:pt x="0" y="58573"/>
                </a:cubicBezTo>
                <a:cubicBezTo>
                  <a:pt x="0" y="46812"/>
                  <a:pt x="2323" y="36565"/>
                  <a:pt x="6964" y="27832"/>
                </a:cubicBezTo>
                <a:cubicBezTo>
                  <a:pt x="11607" y="19094"/>
                  <a:pt x="18037" y="12273"/>
                  <a:pt x="26255" y="7367"/>
                </a:cubicBezTo>
                <a:cubicBezTo>
                  <a:pt x="34476" y="2455"/>
                  <a:pt x="43774" y="0"/>
                  <a:pt x="54147" y="0"/>
                </a:cubicBezTo>
                <a:cubicBezTo>
                  <a:pt x="64668" y="0"/>
                  <a:pt x="73986" y="2443"/>
                  <a:pt x="82105" y="7329"/>
                </a:cubicBezTo>
                <a:cubicBezTo>
                  <a:pt x="90223" y="12213"/>
                  <a:pt x="96583" y="19037"/>
                  <a:pt x="101184" y="27795"/>
                </a:cubicBezTo>
                <a:cubicBezTo>
                  <a:pt x="105785" y="36553"/>
                  <a:pt x="108085" y="46812"/>
                  <a:pt x="108085" y="58573"/>
                </a:cubicBezTo>
                <a:cubicBezTo>
                  <a:pt x="108085" y="70335"/>
                  <a:pt x="105839" y="80627"/>
                  <a:pt x="101344" y="89457"/>
                </a:cubicBezTo>
                <a:cubicBezTo>
                  <a:pt x="96849" y="98287"/>
                  <a:pt x="90586" y="105162"/>
                  <a:pt x="82556" y="110082"/>
                </a:cubicBezTo>
                <a:cubicBezTo>
                  <a:pt x="74526" y="115003"/>
                  <a:pt x="65034" y="117463"/>
                  <a:pt x="54075" y="117463"/>
                </a:cubicBezTo>
                <a:close/>
                <a:moveTo>
                  <a:pt x="54044" y="93429"/>
                </a:moveTo>
                <a:cubicBezTo>
                  <a:pt x="59479" y="93429"/>
                  <a:pt x="64082" y="92006"/>
                  <a:pt x="67851" y="89157"/>
                </a:cubicBezTo>
                <a:cubicBezTo>
                  <a:pt x="71618" y="86308"/>
                  <a:pt x="74524" y="82265"/>
                  <a:pt x="76564" y="77027"/>
                </a:cubicBezTo>
                <a:cubicBezTo>
                  <a:pt x="78604" y="71786"/>
                  <a:pt x="79624" y="65634"/>
                  <a:pt x="79624" y="58573"/>
                </a:cubicBezTo>
                <a:cubicBezTo>
                  <a:pt x="79624" y="51466"/>
                  <a:pt x="78604" y="45334"/>
                  <a:pt x="76564" y="40179"/>
                </a:cubicBezTo>
                <a:cubicBezTo>
                  <a:pt x="74524" y="35022"/>
                  <a:pt x="71618" y="31044"/>
                  <a:pt x="67851" y="28241"/>
                </a:cubicBezTo>
                <a:cubicBezTo>
                  <a:pt x="64082" y="25437"/>
                  <a:pt x="59479" y="24037"/>
                  <a:pt x="54044" y="24037"/>
                </a:cubicBezTo>
                <a:cubicBezTo>
                  <a:pt x="48715" y="24037"/>
                  <a:pt x="44131" y="25440"/>
                  <a:pt x="40294" y="28246"/>
                </a:cubicBezTo>
                <a:cubicBezTo>
                  <a:pt x="36456" y="31055"/>
                  <a:pt x="33524" y="35033"/>
                  <a:pt x="31498" y="40185"/>
                </a:cubicBezTo>
                <a:cubicBezTo>
                  <a:pt x="29475" y="45337"/>
                  <a:pt x="28461" y="51466"/>
                  <a:pt x="28461" y="58573"/>
                </a:cubicBezTo>
                <a:cubicBezTo>
                  <a:pt x="28461" y="65680"/>
                  <a:pt x="29475" y="71835"/>
                  <a:pt x="31498" y="77041"/>
                </a:cubicBezTo>
                <a:cubicBezTo>
                  <a:pt x="33524" y="82245"/>
                  <a:pt x="36456" y="86276"/>
                  <a:pt x="40294" y="89137"/>
                </a:cubicBezTo>
                <a:cubicBezTo>
                  <a:pt x="44131" y="91997"/>
                  <a:pt x="48715" y="93429"/>
                  <a:pt x="54044" y="934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532D1-F3AA-4932-8A24-568274B9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2049" y="1473610"/>
            <a:ext cx="102007" cy="168150"/>
          </a:xfrm>
          <a:custGeom xmlns:a="http://schemas.openxmlformats.org/drawingml/2006/main">
            <a:pathLst>
              <a:path w="102007" h="168150">
                <a:moveTo>
                  <a:pt x="57453" y="168150"/>
                </a:moveTo>
                <a:cubicBezTo>
                  <a:pt x="45477" y="168150"/>
                  <a:pt x="35210" y="165812"/>
                  <a:pt x="26646" y="161140"/>
                </a:cubicBezTo>
                <a:cubicBezTo>
                  <a:pt x="18085" y="156468"/>
                  <a:pt x="11501" y="149779"/>
                  <a:pt x="6901" y="141075"/>
                </a:cubicBezTo>
                <a:cubicBezTo>
                  <a:pt x="2300" y="132368"/>
                  <a:pt x="0" y="122047"/>
                  <a:pt x="0" y="110108"/>
                </a:cubicBezTo>
                <a:cubicBezTo>
                  <a:pt x="0" y="98101"/>
                  <a:pt x="1980" y="87708"/>
                  <a:pt x="5941" y="78930"/>
                </a:cubicBezTo>
                <a:cubicBezTo>
                  <a:pt x="9904" y="70154"/>
                  <a:pt x="15616" y="63368"/>
                  <a:pt x="23077" y="58573"/>
                </a:cubicBezTo>
                <a:cubicBezTo>
                  <a:pt x="30538" y="53775"/>
                  <a:pt x="39528" y="51378"/>
                  <a:pt x="50043" y="51378"/>
                </a:cubicBezTo>
                <a:cubicBezTo>
                  <a:pt x="55053" y="51378"/>
                  <a:pt x="59513" y="51938"/>
                  <a:pt x="63422" y="53055"/>
                </a:cubicBezTo>
                <a:cubicBezTo>
                  <a:pt x="67328" y="54175"/>
                  <a:pt x="70937" y="55553"/>
                  <a:pt x="74241" y="57187"/>
                </a:cubicBezTo>
                <a:lnTo>
                  <a:pt x="74241" y="4529"/>
                </a:lnTo>
                <a:lnTo>
                  <a:pt x="102007" y="0"/>
                </a:lnTo>
                <a:lnTo>
                  <a:pt x="102007" y="161860"/>
                </a:lnTo>
                <a:cubicBezTo>
                  <a:pt x="98561" y="162926"/>
                  <a:pt x="94369" y="163946"/>
                  <a:pt x="89431" y="164923"/>
                </a:cubicBezTo>
                <a:cubicBezTo>
                  <a:pt x="84491" y="165901"/>
                  <a:pt x="79287" y="166684"/>
                  <a:pt x="73815" y="167269"/>
                </a:cubicBezTo>
                <a:cubicBezTo>
                  <a:pt x="68343" y="167855"/>
                  <a:pt x="62888" y="168150"/>
                  <a:pt x="57453" y="168150"/>
                </a:cubicBezTo>
                <a:close/>
                <a:moveTo>
                  <a:pt x="57664" y="144272"/>
                </a:moveTo>
                <a:cubicBezTo>
                  <a:pt x="61362" y="144272"/>
                  <a:pt x="64620" y="144112"/>
                  <a:pt x="67446" y="143792"/>
                </a:cubicBezTo>
                <a:cubicBezTo>
                  <a:pt x="70269" y="143472"/>
                  <a:pt x="72535" y="143135"/>
                  <a:pt x="74241" y="142781"/>
                </a:cubicBezTo>
                <a:lnTo>
                  <a:pt x="74241" y="80744"/>
                </a:lnTo>
                <a:cubicBezTo>
                  <a:pt x="72143" y="79287"/>
                  <a:pt x="69274" y="77981"/>
                  <a:pt x="65634" y="76827"/>
                </a:cubicBezTo>
                <a:cubicBezTo>
                  <a:pt x="61991" y="75672"/>
                  <a:pt x="58162" y="75092"/>
                  <a:pt x="54147" y="75092"/>
                </a:cubicBezTo>
                <a:cubicBezTo>
                  <a:pt x="49672" y="75092"/>
                  <a:pt x="45834" y="75849"/>
                  <a:pt x="42637" y="77358"/>
                </a:cubicBezTo>
                <a:cubicBezTo>
                  <a:pt x="39439" y="78870"/>
                  <a:pt x="36773" y="81082"/>
                  <a:pt x="34641" y="83993"/>
                </a:cubicBezTo>
                <a:cubicBezTo>
                  <a:pt x="32510" y="86908"/>
                  <a:pt x="30947" y="90460"/>
                  <a:pt x="29952" y="94652"/>
                </a:cubicBezTo>
                <a:cubicBezTo>
                  <a:pt x="28958" y="98847"/>
                  <a:pt x="28461" y="103607"/>
                  <a:pt x="28461" y="108936"/>
                </a:cubicBezTo>
                <a:cubicBezTo>
                  <a:pt x="28461" y="116149"/>
                  <a:pt x="29607" y="122404"/>
                  <a:pt x="31898" y="127696"/>
                </a:cubicBezTo>
                <a:cubicBezTo>
                  <a:pt x="34190" y="132991"/>
                  <a:pt x="37519" y="137077"/>
                  <a:pt x="41891" y="139955"/>
                </a:cubicBezTo>
                <a:cubicBezTo>
                  <a:pt x="46260" y="142832"/>
                  <a:pt x="51518" y="144272"/>
                  <a:pt x="57664" y="1442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E83BC-F2A3-42E9-B981-DF31B24A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745" y="1524453"/>
            <a:ext cx="102490" cy="117412"/>
          </a:xfrm>
          <a:custGeom xmlns:a="http://schemas.openxmlformats.org/drawingml/2006/main">
            <a:pathLst>
              <a:path w="102490" h="117412">
                <a:moveTo>
                  <a:pt x="58147" y="117412"/>
                </a:moveTo>
                <a:cubicBezTo>
                  <a:pt x="44788" y="117412"/>
                  <a:pt x="33827" y="114871"/>
                  <a:pt x="25263" y="109791"/>
                </a:cubicBezTo>
                <a:cubicBezTo>
                  <a:pt x="16699" y="104710"/>
                  <a:pt x="10350" y="97781"/>
                  <a:pt x="6209" y="89005"/>
                </a:cubicBezTo>
                <a:cubicBezTo>
                  <a:pt x="2072" y="80230"/>
                  <a:pt x="0" y="70352"/>
                  <a:pt x="0" y="59373"/>
                </a:cubicBezTo>
                <a:cubicBezTo>
                  <a:pt x="0" y="46226"/>
                  <a:pt x="2532" y="35256"/>
                  <a:pt x="7595" y="26463"/>
                </a:cubicBezTo>
                <a:cubicBezTo>
                  <a:pt x="12659" y="17668"/>
                  <a:pt x="19188" y="11059"/>
                  <a:pt x="27181" y="6635"/>
                </a:cubicBezTo>
                <a:cubicBezTo>
                  <a:pt x="35176" y="2212"/>
                  <a:pt x="43614" y="0"/>
                  <a:pt x="52498" y="0"/>
                </a:cubicBezTo>
                <a:cubicBezTo>
                  <a:pt x="62802" y="0"/>
                  <a:pt x="71675" y="2115"/>
                  <a:pt x="79118" y="6344"/>
                </a:cubicBezTo>
                <a:cubicBezTo>
                  <a:pt x="86562" y="10570"/>
                  <a:pt x="92317" y="16888"/>
                  <a:pt x="96386" y="25289"/>
                </a:cubicBezTo>
                <a:cubicBezTo>
                  <a:pt x="100455" y="33693"/>
                  <a:pt x="102490" y="44183"/>
                  <a:pt x="102490" y="56761"/>
                </a:cubicBezTo>
                <a:cubicBezTo>
                  <a:pt x="102490" y="58396"/>
                  <a:pt x="102427" y="60208"/>
                  <a:pt x="102301" y="62196"/>
                </a:cubicBezTo>
                <a:cubicBezTo>
                  <a:pt x="102178" y="64185"/>
                  <a:pt x="102044" y="65963"/>
                  <a:pt x="101901" y="67526"/>
                </a:cubicBezTo>
                <a:lnTo>
                  <a:pt x="28621" y="67526"/>
                </a:lnTo>
                <a:cubicBezTo>
                  <a:pt x="29295" y="75555"/>
                  <a:pt x="32433" y="81873"/>
                  <a:pt x="38028" y="86474"/>
                </a:cubicBezTo>
                <a:cubicBezTo>
                  <a:pt x="43623" y="91074"/>
                  <a:pt x="51466" y="93375"/>
                  <a:pt x="61556" y="93375"/>
                </a:cubicBezTo>
                <a:cubicBezTo>
                  <a:pt x="67740" y="93375"/>
                  <a:pt x="73515" y="92806"/>
                  <a:pt x="78878" y="91669"/>
                </a:cubicBezTo>
                <a:cubicBezTo>
                  <a:pt x="84245" y="90531"/>
                  <a:pt x="88508" y="89254"/>
                  <a:pt x="91669" y="87831"/>
                </a:cubicBezTo>
                <a:lnTo>
                  <a:pt x="95561" y="110537"/>
                </a:lnTo>
                <a:cubicBezTo>
                  <a:pt x="92506" y="112100"/>
                  <a:pt x="87460" y="113637"/>
                  <a:pt x="80424" y="115146"/>
                </a:cubicBezTo>
                <a:cubicBezTo>
                  <a:pt x="73389" y="116657"/>
                  <a:pt x="65963" y="117412"/>
                  <a:pt x="58147" y="117412"/>
                </a:cubicBezTo>
                <a:close/>
                <a:moveTo>
                  <a:pt x="28726" y="47966"/>
                </a:moveTo>
                <a:lnTo>
                  <a:pt x="75415" y="47966"/>
                </a:lnTo>
                <a:cubicBezTo>
                  <a:pt x="75272" y="43491"/>
                  <a:pt x="74384" y="39376"/>
                  <a:pt x="72749" y="35630"/>
                </a:cubicBezTo>
                <a:cubicBezTo>
                  <a:pt x="71115" y="31881"/>
                  <a:pt x="68683" y="28861"/>
                  <a:pt x="65448" y="26569"/>
                </a:cubicBezTo>
                <a:cubicBezTo>
                  <a:pt x="62213" y="24277"/>
                  <a:pt x="58022" y="23131"/>
                  <a:pt x="52869" y="23131"/>
                </a:cubicBezTo>
                <a:cubicBezTo>
                  <a:pt x="47683" y="23131"/>
                  <a:pt x="43411" y="24312"/>
                  <a:pt x="40054" y="26675"/>
                </a:cubicBezTo>
                <a:cubicBezTo>
                  <a:pt x="36696" y="29038"/>
                  <a:pt x="34101" y="32101"/>
                  <a:pt x="32273" y="35867"/>
                </a:cubicBezTo>
                <a:cubicBezTo>
                  <a:pt x="30441" y="39634"/>
                  <a:pt x="29261" y="43668"/>
                  <a:pt x="28726" y="479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E20C4A-6AB1-4750-A85E-7DE37215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968" y="474144"/>
            <a:ext cx="3272063" cy="5330"/>
          </a:xfrm>
          <a:custGeom xmlns:a="http://schemas.openxmlformats.org/drawingml/2006/main">
            <a:pathLst>
              <a:path w="3272063" h="5330" fill="none">
                <a:moveTo>
                  <a:pt x="0" y="0"/>
                </a:moveTo>
                <a:lnTo>
                  <a:pt x="3272063" y="5330"/>
                </a:lnTo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548040-D93F-4700-9124-FD7E2FF4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31" y="449019"/>
            <a:ext cx="60910" cy="60910"/>
          </a:xfrm>
          <a:custGeom xmlns:a="http://schemas.openxmlformats.org/drawingml/2006/main">
            <a:pathLst>
              <a:path w="60910" h="60910">
                <a:moveTo>
                  <a:pt x="60910" y="30607"/>
                </a:moveTo>
                <a:lnTo>
                  <a:pt x="0" y="60910"/>
                </a:lnTo>
                <a:lnTo>
                  <a:pt x="77" y="0"/>
                </a:lnTo>
                <a:lnTo>
                  <a:pt x="60910" y="306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966B6-B23E-4559-8F70-EBC6988F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31" y="449019"/>
            <a:ext cx="60910" cy="60910"/>
          </a:xfrm>
          <a:custGeom xmlns:a="http://schemas.openxmlformats.org/drawingml/2006/main">
            <a:pathLst>
              <a:path w="60910" h="60910" fill="none">
                <a:moveTo>
                  <a:pt x="60910" y="30607"/>
                </a:moveTo>
                <a:lnTo>
                  <a:pt x="0" y="60910"/>
                </a:lnTo>
                <a:lnTo>
                  <a:pt x="76" y="0"/>
                </a:lnTo>
                <a:lnTo>
                  <a:pt x="60910" y="3060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7AC96-317F-40B6-9EDB-777533CC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565" y="2095"/>
            <a:ext cx="2063312" cy="456823"/>
          </a:xfrm>
          <a:custGeom xmlns:a="http://schemas.openxmlformats.org/drawingml/2006/main">
            <a:pathLst>
              <a:path w="2063312" h="456823">
                <a:moveTo>
                  <a:pt x="0" y="0"/>
                </a:moveTo>
                <a:lnTo>
                  <a:pt x="2063312" y="0"/>
                </a:lnTo>
                <a:lnTo>
                  <a:pt x="2063312" y="456823"/>
                </a:lnTo>
                <a:lnTo>
                  <a:pt x="0" y="4568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79AD9B-8C48-4099-BA51-6F495828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793" y="52915"/>
            <a:ext cx="75947" cy="134763"/>
          </a:xfrm>
          <a:custGeom xmlns:a="http://schemas.openxmlformats.org/drawingml/2006/main">
            <a:pathLst>
              <a:path w="75947" h="134763">
                <a:moveTo>
                  <a:pt x="34833" y="134763"/>
                </a:moveTo>
                <a:cubicBezTo>
                  <a:pt x="25823" y="134763"/>
                  <a:pt x="18337" y="133400"/>
                  <a:pt x="12373" y="130671"/>
                </a:cubicBezTo>
                <a:cubicBezTo>
                  <a:pt x="6409" y="127942"/>
                  <a:pt x="2286" y="125564"/>
                  <a:pt x="0" y="123533"/>
                </a:cubicBezTo>
                <a:lnTo>
                  <a:pt x="6664" y="111731"/>
                </a:lnTo>
                <a:cubicBezTo>
                  <a:pt x="9201" y="113763"/>
                  <a:pt x="12690" y="115920"/>
                  <a:pt x="17131" y="118203"/>
                </a:cubicBezTo>
                <a:cubicBezTo>
                  <a:pt x="21574" y="120489"/>
                  <a:pt x="27029" y="121629"/>
                  <a:pt x="33501" y="121629"/>
                </a:cubicBezTo>
                <a:cubicBezTo>
                  <a:pt x="42891" y="121629"/>
                  <a:pt x="49838" y="119123"/>
                  <a:pt x="54344" y="114111"/>
                </a:cubicBezTo>
                <a:cubicBezTo>
                  <a:pt x="58847" y="109099"/>
                  <a:pt x="61102" y="100630"/>
                  <a:pt x="61102" y="88700"/>
                </a:cubicBezTo>
                <a:lnTo>
                  <a:pt x="61102" y="0"/>
                </a:lnTo>
                <a:lnTo>
                  <a:pt x="75947" y="0"/>
                </a:lnTo>
                <a:lnTo>
                  <a:pt x="75947" y="90034"/>
                </a:lnTo>
                <a:cubicBezTo>
                  <a:pt x="75947" y="98535"/>
                  <a:pt x="74709" y="106148"/>
                  <a:pt x="72235" y="112874"/>
                </a:cubicBezTo>
                <a:cubicBezTo>
                  <a:pt x="69760" y="119601"/>
                  <a:pt x="65542" y="124930"/>
                  <a:pt x="59579" y="128862"/>
                </a:cubicBezTo>
                <a:cubicBezTo>
                  <a:pt x="53615" y="132797"/>
                  <a:pt x="45366" y="134763"/>
                  <a:pt x="34833" y="1347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24240-23F3-4FA0-8A39-C16E0AE2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391" y="50061"/>
            <a:ext cx="86417" cy="137617"/>
          </a:xfrm>
          <a:custGeom xmlns:a="http://schemas.openxmlformats.org/drawingml/2006/main">
            <a:pathLst>
              <a:path w="86417" h="137617">
                <a:moveTo>
                  <a:pt x="39591" y="137617"/>
                </a:moveTo>
                <a:cubicBezTo>
                  <a:pt x="29312" y="137617"/>
                  <a:pt x="20780" y="136477"/>
                  <a:pt x="13990" y="134191"/>
                </a:cubicBezTo>
                <a:cubicBezTo>
                  <a:pt x="7201" y="131908"/>
                  <a:pt x="2537" y="130005"/>
                  <a:pt x="0" y="128482"/>
                </a:cubicBezTo>
                <a:lnTo>
                  <a:pt x="4758" y="115920"/>
                </a:lnTo>
                <a:cubicBezTo>
                  <a:pt x="7424" y="117443"/>
                  <a:pt x="11707" y="119281"/>
                  <a:pt x="17608" y="121438"/>
                </a:cubicBezTo>
                <a:cubicBezTo>
                  <a:pt x="23509" y="123595"/>
                  <a:pt x="30835" y="124676"/>
                  <a:pt x="39591" y="124676"/>
                </a:cubicBezTo>
                <a:cubicBezTo>
                  <a:pt x="49618" y="124676"/>
                  <a:pt x="57356" y="122867"/>
                  <a:pt x="62814" y="119249"/>
                </a:cubicBezTo>
                <a:cubicBezTo>
                  <a:pt x="68271" y="115634"/>
                  <a:pt x="70997" y="109891"/>
                  <a:pt x="70997" y="102024"/>
                </a:cubicBezTo>
                <a:cubicBezTo>
                  <a:pt x="70997" y="95932"/>
                  <a:pt x="69506" y="91143"/>
                  <a:pt x="66525" y="87654"/>
                </a:cubicBezTo>
                <a:cubicBezTo>
                  <a:pt x="63542" y="84165"/>
                  <a:pt x="59610" y="81307"/>
                  <a:pt x="54724" y="79087"/>
                </a:cubicBezTo>
                <a:cubicBezTo>
                  <a:pt x="49838" y="76867"/>
                  <a:pt x="44477" y="74615"/>
                  <a:pt x="38639" y="72332"/>
                </a:cubicBezTo>
                <a:cubicBezTo>
                  <a:pt x="31533" y="69540"/>
                  <a:pt x="25349" y="66588"/>
                  <a:pt x="20083" y="63479"/>
                </a:cubicBezTo>
                <a:cubicBezTo>
                  <a:pt x="14816" y="60370"/>
                  <a:pt x="10756" y="56564"/>
                  <a:pt x="7901" y="52058"/>
                </a:cubicBezTo>
                <a:cubicBezTo>
                  <a:pt x="5043" y="47555"/>
                  <a:pt x="3618" y="41877"/>
                  <a:pt x="3618" y="35024"/>
                </a:cubicBezTo>
                <a:cubicBezTo>
                  <a:pt x="3618" y="27409"/>
                  <a:pt x="5329" y="21003"/>
                  <a:pt x="8755" y="15799"/>
                </a:cubicBezTo>
                <a:cubicBezTo>
                  <a:pt x="12182" y="10596"/>
                  <a:pt x="17131" y="6664"/>
                  <a:pt x="23603" y="3998"/>
                </a:cubicBezTo>
                <a:cubicBezTo>
                  <a:pt x="30075" y="1334"/>
                  <a:pt x="37750" y="0"/>
                  <a:pt x="46634" y="0"/>
                </a:cubicBezTo>
                <a:cubicBezTo>
                  <a:pt x="53995" y="0"/>
                  <a:pt x="60816" y="920"/>
                  <a:pt x="67097" y="2760"/>
                </a:cubicBezTo>
                <a:cubicBezTo>
                  <a:pt x="73378" y="4601"/>
                  <a:pt x="78233" y="6598"/>
                  <a:pt x="81659" y="8755"/>
                </a:cubicBezTo>
                <a:lnTo>
                  <a:pt x="76710" y="21128"/>
                </a:lnTo>
                <a:cubicBezTo>
                  <a:pt x="73029" y="18591"/>
                  <a:pt x="68554" y="16559"/>
                  <a:pt x="63291" y="15039"/>
                </a:cubicBezTo>
                <a:cubicBezTo>
                  <a:pt x="58024" y="13516"/>
                  <a:pt x="52409" y="12753"/>
                  <a:pt x="46443" y="12753"/>
                </a:cubicBezTo>
                <a:cubicBezTo>
                  <a:pt x="38322" y="12753"/>
                  <a:pt x="31661" y="14405"/>
                  <a:pt x="26458" y="17702"/>
                </a:cubicBezTo>
                <a:cubicBezTo>
                  <a:pt x="21254" y="21003"/>
                  <a:pt x="18654" y="26395"/>
                  <a:pt x="18654" y="33881"/>
                </a:cubicBezTo>
                <a:cubicBezTo>
                  <a:pt x="18654" y="38956"/>
                  <a:pt x="19922" y="43083"/>
                  <a:pt x="22460" y="46254"/>
                </a:cubicBezTo>
                <a:cubicBezTo>
                  <a:pt x="24997" y="49426"/>
                  <a:pt x="28489" y="52092"/>
                  <a:pt x="32930" y="54250"/>
                </a:cubicBezTo>
                <a:cubicBezTo>
                  <a:pt x="37370" y="56404"/>
                  <a:pt x="42382" y="58627"/>
                  <a:pt x="47966" y="60910"/>
                </a:cubicBezTo>
                <a:cubicBezTo>
                  <a:pt x="55201" y="63702"/>
                  <a:pt x="61702" y="66651"/>
                  <a:pt x="67477" y="69760"/>
                </a:cubicBezTo>
                <a:cubicBezTo>
                  <a:pt x="73252" y="72869"/>
                  <a:pt x="77850" y="76867"/>
                  <a:pt x="81276" y="81753"/>
                </a:cubicBezTo>
                <a:cubicBezTo>
                  <a:pt x="84702" y="86639"/>
                  <a:pt x="86417" y="93206"/>
                  <a:pt x="86417" y="101453"/>
                </a:cubicBezTo>
                <a:cubicBezTo>
                  <a:pt x="86417" y="109448"/>
                  <a:pt x="84513" y="116109"/>
                  <a:pt x="80704" y="121438"/>
                </a:cubicBezTo>
                <a:cubicBezTo>
                  <a:pt x="76898" y="126770"/>
                  <a:pt x="71506" y="130796"/>
                  <a:pt x="64525" y="133525"/>
                </a:cubicBezTo>
                <a:cubicBezTo>
                  <a:pt x="57547" y="136254"/>
                  <a:pt x="49235" y="137617"/>
                  <a:pt x="39591" y="1376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436B1-6909-4784-8D5C-033D9E67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36" y="84322"/>
            <a:ext cx="85274" cy="135714"/>
          </a:xfrm>
          <a:custGeom xmlns:a="http://schemas.openxmlformats.org/drawingml/2006/main">
            <a:pathLst>
              <a:path w="85274" h="135714">
                <a:moveTo>
                  <a:pt x="0" y="135714"/>
                </a:moveTo>
                <a:lnTo>
                  <a:pt x="0" y="5329"/>
                </a:lnTo>
                <a:cubicBezTo>
                  <a:pt x="2540" y="4443"/>
                  <a:pt x="5552" y="3618"/>
                  <a:pt x="9041" y="2855"/>
                </a:cubicBezTo>
                <a:cubicBezTo>
                  <a:pt x="12533" y="2095"/>
                  <a:pt x="16562" y="1429"/>
                  <a:pt x="21128" y="857"/>
                </a:cubicBezTo>
                <a:cubicBezTo>
                  <a:pt x="25697" y="286"/>
                  <a:pt x="30772" y="0"/>
                  <a:pt x="36356" y="0"/>
                </a:cubicBezTo>
                <a:cubicBezTo>
                  <a:pt x="46129" y="0"/>
                  <a:pt x="54693" y="2063"/>
                  <a:pt x="62053" y="6186"/>
                </a:cubicBezTo>
                <a:cubicBezTo>
                  <a:pt x="69412" y="10310"/>
                  <a:pt x="75124" y="16211"/>
                  <a:pt x="79184" y="23889"/>
                </a:cubicBezTo>
                <a:cubicBezTo>
                  <a:pt x="83245" y="31567"/>
                  <a:pt x="85274" y="40734"/>
                  <a:pt x="85274" y="51392"/>
                </a:cubicBezTo>
                <a:cubicBezTo>
                  <a:pt x="85274" y="61419"/>
                  <a:pt x="83530" y="70300"/>
                  <a:pt x="80041" y="78041"/>
                </a:cubicBezTo>
                <a:cubicBezTo>
                  <a:pt x="76550" y="85782"/>
                  <a:pt x="71506" y="91840"/>
                  <a:pt x="64908" y="96218"/>
                </a:cubicBezTo>
                <a:cubicBezTo>
                  <a:pt x="58310" y="100598"/>
                  <a:pt x="50252" y="102787"/>
                  <a:pt x="40734" y="102787"/>
                </a:cubicBezTo>
                <a:cubicBezTo>
                  <a:pt x="34644" y="102787"/>
                  <a:pt x="29284" y="101930"/>
                  <a:pt x="24652" y="100215"/>
                </a:cubicBezTo>
                <a:cubicBezTo>
                  <a:pt x="20020" y="98504"/>
                  <a:pt x="16562" y="96821"/>
                  <a:pt x="14276" y="95172"/>
                </a:cubicBezTo>
                <a:lnTo>
                  <a:pt x="14276" y="135714"/>
                </a:lnTo>
                <a:lnTo>
                  <a:pt x="0" y="135714"/>
                </a:lnTo>
                <a:close/>
                <a:moveTo>
                  <a:pt x="39022" y="90034"/>
                </a:moveTo>
                <a:cubicBezTo>
                  <a:pt x="44731" y="90034"/>
                  <a:pt x="49586" y="89048"/>
                  <a:pt x="53584" y="87082"/>
                </a:cubicBezTo>
                <a:cubicBezTo>
                  <a:pt x="57579" y="85116"/>
                  <a:pt x="60816" y="82356"/>
                  <a:pt x="63291" y="78801"/>
                </a:cubicBezTo>
                <a:cubicBezTo>
                  <a:pt x="65765" y="75249"/>
                  <a:pt x="67540" y="71157"/>
                  <a:pt x="68620" y="66525"/>
                </a:cubicBezTo>
                <a:cubicBezTo>
                  <a:pt x="69697" y="61893"/>
                  <a:pt x="70237" y="56913"/>
                  <a:pt x="70237" y="51584"/>
                </a:cubicBezTo>
                <a:cubicBezTo>
                  <a:pt x="70237" y="43337"/>
                  <a:pt x="68843" y="36293"/>
                  <a:pt x="66051" y="30455"/>
                </a:cubicBezTo>
                <a:cubicBezTo>
                  <a:pt x="63259" y="24617"/>
                  <a:pt x="59293" y="20177"/>
                  <a:pt x="54152" y="17131"/>
                </a:cubicBezTo>
                <a:cubicBezTo>
                  <a:pt x="49015" y="14087"/>
                  <a:pt x="43020" y="12564"/>
                  <a:pt x="36167" y="12564"/>
                </a:cubicBezTo>
                <a:cubicBezTo>
                  <a:pt x="30584" y="12564"/>
                  <a:pt x="25983" y="12850"/>
                  <a:pt x="22366" y="13419"/>
                </a:cubicBezTo>
                <a:cubicBezTo>
                  <a:pt x="18751" y="13990"/>
                  <a:pt x="16053" y="14530"/>
                  <a:pt x="14276" y="15039"/>
                </a:cubicBezTo>
                <a:lnTo>
                  <a:pt x="14276" y="81847"/>
                </a:lnTo>
                <a:cubicBezTo>
                  <a:pt x="16433" y="83499"/>
                  <a:pt x="19734" y="85274"/>
                  <a:pt x="24174" y="87177"/>
                </a:cubicBezTo>
                <a:cubicBezTo>
                  <a:pt x="28615" y="89083"/>
                  <a:pt x="33564" y="90034"/>
                  <a:pt x="39022" y="900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B9F52-6FC2-43B2-86BC-8134F64C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587" y="84322"/>
            <a:ext cx="54058" cy="100501"/>
          </a:xfrm>
          <a:custGeom xmlns:a="http://schemas.openxmlformats.org/drawingml/2006/main">
            <a:pathLst>
              <a:path w="54058" h="100501">
                <a:moveTo>
                  <a:pt x="0" y="100501"/>
                </a:moveTo>
                <a:lnTo>
                  <a:pt x="0" y="6472"/>
                </a:lnTo>
                <a:cubicBezTo>
                  <a:pt x="3300" y="5078"/>
                  <a:pt x="7838" y="3649"/>
                  <a:pt x="13610" y="2189"/>
                </a:cubicBezTo>
                <a:cubicBezTo>
                  <a:pt x="19385" y="732"/>
                  <a:pt x="26332" y="0"/>
                  <a:pt x="34453" y="0"/>
                </a:cubicBezTo>
                <a:cubicBezTo>
                  <a:pt x="37119" y="0"/>
                  <a:pt x="39751" y="160"/>
                  <a:pt x="42351" y="477"/>
                </a:cubicBezTo>
                <a:cubicBezTo>
                  <a:pt x="44954" y="794"/>
                  <a:pt x="47300" y="1174"/>
                  <a:pt x="49395" y="1620"/>
                </a:cubicBezTo>
                <a:cubicBezTo>
                  <a:pt x="51489" y="2063"/>
                  <a:pt x="53044" y="2475"/>
                  <a:pt x="54058" y="2855"/>
                </a:cubicBezTo>
                <a:lnTo>
                  <a:pt x="51204" y="15039"/>
                </a:lnTo>
                <a:cubicBezTo>
                  <a:pt x="50061" y="14530"/>
                  <a:pt x="47903" y="13990"/>
                  <a:pt x="44731" y="13419"/>
                </a:cubicBezTo>
                <a:cubicBezTo>
                  <a:pt x="41559" y="12850"/>
                  <a:pt x="37499" y="12564"/>
                  <a:pt x="32550" y="12564"/>
                </a:cubicBezTo>
                <a:cubicBezTo>
                  <a:pt x="27726" y="12564"/>
                  <a:pt x="23732" y="12913"/>
                  <a:pt x="20557" y="13610"/>
                </a:cubicBezTo>
                <a:cubicBezTo>
                  <a:pt x="17385" y="14308"/>
                  <a:pt x="15290" y="14910"/>
                  <a:pt x="14276" y="15419"/>
                </a:cubicBezTo>
                <a:lnTo>
                  <a:pt x="14276" y="100501"/>
                </a:lnTo>
                <a:lnTo>
                  <a:pt x="0" y="100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5F85B-BFFB-4060-BD53-2F0A72FA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827" y="83942"/>
            <a:ext cx="90794" cy="103167"/>
          </a:xfrm>
          <a:custGeom xmlns:a="http://schemas.openxmlformats.org/drawingml/2006/main">
            <a:pathLst>
              <a:path w="90794" h="103167">
                <a:moveTo>
                  <a:pt x="45303" y="103167"/>
                </a:moveTo>
                <a:cubicBezTo>
                  <a:pt x="36547" y="103167"/>
                  <a:pt x="28744" y="101041"/>
                  <a:pt x="21891" y="96789"/>
                </a:cubicBezTo>
                <a:cubicBezTo>
                  <a:pt x="15039" y="92537"/>
                  <a:pt x="9675" y="86542"/>
                  <a:pt x="5806" y="78801"/>
                </a:cubicBezTo>
                <a:cubicBezTo>
                  <a:pt x="1935" y="71060"/>
                  <a:pt x="0" y="61988"/>
                  <a:pt x="0" y="51584"/>
                </a:cubicBezTo>
                <a:cubicBezTo>
                  <a:pt x="0" y="41177"/>
                  <a:pt x="1935" y="32135"/>
                  <a:pt x="5806" y="24460"/>
                </a:cubicBezTo>
                <a:cubicBezTo>
                  <a:pt x="9675" y="16782"/>
                  <a:pt x="15039" y="10787"/>
                  <a:pt x="21891" y="6472"/>
                </a:cubicBezTo>
                <a:cubicBezTo>
                  <a:pt x="28744" y="2157"/>
                  <a:pt x="36547" y="0"/>
                  <a:pt x="45303" y="0"/>
                </a:cubicBezTo>
                <a:cubicBezTo>
                  <a:pt x="54184" y="0"/>
                  <a:pt x="62053" y="2157"/>
                  <a:pt x="68906" y="6472"/>
                </a:cubicBezTo>
                <a:cubicBezTo>
                  <a:pt x="75758" y="10787"/>
                  <a:pt x="81119" y="16782"/>
                  <a:pt x="84988" y="24460"/>
                </a:cubicBezTo>
                <a:cubicBezTo>
                  <a:pt x="88860" y="32135"/>
                  <a:pt x="90794" y="41177"/>
                  <a:pt x="90794" y="51584"/>
                </a:cubicBezTo>
                <a:cubicBezTo>
                  <a:pt x="90794" y="61988"/>
                  <a:pt x="88860" y="71060"/>
                  <a:pt x="84988" y="78801"/>
                </a:cubicBezTo>
                <a:cubicBezTo>
                  <a:pt x="81119" y="86542"/>
                  <a:pt x="75789" y="92537"/>
                  <a:pt x="69000" y="96789"/>
                </a:cubicBezTo>
                <a:cubicBezTo>
                  <a:pt x="62211" y="101041"/>
                  <a:pt x="54313" y="103167"/>
                  <a:pt x="45303" y="103167"/>
                </a:cubicBezTo>
                <a:close/>
                <a:moveTo>
                  <a:pt x="45303" y="90414"/>
                </a:moveTo>
                <a:cubicBezTo>
                  <a:pt x="51646" y="90414"/>
                  <a:pt x="57104" y="88825"/>
                  <a:pt x="61671" y="85654"/>
                </a:cubicBezTo>
                <a:cubicBezTo>
                  <a:pt x="66240" y="82482"/>
                  <a:pt x="69760" y="77978"/>
                  <a:pt x="72235" y="72140"/>
                </a:cubicBezTo>
                <a:cubicBezTo>
                  <a:pt x="74709" y="66303"/>
                  <a:pt x="75947" y="59450"/>
                  <a:pt x="75947" y="51584"/>
                </a:cubicBezTo>
                <a:cubicBezTo>
                  <a:pt x="75947" y="43717"/>
                  <a:pt x="74709" y="36865"/>
                  <a:pt x="72235" y="31027"/>
                </a:cubicBezTo>
                <a:cubicBezTo>
                  <a:pt x="69760" y="25189"/>
                  <a:pt x="66240" y="20685"/>
                  <a:pt x="61671" y="17511"/>
                </a:cubicBezTo>
                <a:cubicBezTo>
                  <a:pt x="57104" y="14339"/>
                  <a:pt x="51646" y="12753"/>
                  <a:pt x="45303" y="12753"/>
                </a:cubicBezTo>
                <a:cubicBezTo>
                  <a:pt x="39085" y="12753"/>
                  <a:pt x="33693" y="14339"/>
                  <a:pt x="29124" y="17511"/>
                </a:cubicBezTo>
                <a:cubicBezTo>
                  <a:pt x="24554" y="20685"/>
                  <a:pt x="21034" y="25189"/>
                  <a:pt x="18559" y="31027"/>
                </a:cubicBezTo>
                <a:cubicBezTo>
                  <a:pt x="16085" y="36865"/>
                  <a:pt x="14848" y="43717"/>
                  <a:pt x="14848" y="51584"/>
                </a:cubicBezTo>
                <a:cubicBezTo>
                  <a:pt x="14848" y="59450"/>
                  <a:pt x="16085" y="66303"/>
                  <a:pt x="18559" y="72140"/>
                </a:cubicBezTo>
                <a:cubicBezTo>
                  <a:pt x="21034" y="77978"/>
                  <a:pt x="24554" y="82482"/>
                  <a:pt x="29124" y="85654"/>
                </a:cubicBezTo>
                <a:cubicBezTo>
                  <a:pt x="33693" y="88825"/>
                  <a:pt x="39085" y="90414"/>
                  <a:pt x="45303" y="904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5E704-2580-444E-8865-15D115E7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178" y="84322"/>
            <a:ext cx="83179" cy="136286"/>
          </a:xfrm>
          <a:custGeom xmlns:a="http://schemas.openxmlformats.org/drawingml/2006/main">
            <a:pathLst>
              <a:path w="83179" h="136286">
                <a:moveTo>
                  <a:pt x="36736" y="136286"/>
                </a:moveTo>
                <a:cubicBezTo>
                  <a:pt x="30518" y="136286"/>
                  <a:pt x="24746" y="135780"/>
                  <a:pt x="19417" y="134763"/>
                </a:cubicBezTo>
                <a:cubicBezTo>
                  <a:pt x="14085" y="133748"/>
                  <a:pt x="9518" y="132605"/>
                  <a:pt x="5712" y="131336"/>
                </a:cubicBezTo>
                <a:lnTo>
                  <a:pt x="8567" y="118775"/>
                </a:lnTo>
                <a:cubicBezTo>
                  <a:pt x="11739" y="120044"/>
                  <a:pt x="15925" y="121218"/>
                  <a:pt x="21128" y="122295"/>
                </a:cubicBezTo>
                <a:cubicBezTo>
                  <a:pt x="26332" y="123375"/>
                  <a:pt x="31661" y="123913"/>
                  <a:pt x="37116" y="123913"/>
                </a:cubicBezTo>
                <a:cubicBezTo>
                  <a:pt x="44731" y="123913"/>
                  <a:pt x="50886" y="122961"/>
                  <a:pt x="55581" y="121058"/>
                </a:cubicBezTo>
                <a:cubicBezTo>
                  <a:pt x="60276" y="119155"/>
                  <a:pt x="63734" y="116109"/>
                  <a:pt x="65954" y="111923"/>
                </a:cubicBezTo>
                <a:cubicBezTo>
                  <a:pt x="68174" y="107733"/>
                  <a:pt x="69286" y="102216"/>
                  <a:pt x="69286" y="95363"/>
                </a:cubicBezTo>
                <a:lnTo>
                  <a:pt x="69286" y="89083"/>
                </a:lnTo>
                <a:cubicBezTo>
                  <a:pt x="67508" y="90351"/>
                  <a:pt x="64462" y="91906"/>
                  <a:pt x="60148" y="93743"/>
                </a:cubicBezTo>
                <a:cubicBezTo>
                  <a:pt x="55836" y="95583"/>
                  <a:pt x="50315" y="96503"/>
                  <a:pt x="43588" y="96503"/>
                </a:cubicBezTo>
                <a:cubicBezTo>
                  <a:pt x="35847" y="96503"/>
                  <a:pt x="28646" y="94886"/>
                  <a:pt x="21986" y="91651"/>
                </a:cubicBezTo>
                <a:cubicBezTo>
                  <a:pt x="15322" y="88414"/>
                  <a:pt x="9993" y="83308"/>
                  <a:pt x="5995" y="76330"/>
                </a:cubicBezTo>
                <a:cubicBezTo>
                  <a:pt x="2000" y="69349"/>
                  <a:pt x="0" y="60213"/>
                  <a:pt x="0" y="48918"/>
                </a:cubicBezTo>
                <a:cubicBezTo>
                  <a:pt x="0" y="39528"/>
                  <a:pt x="1872" y="31152"/>
                  <a:pt x="5615" y="23794"/>
                </a:cubicBezTo>
                <a:cubicBezTo>
                  <a:pt x="9358" y="16433"/>
                  <a:pt x="14753" y="10627"/>
                  <a:pt x="21794" y="6378"/>
                </a:cubicBezTo>
                <a:cubicBezTo>
                  <a:pt x="28838" y="2126"/>
                  <a:pt x="37245" y="0"/>
                  <a:pt x="47014" y="0"/>
                </a:cubicBezTo>
                <a:cubicBezTo>
                  <a:pt x="55898" y="0"/>
                  <a:pt x="63225" y="603"/>
                  <a:pt x="69000" y="1809"/>
                </a:cubicBezTo>
                <a:cubicBezTo>
                  <a:pt x="74772" y="3015"/>
                  <a:pt x="79501" y="4189"/>
                  <a:pt x="83179" y="5329"/>
                </a:cubicBezTo>
                <a:lnTo>
                  <a:pt x="83179" y="94600"/>
                </a:lnTo>
                <a:cubicBezTo>
                  <a:pt x="83179" y="109448"/>
                  <a:pt x="79341" y="120106"/>
                  <a:pt x="71663" y="126579"/>
                </a:cubicBezTo>
                <a:cubicBezTo>
                  <a:pt x="63988" y="133051"/>
                  <a:pt x="52344" y="136286"/>
                  <a:pt x="36736" y="136286"/>
                </a:cubicBezTo>
                <a:close/>
                <a:moveTo>
                  <a:pt x="44160" y="83942"/>
                </a:moveTo>
                <a:cubicBezTo>
                  <a:pt x="49363" y="83942"/>
                  <a:pt x="54215" y="83182"/>
                  <a:pt x="58722" y="81659"/>
                </a:cubicBezTo>
                <a:cubicBezTo>
                  <a:pt x="63225" y="80136"/>
                  <a:pt x="66683" y="78358"/>
                  <a:pt x="69094" y="76330"/>
                </a:cubicBezTo>
                <a:lnTo>
                  <a:pt x="69094" y="15039"/>
                </a:lnTo>
                <a:cubicBezTo>
                  <a:pt x="67066" y="14405"/>
                  <a:pt x="64399" y="13833"/>
                  <a:pt x="61099" y="13325"/>
                </a:cubicBezTo>
                <a:cubicBezTo>
                  <a:pt x="57802" y="12816"/>
                  <a:pt x="53170" y="12564"/>
                  <a:pt x="47206" y="12564"/>
                </a:cubicBezTo>
                <a:cubicBezTo>
                  <a:pt x="40354" y="12564"/>
                  <a:pt x="34516" y="14087"/>
                  <a:pt x="29695" y="17131"/>
                </a:cubicBezTo>
                <a:cubicBezTo>
                  <a:pt x="24872" y="20177"/>
                  <a:pt x="21191" y="24460"/>
                  <a:pt x="18654" y="29981"/>
                </a:cubicBezTo>
                <a:cubicBezTo>
                  <a:pt x="16116" y="35499"/>
                  <a:pt x="14848" y="41877"/>
                  <a:pt x="14848" y="49109"/>
                </a:cubicBezTo>
                <a:cubicBezTo>
                  <a:pt x="14848" y="55327"/>
                  <a:pt x="15673" y="60656"/>
                  <a:pt x="17322" y="65097"/>
                </a:cubicBezTo>
                <a:cubicBezTo>
                  <a:pt x="18971" y="69540"/>
                  <a:pt x="21191" y="73155"/>
                  <a:pt x="23983" y="75947"/>
                </a:cubicBezTo>
                <a:cubicBezTo>
                  <a:pt x="26775" y="78738"/>
                  <a:pt x="29915" y="80770"/>
                  <a:pt x="33407" y="82039"/>
                </a:cubicBezTo>
                <a:cubicBezTo>
                  <a:pt x="36896" y="83308"/>
                  <a:pt x="40479" y="83942"/>
                  <a:pt x="44160" y="839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A590FE-C0DC-4D5B-922C-535B20EE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35" y="84322"/>
            <a:ext cx="54058" cy="100501"/>
          </a:xfrm>
          <a:custGeom xmlns:a="http://schemas.openxmlformats.org/drawingml/2006/main">
            <a:pathLst>
              <a:path w="54058" h="100501">
                <a:moveTo>
                  <a:pt x="0" y="100501"/>
                </a:moveTo>
                <a:lnTo>
                  <a:pt x="0" y="6472"/>
                </a:lnTo>
                <a:cubicBezTo>
                  <a:pt x="3300" y="5078"/>
                  <a:pt x="7838" y="3649"/>
                  <a:pt x="13610" y="2189"/>
                </a:cubicBezTo>
                <a:cubicBezTo>
                  <a:pt x="19385" y="732"/>
                  <a:pt x="26332" y="0"/>
                  <a:pt x="34453" y="0"/>
                </a:cubicBezTo>
                <a:cubicBezTo>
                  <a:pt x="37119" y="0"/>
                  <a:pt x="39751" y="160"/>
                  <a:pt x="42351" y="477"/>
                </a:cubicBezTo>
                <a:cubicBezTo>
                  <a:pt x="44954" y="794"/>
                  <a:pt x="47300" y="1174"/>
                  <a:pt x="49395" y="1620"/>
                </a:cubicBezTo>
                <a:cubicBezTo>
                  <a:pt x="51489" y="2063"/>
                  <a:pt x="53044" y="2475"/>
                  <a:pt x="54058" y="2855"/>
                </a:cubicBezTo>
                <a:lnTo>
                  <a:pt x="51204" y="15039"/>
                </a:lnTo>
                <a:cubicBezTo>
                  <a:pt x="50061" y="14530"/>
                  <a:pt x="47903" y="13990"/>
                  <a:pt x="44731" y="13419"/>
                </a:cubicBezTo>
                <a:cubicBezTo>
                  <a:pt x="41559" y="12850"/>
                  <a:pt x="37499" y="12564"/>
                  <a:pt x="32550" y="12564"/>
                </a:cubicBezTo>
                <a:cubicBezTo>
                  <a:pt x="27726" y="12564"/>
                  <a:pt x="23732" y="12913"/>
                  <a:pt x="20557" y="13610"/>
                </a:cubicBezTo>
                <a:cubicBezTo>
                  <a:pt x="17385" y="14308"/>
                  <a:pt x="15290" y="14910"/>
                  <a:pt x="14276" y="15419"/>
                </a:cubicBezTo>
                <a:lnTo>
                  <a:pt x="14276" y="100501"/>
                </a:lnTo>
                <a:lnTo>
                  <a:pt x="0" y="100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F3C63-4436-4A59-8EE3-11BFC8B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43" y="83942"/>
            <a:ext cx="74044" cy="102976"/>
          </a:xfrm>
          <a:custGeom xmlns:a="http://schemas.openxmlformats.org/drawingml/2006/main">
            <a:pathLst>
              <a:path w="74044" h="102976">
                <a:moveTo>
                  <a:pt x="36927" y="102976"/>
                </a:moveTo>
                <a:cubicBezTo>
                  <a:pt x="29821" y="102976"/>
                  <a:pt x="23474" y="101961"/>
                  <a:pt x="17891" y="99930"/>
                </a:cubicBezTo>
                <a:cubicBezTo>
                  <a:pt x="12310" y="97901"/>
                  <a:pt x="7930" y="94600"/>
                  <a:pt x="4758" y="90031"/>
                </a:cubicBezTo>
                <a:cubicBezTo>
                  <a:pt x="1586" y="85465"/>
                  <a:pt x="0" y="79436"/>
                  <a:pt x="0" y="71949"/>
                </a:cubicBezTo>
                <a:cubicBezTo>
                  <a:pt x="0" y="64717"/>
                  <a:pt x="1777" y="58847"/>
                  <a:pt x="5329" y="54344"/>
                </a:cubicBezTo>
                <a:cubicBezTo>
                  <a:pt x="8884" y="49838"/>
                  <a:pt x="13799" y="46572"/>
                  <a:pt x="20080" y="44540"/>
                </a:cubicBezTo>
                <a:cubicBezTo>
                  <a:pt x="26363" y="42511"/>
                  <a:pt x="33436" y="41494"/>
                  <a:pt x="41305" y="41494"/>
                </a:cubicBezTo>
                <a:cubicBezTo>
                  <a:pt x="44857" y="41494"/>
                  <a:pt x="48600" y="41811"/>
                  <a:pt x="52535" y="42445"/>
                </a:cubicBezTo>
                <a:cubicBezTo>
                  <a:pt x="56467" y="43080"/>
                  <a:pt x="58942" y="43651"/>
                  <a:pt x="59959" y="44160"/>
                </a:cubicBezTo>
                <a:lnTo>
                  <a:pt x="59959" y="38451"/>
                </a:lnTo>
                <a:cubicBezTo>
                  <a:pt x="59959" y="34136"/>
                  <a:pt x="59419" y="29978"/>
                  <a:pt x="58339" y="25983"/>
                </a:cubicBezTo>
                <a:cubicBezTo>
                  <a:pt x="57261" y="21986"/>
                  <a:pt x="55073" y="18717"/>
                  <a:pt x="51772" y="16179"/>
                </a:cubicBezTo>
                <a:cubicBezTo>
                  <a:pt x="48475" y="13642"/>
                  <a:pt x="43463" y="12373"/>
                  <a:pt x="36736" y="12373"/>
                </a:cubicBezTo>
                <a:cubicBezTo>
                  <a:pt x="29758" y="12373"/>
                  <a:pt x="24426" y="12879"/>
                  <a:pt x="20748" y="13896"/>
                </a:cubicBezTo>
                <a:cubicBezTo>
                  <a:pt x="17068" y="14910"/>
                  <a:pt x="14339" y="15736"/>
                  <a:pt x="12562" y="16371"/>
                </a:cubicBezTo>
                <a:lnTo>
                  <a:pt x="10658" y="4189"/>
                </a:lnTo>
                <a:cubicBezTo>
                  <a:pt x="12944" y="3172"/>
                  <a:pt x="16433" y="2220"/>
                  <a:pt x="21128" y="1332"/>
                </a:cubicBezTo>
                <a:cubicBezTo>
                  <a:pt x="25823" y="446"/>
                  <a:pt x="31344" y="0"/>
                  <a:pt x="37688" y="0"/>
                </a:cubicBezTo>
                <a:cubicBezTo>
                  <a:pt x="46697" y="0"/>
                  <a:pt x="53835" y="1586"/>
                  <a:pt x="59102" y="4758"/>
                </a:cubicBezTo>
                <a:cubicBezTo>
                  <a:pt x="64368" y="7932"/>
                  <a:pt x="68174" y="12279"/>
                  <a:pt x="70523" y="17797"/>
                </a:cubicBezTo>
                <a:cubicBezTo>
                  <a:pt x="72869" y="23317"/>
                  <a:pt x="74044" y="29629"/>
                  <a:pt x="74044" y="36736"/>
                </a:cubicBezTo>
                <a:lnTo>
                  <a:pt x="74044" y="98598"/>
                </a:lnTo>
                <a:cubicBezTo>
                  <a:pt x="71377" y="99232"/>
                  <a:pt x="66620" y="100121"/>
                  <a:pt x="59767" y="101261"/>
                </a:cubicBezTo>
                <a:cubicBezTo>
                  <a:pt x="52915" y="102404"/>
                  <a:pt x="45303" y="102976"/>
                  <a:pt x="36927" y="102976"/>
                </a:cubicBezTo>
                <a:close/>
                <a:moveTo>
                  <a:pt x="39019" y="90794"/>
                </a:moveTo>
                <a:cubicBezTo>
                  <a:pt x="43463" y="90794"/>
                  <a:pt x="47457" y="90634"/>
                  <a:pt x="51012" y="90317"/>
                </a:cubicBezTo>
                <a:cubicBezTo>
                  <a:pt x="54564" y="90000"/>
                  <a:pt x="57547" y="89588"/>
                  <a:pt x="59959" y="89080"/>
                </a:cubicBezTo>
                <a:lnTo>
                  <a:pt x="59959" y="55961"/>
                </a:lnTo>
                <a:cubicBezTo>
                  <a:pt x="58690" y="55327"/>
                  <a:pt x="56533" y="54693"/>
                  <a:pt x="53487" y="54058"/>
                </a:cubicBezTo>
                <a:cubicBezTo>
                  <a:pt x="50441" y="53424"/>
                  <a:pt x="46506" y="53107"/>
                  <a:pt x="41685" y="53107"/>
                </a:cubicBezTo>
                <a:cubicBezTo>
                  <a:pt x="37625" y="53107"/>
                  <a:pt x="33501" y="53550"/>
                  <a:pt x="29312" y="54438"/>
                </a:cubicBezTo>
                <a:cubicBezTo>
                  <a:pt x="25126" y="55327"/>
                  <a:pt x="21603" y="57104"/>
                  <a:pt x="18748" y="59767"/>
                </a:cubicBezTo>
                <a:cubicBezTo>
                  <a:pt x="15893" y="62434"/>
                  <a:pt x="14465" y="66431"/>
                  <a:pt x="14465" y="71760"/>
                </a:cubicBezTo>
                <a:cubicBezTo>
                  <a:pt x="14465" y="78864"/>
                  <a:pt x="16688" y="83813"/>
                  <a:pt x="21128" y="86605"/>
                </a:cubicBezTo>
                <a:cubicBezTo>
                  <a:pt x="25569" y="89397"/>
                  <a:pt x="31533" y="90794"/>
                  <a:pt x="39019" y="907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95ADF-3F01-4B58-B406-784B2E79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122" y="84322"/>
            <a:ext cx="133431" cy="100501"/>
          </a:xfrm>
          <a:custGeom xmlns:a="http://schemas.openxmlformats.org/drawingml/2006/main">
            <a:pathLst>
              <a:path w="133431" h="100501">
                <a:moveTo>
                  <a:pt x="0" y="100501"/>
                </a:moveTo>
                <a:lnTo>
                  <a:pt x="0" y="5329"/>
                </a:lnTo>
                <a:cubicBezTo>
                  <a:pt x="3935" y="4315"/>
                  <a:pt x="8947" y="3172"/>
                  <a:pt x="15036" y="1903"/>
                </a:cubicBezTo>
                <a:cubicBezTo>
                  <a:pt x="21128" y="634"/>
                  <a:pt x="28678" y="0"/>
                  <a:pt x="37688" y="0"/>
                </a:cubicBezTo>
                <a:cubicBezTo>
                  <a:pt x="44034" y="0"/>
                  <a:pt x="49458" y="889"/>
                  <a:pt x="53961" y="2666"/>
                </a:cubicBezTo>
                <a:cubicBezTo>
                  <a:pt x="58467" y="4443"/>
                  <a:pt x="62116" y="7107"/>
                  <a:pt x="64908" y="10661"/>
                </a:cubicBezTo>
                <a:cubicBezTo>
                  <a:pt x="66048" y="9773"/>
                  <a:pt x="68080" y="8472"/>
                  <a:pt x="70997" y="6758"/>
                </a:cubicBezTo>
                <a:cubicBezTo>
                  <a:pt x="73918" y="5046"/>
                  <a:pt x="77627" y="3492"/>
                  <a:pt x="82133" y="2095"/>
                </a:cubicBezTo>
                <a:cubicBezTo>
                  <a:pt x="86637" y="700"/>
                  <a:pt x="91746" y="0"/>
                  <a:pt x="97455" y="0"/>
                </a:cubicBezTo>
                <a:cubicBezTo>
                  <a:pt x="107608" y="0"/>
                  <a:pt x="115252" y="1937"/>
                  <a:pt x="120392" y="5806"/>
                </a:cubicBezTo>
                <a:cubicBezTo>
                  <a:pt x="125530" y="9675"/>
                  <a:pt x="128988" y="15008"/>
                  <a:pt x="130765" y="21794"/>
                </a:cubicBezTo>
                <a:cubicBezTo>
                  <a:pt x="132542" y="28584"/>
                  <a:pt x="133431" y="36419"/>
                  <a:pt x="133431" y="45303"/>
                </a:cubicBezTo>
                <a:lnTo>
                  <a:pt x="133431" y="100501"/>
                </a:lnTo>
                <a:lnTo>
                  <a:pt x="119155" y="100501"/>
                </a:lnTo>
                <a:lnTo>
                  <a:pt x="119155" y="49300"/>
                </a:lnTo>
                <a:cubicBezTo>
                  <a:pt x="119155" y="40925"/>
                  <a:pt x="118583" y="34041"/>
                  <a:pt x="117440" y="28646"/>
                </a:cubicBezTo>
                <a:cubicBezTo>
                  <a:pt x="116300" y="23254"/>
                  <a:pt x="114080" y="19225"/>
                  <a:pt x="110780" y="16562"/>
                </a:cubicBezTo>
                <a:cubicBezTo>
                  <a:pt x="107479" y="13896"/>
                  <a:pt x="102596" y="12564"/>
                  <a:pt x="96123" y="12564"/>
                </a:cubicBezTo>
                <a:cubicBezTo>
                  <a:pt x="91429" y="12564"/>
                  <a:pt x="87337" y="13102"/>
                  <a:pt x="83845" y="14182"/>
                </a:cubicBezTo>
                <a:cubicBezTo>
                  <a:pt x="80356" y="15259"/>
                  <a:pt x="77501" y="16496"/>
                  <a:pt x="75281" y="17894"/>
                </a:cubicBezTo>
                <a:cubicBezTo>
                  <a:pt x="73061" y="19288"/>
                  <a:pt x="71443" y="20368"/>
                  <a:pt x="70426" y="21128"/>
                </a:cubicBezTo>
                <a:cubicBezTo>
                  <a:pt x="71569" y="24300"/>
                  <a:pt x="72426" y="27918"/>
                  <a:pt x="72998" y="31978"/>
                </a:cubicBezTo>
                <a:cubicBezTo>
                  <a:pt x="73566" y="36039"/>
                  <a:pt x="73852" y="40291"/>
                  <a:pt x="73852" y="44731"/>
                </a:cubicBezTo>
                <a:lnTo>
                  <a:pt x="73852" y="100501"/>
                </a:lnTo>
                <a:lnTo>
                  <a:pt x="59576" y="100501"/>
                </a:lnTo>
                <a:lnTo>
                  <a:pt x="59576" y="49300"/>
                </a:lnTo>
                <a:cubicBezTo>
                  <a:pt x="59576" y="40925"/>
                  <a:pt x="59007" y="34041"/>
                  <a:pt x="57864" y="28646"/>
                </a:cubicBezTo>
                <a:cubicBezTo>
                  <a:pt x="56721" y="23254"/>
                  <a:pt x="54470" y="19225"/>
                  <a:pt x="51106" y="16562"/>
                </a:cubicBezTo>
                <a:cubicBezTo>
                  <a:pt x="47743" y="13896"/>
                  <a:pt x="42700" y="12564"/>
                  <a:pt x="35976" y="12564"/>
                </a:cubicBezTo>
                <a:cubicBezTo>
                  <a:pt x="32295" y="12564"/>
                  <a:pt x="28964" y="12722"/>
                  <a:pt x="25983" y="13039"/>
                </a:cubicBezTo>
                <a:cubicBezTo>
                  <a:pt x="23000" y="13356"/>
                  <a:pt x="20525" y="13705"/>
                  <a:pt x="18559" y="14087"/>
                </a:cubicBezTo>
                <a:cubicBezTo>
                  <a:pt x="16591" y="14468"/>
                  <a:pt x="15165" y="14785"/>
                  <a:pt x="14276" y="15039"/>
                </a:cubicBezTo>
                <a:lnTo>
                  <a:pt x="14276" y="100501"/>
                </a:lnTo>
                <a:lnTo>
                  <a:pt x="0" y="100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1D5E5-3FAE-4272-8BB8-6F717451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965" y="86225"/>
            <a:ext cx="26078" cy="128862"/>
          </a:xfrm>
          <a:custGeom xmlns:a="http://schemas.openxmlformats.org/drawingml/2006/main">
            <a:pathLst>
              <a:path w="26078" h="128862">
                <a:moveTo>
                  <a:pt x="10658" y="128862"/>
                </a:moveTo>
                <a:lnTo>
                  <a:pt x="0" y="124676"/>
                </a:lnTo>
                <a:cubicBezTo>
                  <a:pt x="2920" y="118712"/>
                  <a:pt x="4981" y="112588"/>
                  <a:pt x="6186" y="106308"/>
                </a:cubicBezTo>
                <a:cubicBezTo>
                  <a:pt x="7392" y="100027"/>
                  <a:pt x="7995" y="93715"/>
                  <a:pt x="7995" y="87368"/>
                </a:cubicBezTo>
                <a:cubicBezTo>
                  <a:pt x="7995" y="86354"/>
                  <a:pt x="7964" y="85402"/>
                  <a:pt x="7901" y="84513"/>
                </a:cubicBezTo>
                <a:cubicBezTo>
                  <a:pt x="7835" y="83625"/>
                  <a:pt x="7804" y="82736"/>
                  <a:pt x="7804" y="81847"/>
                </a:cubicBezTo>
                <a:cubicBezTo>
                  <a:pt x="7804" y="80962"/>
                  <a:pt x="7741" y="80136"/>
                  <a:pt x="7615" y="79373"/>
                </a:cubicBezTo>
                <a:lnTo>
                  <a:pt x="23411" y="79373"/>
                </a:lnTo>
                <a:cubicBezTo>
                  <a:pt x="23540" y="80644"/>
                  <a:pt x="23603" y="81753"/>
                  <a:pt x="23603" y="82705"/>
                </a:cubicBezTo>
                <a:cubicBezTo>
                  <a:pt x="23603" y="83656"/>
                  <a:pt x="23603" y="84451"/>
                  <a:pt x="23603" y="85085"/>
                </a:cubicBezTo>
                <a:cubicBezTo>
                  <a:pt x="23603" y="92826"/>
                  <a:pt x="22460" y="100470"/>
                  <a:pt x="20177" y="108019"/>
                </a:cubicBezTo>
                <a:cubicBezTo>
                  <a:pt x="17894" y="115572"/>
                  <a:pt x="14722" y="122518"/>
                  <a:pt x="10658" y="128862"/>
                </a:cubicBezTo>
                <a:close/>
                <a:moveTo>
                  <a:pt x="14848" y="22463"/>
                </a:moveTo>
                <a:cubicBezTo>
                  <a:pt x="11421" y="22463"/>
                  <a:pt x="8693" y="21383"/>
                  <a:pt x="6664" y="19225"/>
                </a:cubicBezTo>
                <a:cubicBezTo>
                  <a:pt x="4632" y="17068"/>
                  <a:pt x="3618" y="14405"/>
                  <a:pt x="3618" y="11233"/>
                </a:cubicBezTo>
                <a:cubicBezTo>
                  <a:pt x="3618" y="8058"/>
                  <a:pt x="4632" y="5395"/>
                  <a:pt x="6664" y="3238"/>
                </a:cubicBezTo>
                <a:cubicBezTo>
                  <a:pt x="8693" y="1080"/>
                  <a:pt x="11421" y="0"/>
                  <a:pt x="14848" y="0"/>
                </a:cubicBezTo>
                <a:cubicBezTo>
                  <a:pt x="18274" y="0"/>
                  <a:pt x="21003" y="1080"/>
                  <a:pt x="23031" y="3238"/>
                </a:cubicBezTo>
                <a:cubicBezTo>
                  <a:pt x="25063" y="5395"/>
                  <a:pt x="26078" y="8058"/>
                  <a:pt x="26078" y="11233"/>
                </a:cubicBezTo>
                <a:cubicBezTo>
                  <a:pt x="26078" y="14405"/>
                  <a:pt x="25063" y="17068"/>
                  <a:pt x="23031" y="19225"/>
                </a:cubicBezTo>
                <a:cubicBezTo>
                  <a:pt x="21003" y="21383"/>
                  <a:pt x="18274" y="22463"/>
                  <a:pt x="14848" y="224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D047C-6AD5-4A77-B3E8-3C11C22B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037" y="281327"/>
            <a:ext cx="117060" cy="131908"/>
          </a:xfrm>
          <a:custGeom xmlns:a="http://schemas.openxmlformats.org/drawingml/2006/main">
            <a:pathLst>
              <a:path w="117060" h="131908">
                <a:moveTo>
                  <a:pt x="51775" y="131908"/>
                </a:moveTo>
                <a:cubicBezTo>
                  <a:pt x="47715" y="122898"/>
                  <a:pt x="43748" y="113889"/>
                  <a:pt x="39876" y="104879"/>
                </a:cubicBezTo>
                <a:cubicBezTo>
                  <a:pt x="36007" y="95869"/>
                  <a:pt x="32073" y="86256"/>
                  <a:pt x="28075" y="76044"/>
                </a:cubicBezTo>
                <a:cubicBezTo>
                  <a:pt x="24080" y="65828"/>
                  <a:pt x="19797" y="54533"/>
                  <a:pt x="15228" y="42162"/>
                </a:cubicBezTo>
                <a:cubicBezTo>
                  <a:pt x="10661" y="29789"/>
                  <a:pt x="5584" y="15736"/>
                  <a:pt x="0" y="0"/>
                </a:cubicBezTo>
                <a:lnTo>
                  <a:pt x="16559" y="0"/>
                </a:lnTo>
                <a:cubicBezTo>
                  <a:pt x="20240" y="10787"/>
                  <a:pt x="23826" y="21160"/>
                  <a:pt x="27315" y="31121"/>
                </a:cubicBezTo>
                <a:cubicBezTo>
                  <a:pt x="30804" y="41082"/>
                  <a:pt x="34230" y="50726"/>
                  <a:pt x="37593" y="60053"/>
                </a:cubicBezTo>
                <a:cubicBezTo>
                  <a:pt x="40957" y="69380"/>
                  <a:pt x="44414" y="78550"/>
                  <a:pt x="47966" y="87560"/>
                </a:cubicBezTo>
                <a:cubicBezTo>
                  <a:pt x="51521" y="96566"/>
                  <a:pt x="55201" y="105513"/>
                  <a:pt x="59007" y="114397"/>
                </a:cubicBezTo>
                <a:cubicBezTo>
                  <a:pt x="62814" y="105642"/>
                  <a:pt x="66463" y="96789"/>
                  <a:pt x="69952" y="87842"/>
                </a:cubicBezTo>
                <a:cubicBezTo>
                  <a:pt x="73441" y="78898"/>
                  <a:pt x="76898" y="69729"/>
                  <a:pt x="80324" y="60339"/>
                </a:cubicBezTo>
                <a:cubicBezTo>
                  <a:pt x="83750" y="50949"/>
                  <a:pt x="87208" y="41242"/>
                  <a:pt x="90700" y="31218"/>
                </a:cubicBezTo>
                <a:cubicBezTo>
                  <a:pt x="94189" y="21191"/>
                  <a:pt x="97709" y="10787"/>
                  <a:pt x="101264" y="0"/>
                </a:cubicBezTo>
                <a:lnTo>
                  <a:pt x="117060" y="0"/>
                </a:lnTo>
                <a:cubicBezTo>
                  <a:pt x="111605" y="15736"/>
                  <a:pt x="106593" y="29789"/>
                  <a:pt x="102024" y="42162"/>
                </a:cubicBezTo>
                <a:cubicBezTo>
                  <a:pt x="97455" y="54533"/>
                  <a:pt x="93175" y="65828"/>
                  <a:pt x="89177" y="76044"/>
                </a:cubicBezTo>
                <a:cubicBezTo>
                  <a:pt x="85179" y="86256"/>
                  <a:pt x="81244" y="95869"/>
                  <a:pt x="77375" y="104879"/>
                </a:cubicBezTo>
                <a:cubicBezTo>
                  <a:pt x="73503" y="113889"/>
                  <a:pt x="69540" y="122898"/>
                  <a:pt x="65480" y="131908"/>
                </a:cubicBezTo>
                <a:lnTo>
                  <a:pt x="51775" y="1319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4D4A9-55B0-44FF-9C3B-363B3D75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994" y="278472"/>
            <a:ext cx="83562" cy="137617"/>
          </a:xfrm>
          <a:custGeom xmlns:a="http://schemas.openxmlformats.org/drawingml/2006/main">
            <a:pathLst>
              <a:path w="83562" h="137617">
                <a:moveTo>
                  <a:pt x="41685" y="137617"/>
                </a:moveTo>
                <a:cubicBezTo>
                  <a:pt x="35213" y="137617"/>
                  <a:pt x="29409" y="136697"/>
                  <a:pt x="24269" y="134857"/>
                </a:cubicBezTo>
                <a:cubicBezTo>
                  <a:pt x="19131" y="133017"/>
                  <a:pt x="14753" y="130448"/>
                  <a:pt x="11136" y="127150"/>
                </a:cubicBezTo>
                <a:cubicBezTo>
                  <a:pt x="7518" y="123850"/>
                  <a:pt x="4758" y="120012"/>
                  <a:pt x="2855" y="115634"/>
                </a:cubicBezTo>
                <a:cubicBezTo>
                  <a:pt x="952" y="111257"/>
                  <a:pt x="0" y="106528"/>
                  <a:pt x="0" y="101453"/>
                </a:cubicBezTo>
                <a:cubicBezTo>
                  <a:pt x="0" y="92823"/>
                  <a:pt x="2286" y="85685"/>
                  <a:pt x="6852" y="80039"/>
                </a:cubicBezTo>
                <a:cubicBezTo>
                  <a:pt x="11421" y="74392"/>
                  <a:pt x="16625" y="69920"/>
                  <a:pt x="22460" y="66620"/>
                </a:cubicBezTo>
                <a:cubicBezTo>
                  <a:pt x="14973" y="62685"/>
                  <a:pt x="9836" y="58182"/>
                  <a:pt x="7044" y="53107"/>
                </a:cubicBezTo>
                <a:cubicBezTo>
                  <a:pt x="4252" y="48029"/>
                  <a:pt x="2855" y="42382"/>
                  <a:pt x="2855" y="36165"/>
                </a:cubicBezTo>
                <a:cubicBezTo>
                  <a:pt x="2855" y="28932"/>
                  <a:pt x="4506" y="22620"/>
                  <a:pt x="7804" y="17225"/>
                </a:cubicBezTo>
                <a:cubicBezTo>
                  <a:pt x="11104" y="11833"/>
                  <a:pt x="15673" y="7615"/>
                  <a:pt x="21508" y="4569"/>
                </a:cubicBezTo>
                <a:cubicBezTo>
                  <a:pt x="27346" y="1523"/>
                  <a:pt x="34073" y="0"/>
                  <a:pt x="41685" y="0"/>
                </a:cubicBezTo>
                <a:cubicBezTo>
                  <a:pt x="50695" y="0"/>
                  <a:pt x="58056" y="1680"/>
                  <a:pt x="63765" y="5043"/>
                </a:cubicBezTo>
                <a:cubicBezTo>
                  <a:pt x="69474" y="8407"/>
                  <a:pt x="73695" y="12690"/>
                  <a:pt x="76424" y="17894"/>
                </a:cubicBezTo>
                <a:cubicBezTo>
                  <a:pt x="79150" y="23094"/>
                  <a:pt x="80516" y="28552"/>
                  <a:pt x="80516" y="34261"/>
                </a:cubicBezTo>
                <a:cubicBezTo>
                  <a:pt x="80516" y="39591"/>
                  <a:pt x="79467" y="44414"/>
                  <a:pt x="77375" y="48729"/>
                </a:cubicBezTo>
                <a:cubicBezTo>
                  <a:pt x="75281" y="53041"/>
                  <a:pt x="72649" y="56787"/>
                  <a:pt x="69474" y="59959"/>
                </a:cubicBezTo>
                <a:cubicBezTo>
                  <a:pt x="66303" y="63131"/>
                  <a:pt x="63068" y="65731"/>
                  <a:pt x="59767" y="67763"/>
                </a:cubicBezTo>
                <a:cubicBezTo>
                  <a:pt x="68523" y="71695"/>
                  <a:pt x="74678" y="76487"/>
                  <a:pt x="78233" y="82133"/>
                </a:cubicBezTo>
                <a:cubicBezTo>
                  <a:pt x="81785" y="87780"/>
                  <a:pt x="83562" y="93840"/>
                  <a:pt x="83562" y="100310"/>
                </a:cubicBezTo>
                <a:cubicBezTo>
                  <a:pt x="83562" y="107671"/>
                  <a:pt x="81847" y="114143"/>
                  <a:pt x="78421" y="119726"/>
                </a:cubicBezTo>
                <a:cubicBezTo>
                  <a:pt x="74995" y="125310"/>
                  <a:pt x="70174" y="129688"/>
                  <a:pt x="63957" y="132859"/>
                </a:cubicBezTo>
                <a:cubicBezTo>
                  <a:pt x="57739" y="136031"/>
                  <a:pt x="50315" y="137617"/>
                  <a:pt x="41685" y="137617"/>
                </a:cubicBezTo>
                <a:close/>
                <a:moveTo>
                  <a:pt x="41685" y="125627"/>
                </a:moveTo>
                <a:cubicBezTo>
                  <a:pt x="50821" y="125627"/>
                  <a:pt x="57610" y="123247"/>
                  <a:pt x="62053" y="118489"/>
                </a:cubicBezTo>
                <a:cubicBezTo>
                  <a:pt x="66494" y="113728"/>
                  <a:pt x="68714" y="108051"/>
                  <a:pt x="68714" y="101453"/>
                </a:cubicBezTo>
                <a:cubicBezTo>
                  <a:pt x="68714" y="96249"/>
                  <a:pt x="67731" y="92000"/>
                  <a:pt x="65763" y="88700"/>
                </a:cubicBezTo>
                <a:cubicBezTo>
                  <a:pt x="63797" y="85399"/>
                  <a:pt x="61165" y="82736"/>
                  <a:pt x="57864" y="80704"/>
                </a:cubicBezTo>
                <a:cubicBezTo>
                  <a:pt x="54564" y="78676"/>
                  <a:pt x="50855" y="76961"/>
                  <a:pt x="46729" y="75567"/>
                </a:cubicBezTo>
                <a:cubicBezTo>
                  <a:pt x="42605" y="74169"/>
                  <a:pt x="38451" y="72838"/>
                  <a:pt x="34261" y="71569"/>
                </a:cubicBezTo>
                <a:cubicBezTo>
                  <a:pt x="28044" y="74486"/>
                  <a:pt x="23254" y="78421"/>
                  <a:pt x="19891" y="83370"/>
                </a:cubicBezTo>
                <a:cubicBezTo>
                  <a:pt x="16528" y="88320"/>
                  <a:pt x="14848" y="94346"/>
                  <a:pt x="14848" y="101453"/>
                </a:cubicBezTo>
                <a:cubicBezTo>
                  <a:pt x="14848" y="105768"/>
                  <a:pt x="15831" y="109765"/>
                  <a:pt x="17797" y="113446"/>
                </a:cubicBezTo>
                <a:cubicBezTo>
                  <a:pt x="19765" y="117123"/>
                  <a:pt x="22714" y="120075"/>
                  <a:pt x="26649" y="122295"/>
                </a:cubicBezTo>
                <a:cubicBezTo>
                  <a:pt x="30581" y="124516"/>
                  <a:pt x="35596" y="125627"/>
                  <a:pt x="41685" y="125627"/>
                </a:cubicBezTo>
                <a:close/>
                <a:moveTo>
                  <a:pt x="47586" y="63574"/>
                </a:moveTo>
                <a:cubicBezTo>
                  <a:pt x="51392" y="61416"/>
                  <a:pt x="54661" y="58976"/>
                  <a:pt x="57390" y="56247"/>
                </a:cubicBezTo>
                <a:cubicBezTo>
                  <a:pt x="60116" y="53518"/>
                  <a:pt x="62211" y="50346"/>
                  <a:pt x="63671" y="46729"/>
                </a:cubicBezTo>
                <a:cubicBezTo>
                  <a:pt x="65128" y="43114"/>
                  <a:pt x="65860" y="38956"/>
                  <a:pt x="65860" y="34261"/>
                </a:cubicBezTo>
                <a:cubicBezTo>
                  <a:pt x="65860" y="30581"/>
                  <a:pt x="65034" y="27029"/>
                  <a:pt x="63385" y="23603"/>
                </a:cubicBezTo>
                <a:cubicBezTo>
                  <a:pt x="61736" y="20177"/>
                  <a:pt x="59165" y="17385"/>
                  <a:pt x="55676" y="15228"/>
                </a:cubicBezTo>
                <a:cubicBezTo>
                  <a:pt x="52187" y="13070"/>
                  <a:pt x="47523" y="11993"/>
                  <a:pt x="41685" y="11993"/>
                </a:cubicBezTo>
                <a:cubicBezTo>
                  <a:pt x="36356" y="11993"/>
                  <a:pt x="31884" y="13039"/>
                  <a:pt x="28266" y="15133"/>
                </a:cubicBezTo>
                <a:cubicBezTo>
                  <a:pt x="24649" y="17225"/>
                  <a:pt x="21954" y="20017"/>
                  <a:pt x="20177" y="23509"/>
                </a:cubicBezTo>
                <a:cubicBezTo>
                  <a:pt x="18399" y="26998"/>
                  <a:pt x="17511" y="30772"/>
                  <a:pt x="17511" y="34833"/>
                </a:cubicBezTo>
                <a:cubicBezTo>
                  <a:pt x="17511" y="39402"/>
                  <a:pt x="18274" y="43400"/>
                  <a:pt x="19797" y="46826"/>
                </a:cubicBezTo>
                <a:cubicBezTo>
                  <a:pt x="21320" y="50252"/>
                  <a:pt x="24237" y="53327"/>
                  <a:pt x="28552" y="56056"/>
                </a:cubicBezTo>
                <a:cubicBezTo>
                  <a:pt x="32867" y="58784"/>
                  <a:pt x="39211" y="61291"/>
                  <a:pt x="47586" y="635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06255-09D7-47F8-957D-D67196D3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24" y="312353"/>
            <a:ext cx="83939" cy="102976"/>
          </a:xfrm>
          <a:custGeom xmlns:a="http://schemas.openxmlformats.org/drawingml/2006/main">
            <a:pathLst>
              <a:path w="83939" h="102976">
                <a:moveTo>
                  <a:pt x="48918" y="102976"/>
                </a:moveTo>
                <a:cubicBezTo>
                  <a:pt x="37370" y="102976"/>
                  <a:pt x="28012" y="100755"/>
                  <a:pt x="20843" y="96312"/>
                </a:cubicBezTo>
                <a:cubicBezTo>
                  <a:pt x="13673" y="91871"/>
                  <a:pt x="8407" y="85782"/>
                  <a:pt x="5043" y="78041"/>
                </a:cubicBezTo>
                <a:cubicBezTo>
                  <a:pt x="1680" y="70300"/>
                  <a:pt x="0" y="61479"/>
                  <a:pt x="0" y="51584"/>
                </a:cubicBezTo>
                <a:cubicBezTo>
                  <a:pt x="0" y="40036"/>
                  <a:pt x="2095" y="30455"/>
                  <a:pt x="6281" y="22840"/>
                </a:cubicBezTo>
                <a:cubicBezTo>
                  <a:pt x="10467" y="15228"/>
                  <a:pt x="15893" y="9518"/>
                  <a:pt x="22554" y="5709"/>
                </a:cubicBezTo>
                <a:cubicBezTo>
                  <a:pt x="29218" y="1903"/>
                  <a:pt x="36227" y="0"/>
                  <a:pt x="43588" y="0"/>
                </a:cubicBezTo>
                <a:cubicBezTo>
                  <a:pt x="51835" y="0"/>
                  <a:pt x="58973" y="1746"/>
                  <a:pt x="65002" y="5235"/>
                </a:cubicBezTo>
                <a:cubicBezTo>
                  <a:pt x="71029" y="8724"/>
                  <a:pt x="75692" y="14053"/>
                  <a:pt x="78993" y="21223"/>
                </a:cubicBezTo>
                <a:cubicBezTo>
                  <a:pt x="82290" y="28392"/>
                  <a:pt x="83939" y="37496"/>
                  <a:pt x="83939" y="48537"/>
                </a:cubicBezTo>
                <a:cubicBezTo>
                  <a:pt x="83939" y="49426"/>
                  <a:pt x="83908" y="50472"/>
                  <a:pt x="83845" y="51678"/>
                </a:cubicBezTo>
                <a:cubicBezTo>
                  <a:pt x="83782" y="52884"/>
                  <a:pt x="83688" y="53992"/>
                  <a:pt x="83559" y="55010"/>
                </a:cubicBezTo>
                <a:lnTo>
                  <a:pt x="14848" y="55010"/>
                </a:lnTo>
                <a:cubicBezTo>
                  <a:pt x="15353" y="66177"/>
                  <a:pt x="18368" y="74835"/>
                  <a:pt x="23889" y="80990"/>
                </a:cubicBezTo>
                <a:cubicBezTo>
                  <a:pt x="29407" y="87145"/>
                  <a:pt x="38005" y="90223"/>
                  <a:pt x="49678" y="90223"/>
                </a:cubicBezTo>
                <a:cubicBezTo>
                  <a:pt x="56150" y="90223"/>
                  <a:pt x="61448" y="89620"/>
                  <a:pt x="65571" y="88414"/>
                </a:cubicBezTo>
                <a:cubicBezTo>
                  <a:pt x="69697" y="87208"/>
                  <a:pt x="72646" y="86162"/>
                  <a:pt x="74424" y="85274"/>
                </a:cubicBezTo>
                <a:lnTo>
                  <a:pt x="76898" y="97264"/>
                </a:lnTo>
                <a:cubicBezTo>
                  <a:pt x="75121" y="98281"/>
                  <a:pt x="71663" y="99487"/>
                  <a:pt x="66525" y="100881"/>
                </a:cubicBezTo>
                <a:cubicBezTo>
                  <a:pt x="61385" y="102278"/>
                  <a:pt x="55516" y="102976"/>
                  <a:pt x="48918" y="102976"/>
                </a:cubicBezTo>
                <a:close/>
                <a:moveTo>
                  <a:pt x="15228" y="43397"/>
                </a:moveTo>
                <a:lnTo>
                  <a:pt x="69474" y="43397"/>
                </a:lnTo>
                <a:cubicBezTo>
                  <a:pt x="69349" y="36927"/>
                  <a:pt x="68269" y="31375"/>
                  <a:pt x="66240" y="26743"/>
                </a:cubicBezTo>
                <a:cubicBezTo>
                  <a:pt x="64208" y="22111"/>
                  <a:pt x="61322" y="18559"/>
                  <a:pt x="57579" y="16085"/>
                </a:cubicBezTo>
                <a:cubicBezTo>
                  <a:pt x="53835" y="13610"/>
                  <a:pt x="49235" y="12373"/>
                  <a:pt x="43777" y="12373"/>
                </a:cubicBezTo>
                <a:cubicBezTo>
                  <a:pt x="38196" y="12373"/>
                  <a:pt x="33310" y="13830"/>
                  <a:pt x="29121" y="16751"/>
                </a:cubicBezTo>
                <a:cubicBezTo>
                  <a:pt x="24935" y="19668"/>
                  <a:pt x="21666" y="23474"/>
                  <a:pt x="19320" y="28169"/>
                </a:cubicBezTo>
                <a:cubicBezTo>
                  <a:pt x="16971" y="32867"/>
                  <a:pt x="15608" y="37942"/>
                  <a:pt x="15228" y="433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2A59D-A09D-4E22-BE89-C338A59F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003" y="312733"/>
            <a:ext cx="77850" cy="100501"/>
          </a:xfrm>
          <a:custGeom xmlns:a="http://schemas.openxmlformats.org/drawingml/2006/main">
            <a:pathLst>
              <a:path w="77850" h="100501">
                <a:moveTo>
                  <a:pt x="0" y="100501"/>
                </a:moveTo>
                <a:lnTo>
                  <a:pt x="0" y="5329"/>
                </a:lnTo>
                <a:cubicBezTo>
                  <a:pt x="3932" y="4315"/>
                  <a:pt x="9073" y="3172"/>
                  <a:pt x="15416" y="1903"/>
                </a:cubicBezTo>
                <a:cubicBezTo>
                  <a:pt x="21763" y="634"/>
                  <a:pt x="29375" y="0"/>
                  <a:pt x="38259" y="0"/>
                </a:cubicBezTo>
                <a:cubicBezTo>
                  <a:pt x="48537" y="0"/>
                  <a:pt x="56530" y="1903"/>
                  <a:pt x="62242" y="5709"/>
                </a:cubicBezTo>
                <a:cubicBezTo>
                  <a:pt x="67951" y="9518"/>
                  <a:pt x="71980" y="14816"/>
                  <a:pt x="74329" y="21606"/>
                </a:cubicBezTo>
                <a:cubicBezTo>
                  <a:pt x="76675" y="28392"/>
                  <a:pt x="77850" y="36293"/>
                  <a:pt x="77850" y="45303"/>
                </a:cubicBezTo>
                <a:lnTo>
                  <a:pt x="77850" y="100501"/>
                </a:lnTo>
                <a:lnTo>
                  <a:pt x="63574" y="100501"/>
                </a:lnTo>
                <a:lnTo>
                  <a:pt x="63574" y="49300"/>
                </a:lnTo>
                <a:cubicBezTo>
                  <a:pt x="63574" y="40291"/>
                  <a:pt x="62748" y="33121"/>
                  <a:pt x="61099" y="27789"/>
                </a:cubicBezTo>
                <a:cubicBezTo>
                  <a:pt x="59450" y="22460"/>
                  <a:pt x="56659" y="18591"/>
                  <a:pt x="52724" y="16179"/>
                </a:cubicBezTo>
                <a:cubicBezTo>
                  <a:pt x="48792" y="13767"/>
                  <a:pt x="43334" y="12564"/>
                  <a:pt x="36356" y="12564"/>
                </a:cubicBezTo>
                <a:cubicBezTo>
                  <a:pt x="31027" y="12564"/>
                  <a:pt x="26329" y="12882"/>
                  <a:pt x="22268" y="13516"/>
                </a:cubicBezTo>
                <a:cubicBezTo>
                  <a:pt x="18208" y="14150"/>
                  <a:pt x="15545" y="14656"/>
                  <a:pt x="14276" y="15036"/>
                </a:cubicBezTo>
                <a:lnTo>
                  <a:pt x="14276" y="100501"/>
                </a:lnTo>
                <a:lnTo>
                  <a:pt x="0" y="100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B4277-7F3E-4B02-88B5-6AF9A9BB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648" y="312353"/>
            <a:ext cx="74041" cy="102976"/>
          </a:xfrm>
          <a:custGeom xmlns:a="http://schemas.openxmlformats.org/drawingml/2006/main">
            <a:pathLst>
              <a:path w="74041" h="102976">
                <a:moveTo>
                  <a:pt x="36925" y="102976"/>
                </a:moveTo>
                <a:cubicBezTo>
                  <a:pt x="29818" y="102976"/>
                  <a:pt x="23474" y="101961"/>
                  <a:pt x="17891" y="99930"/>
                </a:cubicBezTo>
                <a:cubicBezTo>
                  <a:pt x="12307" y="97898"/>
                  <a:pt x="7930" y="94600"/>
                  <a:pt x="4758" y="90031"/>
                </a:cubicBezTo>
                <a:cubicBezTo>
                  <a:pt x="1586" y="85465"/>
                  <a:pt x="0" y="79436"/>
                  <a:pt x="0" y="71949"/>
                </a:cubicBezTo>
                <a:cubicBezTo>
                  <a:pt x="0" y="64717"/>
                  <a:pt x="1775" y="58847"/>
                  <a:pt x="5329" y="54344"/>
                </a:cubicBezTo>
                <a:cubicBezTo>
                  <a:pt x="8881" y="49838"/>
                  <a:pt x="13799" y="46572"/>
                  <a:pt x="20080" y="44540"/>
                </a:cubicBezTo>
                <a:cubicBezTo>
                  <a:pt x="26360" y="42511"/>
                  <a:pt x="33436" y="41494"/>
                  <a:pt x="41302" y="41494"/>
                </a:cubicBezTo>
                <a:cubicBezTo>
                  <a:pt x="44857" y="41494"/>
                  <a:pt x="48600" y="41811"/>
                  <a:pt x="52532" y="42445"/>
                </a:cubicBezTo>
                <a:cubicBezTo>
                  <a:pt x="56467" y="43080"/>
                  <a:pt x="58942" y="43651"/>
                  <a:pt x="59956" y="44160"/>
                </a:cubicBezTo>
                <a:lnTo>
                  <a:pt x="59956" y="38448"/>
                </a:lnTo>
                <a:cubicBezTo>
                  <a:pt x="59956" y="34136"/>
                  <a:pt x="59416" y="29978"/>
                  <a:pt x="58339" y="25980"/>
                </a:cubicBezTo>
                <a:cubicBezTo>
                  <a:pt x="57261" y="21986"/>
                  <a:pt x="55070" y="18717"/>
                  <a:pt x="51772" y="16179"/>
                </a:cubicBezTo>
                <a:cubicBezTo>
                  <a:pt x="48472" y="13642"/>
                  <a:pt x="43460" y="12373"/>
                  <a:pt x="36736" y="12373"/>
                </a:cubicBezTo>
                <a:cubicBezTo>
                  <a:pt x="29755" y="12373"/>
                  <a:pt x="24426" y="12879"/>
                  <a:pt x="20745" y="13896"/>
                </a:cubicBezTo>
                <a:cubicBezTo>
                  <a:pt x="17065" y="14910"/>
                  <a:pt x="14339" y="15733"/>
                  <a:pt x="12562" y="16371"/>
                </a:cubicBezTo>
                <a:lnTo>
                  <a:pt x="10658" y="4186"/>
                </a:lnTo>
                <a:cubicBezTo>
                  <a:pt x="12942" y="3172"/>
                  <a:pt x="16431" y="2220"/>
                  <a:pt x="21125" y="1332"/>
                </a:cubicBezTo>
                <a:cubicBezTo>
                  <a:pt x="25823" y="443"/>
                  <a:pt x="31341" y="0"/>
                  <a:pt x="37688" y="0"/>
                </a:cubicBezTo>
                <a:cubicBezTo>
                  <a:pt x="46697" y="0"/>
                  <a:pt x="53835" y="1586"/>
                  <a:pt x="59099" y="4758"/>
                </a:cubicBezTo>
                <a:cubicBezTo>
                  <a:pt x="64365" y="7930"/>
                  <a:pt x="68174" y="12276"/>
                  <a:pt x="70520" y="17797"/>
                </a:cubicBezTo>
                <a:cubicBezTo>
                  <a:pt x="72869" y="23317"/>
                  <a:pt x="74041" y="29629"/>
                  <a:pt x="74041" y="36736"/>
                </a:cubicBezTo>
                <a:lnTo>
                  <a:pt x="74041" y="98598"/>
                </a:lnTo>
                <a:cubicBezTo>
                  <a:pt x="71377" y="99232"/>
                  <a:pt x="66620" y="100121"/>
                  <a:pt x="59767" y="101261"/>
                </a:cubicBezTo>
                <a:cubicBezTo>
                  <a:pt x="52915" y="102404"/>
                  <a:pt x="45300" y="102976"/>
                  <a:pt x="36925" y="102976"/>
                </a:cubicBezTo>
                <a:close/>
                <a:moveTo>
                  <a:pt x="39019" y="90794"/>
                </a:moveTo>
                <a:cubicBezTo>
                  <a:pt x="43460" y="90794"/>
                  <a:pt x="47457" y="90634"/>
                  <a:pt x="51009" y="90317"/>
                </a:cubicBezTo>
                <a:cubicBezTo>
                  <a:pt x="54564" y="90000"/>
                  <a:pt x="57544" y="89588"/>
                  <a:pt x="59956" y="89080"/>
                </a:cubicBezTo>
                <a:lnTo>
                  <a:pt x="59956" y="55961"/>
                </a:lnTo>
                <a:cubicBezTo>
                  <a:pt x="58687" y="55327"/>
                  <a:pt x="56530" y="54693"/>
                  <a:pt x="53484" y="54058"/>
                </a:cubicBezTo>
                <a:cubicBezTo>
                  <a:pt x="50441" y="53424"/>
                  <a:pt x="46506" y="53107"/>
                  <a:pt x="41682" y="53107"/>
                </a:cubicBezTo>
                <a:cubicBezTo>
                  <a:pt x="37622" y="53107"/>
                  <a:pt x="33498" y="53550"/>
                  <a:pt x="29312" y="54438"/>
                </a:cubicBezTo>
                <a:cubicBezTo>
                  <a:pt x="25123" y="55327"/>
                  <a:pt x="21603" y="57101"/>
                  <a:pt x="18748" y="59767"/>
                </a:cubicBezTo>
                <a:cubicBezTo>
                  <a:pt x="15893" y="62434"/>
                  <a:pt x="14465" y="66428"/>
                  <a:pt x="14465" y="71758"/>
                </a:cubicBezTo>
                <a:cubicBezTo>
                  <a:pt x="14465" y="78864"/>
                  <a:pt x="16685" y="83813"/>
                  <a:pt x="21125" y="86605"/>
                </a:cubicBezTo>
                <a:cubicBezTo>
                  <a:pt x="25569" y="89397"/>
                  <a:pt x="31533" y="90794"/>
                  <a:pt x="39019" y="907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4419D-C4F5-46AE-9FDD-775EF6C0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526" y="265527"/>
            <a:ext cx="85274" cy="149990"/>
          </a:xfrm>
          <a:custGeom xmlns:a="http://schemas.openxmlformats.org/drawingml/2006/main">
            <a:pathLst>
              <a:path w="85274" h="149990">
                <a:moveTo>
                  <a:pt x="36353" y="149990"/>
                </a:moveTo>
                <a:cubicBezTo>
                  <a:pt x="30772" y="149990"/>
                  <a:pt x="25695" y="149704"/>
                  <a:pt x="21128" y="149136"/>
                </a:cubicBezTo>
                <a:cubicBezTo>
                  <a:pt x="16559" y="148564"/>
                  <a:pt x="12530" y="147867"/>
                  <a:pt x="9041" y="147041"/>
                </a:cubicBezTo>
                <a:cubicBezTo>
                  <a:pt x="5549" y="146215"/>
                  <a:pt x="2537" y="145424"/>
                  <a:pt x="0" y="144661"/>
                </a:cubicBezTo>
                <a:lnTo>
                  <a:pt x="0" y="2475"/>
                </a:lnTo>
                <a:lnTo>
                  <a:pt x="14276" y="0"/>
                </a:lnTo>
                <a:lnTo>
                  <a:pt x="14276" y="54630"/>
                </a:lnTo>
                <a:cubicBezTo>
                  <a:pt x="16559" y="52981"/>
                  <a:pt x="20017" y="51298"/>
                  <a:pt x="24649" y="49586"/>
                </a:cubicBezTo>
                <a:cubicBezTo>
                  <a:pt x="29281" y="47872"/>
                  <a:pt x="34641" y="47017"/>
                  <a:pt x="40734" y="47017"/>
                </a:cubicBezTo>
                <a:cubicBezTo>
                  <a:pt x="50249" y="47017"/>
                  <a:pt x="58307" y="49206"/>
                  <a:pt x="64905" y="53584"/>
                </a:cubicBezTo>
                <a:cubicBezTo>
                  <a:pt x="71503" y="57962"/>
                  <a:pt x="76550" y="64019"/>
                  <a:pt x="80039" y="71760"/>
                </a:cubicBezTo>
                <a:cubicBezTo>
                  <a:pt x="83528" y="79501"/>
                  <a:pt x="85274" y="88382"/>
                  <a:pt x="85274" y="98409"/>
                </a:cubicBezTo>
                <a:cubicBezTo>
                  <a:pt x="85274" y="109068"/>
                  <a:pt x="83242" y="118235"/>
                  <a:pt x="79181" y="125913"/>
                </a:cubicBezTo>
                <a:cubicBezTo>
                  <a:pt x="75121" y="133591"/>
                  <a:pt x="69412" y="139523"/>
                  <a:pt x="62051" y="143709"/>
                </a:cubicBezTo>
                <a:cubicBezTo>
                  <a:pt x="54690" y="147898"/>
                  <a:pt x="46126" y="149990"/>
                  <a:pt x="36353" y="149990"/>
                </a:cubicBezTo>
                <a:close/>
                <a:moveTo>
                  <a:pt x="36165" y="137237"/>
                </a:moveTo>
                <a:cubicBezTo>
                  <a:pt x="43017" y="137237"/>
                  <a:pt x="49012" y="135717"/>
                  <a:pt x="54152" y="132671"/>
                </a:cubicBezTo>
                <a:cubicBezTo>
                  <a:pt x="59290" y="129625"/>
                  <a:pt x="63256" y="125216"/>
                  <a:pt x="66048" y="119441"/>
                </a:cubicBezTo>
                <a:cubicBezTo>
                  <a:pt x="68840" y="113668"/>
                  <a:pt x="70234" y="106656"/>
                  <a:pt x="70234" y="98409"/>
                </a:cubicBezTo>
                <a:cubicBezTo>
                  <a:pt x="70234" y="93080"/>
                  <a:pt x="69697" y="88065"/>
                  <a:pt x="68617" y="83370"/>
                </a:cubicBezTo>
                <a:cubicBezTo>
                  <a:pt x="67540" y="78676"/>
                  <a:pt x="65763" y="74552"/>
                  <a:pt x="63288" y="71000"/>
                </a:cubicBezTo>
                <a:cubicBezTo>
                  <a:pt x="60813" y="67446"/>
                  <a:pt x="57579" y="64685"/>
                  <a:pt x="53581" y="62719"/>
                </a:cubicBezTo>
                <a:cubicBezTo>
                  <a:pt x="49583" y="60753"/>
                  <a:pt x="44728" y="59770"/>
                  <a:pt x="39019" y="59770"/>
                </a:cubicBezTo>
                <a:cubicBezTo>
                  <a:pt x="33561" y="59770"/>
                  <a:pt x="28615" y="60688"/>
                  <a:pt x="24172" y="62528"/>
                </a:cubicBezTo>
                <a:cubicBezTo>
                  <a:pt x="19731" y="64368"/>
                  <a:pt x="16431" y="66177"/>
                  <a:pt x="14276" y="67954"/>
                </a:cubicBezTo>
                <a:lnTo>
                  <a:pt x="14276" y="134763"/>
                </a:lnTo>
                <a:cubicBezTo>
                  <a:pt x="16051" y="135271"/>
                  <a:pt x="18748" y="135811"/>
                  <a:pt x="22366" y="136383"/>
                </a:cubicBezTo>
                <a:cubicBezTo>
                  <a:pt x="25980" y="136951"/>
                  <a:pt x="30581" y="137237"/>
                  <a:pt x="36165" y="1372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861442-977E-444B-91FD-D48EBFE1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686" y="265527"/>
            <a:ext cx="28932" cy="149422"/>
          </a:xfrm>
          <a:custGeom xmlns:a="http://schemas.openxmlformats.org/drawingml/2006/main">
            <a:pathLst>
              <a:path w="28932" h="149422">
                <a:moveTo>
                  <a:pt x="26838" y="149422"/>
                </a:moveTo>
                <a:cubicBezTo>
                  <a:pt x="20748" y="149167"/>
                  <a:pt x="15702" y="148150"/>
                  <a:pt x="11707" y="146375"/>
                </a:cubicBezTo>
                <a:cubicBezTo>
                  <a:pt x="7710" y="144598"/>
                  <a:pt x="4758" y="141838"/>
                  <a:pt x="2855" y="138094"/>
                </a:cubicBezTo>
                <a:cubicBezTo>
                  <a:pt x="952" y="134351"/>
                  <a:pt x="0" y="129308"/>
                  <a:pt x="0" y="122964"/>
                </a:cubicBezTo>
                <a:lnTo>
                  <a:pt x="0" y="2475"/>
                </a:lnTo>
                <a:lnTo>
                  <a:pt x="14276" y="0"/>
                </a:lnTo>
                <a:lnTo>
                  <a:pt x="14276" y="122010"/>
                </a:lnTo>
                <a:cubicBezTo>
                  <a:pt x="14276" y="128102"/>
                  <a:pt x="15385" y="132037"/>
                  <a:pt x="17608" y="133811"/>
                </a:cubicBezTo>
                <a:cubicBezTo>
                  <a:pt x="19828" y="135588"/>
                  <a:pt x="23603" y="136857"/>
                  <a:pt x="28932" y="137620"/>
                </a:cubicBezTo>
                <a:lnTo>
                  <a:pt x="26838" y="149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F547A-4A71-4027-9870-CD583ECB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034" y="312353"/>
            <a:ext cx="83942" cy="102976"/>
          </a:xfrm>
          <a:custGeom xmlns:a="http://schemas.openxmlformats.org/drawingml/2006/main">
            <a:pathLst>
              <a:path w="83942" h="102976">
                <a:moveTo>
                  <a:pt x="48920" y="102976"/>
                </a:moveTo>
                <a:cubicBezTo>
                  <a:pt x="37373" y="102976"/>
                  <a:pt x="28012" y="100755"/>
                  <a:pt x="20843" y="96312"/>
                </a:cubicBezTo>
                <a:cubicBezTo>
                  <a:pt x="13673" y="91871"/>
                  <a:pt x="8407" y="85782"/>
                  <a:pt x="5046" y="78041"/>
                </a:cubicBezTo>
                <a:cubicBezTo>
                  <a:pt x="1683" y="70300"/>
                  <a:pt x="0" y="61479"/>
                  <a:pt x="0" y="51584"/>
                </a:cubicBezTo>
                <a:cubicBezTo>
                  <a:pt x="0" y="40036"/>
                  <a:pt x="2095" y="30455"/>
                  <a:pt x="6284" y="22840"/>
                </a:cubicBezTo>
                <a:cubicBezTo>
                  <a:pt x="10470" y="15228"/>
                  <a:pt x="15896" y="9518"/>
                  <a:pt x="22557" y="5709"/>
                </a:cubicBezTo>
                <a:cubicBezTo>
                  <a:pt x="29218" y="1903"/>
                  <a:pt x="36230" y="0"/>
                  <a:pt x="43591" y="0"/>
                </a:cubicBezTo>
                <a:cubicBezTo>
                  <a:pt x="51838" y="0"/>
                  <a:pt x="58976" y="1746"/>
                  <a:pt x="65002" y="5235"/>
                </a:cubicBezTo>
                <a:cubicBezTo>
                  <a:pt x="71032" y="8724"/>
                  <a:pt x="75695" y="14053"/>
                  <a:pt x="78993" y="21223"/>
                </a:cubicBezTo>
                <a:cubicBezTo>
                  <a:pt x="82293" y="28392"/>
                  <a:pt x="83942" y="37496"/>
                  <a:pt x="83942" y="48537"/>
                </a:cubicBezTo>
                <a:cubicBezTo>
                  <a:pt x="83942" y="49426"/>
                  <a:pt x="83910" y="50472"/>
                  <a:pt x="83848" y="51678"/>
                </a:cubicBezTo>
                <a:cubicBezTo>
                  <a:pt x="83785" y="52884"/>
                  <a:pt x="83688" y="53992"/>
                  <a:pt x="83562" y="55010"/>
                </a:cubicBezTo>
                <a:lnTo>
                  <a:pt x="14848" y="55010"/>
                </a:lnTo>
                <a:cubicBezTo>
                  <a:pt x="15356" y="66177"/>
                  <a:pt x="18368" y="74835"/>
                  <a:pt x="23889" y="80990"/>
                </a:cubicBezTo>
                <a:cubicBezTo>
                  <a:pt x="29409" y="87145"/>
                  <a:pt x="38008" y="90223"/>
                  <a:pt x="49680" y="90223"/>
                </a:cubicBezTo>
                <a:cubicBezTo>
                  <a:pt x="56153" y="90223"/>
                  <a:pt x="61451" y="89620"/>
                  <a:pt x="65574" y="88414"/>
                </a:cubicBezTo>
                <a:cubicBezTo>
                  <a:pt x="69697" y="87208"/>
                  <a:pt x="72649" y="86162"/>
                  <a:pt x="74426" y="85274"/>
                </a:cubicBezTo>
                <a:lnTo>
                  <a:pt x="76901" y="97264"/>
                </a:lnTo>
                <a:cubicBezTo>
                  <a:pt x="75124" y="98281"/>
                  <a:pt x="71666" y="99487"/>
                  <a:pt x="66525" y="100881"/>
                </a:cubicBezTo>
                <a:cubicBezTo>
                  <a:pt x="61388" y="102278"/>
                  <a:pt x="55518" y="102976"/>
                  <a:pt x="48920" y="102976"/>
                </a:cubicBezTo>
                <a:close/>
                <a:moveTo>
                  <a:pt x="15228" y="43397"/>
                </a:moveTo>
                <a:lnTo>
                  <a:pt x="69477" y="43397"/>
                </a:lnTo>
                <a:cubicBezTo>
                  <a:pt x="69349" y="36927"/>
                  <a:pt x="68271" y="31375"/>
                  <a:pt x="66240" y="26743"/>
                </a:cubicBezTo>
                <a:cubicBezTo>
                  <a:pt x="64211" y="22111"/>
                  <a:pt x="61325" y="18559"/>
                  <a:pt x="57579" y="16085"/>
                </a:cubicBezTo>
                <a:cubicBezTo>
                  <a:pt x="53835" y="13610"/>
                  <a:pt x="49238" y="12373"/>
                  <a:pt x="43780" y="12373"/>
                </a:cubicBezTo>
                <a:cubicBezTo>
                  <a:pt x="38196" y="12373"/>
                  <a:pt x="33313" y="13830"/>
                  <a:pt x="29124" y="16751"/>
                </a:cubicBezTo>
                <a:cubicBezTo>
                  <a:pt x="24937" y="19668"/>
                  <a:pt x="21668" y="23474"/>
                  <a:pt x="19322" y="28169"/>
                </a:cubicBezTo>
                <a:cubicBezTo>
                  <a:pt x="16974" y="32867"/>
                  <a:pt x="15611" y="37942"/>
                  <a:pt x="15228" y="433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FD5FA-EF06-4C0A-9427-9A929184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693" y="312353"/>
            <a:ext cx="90794" cy="103164"/>
          </a:xfrm>
          <a:custGeom xmlns:a="http://schemas.openxmlformats.org/drawingml/2006/main">
            <a:pathLst>
              <a:path w="90794" h="103164">
                <a:moveTo>
                  <a:pt x="45303" y="103164"/>
                </a:moveTo>
                <a:cubicBezTo>
                  <a:pt x="36547" y="103164"/>
                  <a:pt x="28744" y="101041"/>
                  <a:pt x="21891" y="96789"/>
                </a:cubicBezTo>
                <a:cubicBezTo>
                  <a:pt x="15039" y="92537"/>
                  <a:pt x="9675" y="86542"/>
                  <a:pt x="5806" y="78801"/>
                </a:cubicBezTo>
                <a:cubicBezTo>
                  <a:pt x="1935" y="71060"/>
                  <a:pt x="0" y="61988"/>
                  <a:pt x="0" y="51584"/>
                </a:cubicBezTo>
                <a:cubicBezTo>
                  <a:pt x="0" y="41177"/>
                  <a:pt x="1935" y="32135"/>
                  <a:pt x="5806" y="24460"/>
                </a:cubicBezTo>
                <a:cubicBezTo>
                  <a:pt x="9675" y="16782"/>
                  <a:pt x="15039" y="10787"/>
                  <a:pt x="21891" y="6472"/>
                </a:cubicBezTo>
                <a:cubicBezTo>
                  <a:pt x="28744" y="2157"/>
                  <a:pt x="36547" y="0"/>
                  <a:pt x="45303" y="0"/>
                </a:cubicBezTo>
                <a:cubicBezTo>
                  <a:pt x="54184" y="0"/>
                  <a:pt x="62053" y="2157"/>
                  <a:pt x="68906" y="6472"/>
                </a:cubicBezTo>
                <a:cubicBezTo>
                  <a:pt x="75758" y="10787"/>
                  <a:pt x="81119" y="16782"/>
                  <a:pt x="84988" y="24460"/>
                </a:cubicBezTo>
                <a:cubicBezTo>
                  <a:pt x="88860" y="32135"/>
                  <a:pt x="90794" y="41177"/>
                  <a:pt x="90794" y="51584"/>
                </a:cubicBezTo>
                <a:cubicBezTo>
                  <a:pt x="90794" y="61988"/>
                  <a:pt x="88860" y="71060"/>
                  <a:pt x="84988" y="78801"/>
                </a:cubicBezTo>
                <a:cubicBezTo>
                  <a:pt x="81119" y="86542"/>
                  <a:pt x="75789" y="92537"/>
                  <a:pt x="69000" y="96789"/>
                </a:cubicBezTo>
                <a:cubicBezTo>
                  <a:pt x="62211" y="101041"/>
                  <a:pt x="54313" y="103164"/>
                  <a:pt x="45303" y="103164"/>
                </a:cubicBezTo>
                <a:close/>
                <a:moveTo>
                  <a:pt x="45303" y="90411"/>
                </a:moveTo>
                <a:cubicBezTo>
                  <a:pt x="51646" y="90411"/>
                  <a:pt x="57104" y="88825"/>
                  <a:pt x="61671" y="85654"/>
                </a:cubicBezTo>
                <a:cubicBezTo>
                  <a:pt x="66240" y="82482"/>
                  <a:pt x="69760" y="77975"/>
                  <a:pt x="72235" y="72140"/>
                </a:cubicBezTo>
                <a:cubicBezTo>
                  <a:pt x="74709" y="66303"/>
                  <a:pt x="75947" y="59450"/>
                  <a:pt x="75947" y="51584"/>
                </a:cubicBezTo>
                <a:cubicBezTo>
                  <a:pt x="75947" y="43714"/>
                  <a:pt x="74709" y="36862"/>
                  <a:pt x="72235" y="31027"/>
                </a:cubicBezTo>
                <a:cubicBezTo>
                  <a:pt x="69760" y="25189"/>
                  <a:pt x="66240" y="20683"/>
                  <a:pt x="61671" y="17511"/>
                </a:cubicBezTo>
                <a:cubicBezTo>
                  <a:pt x="57104" y="14339"/>
                  <a:pt x="51646" y="12753"/>
                  <a:pt x="45303" y="12753"/>
                </a:cubicBezTo>
                <a:cubicBezTo>
                  <a:pt x="39085" y="12753"/>
                  <a:pt x="33693" y="14339"/>
                  <a:pt x="29124" y="17511"/>
                </a:cubicBezTo>
                <a:cubicBezTo>
                  <a:pt x="24554" y="20683"/>
                  <a:pt x="21034" y="25189"/>
                  <a:pt x="18559" y="31027"/>
                </a:cubicBezTo>
                <a:cubicBezTo>
                  <a:pt x="16085" y="36862"/>
                  <a:pt x="14848" y="43714"/>
                  <a:pt x="14848" y="51584"/>
                </a:cubicBezTo>
                <a:cubicBezTo>
                  <a:pt x="14848" y="59450"/>
                  <a:pt x="16085" y="66303"/>
                  <a:pt x="18559" y="72140"/>
                </a:cubicBezTo>
                <a:cubicBezTo>
                  <a:pt x="21034" y="77975"/>
                  <a:pt x="24554" y="82482"/>
                  <a:pt x="29124" y="85654"/>
                </a:cubicBezTo>
                <a:cubicBezTo>
                  <a:pt x="33693" y="88825"/>
                  <a:pt x="39085" y="90411"/>
                  <a:pt x="45303" y="904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60052-DA20-48FB-80E4-A43655FF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756" y="312733"/>
            <a:ext cx="85274" cy="135714"/>
          </a:xfrm>
          <a:custGeom xmlns:a="http://schemas.openxmlformats.org/drawingml/2006/main">
            <a:pathLst>
              <a:path w="85274" h="135714">
                <a:moveTo>
                  <a:pt x="0" y="135714"/>
                </a:moveTo>
                <a:lnTo>
                  <a:pt x="0" y="5329"/>
                </a:lnTo>
                <a:cubicBezTo>
                  <a:pt x="2537" y="4441"/>
                  <a:pt x="5549" y="3618"/>
                  <a:pt x="9041" y="2855"/>
                </a:cubicBezTo>
                <a:cubicBezTo>
                  <a:pt x="12530" y="2095"/>
                  <a:pt x="16559" y="1429"/>
                  <a:pt x="21125" y="857"/>
                </a:cubicBezTo>
                <a:cubicBezTo>
                  <a:pt x="25695" y="286"/>
                  <a:pt x="30770" y="0"/>
                  <a:pt x="36353" y="0"/>
                </a:cubicBezTo>
                <a:cubicBezTo>
                  <a:pt x="46126" y="0"/>
                  <a:pt x="54690" y="2063"/>
                  <a:pt x="62051" y="6186"/>
                </a:cubicBezTo>
                <a:cubicBezTo>
                  <a:pt x="69412" y="10310"/>
                  <a:pt x="75121" y="16211"/>
                  <a:pt x="79181" y="23889"/>
                </a:cubicBezTo>
                <a:cubicBezTo>
                  <a:pt x="83242" y="31567"/>
                  <a:pt x="85274" y="40734"/>
                  <a:pt x="85274" y="51392"/>
                </a:cubicBezTo>
                <a:cubicBezTo>
                  <a:pt x="85274" y="61416"/>
                  <a:pt x="83528" y="70300"/>
                  <a:pt x="80039" y="78041"/>
                </a:cubicBezTo>
                <a:cubicBezTo>
                  <a:pt x="76547" y="85782"/>
                  <a:pt x="71503" y="91840"/>
                  <a:pt x="64905" y="96218"/>
                </a:cubicBezTo>
                <a:cubicBezTo>
                  <a:pt x="58307" y="100595"/>
                  <a:pt x="50249" y="102784"/>
                  <a:pt x="40731" y="102784"/>
                </a:cubicBezTo>
                <a:cubicBezTo>
                  <a:pt x="34641" y="102784"/>
                  <a:pt x="29281" y="101930"/>
                  <a:pt x="24649" y="100215"/>
                </a:cubicBezTo>
                <a:cubicBezTo>
                  <a:pt x="20017" y="98504"/>
                  <a:pt x="16559" y="96821"/>
                  <a:pt x="14273" y="95172"/>
                </a:cubicBezTo>
                <a:lnTo>
                  <a:pt x="14273" y="135714"/>
                </a:lnTo>
                <a:lnTo>
                  <a:pt x="0" y="135714"/>
                </a:lnTo>
                <a:close/>
                <a:moveTo>
                  <a:pt x="39019" y="90031"/>
                </a:moveTo>
                <a:cubicBezTo>
                  <a:pt x="44728" y="90031"/>
                  <a:pt x="49583" y="89048"/>
                  <a:pt x="53581" y="87082"/>
                </a:cubicBezTo>
                <a:cubicBezTo>
                  <a:pt x="57579" y="85116"/>
                  <a:pt x="60813" y="82356"/>
                  <a:pt x="63288" y="78801"/>
                </a:cubicBezTo>
                <a:cubicBezTo>
                  <a:pt x="65763" y="75249"/>
                  <a:pt x="67540" y="71157"/>
                  <a:pt x="68617" y="66525"/>
                </a:cubicBezTo>
                <a:cubicBezTo>
                  <a:pt x="69694" y="61893"/>
                  <a:pt x="70234" y="56913"/>
                  <a:pt x="70234" y="51584"/>
                </a:cubicBezTo>
                <a:cubicBezTo>
                  <a:pt x="70234" y="43334"/>
                  <a:pt x="68840" y="36293"/>
                  <a:pt x="66048" y="30455"/>
                </a:cubicBezTo>
                <a:cubicBezTo>
                  <a:pt x="63256" y="24617"/>
                  <a:pt x="59290" y="20177"/>
                  <a:pt x="54152" y="17131"/>
                </a:cubicBezTo>
                <a:cubicBezTo>
                  <a:pt x="49012" y="14085"/>
                  <a:pt x="43017" y="12564"/>
                  <a:pt x="36165" y="12564"/>
                </a:cubicBezTo>
                <a:cubicBezTo>
                  <a:pt x="30581" y="12564"/>
                  <a:pt x="25980" y="12847"/>
                  <a:pt x="22363" y="13419"/>
                </a:cubicBezTo>
                <a:cubicBezTo>
                  <a:pt x="18748" y="13990"/>
                  <a:pt x="16051" y="14530"/>
                  <a:pt x="14273" y="15036"/>
                </a:cubicBezTo>
                <a:lnTo>
                  <a:pt x="14273" y="81847"/>
                </a:lnTo>
                <a:cubicBezTo>
                  <a:pt x="16431" y="83496"/>
                  <a:pt x="19731" y="85274"/>
                  <a:pt x="24172" y="87177"/>
                </a:cubicBezTo>
                <a:cubicBezTo>
                  <a:pt x="28612" y="89080"/>
                  <a:pt x="33561" y="90031"/>
                  <a:pt x="39019" y="900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17AFA-1DCB-417F-BB32-8BD81C19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344" y="283613"/>
            <a:ext cx="56913" cy="131716"/>
          </a:xfrm>
          <a:custGeom xmlns:a="http://schemas.openxmlformats.org/drawingml/2006/main">
            <a:pathLst>
              <a:path w="56913" h="131716">
                <a:moveTo>
                  <a:pt x="32930" y="131716"/>
                </a:moveTo>
                <a:cubicBezTo>
                  <a:pt x="24554" y="131716"/>
                  <a:pt x="17957" y="130256"/>
                  <a:pt x="13133" y="127339"/>
                </a:cubicBezTo>
                <a:cubicBezTo>
                  <a:pt x="8312" y="124418"/>
                  <a:pt x="4918" y="120041"/>
                  <a:pt x="2949" y="114206"/>
                </a:cubicBezTo>
                <a:cubicBezTo>
                  <a:pt x="983" y="108368"/>
                  <a:pt x="0" y="101070"/>
                  <a:pt x="0" y="92314"/>
                </a:cubicBezTo>
                <a:lnTo>
                  <a:pt x="0" y="2475"/>
                </a:lnTo>
                <a:lnTo>
                  <a:pt x="14276" y="0"/>
                </a:lnTo>
                <a:lnTo>
                  <a:pt x="14276" y="31024"/>
                </a:lnTo>
                <a:lnTo>
                  <a:pt x="52915" y="31024"/>
                </a:lnTo>
                <a:lnTo>
                  <a:pt x="52915" y="43017"/>
                </a:lnTo>
                <a:lnTo>
                  <a:pt x="14276" y="43017"/>
                </a:lnTo>
                <a:lnTo>
                  <a:pt x="14276" y="93457"/>
                </a:lnTo>
                <a:cubicBezTo>
                  <a:pt x="14276" y="100435"/>
                  <a:pt x="15068" y="105765"/>
                  <a:pt x="16656" y="109445"/>
                </a:cubicBezTo>
                <a:cubicBezTo>
                  <a:pt x="18242" y="113126"/>
                  <a:pt x="20525" y="115632"/>
                  <a:pt x="23509" y="116963"/>
                </a:cubicBezTo>
                <a:cubicBezTo>
                  <a:pt x="26489" y="118298"/>
                  <a:pt x="30009" y="118963"/>
                  <a:pt x="34070" y="118963"/>
                </a:cubicBezTo>
                <a:cubicBezTo>
                  <a:pt x="38893" y="118963"/>
                  <a:pt x="42923" y="118392"/>
                  <a:pt x="46157" y="117249"/>
                </a:cubicBezTo>
                <a:cubicBezTo>
                  <a:pt x="49395" y="116109"/>
                  <a:pt x="51964" y="115092"/>
                  <a:pt x="53867" y="114206"/>
                </a:cubicBezTo>
                <a:lnTo>
                  <a:pt x="56913" y="125816"/>
                </a:lnTo>
                <a:cubicBezTo>
                  <a:pt x="55010" y="126956"/>
                  <a:pt x="51869" y="128227"/>
                  <a:pt x="47492" y="129622"/>
                </a:cubicBezTo>
                <a:cubicBezTo>
                  <a:pt x="43114" y="131019"/>
                  <a:pt x="38259" y="131716"/>
                  <a:pt x="32930" y="1317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7A2B1-4460-4B14-8D39-9F860A9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056" y="272763"/>
            <a:ext cx="20177" cy="140472"/>
          </a:xfrm>
          <a:custGeom xmlns:a="http://schemas.openxmlformats.org/drawingml/2006/main">
            <a:pathLst>
              <a:path w="20177" h="140472">
                <a:moveTo>
                  <a:pt x="2855" y="140472"/>
                </a:moveTo>
                <a:lnTo>
                  <a:pt x="2855" y="41874"/>
                </a:lnTo>
                <a:lnTo>
                  <a:pt x="17131" y="41874"/>
                </a:lnTo>
                <a:lnTo>
                  <a:pt x="17131" y="140472"/>
                </a:lnTo>
                <a:lnTo>
                  <a:pt x="2855" y="140472"/>
                </a:lnTo>
                <a:close/>
                <a:moveTo>
                  <a:pt x="10087" y="20745"/>
                </a:moveTo>
                <a:cubicBezTo>
                  <a:pt x="7295" y="20745"/>
                  <a:pt x="4918" y="19794"/>
                  <a:pt x="2949" y="17891"/>
                </a:cubicBezTo>
                <a:cubicBezTo>
                  <a:pt x="983" y="15988"/>
                  <a:pt x="0" y="13450"/>
                  <a:pt x="0" y="10278"/>
                </a:cubicBezTo>
                <a:cubicBezTo>
                  <a:pt x="0" y="7232"/>
                  <a:pt x="983" y="4758"/>
                  <a:pt x="2949" y="2855"/>
                </a:cubicBezTo>
                <a:cubicBezTo>
                  <a:pt x="4918" y="952"/>
                  <a:pt x="7295" y="0"/>
                  <a:pt x="10087" y="0"/>
                </a:cubicBezTo>
                <a:cubicBezTo>
                  <a:pt x="12879" y="0"/>
                  <a:pt x="15259" y="952"/>
                  <a:pt x="17225" y="2855"/>
                </a:cubicBezTo>
                <a:cubicBezTo>
                  <a:pt x="19191" y="4758"/>
                  <a:pt x="20177" y="7232"/>
                  <a:pt x="20177" y="10278"/>
                </a:cubicBezTo>
                <a:cubicBezTo>
                  <a:pt x="20177" y="13450"/>
                  <a:pt x="19191" y="15988"/>
                  <a:pt x="17225" y="17891"/>
                </a:cubicBezTo>
                <a:cubicBezTo>
                  <a:pt x="15259" y="19794"/>
                  <a:pt x="12879" y="20745"/>
                  <a:pt x="10087" y="207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B7813-4AD0-4525-B2DC-74FA50C4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165" y="312733"/>
            <a:ext cx="133428" cy="100501"/>
          </a:xfrm>
          <a:custGeom xmlns:a="http://schemas.openxmlformats.org/drawingml/2006/main">
            <a:pathLst>
              <a:path w="133428" h="100501">
                <a:moveTo>
                  <a:pt x="0" y="100501"/>
                </a:moveTo>
                <a:lnTo>
                  <a:pt x="0" y="5329"/>
                </a:lnTo>
                <a:cubicBezTo>
                  <a:pt x="3932" y="4315"/>
                  <a:pt x="8944" y="3172"/>
                  <a:pt x="15036" y="1903"/>
                </a:cubicBezTo>
                <a:cubicBezTo>
                  <a:pt x="21125" y="634"/>
                  <a:pt x="28678" y="0"/>
                  <a:pt x="37688" y="0"/>
                </a:cubicBezTo>
                <a:cubicBezTo>
                  <a:pt x="44031" y="0"/>
                  <a:pt x="49455" y="889"/>
                  <a:pt x="53961" y="2666"/>
                </a:cubicBezTo>
                <a:cubicBezTo>
                  <a:pt x="58464" y="4441"/>
                  <a:pt x="62113" y="7107"/>
                  <a:pt x="64905" y="10658"/>
                </a:cubicBezTo>
                <a:cubicBezTo>
                  <a:pt x="66048" y="9773"/>
                  <a:pt x="68077" y="8470"/>
                  <a:pt x="70997" y="6758"/>
                </a:cubicBezTo>
                <a:cubicBezTo>
                  <a:pt x="73915" y="5043"/>
                  <a:pt x="77627" y="3489"/>
                  <a:pt x="82130" y="2095"/>
                </a:cubicBezTo>
                <a:cubicBezTo>
                  <a:pt x="86637" y="697"/>
                  <a:pt x="91743" y="0"/>
                  <a:pt x="97455" y="0"/>
                </a:cubicBezTo>
                <a:cubicBezTo>
                  <a:pt x="107605" y="0"/>
                  <a:pt x="115252" y="1935"/>
                  <a:pt x="120389" y="5806"/>
                </a:cubicBezTo>
                <a:cubicBezTo>
                  <a:pt x="125530" y="9675"/>
                  <a:pt x="128988" y="15005"/>
                  <a:pt x="130765" y="21794"/>
                </a:cubicBezTo>
                <a:cubicBezTo>
                  <a:pt x="132539" y="28584"/>
                  <a:pt x="133428" y="36419"/>
                  <a:pt x="133428" y="45303"/>
                </a:cubicBezTo>
                <a:lnTo>
                  <a:pt x="133428" y="100501"/>
                </a:lnTo>
                <a:lnTo>
                  <a:pt x="119152" y="100501"/>
                </a:lnTo>
                <a:lnTo>
                  <a:pt x="119152" y="49300"/>
                </a:lnTo>
                <a:cubicBezTo>
                  <a:pt x="119152" y="40925"/>
                  <a:pt x="118583" y="34041"/>
                  <a:pt x="117440" y="28646"/>
                </a:cubicBezTo>
                <a:cubicBezTo>
                  <a:pt x="116297" y="23254"/>
                  <a:pt x="114077" y="19225"/>
                  <a:pt x="110777" y="16559"/>
                </a:cubicBezTo>
                <a:cubicBezTo>
                  <a:pt x="107479" y="13896"/>
                  <a:pt x="102593" y="12564"/>
                  <a:pt x="96121" y="12564"/>
                </a:cubicBezTo>
                <a:cubicBezTo>
                  <a:pt x="91426" y="12564"/>
                  <a:pt x="87334" y="13102"/>
                  <a:pt x="83845" y="14182"/>
                </a:cubicBezTo>
                <a:cubicBezTo>
                  <a:pt x="80356" y="15259"/>
                  <a:pt x="77501" y="16496"/>
                  <a:pt x="75278" y="17894"/>
                </a:cubicBezTo>
                <a:cubicBezTo>
                  <a:pt x="73058" y="19288"/>
                  <a:pt x="71440" y="20368"/>
                  <a:pt x="70426" y="21128"/>
                </a:cubicBezTo>
                <a:cubicBezTo>
                  <a:pt x="71569" y="24300"/>
                  <a:pt x="72423" y="27918"/>
                  <a:pt x="72995" y="31978"/>
                </a:cubicBezTo>
                <a:cubicBezTo>
                  <a:pt x="73566" y="36039"/>
                  <a:pt x="73852" y="40291"/>
                  <a:pt x="73852" y="44731"/>
                </a:cubicBezTo>
                <a:lnTo>
                  <a:pt x="73852" y="100501"/>
                </a:lnTo>
                <a:lnTo>
                  <a:pt x="59576" y="100501"/>
                </a:lnTo>
                <a:lnTo>
                  <a:pt x="59576" y="49300"/>
                </a:lnTo>
                <a:cubicBezTo>
                  <a:pt x="59576" y="40925"/>
                  <a:pt x="59005" y="34041"/>
                  <a:pt x="57862" y="28646"/>
                </a:cubicBezTo>
                <a:cubicBezTo>
                  <a:pt x="56721" y="23254"/>
                  <a:pt x="54470" y="19225"/>
                  <a:pt x="51106" y="16559"/>
                </a:cubicBezTo>
                <a:cubicBezTo>
                  <a:pt x="47743" y="13896"/>
                  <a:pt x="42700" y="12564"/>
                  <a:pt x="35973" y="12564"/>
                </a:cubicBezTo>
                <a:cubicBezTo>
                  <a:pt x="32293" y="12564"/>
                  <a:pt x="28964" y="12722"/>
                  <a:pt x="25980" y="13039"/>
                </a:cubicBezTo>
                <a:cubicBezTo>
                  <a:pt x="22997" y="13356"/>
                  <a:pt x="20525" y="13705"/>
                  <a:pt x="18557" y="14085"/>
                </a:cubicBezTo>
                <a:cubicBezTo>
                  <a:pt x="16591" y="14468"/>
                  <a:pt x="15162" y="14785"/>
                  <a:pt x="14273" y="15036"/>
                </a:cubicBezTo>
                <a:lnTo>
                  <a:pt x="14273" y="100501"/>
                </a:lnTo>
                <a:lnTo>
                  <a:pt x="0" y="100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53DEC-0ADF-4EC2-B1CB-CC280496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574" y="272763"/>
            <a:ext cx="20177" cy="140472"/>
          </a:xfrm>
          <a:custGeom xmlns:a="http://schemas.openxmlformats.org/drawingml/2006/main">
            <a:pathLst>
              <a:path w="20177" h="140472">
                <a:moveTo>
                  <a:pt x="2857" y="140472"/>
                </a:moveTo>
                <a:lnTo>
                  <a:pt x="2857" y="41874"/>
                </a:lnTo>
                <a:lnTo>
                  <a:pt x="17131" y="41874"/>
                </a:lnTo>
                <a:lnTo>
                  <a:pt x="17131" y="140472"/>
                </a:lnTo>
                <a:lnTo>
                  <a:pt x="2857" y="140472"/>
                </a:lnTo>
                <a:close/>
                <a:moveTo>
                  <a:pt x="10090" y="20745"/>
                </a:moveTo>
                <a:cubicBezTo>
                  <a:pt x="7298" y="20745"/>
                  <a:pt x="4918" y="19794"/>
                  <a:pt x="2952" y="17891"/>
                </a:cubicBezTo>
                <a:cubicBezTo>
                  <a:pt x="986" y="15988"/>
                  <a:pt x="0" y="13450"/>
                  <a:pt x="0" y="10278"/>
                </a:cubicBezTo>
                <a:cubicBezTo>
                  <a:pt x="0" y="7232"/>
                  <a:pt x="986" y="4758"/>
                  <a:pt x="2952" y="2855"/>
                </a:cubicBezTo>
                <a:cubicBezTo>
                  <a:pt x="4918" y="952"/>
                  <a:pt x="7298" y="0"/>
                  <a:pt x="10090" y="0"/>
                </a:cubicBezTo>
                <a:cubicBezTo>
                  <a:pt x="12882" y="0"/>
                  <a:pt x="15259" y="952"/>
                  <a:pt x="17228" y="2855"/>
                </a:cubicBezTo>
                <a:cubicBezTo>
                  <a:pt x="19194" y="4758"/>
                  <a:pt x="20177" y="7232"/>
                  <a:pt x="20177" y="10278"/>
                </a:cubicBezTo>
                <a:cubicBezTo>
                  <a:pt x="20177" y="13450"/>
                  <a:pt x="19194" y="15988"/>
                  <a:pt x="17228" y="17891"/>
                </a:cubicBezTo>
                <a:cubicBezTo>
                  <a:pt x="15259" y="19794"/>
                  <a:pt x="12882" y="20745"/>
                  <a:pt x="10090" y="207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48D9E5-A6BC-4BFD-8DDC-2E1F4739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928" y="314636"/>
            <a:ext cx="73092" cy="98598"/>
          </a:xfrm>
          <a:custGeom xmlns:a="http://schemas.openxmlformats.org/drawingml/2006/main">
            <a:pathLst>
              <a:path w="73092" h="98598">
                <a:moveTo>
                  <a:pt x="0" y="98598"/>
                </a:moveTo>
                <a:lnTo>
                  <a:pt x="0" y="88700"/>
                </a:lnTo>
                <a:cubicBezTo>
                  <a:pt x="3172" y="82736"/>
                  <a:pt x="7107" y="76170"/>
                  <a:pt x="11801" y="69000"/>
                </a:cubicBezTo>
                <a:cubicBezTo>
                  <a:pt x="16496" y="61831"/>
                  <a:pt x="21477" y="54630"/>
                  <a:pt x="26743" y="47397"/>
                </a:cubicBezTo>
                <a:cubicBezTo>
                  <a:pt x="32010" y="40162"/>
                  <a:pt x="37022" y="33470"/>
                  <a:pt x="41780" y="27315"/>
                </a:cubicBezTo>
                <a:cubicBezTo>
                  <a:pt x="46540" y="21160"/>
                  <a:pt x="50632" y="16053"/>
                  <a:pt x="54058" y="11993"/>
                </a:cubicBezTo>
                <a:lnTo>
                  <a:pt x="2666" y="11993"/>
                </a:lnTo>
                <a:lnTo>
                  <a:pt x="2666" y="0"/>
                </a:lnTo>
                <a:lnTo>
                  <a:pt x="71569" y="0"/>
                </a:lnTo>
                <a:lnTo>
                  <a:pt x="71569" y="11041"/>
                </a:lnTo>
                <a:cubicBezTo>
                  <a:pt x="68777" y="14213"/>
                  <a:pt x="65065" y="18622"/>
                  <a:pt x="60433" y="24269"/>
                </a:cubicBezTo>
                <a:cubicBezTo>
                  <a:pt x="55801" y="29915"/>
                  <a:pt x="50852" y="36262"/>
                  <a:pt x="45589" y="43303"/>
                </a:cubicBezTo>
                <a:cubicBezTo>
                  <a:pt x="40322" y="50346"/>
                  <a:pt x="35119" y="57610"/>
                  <a:pt x="29978" y="65097"/>
                </a:cubicBezTo>
                <a:cubicBezTo>
                  <a:pt x="24840" y="72583"/>
                  <a:pt x="20368" y="79753"/>
                  <a:pt x="16559" y="86608"/>
                </a:cubicBezTo>
                <a:lnTo>
                  <a:pt x="73092" y="86608"/>
                </a:lnTo>
                <a:lnTo>
                  <a:pt x="73092" y="98598"/>
                </a:lnTo>
                <a:lnTo>
                  <a:pt x="0" y="985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2111E-2F3E-458B-948C-5481E149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819" y="312353"/>
            <a:ext cx="74044" cy="102976"/>
          </a:xfrm>
          <a:custGeom xmlns:a="http://schemas.openxmlformats.org/drawingml/2006/main">
            <a:pathLst>
              <a:path w="74044" h="102976">
                <a:moveTo>
                  <a:pt x="36925" y="102976"/>
                </a:moveTo>
                <a:cubicBezTo>
                  <a:pt x="29821" y="102976"/>
                  <a:pt x="23474" y="101961"/>
                  <a:pt x="17891" y="99930"/>
                </a:cubicBezTo>
                <a:cubicBezTo>
                  <a:pt x="12307" y="97898"/>
                  <a:pt x="7930" y="94600"/>
                  <a:pt x="4758" y="90031"/>
                </a:cubicBezTo>
                <a:cubicBezTo>
                  <a:pt x="1586" y="85465"/>
                  <a:pt x="0" y="79436"/>
                  <a:pt x="0" y="71949"/>
                </a:cubicBezTo>
                <a:cubicBezTo>
                  <a:pt x="0" y="64717"/>
                  <a:pt x="1777" y="58847"/>
                  <a:pt x="5329" y="54344"/>
                </a:cubicBezTo>
                <a:cubicBezTo>
                  <a:pt x="8881" y="49838"/>
                  <a:pt x="13799" y="46572"/>
                  <a:pt x="20080" y="44540"/>
                </a:cubicBezTo>
                <a:cubicBezTo>
                  <a:pt x="26363" y="42511"/>
                  <a:pt x="33436" y="41494"/>
                  <a:pt x="41305" y="41494"/>
                </a:cubicBezTo>
                <a:cubicBezTo>
                  <a:pt x="44857" y="41494"/>
                  <a:pt x="48600" y="41811"/>
                  <a:pt x="52535" y="42445"/>
                </a:cubicBezTo>
                <a:cubicBezTo>
                  <a:pt x="56467" y="43080"/>
                  <a:pt x="58942" y="43651"/>
                  <a:pt x="59956" y="44160"/>
                </a:cubicBezTo>
                <a:lnTo>
                  <a:pt x="59956" y="38448"/>
                </a:lnTo>
                <a:cubicBezTo>
                  <a:pt x="59956" y="34136"/>
                  <a:pt x="59419" y="29978"/>
                  <a:pt x="58339" y="25980"/>
                </a:cubicBezTo>
                <a:cubicBezTo>
                  <a:pt x="57261" y="21986"/>
                  <a:pt x="55073" y="18717"/>
                  <a:pt x="51772" y="16179"/>
                </a:cubicBezTo>
                <a:cubicBezTo>
                  <a:pt x="48475" y="13642"/>
                  <a:pt x="43460" y="12373"/>
                  <a:pt x="36736" y="12373"/>
                </a:cubicBezTo>
                <a:cubicBezTo>
                  <a:pt x="29755" y="12373"/>
                  <a:pt x="24426" y="12879"/>
                  <a:pt x="20745" y="13896"/>
                </a:cubicBezTo>
                <a:cubicBezTo>
                  <a:pt x="17068" y="14910"/>
                  <a:pt x="14339" y="15733"/>
                  <a:pt x="12562" y="16371"/>
                </a:cubicBezTo>
                <a:lnTo>
                  <a:pt x="10658" y="4186"/>
                </a:lnTo>
                <a:cubicBezTo>
                  <a:pt x="12942" y="3172"/>
                  <a:pt x="16433" y="2220"/>
                  <a:pt x="21128" y="1332"/>
                </a:cubicBezTo>
                <a:cubicBezTo>
                  <a:pt x="25823" y="443"/>
                  <a:pt x="31344" y="0"/>
                  <a:pt x="37688" y="0"/>
                </a:cubicBezTo>
                <a:cubicBezTo>
                  <a:pt x="46697" y="0"/>
                  <a:pt x="53835" y="1586"/>
                  <a:pt x="59102" y="4758"/>
                </a:cubicBezTo>
                <a:cubicBezTo>
                  <a:pt x="64368" y="7930"/>
                  <a:pt x="68174" y="12276"/>
                  <a:pt x="70520" y="17797"/>
                </a:cubicBezTo>
                <a:cubicBezTo>
                  <a:pt x="72869" y="23317"/>
                  <a:pt x="74044" y="29629"/>
                  <a:pt x="74044" y="36736"/>
                </a:cubicBezTo>
                <a:lnTo>
                  <a:pt x="74044" y="98598"/>
                </a:lnTo>
                <a:cubicBezTo>
                  <a:pt x="71377" y="99232"/>
                  <a:pt x="66620" y="100121"/>
                  <a:pt x="59767" y="101261"/>
                </a:cubicBezTo>
                <a:cubicBezTo>
                  <a:pt x="52915" y="102404"/>
                  <a:pt x="45300" y="102976"/>
                  <a:pt x="36925" y="102976"/>
                </a:cubicBezTo>
                <a:close/>
                <a:moveTo>
                  <a:pt x="39019" y="90794"/>
                </a:moveTo>
                <a:cubicBezTo>
                  <a:pt x="43460" y="90794"/>
                  <a:pt x="47457" y="90634"/>
                  <a:pt x="51012" y="90317"/>
                </a:cubicBezTo>
                <a:cubicBezTo>
                  <a:pt x="54564" y="90000"/>
                  <a:pt x="57547" y="89588"/>
                  <a:pt x="59956" y="89080"/>
                </a:cubicBezTo>
                <a:lnTo>
                  <a:pt x="59956" y="55961"/>
                </a:lnTo>
                <a:cubicBezTo>
                  <a:pt x="58687" y="55327"/>
                  <a:pt x="56530" y="54693"/>
                  <a:pt x="53487" y="54058"/>
                </a:cubicBezTo>
                <a:cubicBezTo>
                  <a:pt x="50441" y="53424"/>
                  <a:pt x="46506" y="53107"/>
                  <a:pt x="41685" y="53107"/>
                </a:cubicBezTo>
                <a:cubicBezTo>
                  <a:pt x="37625" y="53107"/>
                  <a:pt x="33498" y="53550"/>
                  <a:pt x="29312" y="54438"/>
                </a:cubicBezTo>
                <a:cubicBezTo>
                  <a:pt x="25126" y="55327"/>
                  <a:pt x="21603" y="57101"/>
                  <a:pt x="18748" y="59767"/>
                </a:cubicBezTo>
                <a:cubicBezTo>
                  <a:pt x="15893" y="62434"/>
                  <a:pt x="14465" y="66428"/>
                  <a:pt x="14465" y="71758"/>
                </a:cubicBezTo>
                <a:cubicBezTo>
                  <a:pt x="14465" y="78864"/>
                  <a:pt x="16685" y="83813"/>
                  <a:pt x="21128" y="86605"/>
                </a:cubicBezTo>
                <a:cubicBezTo>
                  <a:pt x="25569" y="89397"/>
                  <a:pt x="31533" y="90794"/>
                  <a:pt x="39019" y="907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48505-BF68-4E1F-B75E-C978859C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935" y="283613"/>
            <a:ext cx="56913" cy="131716"/>
          </a:xfrm>
          <a:custGeom xmlns:a="http://schemas.openxmlformats.org/drawingml/2006/main">
            <a:pathLst>
              <a:path w="56913" h="131716">
                <a:moveTo>
                  <a:pt x="32930" y="131716"/>
                </a:moveTo>
                <a:cubicBezTo>
                  <a:pt x="24554" y="131716"/>
                  <a:pt x="17957" y="130256"/>
                  <a:pt x="13136" y="127339"/>
                </a:cubicBezTo>
                <a:cubicBezTo>
                  <a:pt x="8312" y="124418"/>
                  <a:pt x="4918" y="120041"/>
                  <a:pt x="2952" y="114206"/>
                </a:cubicBezTo>
                <a:cubicBezTo>
                  <a:pt x="986" y="108368"/>
                  <a:pt x="0" y="101070"/>
                  <a:pt x="0" y="92314"/>
                </a:cubicBezTo>
                <a:lnTo>
                  <a:pt x="0" y="2475"/>
                </a:lnTo>
                <a:lnTo>
                  <a:pt x="14276" y="0"/>
                </a:lnTo>
                <a:lnTo>
                  <a:pt x="14276" y="31024"/>
                </a:lnTo>
                <a:lnTo>
                  <a:pt x="52915" y="31024"/>
                </a:lnTo>
                <a:lnTo>
                  <a:pt x="52915" y="43017"/>
                </a:lnTo>
                <a:lnTo>
                  <a:pt x="14276" y="43017"/>
                </a:lnTo>
                <a:lnTo>
                  <a:pt x="14276" y="93457"/>
                </a:lnTo>
                <a:cubicBezTo>
                  <a:pt x="14276" y="100435"/>
                  <a:pt x="15070" y="105765"/>
                  <a:pt x="16656" y="109445"/>
                </a:cubicBezTo>
                <a:cubicBezTo>
                  <a:pt x="18242" y="113126"/>
                  <a:pt x="20525" y="115632"/>
                  <a:pt x="23509" y="116963"/>
                </a:cubicBezTo>
                <a:cubicBezTo>
                  <a:pt x="26492" y="118298"/>
                  <a:pt x="30012" y="118963"/>
                  <a:pt x="34073" y="118963"/>
                </a:cubicBezTo>
                <a:cubicBezTo>
                  <a:pt x="38893" y="118963"/>
                  <a:pt x="42923" y="118392"/>
                  <a:pt x="46160" y="117249"/>
                </a:cubicBezTo>
                <a:cubicBezTo>
                  <a:pt x="49395" y="116109"/>
                  <a:pt x="51964" y="115092"/>
                  <a:pt x="53870" y="114206"/>
                </a:cubicBezTo>
                <a:lnTo>
                  <a:pt x="56913" y="125816"/>
                </a:lnTo>
                <a:cubicBezTo>
                  <a:pt x="55010" y="126956"/>
                  <a:pt x="51869" y="128227"/>
                  <a:pt x="47492" y="129622"/>
                </a:cubicBezTo>
                <a:cubicBezTo>
                  <a:pt x="43114" y="131019"/>
                  <a:pt x="38259" y="131716"/>
                  <a:pt x="32930" y="1317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2FB75-95D8-4C63-A37B-76E19DD5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646" y="272763"/>
            <a:ext cx="20177" cy="140472"/>
          </a:xfrm>
          <a:custGeom xmlns:a="http://schemas.openxmlformats.org/drawingml/2006/main">
            <a:pathLst>
              <a:path w="20177" h="140472">
                <a:moveTo>
                  <a:pt x="2855" y="140472"/>
                </a:moveTo>
                <a:lnTo>
                  <a:pt x="2855" y="41874"/>
                </a:lnTo>
                <a:lnTo>
                  <a:pt x="17131" y="41874"/>
                </a:lnTo>
                <a:lnTo>
                  <a:pt x="17131" y="140472"/>
                </a:lnTo>
                <a:lnTo>
                  <a:pt x="2855" y="140472"/>
                </a:lnTo>
                <a:close/>
                <a:moveTo>
                  <a:pt x="10090" y="20745"/>
                </a:moveTo>
                <a:cubicBezTo>
                  <a:pt x="7298" y="20745"/>
                  <a:pt x="4918" y="19794"/>
                  <a:pt x="2952" y="17891"/>
                </a:cubicBezTo>
                <a:cubicBezTo>
                  <a:pt x="983" y="15988"/>
                  <a:pt x="0" y="13450"/>
                  <a:pt x="0" y="10278"/>
                </a:cubicBezTo>
                <a:cubicBezTo>
                  <a:pt x="0" y="7232"/>
                  <a:pt x="983" y="4758"/>
                  <a:pt x="2952" y="2855"/>
                </a:cubicBezTo>
                <a:cubicBezTo>
                  <a:pt x="4918" y="952"/>
                  <a:pt x="7298" y="0"/>
                  <a:pt x="10090" y="0"/>
                </a:cubicBezTo>
                <a:cubicBezTo>
                  <a:pt x="12882" y="0"/>
                  <a:pt x="15259" y="952"/>
                  <a:pt x="17228" y="2855"/>
                </a:cubicBezTo>
                <a:cubicBezTo>
                  <a:pt x="19194" y="4758"/>
                  <a:pt x="20177" y="7232"/>
                  <a:pt x="20177" y="10278"/>
                </a:cubicBezTo>
                <a:cubicBezTo>
                  <a:pt x="20177" y="13450"/>
                  <a:pt x="19194" y="15988"/>
                  <a:pt x="17228" y="17891"/>
                </a:cubicBezTo>
                <a:cubicBezTo>
                  <a:pt x="15259" y="19794"/>
                  <a:pt x="12882" y="20745"/>
                  <a:pt x="10090" y="207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DAF87-FC7F-4DFE-B30D-1E7EF428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046" y="312353"/>
            <a:ext cx="90791" cy="103164"/>
          </a:xfrm>
          <a:custGeom xmlns:a="http://schemas.openxmlformats.org/drawingml/2006/main">
            <a:pathLst>
              <a:path w="90791" h="103164">
                <a:moveTo>
                  <a:pt x="45300" y="103164"/>
                </a:moveTo>
                <a:cubicBezTo>
                  <a:pt x="36545" y="103164"/>
                  <a:pt x="28741" y="101041"/>
                  <a:pt x="21888" y="96789"/>
                </a:cubicBezTo>
                <a:cubicBezTo>
                  <a:pt x="15036" y="92537"/>
                  <a:pt x="9675" y="86542"/>
                  <a:pt x="5804" y="78801"/>
                </a:cubicBezTo>
                <a:cubicBezTo>
                  <a:pt x="1935" y="71060"/>
                  <a:pt x="0" y="61988"/>
                  <a:pt x="0" y="51584"/>
                </a:cubicBezTo>
                <a:cubicBezTo>
                  <a:pt x="0" y="41177"/>
                  <a:pt x="1935" y="32135"/>
                  <a:pt x="5804" y="24460"/>
                </a:cubicBezTo>
                <a:cubicBezTo>
                  <a:pt x="9675" y="16782"/>
                  <a:pt x="15036" y="10787"/>
                  <a:pt x="21888" y="6472"/>
                </a:cubicBezTo>
                <a:cubicBezTo>
                  <a:pt x="28741" y="2157"/>
                  <a:pt x="36545" y="0"/>
                  <a:pt x="45300" y="0"/>
                </a:cubicBezTo>
                <a:cubicBezTo>
                  <a:pt x="54184" y="0"/>
                  <a:pt x="62051" y="2157"/>
                  <a:pt x="68903" y="6472"/>
                </a:cubicBezTo>
                <a:cubicBezTo>
                  <a:pt x="75755" y="10787"/>
                  <a:pt x="81116" y="16782"/>
                  <a:pt x="84988" y="24460"/>
                </a:cubicBezTo>
                <a:cubicBezTo>
                  <a:pt x="88857" y="32135"/>
                  <a:pt x="90791" y="41177"/>
                  <a:pt x="90791" y="51584"/>
                </a:cubicBezTo>
                <a:cubicBezTo>
                  <a:pt x="90791" y="61988"/>
                  <a:pt x="88857" y="71060"/>
                  <a:pt x="84988" y="78801"/>
                </a:cubicBezTo>
                <a:cubicBezTo>
                  <a:pt x="81116" y="86542"/>
                  <a:pt x="75787" y="92537"/>
                  <a:pt x="68997" y="96789"/>
                </a:cubicBezTo>
                <a:cubicBezTo>
                  <a:pt x="62211" y="101041"/>
                  <a:pt x="54310" y="103164"/>
                  <a:pt x="45300" y="103164"/>
                </a:cubicBezTo>
                <a:close/>
                <a:moveTo>
                  <a:pt x="45300" y="90411"/>
                </a:moveTo>
                <a:cubicBezTo>
                  <a:pt x="51646" y="90411"/>
                  <a:pt x="57101" y="88825"/>
                  <a:pt x="61671" y="85654"/>
                </a:cubicBezTo>
                <a:cubicBezTo>
                  <a:pt x="66237" y="82482"/>
                  <a:pt x="69760" y="77975"/>
                  <a:pt x="72235" y="72140"/>
                </a:cubicBezTo>
                <a:cubicBezTo>
                  <a:pt x="74709" y="66303"/>
                  <a:pt x="75947" y="59450"/>
                  <a:pt x="75947" y="51584"/>
                </a:cubicBezTo>
                <a:cubicBezTo>
                  <a:pt x="75947" y="43714"/>
                  <a:pt x="74709" y="36862"/>
                  <a:pt x="72235" y="31027"/>
                </a:cubicBezTo>
                <a:cubicBezTo>
                  <a:pt x="69760" y="25189"/>
                  <a:pt x="66237" y="20683"/>
                  <a:pt x="61671" y="17511"/>
                </a:cubicBezTo>
                <a:cubicBezTo>
                  <a:pt x="57101" y="14339"/>
                  <a:pt x="51646" y="12753"/>
                  <a:pt x="45300" y="12753"/>
                </a:cubicBezTo>
                <a:cubicBezTo>
                  <a:pt x="39082" y="12753"/>
                  <a:pt x="33690" y="14339"/>
                  <a:pt x="29121" y="17511"/>
                </a:cubicBezTo>
                <a:cubicBezTo>
                  <a:pt x="24554" y="20683"/>
                  <a:pt x="21031" y="25189"/>
                  <a:pt x="18557" y="31027"/>
                </a:cubicBezTo>
                <a:cubicBezTo>
                  <a:pt x="16082" y="36862"/>
                  <a:pt x="14845" y="43714"/>
                  <a:pt x="14845" y="51584"/>
                </a:cubicBezTo>
                <a:cubicBezTo>
                  <a:pt x="14845" y="59450"/>
                  <a:pt x="16082" y="66303"/>
                  <a:pt x="18557" y="72140"/>
                </a:cubicBezTo>
                <a:cubicBezTo>
                  <a:pt x="21031" y="77975"/>
                  <a:pt x="24554" y="82482"/>
                  <a:pt x="29121" y="85654"/>
                </a:cubicBezTo>
                <a:cubicBezTo>
                  <a:pt x="33690" y="88825"/>
                  <a:pt x="39082" y="90411"/>
                  <a:pt x="45300" y="904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DB90B-F2B5-4EA3-9BDF-7AD455C9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4107" y="312733"/>
            <a:ext cx="77850" cy="100501"/>
          </a:xfrm>
          <a:custGeom xmlns:a="http://schemas.openxmlformats.org/drawingml/2006/main">
            <a:pathLst>
              <a:path w="77850" h="100501">
                <a:moveTo>
                  <a:pt x="0" y="100501"/>
                </a:moveTo>
                <a:lnTo>
                  <a:pt x="0" y="5329"/>
                </a:lnTo>
                <a:cubicBezTo>
                  <a:pt x="3935" y="4315"/>
                  <a:pt x="9073" y="3172"/>
                  <a:pt x="15416" y="1903"/>
                </a:cubicBezTo>
                <a:cubicBezTo>
                  <a:pt x="21763" y="634"/>
                  <a:pt x="29375" y="0"/>
                  <a:pt x="38259" y="0"/>
                </a:cubicBezTo>
                <a:cubicBezTo>
                  <a:pt x="48537" y="0"/>
                  <a:pt x="56533" y="1903"/>
                  <a:pt x="62242" y="5709"/>
                </a:cubicBezTo>
                <a:cubicBezTo>
                  <a:pt x="67951" y="9518"/>
                  <a:pt x="71980" y="14816"/>
                  <a:pt x="74329" y="21606"/>
                </a:cubicBezTo>
                <a:cubicBezTo>
                  <a:pt x="76675" y="28392"/>
                  <a:pt x="77850" y="36293"/>
                  <a:pt x="77850" y="45303"/>
                </a:cubicBezTo>
                <a:lnTo>
                  <a:pt x="77850" y="100501"/>
                </a:lnTo>
                <a:lnTo>
                  <a:pt x="63574" y="100501"/>
                </a:lnTo>
                <a:lnTo>
                  <a:pt x="63574" y="49300"/>
                </a:lnTo>
                <a:cubicBezTo>
                  <a:pt x="63574" y="40291"/>
                  <a:pt x="62751" y="33121"/>
                  <a:pt x="61099" y="27789"/>
                </a:cubicBezTo>
                <a:cubicBezTo>
                  <a:pt x="59450" y="22460"/>
                  <a:pt x="56659" y="18591"/>
                  <a:pt x="52724" y="16179"/>
                </a:cubicBezTo>
                <a:cubicBezTo>
                  <a:pt x="48792" y="13767"/>
                  <a:pt x="43334" y="12564"/>
                  <a:pt x="36356" y="12564"/>
                </a:cubicBezTo>
                <a:cubicBezTo>
                  <a:pt x="31027" y="12564"/>
                  <a:pt x="26332" y="12882"/>
                  <a:pt x="22268" y="13516"/>
                </a:cubicBezTo>
                <a:cubicBezTo>
                  <a:pt x="18208" y="14150"/>
                  <a:pt x="15545" y="14656"/>
                  <a:pt x="14276" y="15036"/>
                </a:cubicBezTo>
                <a:lnTo>
                  <a:pt x="14276" y="100501"/>
                </a:lnTo>
                <a:lnTo>
                  <a:pt x="0" y="100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14920-B5AD-47C1-9C9E-39EC7CC0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16" y="312353"/>
            <a:ext cx="67383" cy="103164"/>
          </a:xfrm>
          <a:custGeom xmlns:a="http://schemas.openxmlformats.org/drawingml/2006/main">
            <a:pathLst>
              <a:path w="67383" h="103164">
                <a:moveTo>
                  <a:pt x="29504" y="103164"/>
                </a:moveTo>
                <a:cubicBezTo>
                  <a:pt x="21003" y="103164"/>
                  <a:pt x="14370" y="102436"/>
                  <a:pt x="9613" y="100975"/>
                </a:cubicBezTo>
                <a:cubicBezTo>
                  <a:pt x="4855" y="99518"/>
                  <a:pt x="1652" y="98407"/>
                  <a:pt x="0" y="97646"/>
                </a:cubicBezTo>
                <a:lnTo>
                  <a:pt x="3426" y="85082"/>
                </a:lnTo>
                <a:cubicBezTo>
                  <a:pt x="4823" y="85591"/>
                  <a:pt x="7678" y="86668"/>
                  <a:pt x="11993" y="88320"/>
                </a:cubicBezTo>
                <a:cubicBezTo>
                  <a:pt x="16308" y="89968"/>
                  <a:pt x="22143" y="90794"/>
                  <a:pt x="29504" y="90794"/>
                </a:cubicBezTo>
                <a:cubicBezTo>
                  <a:pt x="36485" y="90794"/>
                  <a:pt x="42131" y="89714"/>
                  <a:pt x="46446" y="87557"/>
                </a:cubicBezTo>
                <a:cubicBezTo>
                  <a:pt x="50758" y="85399"/>
                  <a:pt x="52915" y="81656"/>
                  <a:pt x="52915" y="76327"/>
                </a:cubicBezTo>
                <a:cubicBezTo>
                  <a:pt x="52915" y="72901"/>
                  <a:pt x="52155" y="70140"/>
                  <a:pt x="50632" y="68049"/>
                </a:cubicBezTo>
                <a:cubicBezTo>
                  <a:pt x="49109" y="65954"/>
                  <a:pt x="46666" y="64019"/>
                  <a:pt x="43303" y="62242"/>
                </a:cubicBezTo>
                <a:cubicBezTo>
                  <a:pt x="39942" y="60465"/>
                  <a:pt x="35342" y="58436"/>
                  <a:pt x="29504" y="56150"/>
                </a:cubicBezTo>
                <a:cubicBezTo>
                  <a:pt x="24554" y="54121"/>
                  <a:pt x="19988" y="51964"/>
                  <a:pt x="15799" y="49680"/>
                </a:cubicBezTo>
                <a:cubicBezTo>
                  <a:pt x="11613" y="47394"/>
                  <a:pt x="8218" y="44477"/>
                  <a:pt x="5615" y="40922"/>
                </a:cubicBezTo>
                <a:cubicBezTo>
                  <a:pt x="3015" y="37370"/>
                  <a:pt x="1715" y="32801"/>
                  <a:pt x="1715" y="27218"/>
                </a:cubicBezTo>
                <a:cubicBezTo>
                  <a:pt x="1715" y="21763"/>
                  <a:pt x="3109" y="17005"/>
                  <a:pt x="5901" y="12944"/>
                </a:cubicBezTo>
                <a:cubicBezTo>
                  <a:pt x="8693" y="8881"/>
                  <a:pt x="12659" y="5709"/>
                  <a:pt x="17799" y="3426"/>
                </a:cubicBezTo>
                <a:cubicBezTo>
                  <a:pt x="22937" y="1143"/>
                  <a:pt x="29061" y="0"/>
                  <a:pt x="36167" y="0"/>
                </a:cubicBezTo>
                <a:cubicBezTo>
                  <a:pt x="42765" y="0"/>
                  <a:pt x="48349" y="571"/>
                  <a:pt x="52915" y="1712"/>
                </a:cubicBezTo>
                <a:cubicBezTo>
                  <a:pt x="57484" y="2855"/>
                  <a:pt x="60719" y="3869"/>
                  <a:pt x="62625" y="4758"/>
                </a:cubicBezTo>
                <a:lnTo>
                  <a:pt x="59387" y="17131"/>
                </a:lnTo>
                <a:cubicBezTo>
                  <a:pt x="57739" y="16242"/>
                  <a:pt x="55073" y="15196"/>
                  <a:pt x="51392" y="13990"/>
                </a:cubicBezTo>
                <a:cubicBezTo>
                  <a:pt x="47715" y="12784"/>
                  <a:pt x="42511" y="12182"/>
                  <a:pt x="35784" y="12182"/>
                </a:cubicBezTo>
                <a:cubicBezTo>
                  <a:pt x="30455" y="12182"/>
                  <a:pt x="25823" y="13293"/>
                  <a:pt x="21891" y="15513"/>
                </a:cubicBezTo>
                <a:cubicBezTo>
                  <a:pt x="17957" y="17734"/>
                  <a:pt x="15991" y="21254"/>
                  <a:pt x="15991" y="26078"/>
                </a:cubicBezTo>
                <a:cubicBezTo>
                  <a:pt x="15991" y="29504"/>
                  <a:pt x="16814" y="32264"/>
                  <a:pt x="18465" y="34356"/>
                </a:cubicBezTo>
                <a:cubicBezTo>
                  <a:pt x="20114" y="36450"/>
                  <a:pt x="22589" y="38322"/>
                  <a:pt x="25886" y="39971"/>
                </a:cubicBezTo>
                <a:cubicBezTo>
                  <a:pt x="29187" y="41622"/>
                  <a:pt x="33247" y="43397"/>
                  <a:pt x="38070" y="45300"/>
                </a:cubicBezTo>
                <a:cubicBezTo>
                  <a:pt x="43525" y="47457"/>
                  <a:pt x="48443" y="49712"/>
                  <a:pt x="52821" y="52058"/>
                </a:cubicBezTo>
                <a:cubicBezTo>
                  <a:pt x="57199" y="54407"/>
                  <a:pt x="60719" y="57419"/>
                  <a:pt x="63385" y="61099"/>
                </a:cubicBezTo>
                <a:cubicBezTo>
                  <a:pt x="66051" y="64780"/>
                  <a:pt x="67383" y="69666"/>
                  <a:pt x="67383" y="75755"/>
                </a:cubicBezTo>
                <a:cubicBezTo>
                  <a:pt x="67383" y="81719"/>
                  <a:pt x="65860" y="86765"/>
                  <a:pt x="62814" y="90889"/>
                </a:cubicBezTo>
                <a:cubicBezTo>
                  <a:pt x="59767" y="95012"/>
                  <a:pt x="55421" y="98089"/>
                  <a:pt x="49775" y="100121"/>
                </a:cubicBezTo>
                <a:cubicBezTo>
                  <a:pt x="44128" y="102150"/>
                  <a:pt x="37370" y="103164"/>
                  <a:pt x="29504" y="1031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3DE2B-7C8F-4F90-A1F4-D3DA104F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32" y="1022406"/>
            <a:ext cx="3274803" cy="2969"/>
          </a:xfrm>
          <a:custGeom xmlns:a="http://schemas.openxmlformats.org/drawingml/2006/main">
            <a:pathLst>
              <a:path w="3274803" h="2969" fill="none">
                <a:moveTo>
                  <a:pt x="0" y="0"/>
                </a:moveTo>
                <a:lnTo>
                  <a:pt x="3274803" y="2969"/>
                </a:lnTo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8746F9-D24C-4845-8F52-77A3485C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022" y="991953"/>
            <a:ext cx="60910" cy="60908"/>
          </a:xfrm>
          <a:custGeom xmlns:a="http://schemas.openxmlformats.org/drawingml/2006/main">
            <a:pathLst>
              <a:path w="60910" h="60908">
                <a:moveTo>
                  <a:pt x="0" y="30378"/>
                </a:moveTo>
                <a:lnTo>
                  <a:pt x="60910" y="0"/>
                </a:lnTo>
                <a:lnTo>
                  <a:pt x="60836" y="60908"/>
                </a:lnTo>
                <a:lnTo>
                  <a:pt x="0" y="303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20AE62-4037-4CDB-8103-16DDE361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023" y="991951"/>
            <a:ext cx="60910" cy="60910"/>
          </a:xfrm>
          <a:custGeom xmlns:a="http://schemas.openxmlformats.org/drawingml/2006/main">
            <a:pathLst>
              <a:path w="60910" h="60910" fill="none">
                <a:moveTo>
                  <a:pt x="0" y="30379"/>
                </a:moveTo>
                <a:lnTo>
                  <a:pt x="60910" y="0"/>
                </a:lnTo>
                <a:lnTo>
                  <a:pt x="60833" y="60910"/>
                </a:lnTo>
                <a:lnTo>
                  <a:pt x="0" y="303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F8132-22E5-4A3F-AA34-3B424397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108" y="550280"/>
            <a:ext cx="2916047" cy="456823"/>
          </a:xfrm>
          <a:custGeom xmlns:a="http://schemas.openxmlformats.org/drawingml/2006/main">
            <a:pathLst>
              <a:path w="2916047" h="456823">
                <a:moveTo>
                  <a:pt x="0" y="0"/>
                </a:moveTo>
                <a:lnTo>
                  <a:pt x="2916047" y="0"/>
                </a:lnTo>
                <a:lnTo>
                  <a:pt x="2916047" y="456823"/>
                </a:lnTo>
                <a:lnTo>
                  <a:pt x="0" y="4568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B8A6A-3527-40F9-8C37-170C3324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393" y="630702"/>
            <a:ext cx="96503" cy="104879"/>
          </a:xfrm>
          <a:custGeom xmlns:a="http://schemas.openxmlformats.org/drawingml/2006/main">
            <a:pathLst>
              <a:path w="96503" h="104879">
                <a:moveTo>
                  <a:pt x="48283" y="104879"/>
                </a:moveTo>
                <a:cubicBezTo>
                  <a:pt x="38776" y="104879"/>
                  <a:pt x="30384" y="102681"/>
                  <a:pt x="23103" y="98287"/>
                </a:cubicBezTo>
                <a:cubicBezTo>
                  <a:pt x="15822" y="93895"/>
                  <a:pt x="10153" y="87754"/>
                  <a:pt x="6092" y="79873"/>
                </a:cubicBezTo>
                <a:cubicBezTo>
                  <a:pt x="2032" y="71989"/>
                  <a:pt x="0" y="62796"/>
                  <a:pt x="0" y="52295"/>
                </a:cubicBezTo>
                <a:cubicBezTo>
                  <a:pt x="0" y="41797"/>
                  <a:pt x="2072" y="32647"/>
                  <a:pt x="6215" y="24849"/>
                </a:cubicBezTo>
                <a:cubicBezTo>
                  <a:pt x="10361" y="17048"/>
                  <a:pt x="16105" y="10956"/>
                  <a:pt x="23443" y="6575"/>
                </a:cubicBezTo>
                <a:cubicBezTo>
                  <a:pt x="30781" y="2192"/>
                  <a:pt x="39082" y="0"/>
                  <a:pt x="48343" y="0"/>
                </a:cubicBezTo>
                <a:cubicBezTo>
                  <a:pt x="57739" y="0"/>
                  <a:pt x="66060" y="2180"/>
                  <a:pt x="73306" y="6541"/>
                </a:cubicBezTo>
                <a:cubicBezTo>
                  <a:pt x="80556" y="10904"/>
                  <a:pt x="86234" y="16996"/>
                  <a:pt x="90343" y="24815"/>
                </a:cubicBezTo>
                <a:cubicBezTo>
                  <a:pt x="94449" y="32636"/>
                  <a:pt x="96503" y="41797"/>
                  <a:pt x="96503" y="52295"/>
                </a:cubicBezTo>
                <a:cubicBezTo>
                  <a:pt x="96503" y="62796"/>
                  <a:pt x="94498" y="71989"/>
                  <a:pt x="90486" y="79873"/>
                </a:cubicBezTo>
                <a:cubicBezTo>
                  <a:pt x="86471" y="87754"/>
                  <a:pt x="80882" y="93895"/>
                  <a:pt x="73709" y="98287"/>
                </a:cubicBezTo>
                <a:cubicBezTo>
                  <a:pt x="66540" y="102681"/>
                  <a:pt x="58064" y="104879"/>
                  <a:pt x="48283" y="104879"/>
                </a:cubicBezTo>
                <a:close/>
                <a:moveTo>
                  <a:pt x="48252" y="83416"/>
                </a:moveTo>
                <a:cubicBezTo>
                  <a:pt x="53107" y="83416"/>
                  <a:pt x="57216" y="82145"/>
                  <a:pt x="60579" y="79604"/>
                </a:cubicBezTo>
                <a:cubicBezTo>
                  <a:pt x="63945" y="77061"/>
                  <a:pt x="66537" y="73449"/>
                  <a:pt x="68360" y="68771"/>
                </a:cubicBezTo>
                <a:cubicBezTo>
                  <a:pt x="70183" y="64094"/>
                  <a:pt x="71095" y="58602"/>
                  <a:pt x="71095" y="52295"/>
                </a:cubicBezTo>
                <a:cubicBezTo>
                  <a:pt x="71095" y="45951"/>
                  <a:pt x="70183" y="40476"/>
                  <a:pt x="68360" y="35873"/>
                </a:cubicBezTo>
                <a:cubicBezTo>
                  <a:pt x="66537" y="31270"/>
                  <a:pt x="63945" y="27715"/>
                  <a:pt x="60579" y="25215"/>
                </a:cubicBezTo>
                <a:cubicBezTo>
                  <a:pt x="57216" y="22711"/>
                  <a:pt x="53107" y="21460"/>
                  <a:pt x="48252" y="21460"/>
                </a:cubicBezTo>
                <a:cubicBezTo>
                  <a:pt x="43494" y="21460"/>
                  <a:pt x="39402" y="22714"/>
                  <a:pt x="35976" y="25220"/>
                </a:cubicBezTo>
                <a:cubicBezTo>
                  <a:pt x="32550" y="27726"/>
                  <a:pt x="29932" y="31278"/>
                  <a:pt x="28124" y="35879"/>
                </a:cubicBezTo>
                <a:cubicBezTo>
                  <a:pt x="26315" y="40479"/>
                  <a:pt x="25412" y="45951"/>
                  <a:pt x="25412" y="52295"/>
                </a:cubicBezTo>
                <a:cubicBezTo>
                  <a:pt x="25412" y="58642"/>
                  <a:pt x="26315" y="64137"/>
                  <a:pt x="28124" y="68783"/>
                </a:cubicBezTo>
                <a:cubicBezTo>
                  <a:pt x="29932" y="73432"/>
                  <a:pt x="32550" y="77032"/>
                  <a:pt x="35976" y="79587"/>
                </a:cubicBezTo>
                <a:cubicBezTo>
                  <a:pt x="39402" y="82139"/>
                  <a:pt x="43494" y="83416"/>
                  <a:pt x="48252" y="83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51EA39-8F7C-4F9C-B584-34DEB816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976" y="631082"/>
            <a:ext cx="91126" cy="137143"/>
          </a:xfrm>
          <a:custGeom xmlns:a="http://schemas.openxmlformats.org/drawingml/2006/main">
            <a:pathLst>
              <a:path w="91126" h="137143">
                <a:moveTo>
                  <a:pt x="0" y="137143"/>
                </a:moveTo>
                <a:lnTo>
                  <a:pt x="0" y="5615"/>
                </a:lnTo>
                <a:cubicBezTo>
                  <a:pt x="3203" y="4632"/>
                  <a:pt x="6978" y="3712"/>
                  <a:pt x="11324" y="2855"/>
                </a:cubicBezTo>
                <a:cubicBezTo>
                  <a:pt x="15671" y="1997"/>
                  <a:pt x="20294" y="1309"/>
                  <a:pt x="25197" y="786"/>
                </a:cubicBezTo>
                <a:cubicBezTo>
                  <a:pt x="30098" y="263"/>
                  <a:pt x="34959" y="0"/>
                  <a:pt x="39782" y="0"/>
                </a:cubicBezTo>
                <a:cubicBezTo>
                  <a:pt x="50503" y="0"/>
                  <a:pt x="59687" y="2109"/>
                  <a:pt x="67334" y="6329"/>
                </a:cubicBezTo>
                <a:cubicBezTo>
                  <a:pt x="74978" y="10547"/>
                  <a:pt x="80856" y="16568"/>
                  <a:pt x="84965" y="24389"/>
                </a:cubicBezTo>
                <a:cubicBezTo>
                  <a:pt x="89071" y="32207"/>
                  <a:pt x="91126" y="41448"/>
                  <a:pt x="91126" y="52107"/>
                </a:cubicBezTo>
                <a:cubicBezTo>
                  <a:pt x="91126" y="62322"/>
                  <a:pt x="89428" y="71323"/>
                  <a:pt x="86034" y="79110"/>
                </a:cubicBezTo>
                <a:cubicBezTo>
                  <a:pt x="82642" y="86899"/>
                  <a:pt x="77693" y="92983"/>
                  <a:pt x="71189" y="97361"/>
                </a:cubicBezTo>
                <a:cubicBezTo>
                  <a:pt x="64685" y="101738"/>
                  <a:pt x="56676" y="103927"/>
                  <a:pt x="47157" y="103927"/>
                </a:cubicBezTo>
                <a:cubicBezTo>
                  <a:pt x="42685" y="103927"/>
                  <a:pt x="38585" y="103427"/>
                  <a:pt x="34856" y="102427"/>
                </a:cubicBezTo>
                <a:cubicBezTo>
                  <a:pt x="31130" y="101430"/>
                  <a:pt x="27789" y="100198"/>
                  <a:pt x="24840" y="98741"/>
                </a:cubicBezTo>
                <a:lnTo>
                  <a:pt x="24840" y="137143"/>
                </a:lnTo>
                <a:lnTo>
                  <a:pt x="0" y="137143"/>
                </a:lnTo>
                <a:close/>
                <a:moveTo>
                  <a:pt x="42731" y="82750"/>
                </a:moveTo>
                <a:cubicBezTo>
                  <a:pt x="46729" y="82750"/>
                  <a:pt x="50155" y="82076"/>
                  <a:pt x="53009" y="80730"/>
                </a:cubicBezTo>
                <a:cubicBezTo>
                  <a:pt x="55867" y="79381"/>
                  <a:pt x="58244" y="77407"/>
                  <a:pt x="60148" y="74804"/>
                </a:cubicBezTo>
                <a:cubicBezTo>
                  <a:pt x="62051" y="72203"/>
                  <a:pt x="63448" y="69063"/>
                  <a:pt x="64337" y="65382"/>
                </a:cubicBezTo>
                <a:cubicBezTo>
                  <a:pt x="65225" y="61702"/>
                  <a:pt x="65668" y="57484"/>
                  <a:pt x="65668" y="52724"/>
                </a:cubicBezTo>
                <a:cubicBezTo>
                  <a:pt x="65668" y="46286"/>
                  <a:pt x="64654" y="40717"/>
                  <a:pt x="62622" y="36022"/>
                </a:cubicBezTo>
                <a:cubicBezTo>
                  <a:pt x="60593" y="31327"/>
                  <a:pt x="57650" y="27695"/>
                  <a:pt x="53795" y="25126"/>
                </a:cubicBezTo>
                <a:cubicBezTo>
                  <a:pt x="49941" y="22554"/>
                  <a:pt x="45206" y="21271"/>
                  <a:pt x="39591" y="21271"/>
                </a:cubicBezTo>
                <a:cubicBezTo>
                  <a:pt x="36293" y="21271"/>
                  <a:pt x="33381" y="21414"/>
                  <a:pt x="30858" y="21700"/>
                </a:cubicBezTo>
                <a:cubicBezTo>
                  <a:pt x="28338" y="21986"/>
                  <a:pt x="26332" y="22286"/>
                  <a:pt x="24840" y="22603"/>
                </a:cubicBezTo>
                <a:lnTo>
                  <a:pt x="24840" y="77707"/>
                </a:lnTo>
                <a:cubicBezTo>
                  <a:pt x="26712" y="78976"/>
                  <a:pt x="29272" y="80133"/>
                  <a:pt x="32524" y="81182"/>
                </a:cubicBezTo>
                <a:cubicBezTo>
                  <a:pt x="35776" y="82227"/>
                  <a:pt x="39179" y="82750"/>
                  <a:pt x="42731" y="82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27FCA-7729-4F00-A885-DBD494CC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087" y="603387"/>
            <a:ext cx="64051" cy="131859"/>
          </a:xfrm>
          <a:custGeom xmlns:a="http://schemas.openxmlformats.org/drawingml/2006/main">
            <a:pathLst>
              <a:path w="64051" h="131859">
                <a:moveTo>
                  <a:pt x="37925" y="131859"/>
                </a:moveTo>
                <a:cubicBezTo>
                  <a:pt x="28124" y="131859"/>
                  <a:pt x="20454" y="130139"/>
                  <a:pt x="14919" y="126696"/>
                </a:cubicBezTo>
                <a:cubicBezTo>
                  <a:pt x="9381" y="123255"/>
                  <a:pt x="5512" y="118378"/>
                  <a:pt x="3306" y="112065"/>
                </a:cubicBezTo>
                <a:cubicBezTo>
                  <a:pt x="1103" y="105750"/>
                  <a:pt x="0" y="98264"/>
                  <a:pt x="0" y="89603"/>
                </a:cubicBezTo>
                <a:lnTo>
                  <a:pt x="0" y="4043"/>
                </a:lnTo>
                <a:lnTo>
                  <a:pt x="24840" y="0"/>
                </a:lnTo>
                <a:lnTo>
                  <a:pt x="24840" y="29884"/>
                </a:lnTo>
                <a:lnTo>
                  <a:pt x="60053" y="29884"/>
                </a:lnTo>
                <a:lnTo>
                  <a:pt x="60053" y="50583"/>
                </a:lnTo>
                <a:lnTo>
                  <a:pt x="24840" y="50583"/>
                </a:lnTo>
                <a:lnTo>
                  <a:pt x="24840" y="89603"/>
                </a:lnTo>
                <a:cubicBezTo>
                  <a:pt x="24840" y="94297"/>
                  <a:pt x="25372" y="98224"/>
                  <a:pt x="26435" y="101381"/>
                </a:cubicBezTo>
                <a:cubicBezTo>
                  <a:pt x="27498" y="104539"/>
                  <a:pt x="29258" y="106876"/>
                  <a:pt x="31715" y="108399"/>
                </a:cubicBezTo>
                <a:cubicBezTo>
                  <a:pt x="34176" y="109922"/>
                  <a:pt x="37482" y="110685"/>
                  <a:pt x="41637" y="110685"/>
                </a:cubicBezTo>
                <a:cubicBezTo>
                  <a:pt x="45128" y="110685"/>
                  <a:pt x="48489" y="110328"/>
                  <a:pt x="51726" y="109614"/>
                </a:cubicBezTo>
                <a:cubicBezTo>
                  <a:pt x="54961" y="108899"/>
                  <a:pt x="57816" y="108051"/>
                  <a:pt x="60290" y="107068"/>
                </a:cubicBezTo>
                <a:lnTo>
                  <a:pt x="64051" y="126530"/>
                </a:lnTo>
                <a:cubicBezTo>
                  <a:pt x="61005" y="127862"/>
                  <a:pt x="57364" y="129085"/>
                  <a:pt x="53129" y="130193"/>
                </a:cubicBezTo>
                <a:cubicBezTo>
                  <a:pt x="48895" y="131305"/>
                  <a:pt x="43825" y="131859"/>
                  <a:pt x="37925" y="131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0187A-3078-4CEB-B6CE-A6A7EF8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269" y="587113"/>
            <a:ext cx="30455" cy="145895"/>
          </a:xfrm>
          <a:custGeom xmlns:a="http://schemas.openxmlformats.org/drawingml/2006/main">
            <a:pathLst>
              <a:path w="30455" h="145895">
                <a:moveTo>
                  <a:pt x="2760" y="145895"/>
                </a:moveTo>
                <a:lnTo>
                  <a:pt x="2760" y="46157"/>
                </a:lnTo>
                <a:lnTo>
                  <a:pt x="27601" y="46157"/>
                </a:lnTo>
                <a:lnTo>
                  <a:pt x="27601" y="145895"/>
                </a:lnTo>
                <a:lnTo>
                  <a:pt x="2760" y="145895"/>
                </a:lnTo>
                <a:close/>
                <a:moveTo>
                  <a:pt x="15228" y="30312"/>
                </a:moveTo>
                <a:cubicBezTo>
                  <a:pt x="11104" y="30312"/>
                  <a:pt x="7535" y="28955"/>
                  <a:pt x="4521" y="26243"/>
                </a:cubicBezTo>
                <a:cubicBezTo>
                  <a:pt x="1509" y="23532"/>
                  <a:pt x="0" y="19825"/>
                  <a:pt x="0" y="15130"/>
                </a:cubicBezTo>
                <a:cubicBezTo>
                  <a:pt x="0" y="10467"/>
                  <a:pt x="1509" y="6781"/>
                  <a:pt x="4521" y="4066"/>
                </a:cubicBezTo>
                <a:cubicBezTo>
                  <a:pt x="7535" y="1354"/>
                  <a:pt x="11104" y="0"/>
                  <a:pt x="15228" y="0"/>
                </a:cubicBezTo>
                <a:cubicBezTo>
                  <a:pt x="19351" y="0"/>
                  <a:pt x="22920" y="1354"/>
                  <a:pt x="25935" y="4066"/>
                </a:cubicBezTo>
                <a:cubicBezTo>
                  <a:pt x="28949" y="6781"/>
                  <a:pt x="30455" y="10467"/>
                  <a:pt x="30455" y="15130"/>
                </a:cubicBezTo>
                <a:cubicBezTo>
                  <a:pt x="30455" y="19825"/>
                  <a:pt x="28949" y="23532"/>
                  <a:pt x="25935" y="26243"/>
                </a:cubicBezTo>
                <a:cubicBezTo>
                  <a:pt x="22920" y="28955"/>
                  <a:pt x="19351" y="30312"/>
                  <a:pt x="15228" y="303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786439-0977-4703-B0BE-8793A217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944" y="631082"/>
            <a:ext cx="137143" cy="101927"/>
          </a:xfrm>
          <a:custGeom xmlns:a="http://schemas.openxmlformats.org/drawingml/2006/main">
            <a:pathLst>
              <a:path w="137143" h="101927">
                <a:moveTo>
                  <a:pt x="0" y="101927"/>
                </a:moveTo>
                <a:lnTo>
                  <a:pt x="0" y="5615"/>
                </a:lnTo>
                <a:cubicBezTo>
                  <a:pt x="4695" y="4315"/>
                  <a:pt x="10636" y="3055"/>
                  <a:pt x="17822" y="1832"/>
                </a:cubicBezTo>
                <a:cubicBezTo>
                  <a:pt x="25006" y="612"/>
                  <a:pt x="32487" y="0"/>
                  <a:pt x="40259" y="0"/>
                </a:cubicBezTo>
                <a:cubicBezTo>
                  <a:pt x="47269" y="0"/>
                  <a:pt x="53027" y="912"/>
                  <a:pt x="57533" y="2735"/>
                </a:cubicBezTo>
                <a:cubicBezTo>
                  <a:pt x="62036" y="4561"/>
                  <a:pt x="65731" y="6869"/>
                  <a:pt x="68620" y="9658"/>
                </a:cubicBezTo>
                <a:cubicBezTo>
                  <a:pt x="70997" y="7915"/>
                  <a:pt x="73766" y="6329"/>
                  <a:pt x="76924" y="4901"/>
                </a:cubicBezTo>
                <a:cubicBezTo>
                  <a:pt x="80079" y="3475"/>
                  <a:pt x="83505" y="2300"/>
                  <a:pt x="87202" y="1380"/>
                </a:cubicBezTo>
                <a:cubicBezTo>
                  <a:pt x="90897" y="460"/>
                  <a:pt x="94555" y="0"/>
                  <a:pt x="98169" y="0"/>
                </a:cubicBezTo>
                <a:cubicBezTo>
                  <a:pt x="108702" y="0"/>
                  <a:pt x="116775" y="1935"/>
                  <a:pt x="122390" y="5806"/>
                </a:cubicBezTo>
                <a:cubicBezTo>
                  <a:pt x="128005" y="9675"/>
                  <a:pt x="131868" y="15028"/>
                  <a:pt x="133977" y="21866"/>
                </a:cubicBezTo>
                <a:cubicBezTo>
                  <a:pt x="136088" y="28701"/>
                  <a:pt x="137143" y="36656"/>
                  <a:pt x="137143" y="45729"/>
                </a:cubicBezTo>
                <a:lnTo>
                  <a:pt x="137143" y="101927"/>
                </a:lnTo>
                <a:lnTo>
                  <a:pt x="112303" y="101927"/>
                </a:lnTo>
                <a:lnTo>
                  <a:pt x="112303" y="49298"/>
                </a:lnTo>
                <a:cubicBezTo>
                  <a:pt x="112303" y="42637"/>
                  <a:pt x="111780" y="37250"/>
                  <a:pt x="110731" y="33144"/>
                </a:cubicBezTo>
                <a:cubicBezTo>
                  <a:pt x="109685" y="29035"/>
                  <a:pt x="107893" y="26029"/>
                  <a:pt x="105356" y="24126"/>
                </a:cubicBezTo>
                <a:cubicBezTo>
                  <a:pt x="102819" y="22223"/>
                  <a:pt x="99312" y="21271"/>
                  <a:pt x="94838" y="21271"/>
                </a:cubicBezTo>
                <a:cubicBezTo>
                  <a:pt x="92903" y="21271"/>
                  <a:pt x="90906" y="21526"/>
                  <a:pt x="88843" y="22031"/>
                </a:cubicBezTo>
                <a:cubicBezTo>
                  <a:pt x="86782" y="22540"/>
                  <a:pt x="84853" y="23206"/>
                  <a:pt x="83062" y="24032"/>
                </a:cubicBezTo>
                <a:cubicBezTo>
                  <a:pt x="81270" y="24855"/>
                  <a:pt x="79770" y="25649"/>
                  <a:pt x="78564" y="26409"/>
                </a:cubicBezTo>
                <a:cubicBezTo>
                  <a:pt x="79516" y="29392"/>
                  <a:pt x="80159" y="32604"/>
                  <a:pt x="80493" y="36047"/>
                </a:cubicBezTo>
                <a:cubicBezTo>
                  <a:pt x="80824" y="39488"/>
                  <a:pt x="80990" y="43145"/>
                  <a:pt x="80990" y="47014"/>
                </a:cubicBezTo>
                <a:lnTo>
                  <a:pt x="80990" y="101927"/>
                </a:lnTo>
                <a:lnTo>
                  <a:pt x="56153" y="101927"/>
                </a:lnTo>
                <a:lnTo>
                  <a:pt x="56153" y="49298"/>
                </a:lnTo>
                <a:cubicBezTo>
                  <a:pt x="56153" y="42637"/>
                  <a:pt x="55627" y="37250"/>
                  <a:pt x="54581" y="33144"/>
                </a:cubicBezTo>
                <a:cubicBezTo>
                  <a:pt x="53535" y="29035"/>
                  <a:pt x="51735" y="26029"/>
                  <a:pt x="49180" y="24126"/>
                </a:cubicBezTo>
                <a:cubicBezTo>
                  <a:pt x="46626" y="22223"/>
                  <a:pt x="43083" y="21271"/>
                  <a:pt x="38545" y="21271"/>
                </a:cubicBezTo>
                <a:cubicBezTo>
                  <a:pt x="36767" y="21271"/>
                  <a:pt x="35033" y="21334"/>
                  <a:pt x="33336" y="21460"/>
                </a:cubicBezTo>
                <a:cubicBezTo>
                  <a:pt x="31638" y="21588"/>
                  <a:pt x="30089" y="21746"/>
                  <a:pt x="28695" y="21937"/>
                </a:cubicBezTo>
                <a:cubicBezTo>
                  <a:pt x="27298" y="22128"/>
                  <a:pt x="26015" y="22349"/>
                  <a:pt x="24840" y="22603"/>
                </a:cubicBezTo>
                <a:lnTo>
                  <a:pt x="24840" y="101927"/>
                </a:lnTo>
                <a:lnTo>
                  <a:pt x="0" y="101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FB82E-8219-48C5-ADC0-DD477B81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262" y="587113"/>
            <a:ext cx="30455" cy="145895"/>
          </a:xfrm>
          <a:custGeom xmlns:a="http://schemas.openxmlformats.org/drawingml/2006/main">
            <a:pathLst>
              <a:path w="30455" h="145895">
                <a:moveTo>
                  <a:pt x="2760" y="145895"/>
                </a:moveTo>
                <a:lnTo>
                  <a:pt x="2760" y="46157"/>
                </a:lnTo>
                <a:lnTo>
                  <a:pt x="27598" y="46157"/>
                </a:lnTo>
                <a:lnTo>
                  <a:pt x="27598" y="145895"/>
                </a:lnTo>
                <a:lnTo>
                  <a:pt x="2760" y="145895"/>
                </a:lnTo>
                <a:close/>
                <a:moveTo>
                  <a:pt x="15228" y="30312"/>
                </a:moveTo>
                <a:cubicBezTo>
                  <a:pt x="11101" y="30312"/>
                  <a:pt x="7532" y="28955"/>
                  <a:pt x="4521" y="26243"/>
                </a:cubicBezTo>
                <a:cubicBezTo>
                  <a:pt x="1506" y="23532"/>
                  <a:pt x="0" y="19825"/>
                  <a:pt x="0" y="15130"/>
                </a:cubicBezTo>
                <a:cubicBezTo>
                  <a:pt x="0" y="10467"/>
                  <a:pt x="1506" y="6781"/>
                  <a:pt x="4521" y="4066"/>
                </a:cubicBezTo>
                <a:cubicBezTo>
                  <a:pt x="7532" y="1354"/>
                  <a:pt x="11101" y="0"/>
                  <a:pt x="15228" y="0"/>
                </a:cubicBezTo>
                <a:cubicBezTo>
                  <a:pt x="19351" y="0"/>
                  <a:pt x="22920" y="1354"/>
                  <a:pt x="25935" y="4066"/>
                </a:cubicBezTo>
                <a:cubicBezTo>
                  <a:pt x="28946" y="6781"/>
                  <a:pt x="30455" y="10467"/>
                  <a:pt x="30455" y="15130"/>
                </a:cubicBezTo>
                <a:cubicBezTo>
                  <a:pt x="30455" y="19825"/>
                  <a:pt x="28946" y="23532"/>
                  <a:pt x="25935" y="26243"/>
                </a:cubicBezTo>
                <a:cubicBezTo>
                  <a:pt x="22920" y="28955"/>
                  <a:pt x="19351" y="30312"/>
                  <a:pt x="15228" y="303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A8D052-554A-423F-B9D4-7999451A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751" y="633271"/>
            <a:ext cx="80373" cy="99738"/>
          </a:xfrm>
          <a:custGeom xmlns:a="http://schemas.openxmlformats.org/drawingml/2006/main">
            <a:pathLst>
              <a:path w="80373" h="99738">
                <a:moveTo>
                  <a:pt x="0" y="99738"/>
                </a:moveTo>
                <a:lnTo>
                  <a:pt x="0" y="84702"/>
                </a:lnTo>
                <a:cubicBezTo>
                  <a:pt x="2792" y="79784"/>
                  <a:pt x="6178" y="74455"/>
                  <a:pt x="10158" y="68714"/>
                </a:cubicBezTo>
                <a:cubicBezTo>
                  <a:pt x="14142" y="62971"/>
                  <a:pt x="18337" y="57199"/>
                  <a:pt x="22746" y="51392"/>
                </a:cubicBezTo>
                <a:cubicBezTo>
                  <a:pt x="27155" y="45586"/>
                  <a:pt x="31478" y="40036"/>
                  <a:pt x="35713" y="34739"/>
                </a:cubicBezTo>
                <a:cubicBezTo>
                  <a:pt x="39948" y="29441"/>
                  <a:pt x="43780" y="24760"/>
                  <a:pt x="47206" y="20700"/>
                </a:cubicBezTo>
                <a:lnTo>
                  <a:pt x="2380" y="20700"/>
                </a:lnTo>
                <a:lnTo>
                  <a:pt x="2380" y="0"/>
                </a:lnTo>
                <a:lnTo>
                  <a:pt x="79278" y="0"/>
                </a:lnTo>
                <a:lnTo>
                  <a:pt x="79278" y="17036"/>
                </a:lnTo>
                <a:cubicBezTo>
                  <a:pt x="76867" y="19731"/>
                  <a:pt x="73655" y="23403"/>
                  <a:pt x="69643" y="28052"/>
                </a:cubicBezTo>
                <a:cubicBezTo>
                  <a:pt x="65628" y="32698"/>
                  <a:pt x="61273" y="37879"/>
                  <a:pt x="56578" y="43588"/>
                </a:cubicBezTo>
                <a:cubicBezTo>
                  <a:pt x="51884" y="49298"/>
                  <a:pt x="47206" y="55207"/>
                  <a:pt x="42542" y="61313"/>
                </a:cubicBezTo>
                <a:cubicBezTo>
                  <a:pt x="37879" y="67420"/>
                  <a:pt x="33690" y="73329"/>
                  <a:pt x="29978" y="79038"/>
                </a:cubicBezTo>
                <a:lnTo>
                  <a:pt x="80373" y="79038"/>
                </a:lnTo>
                <a:lnTo>
                  <a:pt x="80373" y="99738"/>
                </a:lnTo>
                <a:lnTo>
                  <a:pt x="0" y="99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34228-0DE3-4017-BAEE-ECC3AEB4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639" y="630702"/>
            <a:ext cx="91506" cy="104830"/>
          </a:xfrm>
          <a:custGeom xmlns:a="http://schemas.openxmlformats.org/drawingml/2006/main">
            <a:pathLst>
              <a:path w="91506" h="104830">
                <a:moveTo>
                  <a:pt x="51915" y="104830"/>
                </a:moveTo>
                <a:cubicBezTo>
                  <a:pt x="39988" y="104830"/>
                  <a:pt x="30201" y="102561"/>
                  <a:pt x="22554" y="98027"/>
                </a:cubicBezTo>
                <a:cubicBezTo>
                  <a:pt x="14910" y="93489"/>
                  <a:pt x="9238" y="87302"/>
                  <a:pt x="5544" y="79467"/>
                </a:cubicBezTo>
                <a:cubicBezTo>
                  <a:pt x="1846" y="71632"/>
                  <a:pt x="0" y="62814"/>
                  <a:pt x="0" y="53009"/>
                </a:cubicBezTo>
                <a:cubicBezTo>
                  <a:pt x="0" y="41271"/>
                  <a:pt x="2260" y="31478"/>
                  <a:pt x="6781" y="23626"/>
                </a:cubicBezTo>
                <a:cubicBezTo>
                  <a:pt x="11301" y="15773"/>
                  <a:pt x="17131" y="9873"/>
                  <a:pt x="24269" y="5924"/>
                </a:cubicBezTo>
                <a:cubicBezTo>
                  <a:pt x="31407" y="1975"/>
                  <a:pt x="38939" y="0"/>
                  <a:pt x="46872" y="0"/>
                </a:cubicBezTo>
                <a:cubicBezTo>
                  <a:pt x="56070" y="0"/>
                  <a:pt x="63994" y="1886"/>
                  <a:pt x="70640" y="5661"/>
                </a:cubicBezTo>
                <a:cubicBezTo>
                  <a:pt x="77287" y="9438"/>
                  <a:pt x="82425" y="15076"/>
                  <a:pt x="86056" y="22580"/>
                </a:cubicBezTo>
                <a:cubicBezTo>
                  <a:pt x="89691" y="30081"/>
                  <a:pt x="91506" y="39448"/>
                  <a:pt x="91506" y="50678"/>
                </a:cubicBezTo>
                <a:cubicBezTo>
                  <a:pt x="91506" y="52138"/>
                  <a:pt x="91451" y="53755"/>
                  <a:pt x="91340" y="55533"/>
                </a:cubicBezTo>
                <a:cubicBezTo>
                  <a:pt x="91229" y="57307"/>
                  <a:pt x="91109" y="58893"/>
                  <a:pt x="90983" y="60290"/>
                </a:cubicBezTo>
                <a:lnTo>
                  <a:pt x="25552" y="60290"/>
                </a:lnTo>
                <a:cubicBezTo>
                  <a:pt x="26155" y="67460"/>
                  <a:pt x="28955" y="73098"/>
                  <a:pt x="33950" y="77207"/>
                </a:cubicBezTo>
                <a:cubicBezTo>
                  <a:pt x="38948" y="81316"/>
                  <a:pt x="45951" y="83370"/>
                  <a:pt x="54961" y="83370"/>
                </a:cubicBezTo>
                <a:cubicBezTo>
                  <a:pt x="60479" y="83370"/>
                  <a:pt x="65634" y="82862"/>
                  <a:pt x="70426" y="81847"/>
                </a:cubicBezTo>
                <a:cubicBezTo>
                  <a:pt x="75215" y="80830"/>
                  <a:pt x="79024" y="79690"/>
                  <a:pt x="81847" y="78421"/>
                </a:cubicBezTo>
                <a:lnTo>
                  <a:pt x="85319" y="98692"/>
                </a:lnTo>
                <a:cubicBezTo>
                  <a:pt x="82590" y="100087"/>
                  <a:pt x="78087" y="101458"/>
                  <a:pt x="71806" y="102807"/>
                </a:cubicBezTo>
                <a:cubicBezTo>
                  <a:pt x="65525" y="104156"/>
                  <a:pt x="58893" y="104830"/>
                  <a:pt x="51915" y="104830"/>
                </a:cubicBezTo>
                <a:close/>
                <a:moveTo>
                  <a:pt x="25649" y="42825"/>
                </a:moveTo>
                <a:lnTo>
                  <a:pt x="67331" y="42825"/>
                </a:lnTo>
                <a:cubicBezTo>
                  <a:pt x="67206" y="38828"/>
                  <a:pt x="66411" y="35156"/>
                  <a:pt x="64954" y="31810"/>
                </a:cubicBezTo>
                <a:cubicBezTo>
                  <a:pt x="63494" y="28464"/>
                  <a:pt x="61322" y="25766"/>
                  <a:pt x="58433" y="23720"/>
                </a:cubicBezTo>
                <a:cubicBezTo>
                  <a:pt x="55547" y="21674"/>
                  <a:pt x="51804" y="20651"/>
                  <a:pt x="47203" y="20651"/>
                </a:cubicBezTo>
                <a:cubicBezTo>
                  <a:pt x="42571" y="20651"/>
                  <a:pt x="38756" y="21706"/>
                  <a:pt x="35759" y="23814"/>
                </a:cubicBezTo>
                <a:cubicBezTo>
                  <a:pt x="32761" y="25926"/>
                  <a:pt x="30447" y="28661"/>
                  <a:pt x="28812" y="32024"/>
                </a:cubicBezTo>
                <a:cubicBezTo>
                  <a:pt x="27178" y="35387"/>
                  <a:pt x="26123" y="38988"/>
                  <a:pt x="25649" y="42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94D07-EF8E-4FA4-A427-768CD4F5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276" y="585305"/>
            <a:ext cx="91080" cy="150133"/>
          </a:xfrm>
          <a:custGeom xmlns:a="http://schemas.openxmlformats.org/drawingml/2006/main">
            <a:pathLst>
              <a:path w="91080" h="150133">
                <a:moveTo>
                  <a:pt x="51298" y="150133"/>
                </a:moveTo>
                <a:cubicBezTo>
                  <a:pt x="40605" y="150133"/>
                  <a:pt x="31438" y="148047"/>
                  <a:pt x="23792" y="143875"/>
                </a:cubicBezTo>
                <a:cubicBezTo>
                  <a:pt x="16148" y="139703"/>
                  <a:pt x="10270" y="133731"/>
                  <a:pt x="6164" y="125959"/>
                </a:cubicBezTo>
                <a:cubicBezTo>
                  <a:pt x="2055" y="118186"/>
                  <a:pt x="0" y="108971"/>
                  <a:pt x="0" y="98312"/>
                </a:cubicBezTo>
                <a:cubicBezTo>
                  <a:pt x="0" y="87588"/>
                  <a:pt x="1769" y="78310"/>
                  <a:pt x="5306" y="70475"/>
                </a:cubicBezTo>
                <a:cubicBezTo>
                  <a:pt x="8844" y="62639"/>
                  <a:pt x="13942" y="56579"/>
                  <a:pt x="20605" y="52295"/>
                </a:cubicBezTo>
                <a:cubicBezTo>
                  <a:pt x="27266" y="48015"/>
                  <a:pt x="35293" y="45871"/>
                  <a:pt x="44683" y="45871"/>
                </a:cubicBezTo>
                <a:cubicBezTo>
                  <a:pt x="49155" y="45871"/>
                  <a:pt x="53138" y="46372"/>
                  <a:pt x="56627" y="47372"/>
                </a:cubicBezTo>
                <a:cubicBezTo>
                  <a:pt x="60116" y="48372"/>
                  <a:pt x="63336" y="49600"/>
                  <a:pt x="66285" y="51058"/>
                </a:cubicBezTo>
                <a:lnTo>
                  <a:pt x="66285" y="4043"/>
                </a:lnTo>
                <a:lnTo>
                  <a:pt x="91080" y="0"/>
                </a:lnTo>
                <a:lnTo>
                  <a:pt x="91080" y="144518"/>
                </a:lnTo>
                <a:cubicBezTo>
                  <a:pt x="88002" y="145470"/>
                  <a:pt x="84259" y="146381"/>
                  <a:pt x="79850" y="147253"/>
                </a:cubicBezTo>
                <a:cubicBezTo>
                  <a:pt x="75438" y="148127"/>
                  <a:pt x="70792" y="148824"/>
                  <a:pt x="65905" y="149347"/>
                </a:cubicBezTo>
                <a:cubicBezTo>
                  <a:pt x="61022" y="149870"/>
                  <a:pt x="56150" y="150133"/>
                  <a:pt x="51298" y="150133"/>
                </a:cubicBezTo>
                <a:close/>
                <a:moveTo>
                  <a:pt x="51486" y="128813"/>
                </a:moveTo>
                <a:cubicBezTo>
                  <a:pt x="54787" y="128813"/>
                  <a:pt x="57699" y="128670"/>
                  <a:pt x="60219" y="128385"/>
                </a:cubicBezTo>
                <a:cubicBezTo>
                  <a:pt x="62742" y="128099"/>
                  <a:pt x="64765" y="127799"/>
                  <a:pt x="66285" y="127482"/>
                </a:cubicBezTo>
                <a:lnTo>
                  <a:pt x="66285" y="72092"/>
                </a:lnTo>
                <a:cubicBezTo>
                  <a:pt x="64414" y="70792"/>
                  <a:pt x="61853" y="69626"/>
                  <a:pt x="58602" y="68594"/>
                </a:cubicBezTo>
                <a:cubicBezTo>
                  <a:pt x="55350" y="67563"/>
                  <a:pt x="51932" y="67048"/>
                  <a:pt x="48346" y="67048"/>
                </a:cubicBezTo>
                <a:cubicBezTo>
                  <a:pt x="44348" y="67048"/>
                  <a:pt x="40922" y="67723"/>
                  <a:pt x="38068" y="69071"/>
                </a:cubicBezTo>
                <a:cubicBezTo>
                  <a:pt x="35213" y="70417"/>
                  <a:pt x="32833" y="72392"/>
                  <a:pt x="30930" y="74995"/>
                </a:cubicBezTo>
                <a:cubicBezTo>
                  <a:pt x="29026" y="77595"/>
                  <a:pt x="27632" y="80767"/>
                  <a:pt x="26743" y="84511"/>
                </a:cubicBezTo>
                <a:cubicBezTo>
                  <a:pt x="25855" y="88254"/>
                  <a:pt x="25412" y="92506"/>
                  <a:pt x="25412" y="97264"/>
                </a:cubicBezTo>
                <a:cubicBezTo>
                  <a:pt x="25412" y="103704"/>
                  <a:pt x="26435" y="109288"/>
                  <a:pt x="28481" y="114014"/>
                </a:cubicBezTo>
                <a:cubicBezTo>
                  <a:pt x="30527" y="118741"/>
                  <a:pt x="33501" y="122390"/>
                  <a:pt x="37402" y="124958"/>
                </a:cubicBezTo>
                <a:cubicBezTo>
                  <a:pt x="41305" y="127530"/>
                  <a:pt x="46000" y="128813"/>
                  <a:pt x="51486" y="1288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839F6-FDFA-488E-9817-E0909391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401" y="585305"/>
            <a:ext cx="91080" cy="150133"/>
          </a:xfrm>
          <a:custGeom xmlns:a="http://schemas.openxmlformats.org/drawingml/2006/main">
            <a:pathLst>
              <a:path w="91080" h="150133">
                <a:moveTo>
                  <a:pt x="51298" y="150133"/>
                </a:moveTo>
                <a:cubicBezTo>
                  <a:pt x="40608" y="150133"/>
                  <a:pt x="31438" y="148047"/>
                  <a:pt x="23794" y="143875"/>
                </a:cubicBezTo>
                <a:cubicBezTo>
                  <a:pt x="16148" y="139703"/>
                  <a:pt x="10273" y="133731"/>
                  <a:pt x="6164" y="125959"/>
                </a:cubicBezTo>
                <a:cubicBezTo>
                  <a:pt x="2055" y="118186"/>
                  <a:pt x="0" y="108971"/>
                  <a:pt x="0" y="98312"/>
                </a:cubicBezTo>
                <a:cubicBezTo>
                  <a:pt x="0" y="87588"/>
                  <a:pt x="1769" y="78310"/>
                  <a:pt x="5306" y="70475"/>
                </a:cubicBezTo>
                <a:cubicBezTo>
                  <a:pt x="8844" y="62639"/>
                  <a:pt x="13945" y="56579"/>
                  <a:pt x="20605" y="52295"/>
                </a:cubicBezTo>
                <a:cubicBezTo>
                  <a:pt x="27269" y="48015"/>
                  <a:pt x="35293" y="45871"/>
                  <a:pt x="44683" y="45871"/>
                </a:cubicBezTo>
                <a:cubicBezTo>
                  <a:pt x="49158" y="45871"/>
                  <a:pt x="53138" y="46372"/>
                  <a:pt x="56627" y="47372"/>
                </a:cubicBezTo>
                <a:cubicBezTo>
                  <a:pt x="60119" y="48372"/>
                  <a:pt x="63336" y="49600"/>
                  <a:pt x="66288" y="51058"/>
                </a:cubicBezTo>
                <a:lnTo>
                  <a:pt x="66288" y="4043"/>
                </a:lnTo>
                <a:lnTo>
                  <a:pt x="91080" y="0"/>
                </a:lnTo>
                <a:lnTo>
                  <a:pt x="91080" y="144518"/>
                </a:lnTo>
                <a:cubicBezTo>
                  <a:pt x="88002" y="145470"/>
                  <a:pt x="84259" y="146381"/>
                  <a:pt x="79850" y="147253"/>
                </a:cubicBezTo>
                <a:cubicBezTo>
                  <a:pt x="75441" y="148127"/>
                  <a:pt x="70792" y="148824"/>
                  <a:pt x="65908" y="149347"/>
                </a:cubicBezTo>
                <a:cubicBezTo>
                  <a:pt x="61022" y="149870"/>
                  <a:pt x="56153" y="150133"/>
                  <a:pt x="51298" y="150133"/>
                </a:cubicBezTo>
                <a:close/>
                <a:moveTo>
                  <a:pt x="51489" y="128813"/>
                </a:moveTo>
                <a:cubicBezTo>
                  <a:pt x="54787" y="128813"/>
                  <a:pt x="57699" y="128670"/>
                  <a:pt x="60222" y="128385"/>
                </a:cubicBezTo>
                <a:cubicBezTo>
                  <a:pt x="62742" y="128099"/>
                  <a:pt x="64765" y="127799"/>
                  <a:pt x="66288" y="127482"/>
                </a:cubicBezTo>
                <a:lnTo>
                  <a:pt x="66288" y="72092"/>
                </a:lnTo>
                <a:cubicBezTo>
                  <a:pt x="64417" y="70792"/>
                  <a:pt x="61853" y="69626"/>
                  <a:pt x="58602" y="68594"/>
                </a:cubicBezTo>
                <a:cubicBezTo>
                  <a:pt x="55353" y="67563"/>
                  <a:pt x="51932" y="67048"/>
                  <a:pt x="48349" y="67048"/>
                </a:cubicBezTo>
                <a:cubicBezTo>
                  <a:pt x="44351" y="67048"/>
                  <a:pt x="40925" y="67723"/>
                  <a:pt x="38070" y="69071"/>
                </a:cubicBezTo>
                <a:cubicBezTo>
                  <a:pt x="35216" y="70417"/>
                  <a:pt x="32836" y="72392"/>
                  <a:pt x="30932" y="74995"/>
                </a:cubicBezTo>
                <a:cubicBezTo>
                  <a:pt x="29029" y="77595"/>
                  <a:pt x="27632" y="80767"/>
                  <a:pt x="26743" y="84511"/>
                </a:cubicBezTo>
                <a:cubicBezTo>
                  <a:pt x="25858" y="88254"/>
                  <a:pt x="25412" y="92506"/>
                  <a:pt x="25412" y="97264"/>
                </a:cubicBezTo>
                <a:cubicBezTo>
                  <a:pt x="25412" y="103704"/>
                  <a:pt x="26435" y="109288"/>
                  <a:pt x="28481" y="114014"/>
                </a:cubicBezTo>
                <a:cubicBezTo>
                  <a:pt x="30527" y="118741"/>
                  <a:pt x="33501" y="122390"/>
                  <a:pt x="37405" y="124958"/>
                </a:cubicBezTo>
                <a:cubicBezTo>
                  <a:pt x="41305" y="127530"/>
                  <a:pt x="46000" y="128813"/>
                  <a:pt x="51489" y="1288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A679E-609E-405F-BE78-B850776F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416" y="633271"/>
            <a:ext cx="84273" cy="101927"/>
          </a:xfrm>
          <a:custGeom xmlns:a="http://schemas.openxmlformats.org/drawingml/2006/main">
            <a:pathLst>
              <a:path w="84273" h="101927">
                <a:moveTo>
                  <a:pt x="42731" y="101927"/>
                </a:moveTo>
                <a:cubicBezTo>
                  <a:pt x="31787" y="101927"/>
                  <a:pt x="23189" y="99961"/>
                  <a:pt x="16939" y="96026"/>
                </a:cubicBezTo>
                <a:cubicBezTo>
                  <a:pt x="10690" y="92094"/>
                  <a:pt x="6304" y="86654"/>
                  <a:pt x="3783" y="79707"/>
                </a:cubicBezTo>
                <a:cubicBezTo>
                  <a:pt x="1260" y="72758"/>
                  <a:pt x="0" y="64731"/>
                  <a:pt x="0" y="55627"/>
                </a:cubicBezTo>
                <a:lnTo>
                  <a:pt x="0" y="0"/>
                </a:lnTo>
                <a:lnTo>
                  <a:pt x="24840" y="0"/>
                </a:lnTo>
                <a:lnTo>
                  <a:pt x="24840" y="52107"/>
                </a:lnTo>
                <a:cubicBezTo>
                  <a:pt x="24840" y="58896"/>
                  <a:pt x="25440" y="64382"/>
                  <a:pt x="26646" y="68571"/>
                </a:cubicBezTo>
                <a:cubicBezTo>
                  <a:pt x="27852" y="72758"/>
                  <a:pt x="29907" y="75812"/>
                  <a:pt x="32810" y="77730"/>
                </a:cubicBezTo>
                <a:cubicBezTo>
                  <a:pt x="35713" y="79650"/>
                  <a:pt x="39605" y="80610"/>
                  <a:pt x="44491" y="80610"/>
                </a:cubicBezTo>
                <a:cubicBezTo>
                  <a:pt x="47346" y="80610"/>
                  <a:pt x="50146" y="80467"/>
                  <a:pt x="52889" y="80181"/>
                </a:cubicBezTo>
                <a:cubicBezTo>
                  <a:pt x="55636" y="79896"/>
                  <a:pt x="57833" y="79610"/>
                  <a:pt x="59482" y="79324"/>
                </a:cubicBezTo>
                <a:lnTo>
                  <a:pt x="59482" y="0"/>
                </a:lnTo>
                <a:lnTo>
                  <a:pt x="84273" y="0"/>
                </a:lnTo>
                <a:lnTo>
                  <a:pt x="84273" y="96312"/>
                </a:lnTo>
                <a:cubicBezTo>
                  <a:pt x="79704" y="97615"/>
                  <a:pt x="73764" y="98875"/>
                  <a:pt x="66451" y="100095"/>
                </a:cubicBezTo>
                <a:cubicBezTo>
                  <a:pt x="59139" y="101318"/>
                  <a:pt x="51232" y="101927"/>
                  <a:pt x="42731" y="1019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191DA-0C0B-40FF-AB00-62875F6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765" y="631082"/>
            <a:ext cx="137143" cy="101927"/>
          </a:xfrm>
          <a:custGeom xmlns:a="http://schemas.openxmlformats.org/drawingml/2006/main">
            <a:pathLst>
              <a:path w="137143" h="101927">
                <a:moveTo>
                  <a:pt x="0" y="101927"/>
                </a:moveTo>
                <a:lnTo>
                  <a:pt x="0" y="5615"/>
                </a:lnTo>
                <a:cubicBezTo>
                  <a:pt x="4695" y="4315"/>
                  <a:pt x="10636" y="3055"/>
                  <a:pt x="17822" y="1832"/>
                </a:cubicBezTo>
                <a:cubicBezTo>
                  <a:pt x="25006" y="612"/>
                  <a:pt x="32487" y="0"/>
                  <a:pt x="40259" y="0"/>
                </a:cubicBezTo>
                <a:cubicBezTo>
                  <a:pt x="47269" y="0"/>
                  <a:pt x="53027" y="912"/>
                  <a:pt x="57533" y="2735"/>
                </a:cubicBezTo>
                <a:cubicBezTo>
                  <a:pt x="62036" y="4561"/>
                  <a:pt x="65734" y="6869"/>
                  <a:pt x="68620" y="9658"/>
                </a:cubicBezTo>
                <a:cubicBezTo>
                  <a:pt x="70997" y="7915"/>
                  <a:pt x="73766" y="6329"/>
                  <a:pt x="76924" y="4901"/>
                </a:cubicBezTo>
                <a:cubicBezTo>
                  <a:pt x="80079" y="3475"/>
                  <a:pt x="83505" y="2300"/>
                  <a:pt x="87202" y="1380"/>
                </a:cubicBezTo>
                <a:cubicBezTo>
                  <a:pt x="90897" y="460"/>
                  <a:pt x="94555" y="0"/>
                  <a:pt x="98169" y="0"/>
                </a:cubicBezTo>
                <a:cubicBezTo>
                  <a:pt x="108702" y="0"/>
                  <a:pt x="116777" y="1935"/>
                  <a:pt x="122392" y="5806"/>
                </a:cubicBezTo>
                <a:cubicBezTo>
                  <a:pt x="128007" y="9675"/>
                  <a:pt x="131868" y="15028"/>
                  <a:pt x="133980" y="21866"/>
                </a:cubicBezTo>
                <a:cubicBezTo>
                  <a:pt x="136088" y="28701"/>
                  <a:pt x="137143" y="36656"/>
                  <a:pt x="137143" y="45729"/>
                </a:cubicBezTo>
                <a:lnTo>
                  <a:pt x="137143" y="101927"/>
                </a:lnTo>
                <a:lnTo>
                  <a:pt x="112303" y="101927"/>
                </a:lnTo>
                <a:lnTo>
                  <a:pt x="112303" y="49298"/>
                </a:lnTo>
                <a:cubicBezTo>
                  <a:pt x="112303" y="42637"/>
                  <a:pt x="111780" y="37250"/>
                  <a:pt x="110734" y="33144"/>
                </a:cubicBezTo>
                <a:cubicBezTo>
                  <a:pt x="109685" y="29035"/>
                  <a:pt x="107893" y="26029"/>
                  <a:pt x="105356" y="24126"/>
                </a:cubicBezTo>
                <a:cubicBezTo>
                  <a:pt x="102819" y="22223"/>
                  <a:pt x="99312" y="21271"/>
                  <a:pt x="94840" y="21271"/>
                </a:cubicBezTo>
                <a:cubicBezTo>
                  <a:pt x="92903" y="21271"/>
                  <a:pt x="90906" y="21526"/>
                  <a:pt x="88843" y="22031"/>
                </a:cubicBezTo>
                <a:cubicBezTo>
                  <a:pt x="86782" y="22540"/>
                  <a:pt x="84853" y="23206"/>
                  <a:pt x="83062" y="24032"/>
                </a:cubicBezTo>
                <a:cubicBezTo>
                  <a:pt x="81270" y="24855"/>
                  <a:pt x="79770" y="25649"/>
                  <a:pt x="78564" y="26409"/>
                </a:cubicBezTo>
                <a:cubicBezTo>
                  <a:pt x="79516" y="29392"/>
                  <a:pt x="80159" y="32604"/>
                  <a:pt x="80493" y="36047"/>
                </a:cubicBezTo>
                <a:cubicBezTo>
                  <a:pt x="80824" y="39488"/>
                  <a:pt x="80993" y="43145"/>
                  <a:pt x="80993" y="47014"/>
                </a:cubicBezTo>
                <a:lnTo>
                  <a:pt x="80993" y="101927"/>
                </a:lnTo>
                <a:lnTo>
                  <a:pt x="56153" y="101927"/>
                </a:lnTo>
                <a:lnTo>
                  <a:pt x="56153" y="49298"/>
                </a:lnTo>
                <a:cubicBezTo>
                  <a:pt x="56153" y="42637"/>
                  <a:pt x="55630" y="37250"/>
                  <a:pt x="54581" y="33144"/>
                </a:cubicBezTo>
                <a:cubicBezTo>
                  <a:pt x="53535" y="29035"/>
                  <a:pt x="51735" y="26029"/>
                  <a:pt x="49180" y="24126"/>
                </a:cubicBezTo>
                <a:cubicBezTo>
                  <a:pt x="46626" y="22223"/>
                  <a:pt x="43083" y="21271"/>
                  <a:pt x="38545" y="21271"/>
                </a:cubicBezTo>
                <a:cubicBezTo>
                  <a:pt x="36767" y="21271"/>
                  <a:pt x="35033" y="21334"/>
                  <a:pt x="33336" y="21460"/>
                </a:cubicBezTo>
                <a:cubicBezTo>
                  <a:pt x="31638" y="21588"/>
                  <a:pt x="30092" y="21746"/>
                  <a:pt x="28695" y="21937"/>
                </a:cubicBezTo>
                <a:cubicBezTo>
                  <a:pt x="27301" y="22128"/>
                  <a:pt x="26015" y="22349"/>
                  <a:pt x="24840" y="22603"/>
                </a:cubicBezTo>
                <a:lnTo>
                  <a:pt x="24840" y="101927"/>
                </a:lnTo>
                <a:lnTo>
                  <a:pt x="0" y="101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F2D7A-DBC9-4255-BFAF-D4FBDBA0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842" y="631082"/>
            <a:ext cx="91126" cy="137143"/>
          </a:xfrm>
          <a:custGeom xmlns:a="http://schemas.openxmlformats.org/drawingml/2006/main">
            <a:pathLst>
              <a:path w="91126" h="137143">
                <a:moveTo>
                  <a:pt x="0" y="137143"/>
                </a:moveTo>
                <a:lnTo>
                  <a:pt x="0" y="5615"/>
                </a:lnTo>
                <a:cubicBezTo>
                  <a:pt x="3203" y="4632"/>
                  <a:pt x="6978" y="3712"/>
                  <a:pt x="11324" y="2855"/>
                </a:cubicBezTo>
                <a:cubicBezTo>
                  <a:pt x="15671" y="1997"/>
                  <a:pt x="20294" y="1309"/>
                  <a:pt x="25195" y="786"/>
                </a:cubicBezTo>
                <a:cubicBezTo>
                  <a:pt x="30098" y="263"/>
                  <a:pt x="34959" y="0"/>
                  <a:pt x="39782" y="0"/>
                </a:cubicBezTo>
                <a:cubicBezTo>
                  <a:pt x="50503" y="0"/>
                  <a:pt x="59687" y="2109"/>
                  <a:pt x="67334" y="6329"/>
                </a:cubicBezTo>
                <a:cubicBezTo>
                  <a:pt x="74978" y="10547"/>
                  <a:pt x="80856" y="16568"/>
                  <a:pt x="84962" y="24389"/>
                </a:cubicBezTo>
                <a:cubicBezTo>
                  <a:pt x="89071" y="32207"/>
                  <a:pt x="91126" y="41448"/>
                  <a:pt x="91126" y="52107"/>
                </a:cubicBezTo>
                <a:cubicBezTo>
                  <a:pt x="91126" y="62322"/>
                  <a:pt x="89428" y="71323"/>
                  <a:pt x="86034" y="79110"/>
                </a:cubicBezTo>
                <a:cubicBezTo>
                  <a:pt x="82639" y="86899"/>
                  <a:pt x="77690" y="92983"/>
                  <a:pt x="71186" y="97361"/>
                </a:cubicBezTo>
                <a:cubicBezTo>
                  <a:pt x="64685" y="101738"/>
                  <a:pt x="56673" y="103927"/>
                  <a:pt x="47157" y="103927"/>
                </a:cubicBezTo>
                <a:cubicBezTo>
                  <a:pt x="42682" y="103927"/>
                  <a:pt x="38582" y="103427"/>
                  <a:pt x="34856" y="102427"/>
                </a:cubicBezTo>
                <a:cubicBezTo>
                  <a:pt x="31127" y="101430"/>
                  <a:pt x="27789" y="100198"/>
                  <a:pt x="24840" y="98741"/>
                </a:cubicBezTo>
                <a:lnTo>
                  <a:pt x="24840" y="137143"/>
                </a:lnTo>
                <a:lnTo>
                  <a:pt x="0" y="137143"/>
                </a:lnTo>
                <a:close/>
                <a:moveTo>
                  <a:pt x="42731" y="82750"/>
                </a:moveTo>
                <a:cubicBezTo>
                  <a:pt x="46729" y="82750"/>
                  <a:pt x="50155" y="82076"/>
                  <a:pt x="53009" y="80730"/>
                </a:cubicBezTo>
                <a:cubicBezTo>
                  <a:pt x="55864" y="79381"/>
                  <a:pt x="58244" y="77407"/>
                  <a:pt x="60148" y="74804"/>
                </a:cubicBezTo>
                <a:cubicBezTo>
                  <a:pt x="62051" y="72203"/>
                  <a:pt x="63448" y="69063"/>
                  <a:pt x="64334" y="65382"/>
                </a:cubicBezTo>
                <a:cubicBezTo>
                  <a:pt x="65222" y="61702"/>
                  <a:pt x="65668" y="57484"/>
                  <a:pt x="65668" y="52724"/>
                </a:cubicBezTo>
                <a:cubicBezTo>
                  <a:pt x="65668" y="46286"/>
                  <a:pt x="64651" y="40717"/>
                  <a:pt x="62622" y="36022"/>
                </a:cubicBezTo>
                <a:cubicBezTo>
                  <a:pt x="60590" y="31327"/>
                  <a:pt x="57650" y="27695"/>
                  <a:pt x="53795" y="25126"/>
                </a:cubicBezTo>
                <a:cubicBezTo>
                  <a:pt x="49941" y="22554"/>
                  <a:pt x="45206" y="21271"/>
                  <a:pt x="39591" y="21271"/>
                </a:cubicBezTo>
                <a:cubicBezTo>
                  <a:pt x="36290" y="21271"/>
                  <a:pt x="33381" y="21414"/>
                  <a:pt x="30858" y="21700"/>
                </a:cubicBezTo>
                <a:cubicBezTo>
                  <a:pt x="28335" y="21986"/>
                  <a:pt x="26329" y="22286"/>
                  <a:pt x="24840" y="22603"/>
                </a:cubicBezTo>
                <a:lnTo>
                  <a:pt x="24840" y="77707"/>
                </a:lnTo>
                <a:cubicBezTo>
                  <a:pt x="26712" y="78976"/>
                  <a:pt x="29272" y="80133"/>
                  <a:pt x="32524" y="81182"/>
                </a:cubicBezTo>
                <a:cubicBezTo>
                  <a:pt x="35776" y="82227"/>
                  <a:pt x="39179" y="82750"/>
                  <a:pt x="42731" y="82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32ED6-6922-4329-BD08-2CFC0651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1338" y="630702"/>
            <a:ext cx="74661" cy="104879"/>
          </a:xfrm>
          <a:custGeom xmlns:a="http://schemas.openxmlformats.org/drawingml/2006/main">
            <a:pathLst>
              <a:path w="74661" h="104879">
                <a:moveTo>
                  <a:pt x="33213" y="104879"/>
                </a:moveTo>
                <a:cubicBezTo>
                  <a:pt x="24426" y="104879"/>
                  <a:pt x="17225" y="104124"/>
                  <a:pt x="11610" y="102619"/>
                </a:cubicBezTo>
                <a:cubicBezTo>
                  <a:pt x="5995" y="101110"/>
                  <a:pt x="2126" y="99881"/>
                  <a:pt x="0" y="98930"/>
                </a:cubicBezTo>
                <a:lnTo>
                  <a:pt x="4423" y="78516"/>
                </a:lnTo>
                <a:cubicBezTo>
                  <a:pt x="8390" y="80070"/>
                  <a:pt x="12816" y="81459"/>
                  <a:pt x="17702" y="82679"/>
                </a:cubicBezTo>
                <a:cubicBezTo>
                  <a:pt x="22586" y="83902"/>
                  <a:pt x="27806" y="84511"/>
                  <a:pt x="33356" y="84511"/>
                </a:cubicBezTo>
                <a:cubicBezTo>
                  <a:pt x="39005" y="84511"/>
                  <a:pt x="43174" y="83862"/>
                  <a:pt x="45871" y="82559"/>
                </a:cubicBezTo>
                <a:cubicBezTo>
                  <a:pt x="48569" y="81259"/>
                  <a:pt x="49918" y="78850"/>
                  <a:pt x="49918" y="75327"/>
                </a:cubicBezTo>
                <a:cubicBezTo>
                  <a:pt x="49918" y="73329"/>
                  <a:pt x="49249" y="71615"/>
                  <a:pt x="47917" y="70189"/>
                </a:cubicBezTo>
                <a:cubicBezTo>
                  <a:pt x="46586" y="68760"/>
                  <a:pt x="44571" y="67348"/>
                  <a:pt x="41874" y="65954"/>
                </a:cubicBezTo>
                <a:cubicBezTo>
                  <a:pt x="39179" y="64557"/>
                  <a:pt x="35673" y="63051"/>
                  <a:pt x="31358" y="61433"/>
                </a:cubicBezTo>
                <a:cubicBezTo>
                  <a:pt x="25743" y="59210"/>
                  <a:pt x="20745" y="56864"/>
                  <a:pt x="16368" y="54390"/>
                </a:cubicBezTo>
                <a:cubicBezTo>
                  <a:pt x="11990" y="51915"/>
                  <a:pt x="8573" y="48735"/>
                  <a:pt x="6115" y="44848"/>
                </a:cubicBezTo>
                <a:cubicBezTo>
                  <a:pt x="3655" y="40962"/>
                  <a:pt x="2426" y="35896"/>
                  <a:pt x="2426" y="29644"/>
                </a:cubicBezTo>
                <a:cubicBezTo>
                  <a:pt x="2426" y="23523"/>
                  <a:pt x="3963" y="18265"/>
                  <a:pt x="7041" y="13870"/>
                </a:cubicBezTo>
                <a:cubicBezTo>
                  <a:pt x="10118" y="9475"/>
                  <a:pt x="14490" y="6066"/>
                  <a:pt x="20151" y="3640"/>
                </a:cubicBezTo>
                <a:cubicBezTo>
                  <a:pt x="25815" y="1212"/>
                  <a:pt x="32578" y="0"/>
                  <a:pt x="40448" y="0"/>
                </a:cubicBezTo>
                <a:cubicBezTo>
                  <a:pt x="46666" y="0"/>
                  <a:pt x="52438" y="546"/>
                  <a:pt x="57767" y="1640"/>
                </a:cubicBezTo>
                <a:cubicBezTo>
                  <a:pt x="63096" y="2735"/>
                  <a:pt x="67237" y="3869"/>
                  <a:pt x="70189" y="5043"/>
                </a:cubicBezTo>
                <a:lnTo>
                  <a:pt x="65668" y="24697"/>
                </a:lnTo>
                <a:cubicBezTo>
                  <a:pt x="62779" y="23617"/>
                  <a:pt x="59425" y="22594"/>
                  <a:pt x="55604" y="21626"/>
                </a:cubicBezTo>
                <a:cubicBezTo>
                  <a:pt x="51781" y="20660"/>
                  <a:pt x="47220" y="20177"/>
                  <a:pt x="41922" y="20177"/>
                </a:cubicBezTo>
                <a:cubicBezTo>
                  <a:pt x="37259" y="20177"/>
                  <a:pt x="33601" y="20905"/>
                  <a:pt x="30952" y="22366"/>
                </a:cubicBezTo>
                <a:cubicBezTo>
                  <a:pt x="28304" y="23823"/>
                  <a:pt x="26981" y="26109"/>
                  <a:pt x="26981" y="29218"/>
                </a:cubicBezTo>
                <a:cubicBezTo>
                  <a:pt x="26981" y="31121"/>
                  <a:pt x="27472" y="32787"/>
                  <a:pt x="28455" y="34213"/>
                </a:cubicBezTo>
                <a:cubicBezTo>
                  <a:pt x="29438" y="35642"/>
                  <a:pt x="31152" y="36990"/>
                  <a:pt x="33596" y="38259"/>
                </a:cubicBezTo>
                <a:cubicBezTo>
                  <a:pt x="36036" y="39528"/>
                  <a:pt x="39431" y="40971"/>
                  <a:pt x="43777" y="42588"/>
                </a:cubicBezTo>
                <a:cubicBezTo>
                  <a:pt x="51424" y="45411"/>
                  <a:pt x="57481" y="48260"/>
                  <a:pt x="61956" y="51129"/>
                </a:cubicBezTo>
                <a:cubicBezTo>
                  <a:pt x="66428" y="54001"/>
                  <a:pt x="69666" y="57347"/>
                  <a:pt x="71663" y="61171"/>
                </a:cubicBezTo>
                <a:cubicBezTo>
                  <a:pt x="73661" y="64994"/>
                  <a:pt x="74661" y="69760"/>
                  <a:pt x="74661" y="75469"/>
                </a:cubicBezTo>
                <a:cubicBezTo>
                  <a:pt x="74661" y="81910"/>
                  <a:pt x="73043" y="87311"/>
                  <a:pt x="69806" y="91674"/>
                </a:cubicBezTo>
                <a:cubicBezTo>
                  <a:pt x="66571" y="96035"/>
                  <a:pt x="61868" y="99327"/>
                  <a:pt x="55698" y="101547"/>
                </a:cubicBezTo>
                <a:cubicBezTo>
                  <a:pt x="49529" y="103767"/>
                  <a:pt x="42034" y="104879"/>
                  <a:pt x="33213" y="104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DE2A04-BE9C-46E8-AA7D-C07B7C39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293" y="634414"/>
            <a:ext cx="26078" cy="128862"/>
          </a:xfrm>
          <a:custGeom xmlns:a="http://schemas.openxmlformats.org/drawingml/2006/main">
            <a:pathLst>
              <a:path w="26078" h="128862">
                <a:moveTo>
                  <a:pt x="10658" y="128862"/>
                </a:moveTo>
                <a:lnTo>
                  <a:pt x="0" y="124673"/>
                </a:lnTo>
                <a:cubicBezTo>
                  <a:pt x="2918" y="118709"/>
                  <a:pt x="4981" y="112586"/>
                  <a:pt x="6186" y="106305"/>
                </a:cubicBezTo>
                <a:cubicBezTo>
                  <a:pt x="7392" y="100024"/>
                  <a:pt x="7995" y="93712"/>
                  <a:pt x="7995" y="87365"/>
                </a:cubicBezTo>
                <a:cubicBezTo>
                  <a:pt x="7995" y="86351"/>
                  <a:pt x="7961" y="85399"/>
                  <a:pt x="7898" y="84511"/>
                </a:cubicBezTo>
                <a:cubicBezTo>
                  <a:pt x="7835" y="83622"/>
                  <a:pt x="7804" y="82733"/>
                  <a:pt x="7804" y="81847"/>
                </a:cubicBezTo>
                <a:cubicBezTo>
                  <a:pt x="7804" y="80959"/>
                  <a:pt x="7741" y="80133"/>
                  <a:pt x="7612" y="79373"/>
                </a:cubicBezTo>
                <a:lnTo>
                  <a:pt x="23411" y="79373"/>
                </a:lnTo>
                <a:cubicBezTo>
                  <a:pt x="23537" y="80642"/>
                  <a:pt x="23603" y="81750"/>
                  <a:pt x="23603" y="82702"/>
                </a:cubicBezTo>
                <a:cubicBezTo>
                  <a:pt x="23603" y="83653"/>
                  <a:pt x="23603" y="84448"/>
                  <a:pt x="23603" y="85082"/>
                </a:cubicBezTo>
                <a:cubicBezTo>
                  <a:pt x="23603" y="92823"/>
                  <a:pt x="22460" y="100467"/>
                  <a:pt x="20177" y="108019"/>
                </a:cubicBezTo>
                <a:cubicBezTo>
                  <a:pt x="17891" y="115569"/>
                  <a:pt x="14719" y="122515"/>
                  <a:pt x="10658" y="128862"/>
                </a:cubicBezTo>
                <a:close/>
                <a:moveTo>
                  <a:pt x="14848" y="22460"/>
                </a:moveTo>
                <a:cubicBezTo>
                  <a:pt x="11421" y="22460"/>
                  <a:pt x="8693" y="21380"/>
                  <a:pt x="6661" y="19222"/>
                </a:cubicBezTo>
                <a:cubicBezTo>
                  <a:pt x="4632" y="17065"/>
                  <a:pt x="3615" y="14402"/>
                  <a:pt x="3615" y="11230"/>
                </a:cubicBezTo>
                <a:cubicBezTo>
                  <a:pt x="3615" y="8058"/>
                  <a:pt x="4632" y="5392"/>
                  <a:pt x="6661" y="3235"/>
                </a:cubicBezTo>
                <a:cubicBezTo>
                  <a:pt x="8693" y="1077"/>
                  <a:pt x="11421" y="0"/>
                  <a:pt x="14848" y="0"/>
                </a:cubicBezTo>
                <a:cubicBezTo>
                  <a:pt x="18274" y="0"/>
                  <a:pt x="21000" y="1077"/>
                  <a:pt x="23031" y="3235"/>
                </a:cubicBezTo>
                <a:cubicBezTo>
                  <a:pt x="25060" y="5392"/>
                  <a:pt x="26078" y="8058"/>
                  <a:pt x="26078" y="11230"/>
                </a:cubicBezTo>
                <a:cubicBezTo>
                  <a:pt x="26078" y="14402"/>
                  <a:pt x="25060" y="17065"/>
                  <a:pt x="23031" y="19222"/>
                </a:cubicBezTo>
                <a:cubicBezTo>
                  <a:pt x="21000" y="21380"/>
                  <a:pt x="18274" y="22460"/>
                  <a:pt x="14848" y="22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3DCB34-76DE-444E-A5DD-A9C5E24C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04" y="585305"/>
            <a:ext cx="91077" cy="150133"/>
          </a:xfrm>
          <a:custGeom xmlns:a="http://schemas.openxmlformats.org/drawingml/2006/main">
            <a:pathLst>
              <a:path w="91077" h="150133">
                <a:moveTo>
                  <a:pt x="51298" y="150133"/>
                </a:moveTo>
                <a:cubicBezTo>
                  <a:pt x="40605" y="150133"/>
                  <a:pt x="31438" y="148047"/>
                  <a:pt x="23792" y="143875"/>
                </a:cubicBezTo>
                <a:cubicBezTo>
                  <a:pt x="16148" y="139703"/>
                  <a:pt x="10270" y="133731"/>
                  <a:pt x="6161" y="125959"/>
                </a:cubicBezTo>
                <a:cubicBezTo>
                  <a:pt x="2055" y="118186"/>
                  <a:pt x="0" y="108971"/>
                  <a:pt x="0" y="98312"/>
                </a:cubicBezTo>
                <a:cubicBezTo>
                  <a:pt x="0" y="87588"/>
                  <a:pt x="1769" y="78310"/>
                  <a:pt x="5306" y="70475"/>
                </a:cubicBezTo>
                <a:cubicBezTo>
                  <a:pt x="8841" y="62639"/>
                  <a:pt x="13942" y="56579"/>
                  <a:pt x="20603" y="52295"/>
                </a:cubicBezTo>
                <a:cubicBezTo>
                  <a:pt x="27266" y="48015"/>
                  <a:pt x="35293" y="45871"/>
                  <a:pt x="44683" y="45871"/>
                </a:cubicBezTo>
                <a:cubicBezTo>
                  <a:pt x="49155" y="45871"/>
                  <a:pt x="53135" y="46372"/>
                  <a:pt x="56627" y="47372"/>
                </a:cubicBezTo>
                <a:cubicBezTo>
                  <a:pt x="60116" y="48372"/>
                  <a:pt x="63336" y="49600"/>
                  <a:pt x="66285" y="51058"/>
                </a:cubicBezTo>
                <a:lnTo>
                  <a:pt x="66285" y="4043"/>
                </a:lnTo>
                <a:lnTo>
                  <a:pt x="91077" y="0"/>
                </a:lnTo>
                <a:lnTo>
                  <a:pt x="91077" y="144518"/>
                </a:lnTo>
                <a:cubicBezTo>
                  <a:pt x="88002" y="145470"/>
                  <a:pt x="84256" y="146381"/>
                  <a:pt x="79847" y="147253"/>
                </a:cubicBezTo>
                <a:cubicBezTo>
                  <a:pt x="75438" y="148127"/>
                  <a:pt x="70792" y="148824"/>
                  <a:pt x="65905" y="149347"/>
                </a:cubicBezTo>
                <a:cubicBezTo>
                  <a:pt x="61019" y="149870"/>
                  <a:pt x="56150" y="150133"/>
                  <a:pt x="51298" y="150133"/>
                </a:cubicBezTo>
                <a:close/>
                <a:moveTo>
                  <a:pt x="51486" y="128813"/>
                </a:moveTo>
                <a:cubicBezTo>
                  <a:pt x="54787" y="128813"/>
                  <a:pt x="57696" y="128670"/>
                  <a:pt x="60219" y="128385"/>
                </a:cubicBezTo>
                <a:cubicBezTo>
                  <a:pt x="62742" y="128099"/>
                  <a:pt x="64762" y="127799"/>
                  <a:pt x="66285" y="127482"/>
                </a:cubicBezTo>
                <a:lnTo>
                  <a:pt x="66285" y="72092"/>
                </a:lnTo>
                <a:cubicBezTo>
                  <a:pt x="64414" y="70792"/>
                  <a:pt x="61853" y="69626"/>
                  <a:pt x="58602" y="68594"/>
                </a:cubicBezTo>
                <a:cubicBezTo>
                  <a:pt x="55350" y="67563"/>
                  <a:pt x="51932" y="67048"/>
                  <a:pt x="48346" y="67048"/>
                </a:cubicBezTo>
                <a:cubicBezTo>
                  <a:pt x="44348" y="67048"/>
                  <a:pt x="40922" y="67723"/>
                  <a:pt x="38068" y="69071"/>
                </a:cubicBezTo>
                <a:cubicBezTo>
                  <a:pt x="35213" y="70417"/>
                  <a:pt x="32833" y="72392"/>
                  <a:pt x="30930" y="74995"/>
                </a:cubicBezTo>
                <a:cubicBezTo>
                  <a:pt x="29026" y="77595"/>
                  <a:pt x="27632" y="80767"/>
                  <a:pt x="26743" y="84511"/>
                </a:cubicBezTo>
                <a:cubicBezTo>
                  <a:pt x="25855" y="88254"/>
                  <a:pt x="25409" y="92506"/>
                  <a:pt x="25409" y="97264"/>
                </a:cubicBezTo>
                <a:cubicBezTo>
                  <a:pt x="25409" y="103704"/>
                  <a:pt x="26432" y="109288"/>
                  <a:pt x="28481" y="114014"/>
                </a:cubicBezTo>
                <a:cubicBezTo>
                  <a:pt x="30527" y="118741"/>
                  <a:pt x="33498" y="122390"/>
                  <a:pt x="37402" y="124958"/>
                </a:cubicBezTo>
                <a:cubicBezTo>
                  <a:pt x="41302" y="127530"/>
                  <a:pt x="46000" y="128813"/>
                  <a:pt x="51486" y="1288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D41AE-73BE-4433-B4C7-26E2368F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716" y="633271"/>
            <a:ext cx="84273" cy="101927"/>
          </a:xfrm>
          <a:custGeom xmlns:a="http://schemas.openxmlformats.org/drawingml/2006/main">
            <a:pathLst>
              <a:path w="84273" h="101927">
                <a:moveTo>
                  <a:pt x="42731" y="101927"/>
                </a:moveTo>
                <a:cubicBezTo>
                  <a:pt x="31787" y="101927"/>
                  <a:pt x="23191" y="99961"/>
                  <a:pt x="16939" y="96026"/>
                </a:cubicBezTo>
                <a:cubicBezTo>
                  <a:pt x="10690" y="92094"/>
                  <a:pt x="6307" y="86654"/>
                  <a:pt x="3783" y="79707"/>
                </a:cubicBezTo>
                <a:cubicBezTo>
                  <a:pt x="1260" y="72758"/>
                  <a:pt x="0" y="64731"/>
                  <a:pt x="0" y="55627"/>
                </a:cubicBezTo>
                <a:lnTo>
                  <a:pt x="0" y="0"/>
                </a:lnTo>
                <a:lnTo>
                  <a:pt x="24840" y="0"/>
                </a:lnTo>
                <a:lnTo>
                  <a:pt x="24840" y="52107"/>
                </a:lnTo>
                <a:cubicBezTo>
                  <a:pt x="24840" y="58896"/>
                  <a:pt x="25443" y="64382"/>
                  <a:pt x="26649" y="68571"/>
                </a:cubicBezTo>
                <a:cubicBezTo>
                  <a:pt x="27855" y="72758"/>
                  <a:pt x="29907" y="75812"/>
                  <a:pt x="32810" y="77730"/>
                </a:cubicBezTo>
                <a:cubicBezTo>
                  <a:pt x="35713" y="79650"/>
                  <a:pt x="39608" y="80610"/>
                  <a:pt x="44494" y="80610"/>
                </a:cubicBezTo>
                <a:cubicBezTo>
                  <a:pt x="47349" y="80610"/>
                  <a:pt x="50146" y="80467"/>
                  <a:pt x="52892" y="80181"/>
                </a:cubicBezTo>
                <a:cubicBezTo>
                  <a:pt x="55636" y="79896"/>
                  <a:pt x="57833" y="79610"/>
                  <a:pt x="59482" y="79324"/>
                </a:cubicBezTo>
                <a:lnTo>
                  <a:pt x="59482" y="0"/>
                </a:lnTo>
                <a:lnTo>
                  <a:pt x="84273" y="0"/>
                </a:lnTo>
                <a:lnTo>
                  <a:pt x="84273" y="96312"/>
                </a:lnTo>
                <a:cubicBezTo>
                  <a:pt x="79707" y="97615"/>
                  <a:pt x="73766" y="98875"/>
                  <a:pt x="66454" y="100095"/>
                </a:cubicBezTo>
                <a:cubicBezTo>
                  <a:pt x="59142" y="101318"/>
                  <a:pt x="51235" y="101927"/>
                  <a:pt x="42731" y="1019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E7511-3768-4DC8-A9B0-4B019093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067" y="631082"/>
            <a:ext cx="137140" cy="101927"/>
          </a:xfrm>
          <a:custGeom xmlns:a="http://schemas.openxmlformats.org/drawingml/2006/main">
            <a:pathLst>
              <a:path w="137140" h="101927">
                <a:moveTo>
                  <a:pt x="0" y="101927"/>
                </a:moveTo>
                <a:lnTo>
                  <a:pt x="0" y="5615"/>
                </a:lnTo>
                <a:cubicBezTo>
                  <a:pt x="4695" y="4315"/>
                  <a:pt x="10636" y="3055"/>
                  <a:pt x="17819" y="1832"/>
                </a:cubicBezTo>
                <a:cubicBezTo>
                  <a:pt x="25006" y="612"/>
                  <a:pt x="32484" y="0"/>
                  <a:pt x="40256" y="0"/>
                </a:cubicBezTo>
                <a:cubicBezTo>
                  <a:pt x="47269" y="0"/>
                  <a:pt x="53027" y="912"/>
                  <a:pt x="57530" y="2735"/>
                </a:cubicBezTo>
                <a:cubicBezTo>
                  <a:pt x="62033" y="4561"/>
                  <a:pt x="65731" y="6869"/>
                  <a:pt x="68617" y="9658"/>
                </a:cubicBezTo>
                <a:cubicBezTo>
                  <a:pt x="70997" y="7915"/>
                  <a:pt x="73764" y="6329"/>
                  <a:pt x="76921" y="4901"/>
                </a:cubicBezTo>
                <a:cubicBezTo>
                  <a:pt x="80079" y="3475"/>
                  <a:pt x="83505" y="2300"/>
                  <a:pt x="87199" y="1380"/>
                </a:cubicBezTo>
                <a:cubicBezTo>
                  <a:pt x="90894" y="460"/>
                  <a:pt x="94552" y="0"/>
                  <a:pt x="98169" y="0"/>
                </a:cubicBezTo>
                <a:cubicBezTo>
                  <a:pt x="108699" y="0"/>
                  <a:pt x="116775" y="1935"/>
                  <a:pt x="122390" y="5806"/>
                </a:cubicBezTo>
                <a:cubicBezTo>
                  <a:pt x="128005" y="9675"/>
                  <a:pt x="131868" y="15028"/>
                  <a:pt x="133977" y="21866"/>
                </a:cubicBezTo>
                <a:cubicBezTo>
                  <a:pt x="136086" y="28701"/>
                  <a:pt x="137140" y="36656"/>
                  <a:pt x="137140" y="45729"/>
                </a:cubicBezTo>
                <a:lnTo>
                  <a:pt x="137140" y="101927"/>
                </a:lnTo>
                <a:lnTo>
                  <a:pt x="112300" y="101927"/>
                </a:lnTo>
                <a:lnTo>
                  <a:pt x="112300" y="49298"/>
                </a:lnTo>
                <a:cubicBezTo>
                  <a:pt x="112300" y="42637"/>
                  <a:pt x="111777" y="37250"/>
                  <a:pt x="110731" y="33144"/>
                </a:cubicBezTo>
                <a:cubicBezTo>
                  <a:pt x="109685" y="29035"/>
                  <a:pt x="107891" y="26029"/>
                  <a:pt x="105353" y="24126"/>
                </a:cubicBezTo>
                <a:cubicBezTo>
                  <a:pt x="102816" y="22223"/>
                  <a:pt x="99310" y="21271"/>
                  <a:pt x="94838" y="21271"/>
                </a:cubicBezTo>
                <a:cubicBezTo>
                  <a:pt x="92903" y="21271"/>
                  <a:pt x="90903" y="21526"/>
                  <a:pt x="88843" y="22031"/>
                </a:cubicBezTo>
                <a:cubicBezTo>
                  <a:pt x="86779" y="22540"/>
                  <a:pt x="84853" y="23206"/>
                  <a:pt x="83059" y="24032"/>
                </a:cubicBezTo>
                <a:cubicBezTo>
                  <a:pt x="81267" y="24855"/>
                  <a:pt x="79767" y="25649"/>
                  <a:pt x="78564" y="26409"/>
                </a:cubicBezTo>
                <a:cubicBezTo>
                  <a:pt x="79516" y="29392"/>
                  <a:pt x="80156" y="32604"/>
                  <a:pt x="80490" y="36047"/>
                </a:cubicBezTo>
                <a:cubicBezTo>
                  <a:pt x="80824" y="39488"/>
                  <a:pt x="80990" y="43145"/>
                  <a:pt x="80990" y="47014"/>
                </a:cubicBezTo>
                <a:lnTo>
                  <a:pt x="80990" y="101927"/>
                </a:lnTo>
                <a:lnTo>
                  <a:pt x="56150" y="101927"/>
                </a:lnTo>
                <a:lnTo>
                  <a:pt x="56150" y="49298"/>
                </a:lnTo>
                <a:cubicBezTo>
                  <a:pt x="56150" y="42637"/>
                  <a:pt x="55627" y="37250"/>
                  <a:pt x="54581" y="33144"/>
                </a:cubicBezTo>
                <a:cubicBezTo>
                  <a:pt x="53532" y="29035"/>
                  <a:pt x="51732" y="26029"/>
                  <a:pt x="49178" y="24126"/>
                </a:cubicBezTo>
                <a:cubicBezTo>
                  <a:pt x="46626" y="22223"/>
                  <a:pt x="43080" y="21271"/>
                  <a:pt x="38545" y="21271"/>
                </a:cubicBezTo>
                <a:cubicBezTo>
                  <a:pt x="36767" y="21271"/>
                  <a:pt x="35030" y="21334"/>
                  <a:pt x="33333" y="21460"/>
                </a:cubicBezTo>
                <a:cubicBezTo>
                  <a:pt x="31635" y="21588"/>
                  <a:pt x="30089" y="21746"/>
                  <a:pt x="28692" y="21937"/>
                </a:cubicBezTo>
                <a:cubicBezTo>
                  <a:pt x="27298" y="22128"/>
                  <a:pt x="26012" y="22349"/>
                  <a:pt x="24837" y="22603"/>
                </a:cubicBezTo>
                <a:lnTo>
                  <a:pt x="24837" y="101927"/>
                </a:lnTo>
                <a:lnTo>
                  <a:pt x="0" y="101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F68D1-1E79-48CA-B03C-0BBCA114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142" y="631082"/>
            <a:ext cx="91126" cy="137143"/>
          </a:xfrm>
          <a:custGeom xmlns:a="http://schemas.openxmlformats.org/drawingml/2006/main">
            <a:pathLst>
              <a:path w="91126" h="137143">
                <a:moveTo>
                  <a:pt x="0" y="137143"/>
                </a:moveTo>
                <a:lnTo>
                  <a:pt x="0" y="5615"/>
                </a:lnTo>
                <a:cubicBezTo>
                  <a:pt x="3203" y="4632"/>
                  <a:pt x="6978" y="3712"/>
                  <a:pt x="11324" y="2855"/>
                </a:cubicBezTo>
                <a:cubicBezTo>
                  <a:pt x="15671" y="1997"/>
                  <a:pt x="20294" y="1309"/>
                  <a:pt x="25197" y="786"/>
                </a:cubicBezTo>
                <a:cubicBezTo>
                  <a:pt x="30098" y="263"/>
                  <a:pt x="34959" y="0"/>
                  <a:pt x="39782" y="0"/>
                </a:cubicBezTo>
                <a:cubicBezTo>
                  <a:pt x="50503" y="0"/>
                  <a:pt x="59687" y="2109"/>
                  <a:pt x="67334" y="6329"/>
                </a:cubicBezTo>
                <a:cubicBezTo>
                  <a:pt x="74978" y="10547"/>
                  <a:pt x="80856" y="16568"/>
                  <a:pt x="84965" y="24389"/>
                </a:cubicBezTo>
                <a:cubicBezTo>
                  <a:pt x="89071" y="32207"/>
                  <a:pt x="91126" y="41448"/>
                  <a:pt x="91126" y="52107"/>
                </a:cubicBezTo>
                <a:cubicBezTo>
                  <a:pt x="91126" y="62322"/>
                  <a:pt x="89428" y="71323"/>
                  <a:pt x="86034" y="79110"/>
                </a:cubicBezTo>
                <a:cubicBezTo>
                  <a:pt x="82642" y="86899"/>
                  <a:pt x="77693" y="92983"/>
                  <a:pt x="71189" y="97361"/>
                </a:cubicBezTo>
                <a:cubicBezTo>
                  <a:pt x="64685" y="101738"/>
                  <a:pt x="56676" y="103927"/>
                  <a:pt x="47157" y="103927"/>
                </a:cubicBezTo>
                <a:cubicBezTo>
                  <a:pt x="42685" y="103927"/>
                  <a:pt x="38585" y="103427"/>
                  <a:pt x="34856" y="102427"/>
                </a:cubicBezTo>
                <a:cubicBezTo>
                  <a:pt x="31130" y="101430"/>
                  <a:pt x="27789" y="100198"/>
                  <a:pt x="24840" y="98741"/>
                </a:cubicBezTo>
                <a:lnTo>
                  <a:pt x="24840" y="137143"/>
                </a:lnTo>
                <a:lnTo>
                  <a:pt x="0" y="137143"/>
                </a:lnTo>
                <a:close/>
                <a:moveTo>
                  <a:pt x="42731" y="82750"/>
                </a:moveTo>
                <a:cubicBezTo>
                  <a:pt x="46729" y="82750"/>
                  <a:pt x="50155" y="82076"/>
                  <a:pt x="53009" y="80730"/>
                </a:cubicBezTo>
                <a:cubicBezTo>
                  <a:pt x="55867" y="79381"/>
                  <a:pt x="58244" y="77407"/>
                  <a:pt x="60148" y="74804"/>
                </a:cubicBezTo>
                <a:cubicBezTo>
                  <a:pt x="62051" y="72203"/>
                  <a:pt x="63448" y="69063"/>
                  <a:pt x="64337" y="65382"/>
                </a:cubicBezTo>
                <a:cubicBezTo>
                  <a:pt x="65225" y="61702"/>
                  <a:pt x="65668" y="57484"/>
                  <a:pt x="65668" y="52724"/>
                </a:cubicBezTo>
                <a:cubicBezTo>
                  <a:pt x="65668" y="46286"/>
                  <a:pt x="64654" y="40717"/>
                  <a:pt x="62622" y="36022"/>
                </a:cubicBezTo>
                <a:cubicBezTo>
                  <a:pt x="60593" y="31327"/>
                  <a:pt x="57650" y="27695"/>
                  <a:pt x="53795" y="25126"/>
                </a:cubicBezTo>
                <a:cubicBezTo>
                  <a:pt x="49941" y="22554"/>
                  <a:pt x="45206" y="21271"/>
                  <a:pt x="39591" y="21271"/>
                </a:cubicBezTo>
                <a:cubicBezTo>
                  <a:pt x="36293" y="21271"/>
                  <a:pt x="33381" y="21414"/>
                  <a:pt x="30858" y="21700"/>
                </a:cubicBezTo>
                <a:cubicBezTo>
                  <a:pt x="28338" y="21986"/>
                  <a:pt x="26332" y="22286"/>
                  <a:pt x="24840" y="22603"/>
                </a:cubicBezTo>
                <a:lnTo>
                  <a:pt x="24840" y="77707"/>
                </a:lnTo>
                <a:cubicBezTo>
                  <a:pt x="26712" y="78976"/>
                  <a:pt x="29272" y="80133"/>
                  <a:pt x="32524" y="81182"/>
                </a:cubicBezTo>
                <a:cubicBezTo>
                  <a:pt x="35776" y="82227"/>
                  <a:pt x="39179" y="82750"/>
                  <a:pt x="42731" y="82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919919-3616-4F4B-B2CD-4CAC6ABA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273" y="630702"/>
            <a:ext cx="96503" cy="104879"/>
          </a:xfrm>
          <a:custGeom xmlns:a="http://schemas.openxmlformats.org/drawingml/2006/main">
            <a:pathLst>
              <a:path w="96503" h="104879">
                <a:moveTo>
                  <a:pt x="48280" y="104879"/>
                </a:moveTo>
                <a:cubicBezTo>
                  <a:pt x="38776" y="104879"/>
                  <a:pt x="30384" y="102681"/>
                  <a:pt x="23103" y="98287"/>
                </a:cubicBezTo>
                <a:cubicBezTo>
                  <a:pt x="15822" y="93895"/>
                  <a:pt x="10153" y="87754"/>
                  <a:pt x="6089" y="79873"/>
                </a:cubicBezTo>
                <a:cubicBezTo>
                  <a:pt x="2029" y="71989"/>
                  <a:pt x="0" y="62796"/>
                  <a:pt x="0" y="52295"/>
                </a:cubicBezTo>
                <a:cubicBezTo>
                  <a:pt x="0" y="41797"/>
                  <a:pt x="2072" y="32647"/>
                  <a:pt x="6215" y="24849"/>
                </a:cubicBezTo>
                <a:cubicBezTo>
                  <a:pt x="10361" y="17048"/>
                  <a:pt x="16105" y="10956"/>
                  <a:pt x="23443" y="6575"/>
                </a:cubicBezTo>
                <a:cubicBezTo>
                  <a:pt x="30781" y="2192"/>
                  <a:pt x="39082" y="0"/>
                  <a:pt x="48343" y="0"/>
                </a:cubicBezTo>
                <a:cubicBezTo>
                  <a:pt x="57739" y="0"/>
                  <a:pt x="66060" y="2180"/>
                  <a:pt x="73306" y="6541"/>
                </a:cubicBezTo>
                <a:cubicBezTo>
                  <a:pt x="80553" y="10904"/>
                  <a:pt x="86234" y="16996"/>
                  <a:pt x="90340" y="24815"/>
                </a:cubicBezTo>
                <a:cubicBezTo>
                  <a:pt x="94449" y="32636"/>
                  <a:pt x="96503" y="41797"/>
                  <a:pt x="96503" y="52295"/>
                </a:cubicBezTo>
                <a:cubicBezTo>
                  <a:pt x="96503" y="62796"/>
                  <a:pt x="94498" y="71989"/>
                  <a:pt x="90483" y="79873"/>
                </a:cubicBezTo>
                <a:cubicBezTo>
                  <a:pt x="86471" y="87754"/>
                  <a:pt x="80879" y="93895"/>
                  <a:pt x="73709" y="98287"/>
                </a:cubicBezTo>
                <a:cubicBezTo>
                  <a:pt x="66540" y="102681"/>
                  <a:pt x="58064" y="104879"/>
                  <a:pt x="48280" y="104879"/>
                </a:cubicBezTo>
                <a:close/>
                <a:moveTo>
                  <a:pt x="48252" y="83416"/>
                </a:moveTo>
                <a:cubicBezTo>
                  <a:pt x="53107" y="83416"/>
                  <a:pt x="57216" y="82145"/>
                  <a:pt x="60579" y="79604"/>
                </a:cubicBezTo>
                <a:cubicBezTo>
                  <a:pt x="63945" y="77061"/>
                  <a:pt x="66537" y="73449"/>
                  <a:pt x="68360" y="68771"/>
                </a:cubicBezTo>
                <a:cubicBezTo>
                  <a:pt x="70180" y="64094"/>
                  <a:pt x="71092" y="58602"/>
                  <a:pt x="71092" y="52295"/>
                </a:cubicBezTo>
                <a:cubicBezTo>
                  <a:pt x="71092" y="45951"/>
                  <a:pt x="70180" y="40476"/>
                  <a:pt x="68360" y="35873"/>
                </a:cubicBezTo>
                <a:cubicBezTo>
                  <a:pt x="66537" y="31270"/>
                  <a:pt x="63945" y="27715"/>
                  <a:pt x="60579" y="25215"/>
                </a:cubicBezTo>
                <a:cubicBezTo>
                  <a:pt x="57216" y="22711"/>
                  <a:pt x="53107" y="21460"/>
                  <a:pt x="48252" y="21460"/>
                </a:cubicBezTo>
                <a:cubicBezTo>
                  <a:pt x="43494" y="21460"/>
                  <a:pt x="39402" y="22714"/>
                  <a:pt x="35973" y="25220"/>
                </a:cubicBezTo>
                <a:cubicBezTo>
                  <a:pt x="32547" y="27726"/>
                  <a:pt x="29932" y="31278"/>
                  <a:pt x="28124" y="35879"/>
                </a:cubicBezTo>
                <a:cubicBezTo>
                  <a:pt x="26315" y="40479"/>
                  <a:pt x="25412" y="45951"/>
                  <a:pt x="25412" y="52295"/>
                </a:cubicBezTo>
                <a:cubicBezTo>
                  <a:pt x="25412" y="58642"/>
                  <a:pt x="26315" y="64137"/>
                  <a:pt x="28124" y="68783"/>
                </a:cubicBezTo>
                <a:cubicBezTo>
                  <a:pt x="29932" y="73432"/>
                  <a:pt x="32547" y="77032"/>
                  <a:pt x="35973" y="79587"/>
                </a:cubicBezTo>
                <a:cubicBezTo>
                  <a:pt x="39402" y="82139"/>
                  <a:pt x="43494" y="83416"/>
                  <a:pt x="48252" y="83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E210D-E4FD-40B5-86CF-50FAC1ED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856" y="585305"/>
            <a:ext cx="143992" cy="147704"/>
          </a:xfrm>
          <a:custGeom xmlns:a="http://schemas.openxmlformats.org/drawingml/2006/main">
            <a:pathLst>
              <a:path w="143992" h="147704">
                <a:moveTo>
                  <a:pt x="0" y="147704"/>
                </a:moveTo>
                <a:lnTo>
                  <a:pt x="0" y="41448"/>
                </a:lnTo>
                <a:cubicBezTo>
                  <a:pt x="0" y="28535"/>
                  <a:pt x="3498" y="18399"/>
                  <a:pt x="10493" y="11039"/>
                </a:cubicBezTo>
                <a:cubicBezTo>
                  <a:pt x="17488" y="3680"/>
                  <a:pt x="27932" y="0"/>
                  <a:pt x="41828" y="0"/>
                </a:cubicBezTo>
                <a:cubicBezTo>
                  <a:pt x="47126" y="0"/>
                  <a:pt x="51875" y="509"/>
                  <a:pt x="56078" y="1523"/>
                </a:cubicBezTo>
                <a:cubicBezTo>
                  <a:pt x="60282" y="2537"/>
                  <a:pt x="63448" y="3520"/>
                  <a:pt x="65571" y="4472"/>
                </a:cubicBezTo>
                <a:lnTo>
                  <a:pt x="60719" y="24457"/>
                </a:lnTo>
                <a:cubicBezTo>
                  <a:pt x="58436" y="23411"/>
                  <a:pt x="55833" y="22594"/>
                  <a:pt x="52915" y="22008"/>
                </a:cubicBezTo>
                <a:cubicBezTo>
                  <a:pt x="49995" y="21420"/>
                  <a:pt x="47077" y="21128"/>
                  <a:pt x="44160" y="21128"/>
                </a:cubicBezTo>
                <a:cubicBezTo>
                  <a:pt x="36799" y="21128"/>
                  <a:pt x="31738" y="23000"/>
                  <a:pt x="28978" y="26743"/>
                </a:cubicBezTo>
                <a:cubicBezTo>
                  <a:pt x="26220" y="30487"/>
                  <a:pt x="24840" y="35513"/>
                  <a:pt x="24840" y="41828"/>
                </a:cubicBezTo>
                <a:lnTo>
                  <a:pt x="24840" y="47966"/>
                </a:lnTo>
                <a:lnTo>
                  <a:pt x="60862" y="47966"/>
                </a:lnTo>
                <a:lnTo>
                  <a:pt x="60862" y="68666"/>
                </a:lnTo>
                <a:lnTo>
                  <a:pt x="24840" y="68666"/>
                </a:lnTo>
                <a:lnTo>
                  <a:pt x="24840" y="147704"/>
                </a:lnTo>
                <a:lnTo>
                  <a:pt x="0" y="147704"/>
                </a:lnTo>
                <a:close/>
                <a:moveTo>
                  <a:pt x="78421" y="147704"/>
                </a:moveTo>
                <a:lnTo>
                  <a:pt x="78421" y="41448"/>
                </a:lnTo>
                <a:cubicBezTo>
                  <a:pt x="78421" y="28535"/>
                  <a:pt x="81919" y="18399"/>
                  <a:pt x="88914" y="11039"/>
                </a:cubicBezTo>
                <a:cubicBezTo>
                  <a:pt x="95909" y="3680"/>
                  <a:pt x="106353" y="0"/>
                  <a:pt x="120249" y="0"/>
                </a:cubicBezTo>
                <a:cubicBezTo>
                  <a:pt x="125547" y="0"/>
                  <a:pt x="130296" y="509"/>
                  <a:pt x="134500" y="1523"/>
                </a:cubicBezTo>
                <a:cubicBezTo>
                  <a:pt x="138703" y="2537"/>
                  <a:pt x="141869" y="3520"/>
                  <a:pt x="143992" y="4472"/>
                </a:cubicBezTo>
                <a:lnTo>
                  <a:pt x="139140" y="24457"/>
                </a:lnTo>
                <a:cubicBezTo>
                  <a:pt x="136854" y="23411"/>
                  <a:pt x="134254" y="22594"/>
                  <a:pt x="131336" y="22008"/>
                </a:cubicBezTo>
                <a:cubicBezTo>
                  <a:pt x="128416" y="21420"/>
                  <a:pt x="125499" y="21128"/>
                  <a:pt x="122581" y="21128"/>
                </a:cubicBezTo>
                <a:cubicBezTo>
                  <a:pt x="115220" y="21128"/>
                  <a:pt x="110159" y="23000"/>
                  <a:pt x="107399" y="26743"/>
                </a:cubicBezTo>
                <a:cubicBezTo>
                  <a:pt x="104639" y="30487"/>
                  <a:pt x="103261" y="35513"/>
                  <a:pt x="103261" y="41828"/>
                </a:cubicBezTo>
                <a:lnTo>
                  <a:pt x="103261" y="47966"/>
                </a:lnTo>
                <a:lnTo>
                  <a:pt x="139283" y="47966"/>
                </a:lnTo>
                <a:lnTo>
                  <a:pt x="139283" y="68666"/>
                </a:lnTo>
                <a:lnTo>
                  <a:pt x="103261" y="68666"/>
                </a:lnTo>
                <a:lnTo>
                  <a:pt x="103261" y="147704"/>
                </a:lnTo>
                <a:lnTo>
                  <a:pt x="78421" y="147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275AFA-1D50-4E23-A9A2-9CD30B3F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178" y="630702"/>
            <a:ext cx="74664" cy="104879"/>
          </a:xfrm>
          <a:custGeom xmlns:a="http://schemas.openxmlformats.org/drawingml/2006/main">
            <a:pathLst>
              <a:path w="74664" h="104879">
                <a:moveTo>
                  <a:pt x="33216" y="104879"/>
                </a:moveTo>
                <a:cubicBezTo>
                  <a:pt x="24429" y="104879"/>
                  <a:pt x="17228" y="104124"/>
                  <a:pt x="11613" y="102619"/>
                </a:cubicBezTo>
                <a:cubicBezTo>
                  <a:pt x="5998" y="101110"/>
                  <a:pt x="2126" y="99881"/>
                  <a:pt x="0" y="98930"/>
                </a:cubicBezTo>
                <a:lnTo>
                  <a:pt x="4426" y="78516"/>
                </a:lnTo>
                <a:cubicBezTo>
                  <a:pt x="8392" y="80070"/>
                  <a:pt x="12819" y="81459"/>
                  <a:pt x="17702" y="82679"/>
                </a:cubicBezTo>
                <a:cubicBezTo>
                  <a:pt x="22589" y="83902"/>
                  <a:pt x="27806" y="84511"/>
                  <a:pt x="33358" y="84511"/>
                </a:cubicBezTo>
                <a:cubicBezTo>
                  <a:pt x="39005" y="84511"/>
                  <a:pt x="43177" y="83862"/>
                  <a:pt x="45874" y="82559"/>
                </a:cubicBezTo>
                <a:cubicBezTo>
                  <a:pt x="48572" y="81259"/>
                  <a:pt x="49918" y="78850"/>
                  <a:pt x="49918" y="75327"/>
                </a:cubicBezTo>
                <a:cubicBezTo>
                  <a:pt x="49918" y="73329"/>
                  <a:pt x="49252" y="71615"/>
                  <a:pt x="47920" y="70189"/>
                </a:cubicBezTo>
                <a:cubicBezTo>
                  <a:pt x="46589" y="68760"/>
                  <a:pt x="44574" y="67348"/>
                  <a:pt x="41877" y="65954"/>
                </a:cubicBezTo>
                <a:cubicBezTo>
                  <a:pt x="39179" y="64557"/>
                  <a:pt x="35676" y="63051"/>
                  <a:pt x="31361" y="61433"/>
                </a:cubicBezTo>
                <a:cubicBezTo>
                  <a:pt x="25746" y="59210"/>
                  <a:pt x="20748" y="56864"/>
                  <a:pt x="16371" y="54390"/>
                </a:cubicBezTo>
                <a:cubicBezTo>
                  <a:pt x="11993" y="51915"/>
                  <a:pt x="8575" y="48735"/>
                  <a:pt x="6115" y="44848"/>
                </a:cubicBezTo>
                <a:cubicBezTo>
                  <a:pt x="3658" y="40962"/>
                  <a:pt x="2429" y="35896"/>
                  <a:pt x="2429" y="29644"/>
                </a:cubicBezTo>
                <a:cubicBezTo>
                  <a:pt x="2429" y="23523"/>
                  <a:pt x="3966" y="18265"/>
                  <a:pt x="7044" y="13870"/>
                </a:cubicBezTo>
                <a:cubicBezTo>
                  <a:pt x="10121" y="9475"/>
                  <a:pt x="14490" y="6066"/>
                  <a:pt x="20154" y="3640"/>
                </a:cubicBezTo>
                <a:cubicBezTo>
                  <a:pt x="25818" y="1212"/>
                  <a:pt x="32581" y="0"/>
                  <a:pt x="40448" y="0"/>
                </a:cubicBezTo>
                <a:cubicBezTo>
                  <a:pt x="46666" y="0"/>
                  <a:pt x="52441" y="546"/>
                  <a:pt x="57770" y="1640"/>
                </a:cubicBezTo>
                <a:cubicBezTo>
                  <a:pt x="63099" y="2735"/>
                  <a:pt x="67240" y="3869"/>
                  <a:pt x="70189" y="5043"/>
                </a:cubicBezTo>
                <a:lnTo>
                  <a:pt x="65668" y="24697"/>
                </a:lnTo>
                <a:cubicBezTo>
                  <a:pt x="62782" y="23617"/>
                  <a:pt x="59427" y="22594"/>
                  <a:pt x="55604" y="21626"/>
                </a:cubicBezTo>
                <a:cubicBezTo>
                  <a:pt x="51784" y="20660"/>
                  <a:pt x="47223" y="20177"/>
                  <a:pt x="41925" y="20177"/>
                </a:cubicBezTo>
                <a:cubicBezTo>
                  <a:pt x="37262" y="20177"/>
                  <a:pt x="33604" y="20905"/>
                  <a:pt x="30955" y="22366"/>
                </a:cubicBezTo>
                <a:cubicBezTo>
                  <a:pt x="28306" y="23823"/>
                  <a:pt x="26983" y="26109"/>
                  <a:pt x="26983" y="29218"/>
                </a:cubicBezTo>
                <a:cubicBezTo>
                  <a:pt x="26983" y="31121"/>
                  <a:pt x="27475" y="32787"/>
                  <a:pt x="28458" y="34213"/>
                </a:cubicBezTo>
                <a:cubicBezTo>
                  <a:pt x="29441" y="35642"/>
                  <a:pt x="31155" y="36990"/>
                  <a:pt x="33596" y="38259"/>
                </a:cubicBezTo>
                <a:cubicBezTo>
                  <a:pt x="36039" y="39528"/>
                  <a:pt x="39433" y="40971"/>
                  <a:pt x="43780" y="42588"/>
                </a:cubicBezTo>
                <a:cubicBezTo>
                  <a:pt x="51426" y="45411"/>
                  <a:pt x="57484" y="48260"/>
                  <a:pt x="61959" y="51129"/>
                </a:cubicBezTo>
                <a:cubicBezTo>
                  <a:pt x="66431" y="54001"/>
                  <a:pt x="69666" y="57347"/>
                  <a:pt x="71666" y="61171"/>
                </a:cubicBezTo>
                <a:cubicBezTo>
                  <a:pt x="73663" y="64994"/>
                  <a:pt x="74664" y="69760"/>
                  <a:pt x="74664" y="75469"/>
                </a:cubicBezTo>
                <a:cubicBezTo>
                  <a:pt x="74664" y="81910"/>
                  <a:pt x="73046" y="87311"/>
                  <a:pt x="69809" y="91674"/>
                </a:cubicBezTo>
                <a:cubicBezTo>
                  <a:pt x="66574" y="96035"/>
                  <a:pt x="61871" y="99327"/>
                  <a:pt x="55701" y="101547"/>
                </a:cubicBezTo>
                <a:cubicBezTo>
                  <a:pt x="49529" y="103767"/>
                  <a:pt x="42037" y="104879"/>
                  <a:pt x="33216" y="104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7A4C7-BA50-4673-BFD6-64CCF4B7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544" y="630702"/>
            <a:ext cx="91509" cy="104830"/>
          </a:xfrm>
          <a:custGeom xmlns:a="http://schemas.openxmlformats.org/drawingml/2006/main">
            <a:pathLst>
              <a:path w="91509" h="104830">
                <a:moveTo>
                  <a:pt x="51915" y="104830"/>
                </a:moveTo>
                <a:cubicBezTo>
                  <a:pt x="39988" y="104830"/>
                  <a:pt x="30201" y="102561"/>
                  <a:pt x="22557" y="98027"/>
                </a:cubicBezTo>
                <a:cubicBezTo>
                  <a:pt x="14910" y="93489"/>
                  <a:pt x="9241" y="87302"/>
                  <a:pt x="5544" y="79467"/>
                </a:cubicBezTo>
                <a:cubicBezTo>
                  <a:pt x="1849" y="71632"/>
                  <a:pt x="0" y="62814"/>
                  <a:pt x="0" y="53009"/>
                </a:cubicBezTo>
                <a:cubicBezTo>
                  <a:pt x="0" y="41271"/>
                  <a:pt x="2260" y="31478"/>
                  <a:pt x="6781" y="23626"/>
                </a:cubicBezTo>
                <a:cubicBezTo>
                  <a:pt x="11301" y="15773"/>
                  <a:pt x="17131" y="9873"/>
                  <a:pt x="24269" y="5924"/>
                </a:cubicBezTo>
                <a:cubicBezTo>
                  <a:pt x="31407" y="1975"/>
                  <a:pt x="38942" y="0"/>
                  <a:pt x="46872" y="0"/>
                </a:cubicBezTo>
                <a:cubicBezTo>
                  <a:pt x="56073" y="0"/>
                  <a:pt x="63994" y="1886"/>
                  <a:pt x="70640" y="5661"/>
                </a:cubicBezTo>
                <a:cubicBezTo>
                  <a:pt x="77287" y="9438"/>
                  <a:pt x="82427" y="15076"/>
                  <a:pt x="86059" y="22580"/>
                </a:cubicBezTo>
                <a:cubicBezTo>
                  <a:pt x="89691" y="30081"/>
                  <a:pt x="91509" y="39448"/>
                  <a:pt x="91509" y="50678"/>
                </a:cubicBezTo>
                <a:cubicBezTo>
                  <a:pt x="91509" y="52138"/>
                  <a:pt x="91451" y="53755"/>
                  <a:pt x="91340" y="55533"/>
                </a:cubicBezTo>
                <a:cubicBezTo>
                  <a:pt x="91229" y="57307"/>
                  <a:pt x="91111" y="58893"/>
                  <a:pt x="90983" y="60290"/>
                </a:cubicBezTo>
                <a:lnTo>
                  <a:pt x="25555" y="60290"/>
                </a:lnTo>
                <a:cubicBezTo>
                  <a:pt x="26158" y="67460"/>
                  <a:pt x="28955" y="73098"/>
                  <a:pt x="33953" y="77207"/>
                </a:cubicBezTo>
                <a:cubicBezTo>
                  <a:pt x="38951" y="81316"/>
                  <a:pt x="45951" y="83370"/>
                  <a:pt x="54961" y="83370"/>
                </a:cubicBezTo>
                <a:cubicBezTo>
                  <a:pt x="60482" y="83370"/>
                  <a:pt x="65637" y="82862"/>
                  <a:pt x="70426" y="81847"/>
                </a:cubicBezTo>
                <a:cubicBezTo>
                  <a:pt x="75218" y="80830"/>
                  <a:pt x="79024" y="79690"/>
                  <a:pt x="81847" y="78421"/>
                </a:cubicBezTo>
                <a:lnTo>
                  <a:pt x="85322" y="98692"/>
                </a:lnTo>
                <a:cubicBezTo>
                  <a:pt x="82593" y="100087"/>
                  <a:pt x="78090" y="101458"/>
                  <a:pt x="71806" y="102807"/>
                </a:cubicBezTo>
                <a:cubicBezTo>
                  <a:pt x="65525" y="104156"/>
                  <a:pt x="58896" y="104830"/>
                  <a:pt x="51915" y="104830"/>
                </a:cubicBezTo>
                <a:close/>
                <a:moveTo>
                  <a:pt x="25649" y="42825"/>
                </a:moveTo>
                <a:lnTo>
                  <a:pt x="67334" y="42825"/>
                </a:lnTo>
                <a:cubicBezTo>
                  <a:pt x="67208" y="38828"/>
                  <a:pt x="66414" y="35156"/>
                  <a:pt x="64954" y="31810"/>
                </a:cubicBezTo>
                <a:cubicBezTo>
                  <a:pt x="63497" y="28464"/>
                  <a:pt x="61322" y="25766"/>
                  <a:pt x="58436" y="23720"/>
                </a:cubicBezTo>
                <a:cubicBezTo>
                  <a:pt x="55550" y="21674"/>
                  <a:pt x="51806" y="20651"/>
                  <a:pt x="47206" y="20651"/>
                </a:cubicBezTo>
                <a:cubicBezTo>
                  <a:pt x="42574" y="20651"/>
                  <a:pt x="38759" y="21706"/>
                  <a:pt x="35762" y="23814"/>
                </a:cubicBezTo>
                <a:cubicBezTo>
                  <a:pt x="32764" y="25926"/>
                  <a:pt x="30447" y="28661"/>
                  <a:pt x="28812" y="32024"/>
                </a:cubicBezTo>
                <a:cubicBezTo>
                  <a:pt x="27181" y="35387"/>
                  <a:pt x="26126" y="38988"/>
                  <a:pt x="25649" y="42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3FB0A-74E6-4E64-BA8F-651CBC66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275" y="603387"/>
            <a:ext cx="64048" cy="131859"/>
          </a:xfrm>
          <a:custGeom xmlns:a="http://schemas.openxmlformats.org/drawingml/2006/main">
            <a:pathLst>
              <a:path w="64048" h="131859">
                <a:moveTo>
                  <a:pt x="37925" y="131859"/>
                </a:moveTo>
                <a:cubicBezTo>
                  <a:pt x="28124" y="131859"/>
                  <a:pt x="20454" y="130139"/>
                  <a:pt x="14916" y="126696"/>
                </a:cubicBezTo>
                <a:cubicBezTo>
                  <a:pt x="9381" y="123255"/>
                  <a:pt x="5512" y="118378"/>
                  <a:pt x="3306" y="112065"/>
                </a:cubicBezTo>
                <a:cubicBezTo>
                  <a:pt x="1100" y="105750"/>
                  <a:pt x="0" y="98264"/>
                  <a:pt x="0" y="89603"/>
                </a:cubicBezTo>
                <a:lnTo>
                  <a:pt x="0" y="4043"/>
                </a:lnTo>
                <a:lnTo>
                  <a:pt x="24837" y="0"/>
                </a:lnTo>
                <a:lnTo>
                  <a:pt x="24837" y="29884"/>
                </a:lnTo>
                <a:lnTo>
                  <a:pt x="60053" y="29884"/>
                </a:lnTo>
                <a:lnTo>
                  <a:pt x="60053" y="50583"/>
                </a:lnTo>
                <a:lnTo>
                  <a:pt x="24837" y="50583"/>
                </a:lnTo>
                <a:lnTo>
                  <a:pt x="24837" y="89603"/>
                </a:lnTo>
                <a:cubicBezTo>
                  <a:pt x="24837" y="94297"/>
                  <a:pt x="25369" y="98224"/>
                  <a:pt x="26432" y="101381"/>
                </a:cubicBezTo>
                <a:cubicBezTo>
                  <a:pt x="27495" y="104539"/>
                  <a:pt x="29255" y="106876"/>
                  <a:pt x="31715" y="108399"/>
                </a:cubicBezTo>
                <a:cubicBezTo>
                  <a:pt x="34173" y="109922"/>
                  <a:pt x="37482" y="110685"/>
                  <a:pt x="41637" y="110685"/>
                </a:cubicBezTo>
                <a:cubicBezTo>
                  <a:pt x="45126" y="110685"/>
                  <a:pt x="48489" y="110328"/>
                  <a:pt x="51724" y="109614"/>
                </a:cubicBezTo>
                <a:cubicBezTo>
                  <a:pt x="54961" y="108899"/>
                  <a:pt x="57816" y="108051"/>
                  <a:pt x="60290" y="107068"/>
                </a:cubicBezTo>
                <a:lnTo>
                  <a:pt x="64048" y="126530"/>
                </a:lnTo>
                <a:cubicBezTo>
                  <a:pt x="61005" y="127862"/>
                  <a:pt x="57364" y="129085"/>
                  <a:pt x="53129" y="130193"/>
                </a:cubicBezTo>
                <a:cubicBezTo>
                  <a:pt x="48895" y="131305"/>
                  <a:pt x="43825" y="131859"/>
                  <a:pt x="37925" y="131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CB030-0F93-45E8-9EE0-AA2705FC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696" y="630702"/>
            <a:ext cx="74664" cy="104879"/>
          </a:xfrm>
          <a:custGeom xmlns:a="http://schemas.openxmlformats.org/drawingml/2006/main">
            <a:pathLst>
              <a:path w="74664" h="104879">
                <a:moveTo>
                  <a:pt x="33216" y="104879"/>
                </a:moveTo>
                <a:cubicBezTo>
                  <a:pt x="24429" y="104879"/>
                  <a:pt x="17228" y="104124"/>
                  <a:pt x="11613" y="102619"/>
                </a:cubicBezTo>
                <a:cubicBezTo>
                  <a:pt x="5998" y="101110"/>
                  <a:pt x="2126" y="99881"/>
                  <a:pt x="0" y="98930"/>
                </a:cubicBezTo>
                <a:lnTo>
                  <a:pt x="4426" y="78516"/>
                </a:lnTo>
                <a:cubicBezTo>
                  <a:pt x="8392" y="80070"/>
                  <a:pt x="12816" y="81459"/>
                  <a:pt x="17702" y="82679"/>
                </a:cubicBezTo>
                <a:cubicBezTo>
                  <a:pt x="22589" y="83902"/>
                  <a:pt x="27806" y="84511"/>
                  <a:pt x="33358" y="84511"/>
                </a:cubicBezTo>
                <a:cubicBezTo>
                  <a:pt x="39005" y="84511"/>
                  <a:pt x="43177" y="83862"/>
                  <a:pt x="45874" y="82559"/>
                </a:cubicBezTo>
                <a:cubicBezTo>
                  <a:pt x="48569" y="81259"/>
                  <a:pt x="49918" y="78850"/>
                  <a:pt x="49918" y="75327"/>
                </a:cubicBezTo>
                <a:cubicBezTo>
                  <a:pt x="49918" y="73329"/>
                  <a:pt x="49252" y="71615"/>
                  <a:pt x="47920" y="70189"/>
                </a:cubicBezTo>
                <a:cubicBezTo>
                  <a:pt x="46586" y="68760"/>
                  <a:pt x="44574" y="67348"/>
                  <a:pt x="41877" y="65954"/>
                </a:cubicBezTo>
                <a:cubicBezTo>
                  <a:pt x="39179" y="64557"/>
                  <a:pt x="35673" y="63051"/>
                  <a:pt x="31361" y="61433"/>
                </a:cubicBezTo>
                <a:cubicBezTo>
                  <a:pt x="25746" y="59210"/>
                  <a:pt x="20748" y="56864"/>
                  <a:pt x="16371" y="54390"/>
                </a:cubicBezTo>
                <a:cubicBezTo>
                  <a:pt x="11993" y="51915"/>
                  <a:pt x="8575" y="48735"/>
                  <a:pt x="6115" y="44848"/>
                </a:cubicBezTo>
                <a:cubicBezTo>
                  <a:pt x="3658" y="40962"/>
                  <a:pt x="2429" y="35896"/>
                  <a:pt x="2429" y="29644"/>
                </a:cubicBezTo>
                <a:cubicBezTo>
                  <a:pt x="2429" y="23523"/>
                  <a:pt x="3966" y="18265"/>
                  <a:pt x="7044" y="13870"/>
                </a:cubicBezTo>
                <a:cubicBezTo>
                  <a:pt x="10121" y="9475"/>
                  <a:pt x="14490" y="6066"/>
                  <a:pt x="20154" y="3640"/>
                </a:cubicBezTo>
                <a:cubicBezTo>
                  <a:pt x="25815" y="1212"/>
                  <a:pt x="32581" y="0"/>
                  <a:pt x="40448" y="0"/>
                </a:cubicBezTo>
                <a:cubicBezTo>
                  <a:pt x="46666" y="0"/>
                  <a:pt x="52441" y="546"/>
                  <a:pt x="57770" y="1640"/>
                </a:cubicBezTo>
                <a:cubicBezTo>
                  <a:pt x="63099" y="2735"/>
                  <a:pt x="67240" y="3869"/>
                  <a:pt x="70189" y="5043"/>
                </a:cubicBezTo>
                <a:lnTo>
                  <a:pt x="65668" y="24697"/>
                </a:lnTo>
                <a:cubicBezTo>
                  <a:pt x="62782" y="23617"/>
                  <a:pt x="59427" y="22594"/>
                  <a:pt x="55604" y="21626"/>
                </a:cubicBezTo>
                <a:cubicBezTo>
                  <a:pt x="51781" y="20660"/>
                  <a:pt x="47223" y="20177"/>
                  <a:pt x="41925" y="20177"/>
                </a:cubicBezTo>
                <a:cubicBezTo>
                  <a:pt x="37262" y="20177"/>
                  <a:pt x="33604" y="20905"/>
                  <a:pt x="30955" y="22366"/>
                </a:cubicBezTo>
                <a:cubicBezTo>
                  <a:pt x="28306" y="23823"/>
                  <a:pt x="26981" y="26109"/>
                  <a:pt x="26981" y="29218"/>
                </a:cubicBezTo>
                <a:cubicBezTo>
                  <a:pt x="26981" y="31121"/>
                  <a:pt x="27475" y="32787"/>
                  <a:pt x="28458" y="34213"/>
                </a:cubicBezTo>
                <a:cubicBezTo>
                  <a:pt x="29441" y="35642"/>
                  <a:pt x="31152" y="36990"/>
                  <a:pt x="33596" y="38259"/>
                </a:cubicBezTo>
                <a:cubicBezTo>
                  <a:pt x="36039" y="39528"/>
                  <a:pt x="39433" y="40971"/>
                  <a:pt x="43780" y="42588"/>
                </a:cubicBezTo>
                <a:cubicBezTo>
                  <a:pt x="51426" y="45411"/>
                  <a:pt x="57484" y="48260"/>
                  <a:pt x="61956" y="51129"/>
                </a:cubicBezTo>
                <a:cubicBezTo>
                  <a:pt x="66431" y="54001"/>
                  <a:pt x="69666" y="57347"/>
                  <a:pt x="71666" y="61171"/>
                </a:cubicBezTo>
                <a:cubicBezTo>
                  <a:pt x="73663" y="64994"/>
                  <a:pt x="74664" y="69760"/>
                  <a:pt x="74664" y="75469"/>
                </a:cubicBezTo>
                <a:cubicBezTo>
                  <a:pt x="74664" y="81910"/>
                  <a:pt x="73043" y="87311"/>
                  <a:pt x="69809" y="91674"/>
                </a:cubicBezTo>
                <a:cubicBezTo>
                  <a:pt x="66574" y="96035"/>
                  <a:pt x="61871" y="99327"/>
                  <a:pt x="55701" y="101547"/>
                </a:cubicBezTo>
                <a:cubicBezTo>
                  <a:pt x="49529" y="103767"/>
                  <a:pt x="42034" y="104879"/>
                  <a:pt x="33216" y="104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EC1ED-A8C5-46C5-B341-59EF4D9E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635" y="633319"/>
            <a:ext cx="34927" cy="130525"/>
          </a:xfrm>
          <a:custGeom xmlns:a="http://schemas.openxmlformats.org/drawingml/2006/main">
            <a:pathLst>
              <a:path w="34927" h="130525">
                <a:moveTo>
                  <a:pt x="19368" y="130525"/>
                </a:moveTo>
                <a:lnTo>
                  <a:pt x="0" y="125339"/>
                </a:lnTo>
                <a:cubicBezTo>
                  <a:pt x="2920" y="117663"/>
                  <a:pt x="4958" y="110254"/>
                  <a:pt x="6115" y="103116"/>
                </a:cubicBezTo>
                <a:cubicBezTo>
                  <a:pt x="7272" y="95978"/>
                  <a:pt x="7852" y="89808"/>
                  <a:pt x="7852" y="84605"/>
                </a:cubicBezTo>
                <a:cubicBezTo>
                  <a:pt x="7852" y="83590"/>
                  <a:pt x="7821" y="82307"/>
                  <a:pt x="7758" y="80753"/>
                </a:cubicBezTo>
                <a:cubicBezTo>
                  <a:pt x="7692" y="79198"/>
                  <a:pt x="7615" y="77690"/>
                  <a:pt x="7518" y="76232"/>
                </a:cubicBezTo>
                <a:cubicBezTo>
                  <a:pt x="7424" y="74772"/>
                  <a:pt x="7361" y="73758"/>
                  <a:pt x="7329" y="73186"/>
                </a:cubicBezTo>
                <a:lnTo>
                  <a:pt x="33550" y="73186"/>
                </a:lnTo>
                <a:cubicBezTo>
                  <a:pt x="33770" y="75787"/>
                  <a:pt x="33904" y="77681"/>
                  <a:pt x="33953" y="78873"/>
                </a:cubicBezTo>
                <a:cubicBezTo>
                  <a:pt x="34001" y="80061"/>
                  <a:pt x="34024" y="81070"/>
                  <a:pt x="34024" y="81893"/>
                </a:cubicBezTo>
                <a:cubicBezTo>
                  <a:pt x="34024" y="89540"/>
                  <a:pt x="32738" y="97684"/>
                  <a:pt x="30169" y="106328"/>
                </a:cubicBezTo>
                <a:cubicBezTo>
                  <a:pt x="27601" y="114974"/>
                  <a:pt x="24000" y="123038"/>
                  <a:pt x="19368" y="130525"/>
                </a:cubicBezTo>
                <a:close/>
                <a:moveTo>
                  <a:pt x="18845" y="31881"/>
                </a:moveTo>
                <a:cubicBezTo>
                  <a:pt x="14562" y="31881"/>
                  <a:pt x="10810" y="30470"/>
                  <a:pt x="7590" y="27646"/>
                </a:cubicBezTo>
                <a:cubicBezTo>
                  <a:pt x="4372" y="24823"/>
                  <a:pt x="2760" y="20920"/>
                  <a:pt x="2760" y="15939"/>
                </a:cubicBezTo>
                <a:cubicBezTo>
                  <a:pt x="2760" y="10959"/>
                  <a:pt x="4372" y="7058"/>
                  <a:pt x="7590" y="4235"/>
                </a:cubicBezTo>
                <a:cubicBezTo>
                  <a:pt x="10810" y="1412"/>
                  <a:pt x="14562" y="0"/>
                  <a:pt x="18845" y="0"/>
                </a:cubicBezTo>
                <a:cubicBezTo>
                  <a:pt x="23129" y="0"/>
                  <a:pt x="26878" y="1412"/>
                  <a:pt x="30098" y="4235"/>
                </a:cubicBezTo>
                <a:cubicBezTo>
                  <a:pt x="33318" y="7058"/>
                  <a:pt x="34927" y="10959"/>
                  <a:pt x="34927" y="15939"/>
                </a:cubicBezTo>
                <a:cubicBezTo>
                  <a:pt x="34927" y="20920"/>
                  <a:pt x="33318" y="24823"/>
                  <a:pt x="30098" y="27646"/>
                </a:cubicBezTo>
                <a:cubicBezTo>
                  <a:pt x="26878" y="30470"/>
                  <a:pt x="23129" y="31881"/>
                  <a:pt x="18845" y="318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B46AC-8D8E-41E3-92C5-357F3520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910" y="813716"/>
            <a:ext cx="84273" cy="147704"/>
          </a:xfrm>
          <a:custGeom xmlns:a="http://schemas.openxmlformats.org/drawingml/2006/main">
            <a:pathLst>
              <a:path w="84273" h="147704">
                <a:moveTo>
                  <a:pt x="0" y="147704"/>
                </a:moveTo>
                <a:lnTo>
                  <a:pt x="0" y="4043"/>
                </a:lnTo>
                <a:lnTo>
                  <a:pt x="24837" y="0"/>
                </a:lnTo>
                <a:lnTo>
                  <a:pt x="24837" y="48869"/>
                </a:lnTo>
                <a:cubicBezTo>
                  <a:pt x="27186" y="48046"/>
                  <a:pt x="29987" y="47323"/>
                  <a:pt x="33241" y="46706"/>
                </a:cubicBezTo>
                <a:cubicBezTo>
                  <a:pt x="36496" y="46086"/>
                  <a:pt x="39676" y="45777"/>
                  <a:pt x="42780" y="45777"/>
                </a:cubicBezTo>
                <a:cubicBezTo>
                  <a:pt x="53564" y="45777"/>
                  <a:pt x="61948" y="47697"/>
                  <a:pt x="67928" y="51541"/>
                </a:cubicBezTo>
                <a:cubicBezTo>
                  <a:pt x="73906" y="55384"/>
                  <a:pt x="78127" y="60730"/>
                  <a:pt x="80584" y="67586"/>
                </a:cubicBezTo>
                <a:cubicBezTo>
                  <a:pt x="83045" y="74438"/>
                  <a:pt x="84273" y="82410"/>
                  <a:pt x="84273" y="91506"/>
                </a:cubicBezTo>
                <a:lnTo>
                  <a:pt x="84273" y="147704"/>
                </a:lnTo>
                <a:lnTo>
                  <a:pt x="59433" y="147704"/>
                </a:lnTo>
                <a:lnTo>
                  <a:pt x="59433" y="95075"/>
                </a:lnTo>
                <a:cubicBezTo>
                  <a:pt x="59433" y="88254"/>
                  <a:pt x="58853" y="82802"/>
                  <a:pt x="57690" y="78718"/>
                </a:cubicBezTo>
                <a:cubicBezTo>
                  <a:pt x="56530" y="74632"/>
                  <a:pt x="54561" y="71666"/>
                  <a:pt x="51789" y="69820"/>
                </a:cubicBezTo>
                <a:cubicBezTo>
                  <a:pt x="49018" y="67971"/>
                  <a:pt x="45128" y="67048"/>
                  <a:pt x="40122" y="67048"/>
                </a:cubicBezTo>
                <a:cubicBezTo>
                  <a:pt x="38245" y="67048"/>
                  <a:pt x="36322" y="67191"/>
                  <a:pt x="34356" y="67477"/>
                </a:cubicBezTo>
                <a:cubicBezTo>
                  <a:pt x="32390" y="67760"/>
                  <a:pt x="30604" y="68103"/>
                  <a:pt x="29004" y="68500"/>
                </a:cubicBezTo>
                <a:cubicBezTo>
                  <a:pt x="27401" y="68894"/>
                  <a:pt x="26012" y="69272"/>
                  <a:pt x="24837" y="69626"/>
                </a:cubicBezTo>
                <a:lnTo>
                  <a:pt x="24837" y="147704"/>
                </a:lnTo>
                <a:lnTo>
                  <a:pt x="0" y="147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FFEFB-36DB-410E-AF9B-DCF121AF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5500" y="815525"/>
            <a:ext cx="30455" cy="145895"/>
          </a:xfrm>
          <a:custGeom xmlns:a="http://schemas.openxmlformats.org/drawingml/2006/main">
            <a:pathLst>
              <a:path w="30455" h="145895">
                <a:moveTo>
                  <a:pt x="2760" y="145895"/>
                </a:moveTo>
                <a:lnTo>
                  <a:pt x="2760" y="46157"/>
                </a:lnTo>
                <a:lnTo>
                  <a:pt x="27598" y="46157"/>
                </a:lnTo>
                <a:lnTo>
                  <a:pt x="27598" y="145895"/>
                </a:lnTo>
                <a:lnTo>
                  <a:pt x="2760" y="145895"/>
                </a:lnTo>
                <a:close/>
                <a:moveTo>
                  <a:pt x="15228" y="30310"/>
                </a:moveTo>
                <a:cubicBezTo>
                  <a:pt x="11101" y="30310"/>
                  <a:pt x="7532" y="28955"/>
                  <a:pt x="4521" y="26243"/>
                </a:cubicBezTo>
                <a:cubicBezTo>
                  <a:pt x="1506" y="23529"/>
                  <a:pt x="0" y="19825"/>
                  <a:pt x="0" y="15130"/>
                </a:cubicBezTo>
                <a:cubicBezTo>
                  <a:pt x="0" y="10467"/>
                  <a:pt x="1506" y="6781"/>
                  <a:pt x="4521" y="4066"/>
                </a:cubicBezTo>
                <a:cubicBezTo>
                  <a:pt x="7532" y="1354"/>
                  <a:pt x="11101" y="0"/>
                  <a:pt x="15228" y="0"/>
                </a:cubicBezTo>
                <a:cubicBezTo>
                  <a:pt x="19351" y="0"/>
                  <a:pt x="22920" y="1354"/>
                  <a:pt x="25935" y="4066"/>
                </a:cubicBezTo>
                <a:cubicBezTo>
                  <a:pt x="28946" y="6781"/>
                  <a:pt x="30455" y="10467"/>
                  <a:pt x="30455" y="15130"/>
                </a:cubicBezTo>
                <a:cubicBezTo>
                  <a:pt x="30455" y="19825"/>
                  <a:pt x="28946" y="23529"/>
                  <a:pt x="25935" y="26243"/>
                </a:cubicBezTo>
                <a:cubicBezTo>
                  <a:pt x="22920" y="28955"/>
                  <a:pt x="19351" y="30310"/>
                  <a:pt x="15228" y="303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3B382-0D08-480F-8C51-4CB6BA44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178" y="859493"/>
            <a:ext cx="89177" cy="137711"/>
          </a:xfrm>
          <a:custGeom xmlns:a="http://schemas.openxmlformats.org/drawingml/2006/main">
            <a:pathLst>
              <a:path w="89177" h="137711">
                <a:moveTo>
                  <a:pt x="39305" y="137711"/>
                </a:moveTo>
                <a:cubicBezTo>
                  <a:pt x="33184" y="137711"/>
                  <a:pt x="27172" y="137180"/>
                  <a:pt x="21271" y="136117"/>
                </a:cubicBezTo>
                <a:cubicBezTo>
                  <a:pt x="15370" y="135054"/>
                  <a:pt x="9993" y="133700"/>
                  <a:pt x="5141" y="132051"/>
                </a:cubicBezTo>
                <a:lnTo>
                  <a:pt x="9564" y="111065"/>
                </a:lnTo>
                <a:cubicBezTo>
                  <a:pt x="13690" y="112714"/>
                  <a:pt x="18234" y="114054"/>
                  <a:pt x="23197" y="115086"/>
                </a:cubicBezTo>
                <a:cubicBezTo>
                  <a:pt x="28164" y="116117"/>
                  <a:pt x="33658" y="116632"/>
                  <a:pt x="39688" y="116632"/>
                </a:cubicBezTo>
                <a:cubicBezTo>
                  <a:pt x="45683" y="116632"/>
                  <a:pt x="50481" y="115800"/>
                  <a:pt x="54081" y="114134"/>
                </a:cubicBezTo>
                <a:cubicBezTo>
                  <a:pt x="57681" y="112468"/>
                  <a:pt x="60308" y="110017"/>
                  <a:pt x="61956" y="106782"/>
                </a:cubicBezTo>
                <a:cubicBezTo>
                  <a:pt x="63605" y="103544"/>
                  <a:pt x="64431" y="99692"/>
                  <a:pt x="64431" y="95218"/>
                </a:cubicBezTo>
                <a:lnTo>
                  <a:pt x="64431" y="90934"/>
                </a:lnTo>
                <a:cubicBezTo>
                  <a:pt x="61702" y="92300"/>
                  <a:pt x="58587" y="93475"/>
                  <a:pt x="55081" y="94458"/>
                </a:cubicBezTo>
                <a:cubicBezTo>
                  <a:pt x="51575" y="95441"/>
                  <a:pt x="47555" y="95932"/>
                  <a:pt x="43017" y="95932"/>
                </a:cubicBezTo>
                <a:cubicBezTo>
                  <a:pt x="34230" y="95932"/>
                  <a:pt x="26600" y="94149"/>
                  <a:pt x="20128" y="90580"/>
                </a:cubicBezTo>
                <a:cubicBezTo>
                  <a:pt x="13656" y="87011"/>
                  <a:pt x="8684" y="81736"/>
                  <a:pt x="5212" y="74755"/>
                </a:cubicBezTo>
                <a:cubicBezTo>
                  <a:pt x="1737" y="67777"/>
                  <a:pt x="0" y="59213"/>
                  <a:pt x="0" y="49060"/>
                </a:cubicBezTo>
                <a:cubicBezTo>
                  <a:pt x="0" y="39291"/>
                  <a:pt x="1992" y="30724"/>
                  <a:pt x="5972" y="23363"/>
                </a:cubicBezTo>
                <a:cubicBezTo>
                  <a:pt x="9953" y="16005"/>
                  <a:pt x="15679" y="10270"/>
                  <a:pt x="23151" y="6161"/>
                </a:cubicBezTo>
                <a:cubicBezTo>
                  <a:pt x="30621" y="2055"/>
                  <a:pt x="39576" y="0"/>
                  <a:pt x="50012" y="0"/>
                </a:cubicBezTo>
                <a:cubicBezTo>
                  <a:pt x="57279" y="0"/>
                  <a:pt x="64439" y="577"/>
                  <a:pt x="71498" y="1737"/>
                </a:cubicBezTo>
                <a:cubicBezTo>
                  <a:pt x="78556" y="2895"/>
                  <a:pt x="84448" y="4186"/>
                  <a:pt x="89177" y="5615"/>
                </a:cubicBezTo>
                <a:lnTo>
                  <a:pt x="89177" y="91031"/>
                </a:lnTo>
                <a:cubicBezTo>
                  <a:pt x="89177" y="107019"/>
                  <a:pt x="85099" y="118798"/>
                  <a:pt x="76947" y="126364"/>
                </a:cubicBezTo>
                <a:cubicBezTo>
                  <a:pt x="68794" y="133928"/>
                  <a:pt x="56247" y="137711"/>
                  <a:pt x="39305" y="137711"/>
                </a:cubicBezTo>
                <a:close/>
                <a:moveTo>
                  <a:pt x="47157" y="75661"/>
                </a:moveTo>
                <a:cubicBezTo>
                  <a:pt x="50646" y="75661"/>
                  <a:pt x="53907" y="75184"/>
                  <a:pt x="56936" y="74232"/>
                </a:cubicBezTo>
                <a:cubicBezTo>
                  <a:pt x="59967" y="73281"/>
                  <a:pt x="62448" y="72172"/>
                  <a:pt x="64382" y="70903"/>
                </a:cubicBezTo>
                <a:lnTo>
                  <a:pt x="64382" y="21603"/>
                </a:lnTo>
                <a:cubicBezTo>
                  <a:pt x="62828" y="21254"/>
                  <a:pt x="60925" y="20945"/>
                  <a:pt x="58673" y="20674"/>
                </a:cubicBezTo>
                <a:cubicBezTo>
                  <a:pt x="56421" y="20405"/>
                  <a:pt x="53598" y="20271"/>
                  <a:pt x="50203" y="20271"/>
                </a:cubicBezTo>
                <a:cubicBezTo>
                  <a:pt x="44777" y="20271"/>
                  <a:pt x="40225" y="21508"/>
                  <a:pt x="36547" y="23983"/>
                </a:cubicBezTo>
                <a:cubicBezTo>
                  <a:pt x="32867" y="26458"/>
                  <a:pt x="30089" y="29858"/>
                  <a:pt x="28218" y="34190"/>
                </a:cubicBezTo>
                <a:cubicBezTo>
                  <a:pt x="26346" y="38519"/>
                  <a:pt x="25412" y="43494"/>
                  <a:pt x="25412" y="49109"/>
                </a:cubicBezTo>
                <a:cubicBezTo>
                  <a:pt x="25412" y="53612"/>
                  <a:pt x="25926" y="57539"/>
                  <a:pt x="26958" y="60885"/>
                </a:cubicBezTo>
                <a:cubicBezTo>
                  <a:pt x="27989" y="64231"/>
                  <a:pt x="29447" y="66991"/>
                  <a:pt x="31335" y="69166"/>
                </a:cubicBezTo>
                <a:cubicBezTo>
                  <a:pt x="33224" y="71337"/>
                  <a:pt x="35507" y="72963"/>
                  <a:pt x="38188" y="74044"/>
                </a:cubicBezTo>
                <a:cubicBezTo>
                  <a:pt x="40868" y="75121"/>
                  <a:pt x="43860" y="75661"/>
                  <a:pt x="47157" y="756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EB588-19F9-42DB-97F9-A126B3B1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87" y="813716"/>
            <a:ext cx="84273" cy="147704"/>
          </a:xfrm>
          <a:custGeom xmlns:a="http://schemas.openxmlformats.org/drawingml/2006/main">
            <a:pathLst>
              <a:path w="84273" h="147704">
                <a:moveTo>
                  <a:pt x="0" y="147704"/>
                </a:moveTo>
                <a:lnTo>
                  <a:pt x="0" y="4043"/>
                </a:lnTo>
                <a:lnTo>
                  <a:pt x="24840" y="0"/>
                </a:lnTo>
                <a:lnTo>
                  <a:pt x="24840" y="48869"/>
                </a:lnTo>
                <a:cubicBezTo>
                  <a:pt x="27186" y="48046"/>
                  <a:pt x="29987" y="47323"/>
                  <a:pt x="33241" y="46706"/>
                </a:cubicBezTo>
                <a:cubicBezTo>
                  <a:pt x="36496" y="46086"/>
                  <a:pt x="39676" y="45777"/>
                  <a:pt x="42780" y="45777"/>
                </a:cubicBezTo>
                <a:cubicBezTo>
                  <a:pt x="53567" y="45777"/>
                  <a:pt x="61948" y="47697"/>
                  <a:pt x="67928" y="51541"/>
                </a:cubicBezTo>
                <a:cubicBezTo>
                  <a:pt x="73909" y="55384"/>
                  <a:pt x="78127" y="60730"/>
                  <a:pt x="80587" y="67586"/>
                </a:cubicBezTo>
                <a:cubicBezTo>
                  <a:pt x="83045" y="74438"/>
                  <a:pt x="84273" y="82410"/>
                  <a:pt x="84273" y="91506"/>
                </a:cubicBezTo>
                <a:lnTo>
                  <a:pt x="84273" y="147704"/>
                </a:lnTo>
                <a:lnTo>
                  <a:pt x="59433" y="147704"/>
                </a:lnTo>
                <a:lnTo>
                  <a:pt x="59433" y="95075"/>
                </a:lnTo>
                <a:cubicBezTo>
                  <a:pt x="59433" y="88254"/>
                  <a:pt x="58853" y="82802"/>
                  <a:pt x="57693" y="78718"/>
                </a:cubicBezTo>
                <a:cubicBezTo>
                  <a:pt x="56530" y="74632"/>
                  <a:pt x="54564" y="71666"/>
                  <a:pt x="51792" y="69820"/>
                </a:cubicBezTo>
                <a:cubicBezTo>
                  <a:pt x="49020" y="67971"/>
                  <a:pt x="45131" y="67048"/>
                  <a:pt x="40122" y="67048"/>
                </a:cubicBezTo>
                <a:cubicBezTo>
                  <a:pt x="38245" y="67048"/>
                  <a:pt x="36325" y="67191"/>
                  <a:pt x="34356" y="67477"/>
                </a:cubicBezTo>
                <a:cubicBezTo>
                  <a:pt x="32390" y="67760"/>
                  <a:pt x="30607" y="68103"/>
                  <a:pt x="29004" y="68500"/>
                </a:cubicBezTo>
                <a:cubicBezTo>
                  <a:pt x="27401" y="68894"/>
                  <a:pt x="26015" y="69272"/>
                  <a:pt x="24840" y="69626"/>
                </a:cubicBezTo>
                <a:lnTo>
                  <a:pt x="24840" y="147704"/>
                </a:lnTo>
                <a:lnTo>
                  <a:pt x="0" y="147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77B32-527B-43E0-81BC-C30F40B1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3732" y="831798"/>
            <a:ext cx="64051" cy="131859"/>
          </a:xfrm>
          <a:custGeom xmlns:a="http://schemas.openxmlformats.org/drawingml/2006/main">
            <a:pathLst>
              <a:path w="64051" h="131859">
                <a:moveTo>
                  <a:pt x="37928" y="131859"/>
                </a:moveTo>
                <a:cubicBezTo>
                  <a:pt x="28124" y="131859"/>
                  <a:pt x="20454" y="130139"/>
                  <a:pt x="14919" y="126696"/>
                </a:cubicBezTo>
                <a:cubicBezTo>
                  <a:pt x="9384" y="123255"/>
                  <a:pt x="5512" y="118378"/>
                  <a:pt x="3309" y="112063"/>
                </a:cubicBezTo>
                <a:cubicBezTo>
                  <a:pt x="1103" y="105750"/>
                  <a:pt x="0" y="98264"/>
                  <a:pt x="0" y="89603"/>
                </a:cubicBezTo>
                <a:lnTo>
                  <a:pt x="0" y="4043"/>
                </a:lnTo>
                <a:lnTo>
                  <a:pt x="24840" y="0"/>
                </a:lnTo>
                <a:lnTo>
                  <a:pt x="24840" y="29884"/>
                </a:lnTo>
                <a:lnTo>
                  <a:pt x="60053" y="29884"/>
                </a:lnTo>
                <a:lnTo>
                  <a:pt x="60053" y="50583"/>
                </a:lnTo>
                <a:lnTo>
                  <a:pt x="24840" y="50583"/>
                </a:lnTo>
                <a:lnTo>
                  <a:pt x="24840" y="89603"/>
                </a:lnTo>
                <a:cubicBezTo>
                  <a:pt x="24840" y="94298"/>
                  <a:pt x="25372" y="98224"/>
                  <a:pt x="26435" y="101381"/>
                </a:cubicBezTo>
                <a:cubicBezTo>
                  <a:pt x="27498" y="104536"/>
                  <a:pt x="29258" y="106876"/>
                  <a:pt x="31718" y="108399"/>
                </a:cubicBezTo>
                <a:cubicBezTo>
                  <a:pt x="34176" y="109922"/>
                  <a:pt x="37482" y="110682"/>
                  <a:pt x="41639" y="110682"/>
                </a:cubicBezTo>
                <a:cubicBezTo>
                  <a:pt x="45128" y="110682"/>
                  <a:pt x="48492" y="110328"/>
                  <a:pt x="51726" y="109614"/>
                </a:cubicBezTo>
                <a:cubicBezTo>
                  <a:pt x="54964" y="108899"/>
                  <a:pt x="57819" y="108051"/>
                  <a:pt x="60293" y="107068"/>
                </a:cubicBezTo>
                <a:lnTo>
                  <a:pt x="64051" y="126530"/>
                </a:lnTo>
                <a:cubicBezTo>
                  <a:pt x="61005" y="127862"/>
                  <a:pt x="57367" y="129085"/>
                  <a:pt x="53129" y="130193"/>
                </a:cubicBezTo>
                <a:cubicBezTo>
                  <a:pt x="48895" y="131305"/>
                  <a:pt x="43828" y="131859"/>
                  <a:pt x="37928" y="131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6D2DE-32F1-4BD8-BF75-977AFA2C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730" y="859113"/>
            <a:ext cx="91506" cy="104830"/>
          </a:xfrm>
          <a:custGeom xmlns:a="http://schemas.openxmlformats.org/drawingml/2006/main">
            <a:pathLst>
              <a:path w="91506" h="104830">
                <a:moveTo>
                  <a:pt x="51915" y="104830"/>
                </a:moveTo>
                <a:cubicBezTo>
                  <a:pt x="39988" y="104830"/>
                  <a:pt x="30201" y="102561"/>
                  <a:pt x="22554" y="98027"/>
                </a:cubicBezTo>
                <a:cubicBezTo>
                  <a:pt x="14908" y="93489"/>
                  <a:pt x="9238" y="87302"/>
                  <a:pt x="5544" y="79467"/>
                </a:cubicBezTo>
                <a:cubicBezTo>
                  <a:pt x="1846" y="71632"/>
                  <a:pt x="0" y="62811"/>
                  <a:pt x="0" y="53009"/>
                </a:cubicBezTo>
                <a:cubicBezTo>
                  <a:pt x="0" y="41271"/>
                  <a:pt x="2260" y="31475"/>
                  <a:pt x="6781" y="23626"/>
                </a:cubicBezTo>
                <a:cubicBezTo>
                  <a:pt x="11301" y="15773"/>
                  <a:pt x="17131" y="9873"/>
                  <a:pt x="24269" y="5924"/>
                </a:cubicBezTo>
                <a:cubicBezTo>
                  <a:pt x="31404" y="1975"/>
                  <a:pt x="38939" y="0"/>
                  <a:pt x="46872" y="0"/>
                </a:cubicBezTo>
                <a:cubicBezTo>
                  <a:pt x="56070" y="0"/>
                  <a:pt x="63994" y="1886"/>
                  <a:pt x="70640" y="5661"/>
                </a:cubicBezTo>
                <a:cubicBezTo>
                  <a:pt x="77287" y="9435"/>
                  <a:pt x="82425" y="15076"/>
                  <a:pt x="86056" y="22577"/>
                </a:cubicBezTo>
                <a:cubicBezTo>
                  <a:pt x="89688" y="30081"/>
                  <a:pt x="91506" y="39448"/>
                  <a:pt x="91506" y="50678"/>
                </a:cubicBezTo>
                <a:cubicBezTo>
                  <a:pt x="91506" y="52138"/>
                  <a:pt x="91451" y="53755"/>
                  <a:pt x="91340" y="55530"/>
                </a:cubicBezTo>
                <a:cubicBezTo>
                  <a:pt x="91229" y="57307"/>
                  <a:pt x="91109" y="58893"/>
                  <a:pt x="90983" y="60290"/>
                </a:cubicBezTo>
                <a:lnTo>
                  <a:pt x="25552" y="60290"/>
                </a:lnTo>
                <a:cubicBezTo>
                  <a:pt x="26155" y="67460"/>
                  <a:pt x="28955" y="73098"/>
                  <a:pt x="33950" y="77207"/>
                </a:cubicBezTo>
                <a:cubicBezTo>
                  <a:pt x="38948" y="81316"/>
                  <a:pt x="45951" y="83368"/>
                  <a:pt x="54961" y="83368"/>
                </a:cubicBezTo>
                <a:cubicBezTo>
                  <a:pt x="60479" y="83368"/>
                  <a:pt x="65634" y="82862"/>
                  <a:pt x="70426" y="81847"/>
                </a:cubicBezTo>
                <a:cubicBezTo>
                  <a:pt x="75215" y="80830"/>
                  <a:pt x="79021" y="79690"/>
                  <a:pt x="81847" y="78421"/>
                </a:cubicBezTo>
                <a:lnTo>
                  <a:pt x="85319" y="98692"/>
                </a:lnTo>
                <a:cubicBezTo>
                  <a:pt x="82590" y="100087"/>
                  <a:pt x="78087" y="101458"/>
                  <a:pt x="71806" y="102807"/>
                </a:cubicBezTo>
                <a:cubicBezTo>
                  <a:pt x="65525" y="104156"/>
                  <a:pt x="58893" y="104830"/>
                  <a:pt x="51915" y="104830"/>
                </a:cubicBezTo>
                <a:close/>
                <a:moveTo>
                  <a:pt x="25646" y="42825"/>
                </a:moveTo>
                <a:lnTo>
                  <a:pt x="67331" y="42825"/>
                </a:lnTo>
                <a:cubicBezTo>
                  <a:pt x="67206" y="38828"/>
                  <a:pt x="66411" y="35156"/>
                  <a:pt x="64954" y="31810"/>
                </a:cubicBezTo>
                <a:cubicBezTo>
                  <a:pt x="63494" y="28464"/>
                  <a:pt x="61322" y="25766"/>
                  <a:pt x="58433" y="23720"/>
                </a:cubicBezTo>
                <a:cubicBezTo>
                  <a:pt x="55547" y="21674"/>
                  <a:pt x="51804" y="20651"/>
                  <a:pt x="47203" y="20651"/>
                </a:cubicBezTo>
                <a:cubicBezTo>
                  <a:pt x="42571" y="20651"/>
                  <a:pt x="38756" y="21706"/>
                  <a:pt x="35759" y="23814"/>
                </a:cubicBezTo>
                <a:cubicBezTo>
                  <a:pt x="32761" y="25926"/>
                  <a:pt x="30447" y="28661"/>
                  <a:pt x="28812" y="32024"/>
                </a:cubicBezTo>
                <a:cubicBezTo>
                  <a:pt x="27178" y="35387"/>
                  <a:pt x="26123" y="38988"/>
                  <a:pt x="25646" y="42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16B1B-B6A2-435C-B09E-BDC24B90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844" y="859113"/>
            <a:ext cx="74661" cy="104879"/>
          </a:xfrm>
          <a:custGeom xmlns:a="http://schemas.openxmlformats.org/drawingml/2006/main">
            <a:pathLst>
              <a:path w="74661" h="104879">
                <a:moveTo>
                  <a:pt x="33216" y="104879"/>
                </a:moveTo>
                <a:cubicBezTo>
                  <a:pt x="24429" y="104879"/>
                  <a:pt x="17225" y="104124"/>
                  <a:pt x="11610" y="102619"/>
                </a:cubicBezTo>
                <a:cubicBezTo>
                  <a:pt x="5995" y="101110"/>
                  <a:pt x="2126" y="99881"/>
                  <a:pt x="0" y="98930"/>
                </a:cubicBezTo>
                <a:lnTo>
                  <a:pt x="4426" y="78516"/>
                </a:lnTo>
                <a:cubicBezTo>
                  <a:pt x="8392" y="80070"/>
                  <a:pt x="12816" y="81459"/>
                  <a:pt x="17702" y="82679"/>
                </a:cubicBezTo>
                <a:cubicBezTo>
                  <a:pt x="22589" y="83899"/>
                  <a:pt x="27806" y="84511"/>
                  <a:pt x="33358" y="84511"/>
                </a:cubicBezTo>
                <a:cubicBezTo>
                  <a:pt x="39005" y="84511"/>
                  <a:pt x="43177" y="83859"/>
                  <a:pt x="45871" y="82559"/>
                </a:cubicBezTo>
                <a:cubicBezTo>
                  <a:pt x="48569" y="81259"/>
                  <a:pt x="49918" y="78847"/>
                  <a:pt x="49918" y="75327"/>
                </a:cubicBezTo>
                <a:cubicBezTo>
                  <a:pt x="49918" y="73329"/>
                  <a:pt x="49252" y="71615"/>
                  <a:pt x="47920" y="70189"/>
                </a:cubicBezTo>
                <a:cubicBezTo>
                  <a:pt x="46586" y="68760"/>
                  <a:pt x="44571" y="67348"/>
                  <a:pt x="41877" y="65951"/>
                </a:cubicBezTo>
                <a:cubicBezTo>
                  <a:pt x="39179" y="64557"/>
                  <a:pt x="35673" y="63051"/>
                  <a:pt x="31358" y="61431"/>
                </a:cubicBezTo>
                <a:cubicBezTo>
                  <a:pt x="25743" y="59210"/>
                  <a:pt x="20748" y="56864"/>
                  <a:pt x="16371" y="54390"/>
                </a:cubicBezTo>
                <a:cubicBezTo>
                  <a:pt x="11993" y="51915"/>
                  <a:pt x="8573" y="48735"/>
                  <a:pt x="6115" y="44848"/>
                </a:cubicBezTo>
                <a:cubicBezTo>
                  <a:pt x="3658" y="40962"/>
                  <a:pt x="2426" y="35893"/>
                  <a:pt x="2426" y="29644"/>
                </a:cubicBezTo>
                <a:cubicBezTo>
                  <a:pt x="2426" y="23523"/>
                  <a:pt x="3966" y="18262"/>
                  <a:pt x="7044" y="13870"/>
                </a:cubicBezTo>
                <a:cubicBezTo>
                  <a:pt x="10121" y="9475"/>
                  <a:pt x="14490" y="6066"/>
                  <a:pt x="20154" y="3640"/>
                </a:cubicBezTo>
                <a:cubicBezTo>
                  <a:pt x="25815" y="1212"/>
                  <a:pt x="32581" y="0"/>
                  <a:pt x="40448" y="0"/>
                </a:cubicBezTo>
                <a:cubicBezTo>
                  <a:pt x="46666" y="0"/>
                  <a:pt x="52441" y="546"/>
                  <a:pt x="57770" y="1640"/>
                </a:cubicBezTo>
                <a:cubicBezTo>
                  <a:pt x="63099" y="2735"/>
                  <a:pt x="67240" y="3869"/>
                  <a:pt x="70189" y="5043"/>
                </a:cubicBezTo>
                <a:lnTo>
                  <a:pt x="65668" y="24695"/>
                </a:lnTo>
                <a:cubicBezTo>
                  <a:pt x="62782" y="23617"/>
                  <a:pt x="59427" y="22594"/>
                  <a:pt x="55604" y="21626"/>
                </a:cubicBezTo>
                <a:cubicBezTo>
                  <a:pt x="51781" y="20660"/>
                  <a:pt x="47220" y="20174"/>
                  <a:pt x="41922" y="20174"/>
                </a:cubicBezTo>
                <a:cubicBezTo>
                  <a:pt x="37259" y="20174"/>
                  <a:pt x="33604" y="20905"/>
                  <a:pt x="30955" y="22363"/>
                </a:cubicBezTo>
                <a:cubicBezTo>
                  <a:pt x="28306" y="23823"/>
                  <a:pt x="26981" y="26106"/>
                  <a:pt x="26981" y="29215"/>
                </a:cubicBezTo>
                <a:cubicBezTo>
                  <a:pt x="26981" y="31121"/>
                  <a:pt x="27472" y="32784"/>
                  <a:pt x="28455" y="34213"/>
                </a:cubicBezTo>
                <a:cubicBezTo>
                  <a:pt x="29441" y="35642"/>
                  <a:pt x="31152" y="36987"/>
                  <a:pt x="33596" y="38256"/>
                </a:cubicBezTo>
                <a:cubicBezTo>
                  <a:pt x="36039" y="39528"/>
                  <a:pt x="39434" y="40971"/>
                  <a:pt x="43780" y="42588"/>
                </a:cubicBezTo>
                <a:cubicBezTo>
                  <a:pt x="51424" y="45411"/>
                  <a:pt x="57484" y="48257"/>
                  <a:pt x="61956" y="51129"/>
                </a:cubicBezTo>
                <a:cubicBezTo>
                  <a:pt x="66428" y="54001"/>
                  <a:pt x="69666" y="57347"/>
                  <a:pt x="71663" y="61171"/>
                </a:cubicBezTo>
                <a:cubicBezTo>
                  <a:pt x="73663" y="64994"/>
                  <a:pt x="74661" y="69760"/>
                  <a:pt x="74661" y="75469"/>
                </a:cubicBezTo>
                <a:cubicBezTo>
                  <a:pt x="74661" y="81910"/>
                  <a:pt x="73043" y="87311"/>
                  <a:pt x="69809" y="91671"/>
                </a:cubicBezTo>
                <a:cubicBezTo>
                  <a:pt x="66571" y="96035"/>
                  <a:pt x="61871" y="99327"/>
                  <a:pt x="55698" y="101547"/>
                </a:cubicBezTo>
                <a:cubicBezTo>
                  <a:pt x="49529" y="103767"/>
                  <a:pt x="42034" y="104879"/>
                  <a:pt x="33216" y="104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CC845-599C-4A35-BF22-900F6F34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301" y="831798"/>
            <a:ext cx="64051" cy="131859"/>
          </a:xfrm>
          <a:custGeom xmlns:a="http://schemas.openxmlformats.org/drawingml/2006/main">
            <a:pathLst>
              <a:path w="64051" h="131859">
                <a:moveTo>
                  <a:pt x="37925" y="131859"/>
                </a:moveTo>
                <a:cubicBezTo>
                  <a:pt x="28124" y="131859"/>
                  <a:pt x="20454" y="130139"/>
                  <a:pt x="14919" y="126696"/>
                </a:cubicBezTo>
                <a:cubicBezTo>
                  <a:pt x="9381" y="123255"/>
                  <a:pt x="5512" y="118378"/>
                  <a:pt x="3306" y="112063"/>
                </a:cubicBezTo>
                <a:cubicBezTo>
                  <a:pt x="1103" y="105750"/>
                  <a:pt x="0" y="98264"/>
                  <a:pt x="0" y="89603"/>
                </a:cubicBezTo>
                <a:lnTo>
                  <a:pt x="0" y="4043"/>
                </a:lnTo>
                <a:lnTo>
                  <a:pt x="24840" y="0"/>
                </a:lnTo>
                <a:lnTo>
                  <a:pt x="24840" y="29884"/>
                </a:lnTo>
                <a:lnTo>
                  <a:pt x="60053" y="29884"/>
                </a:lnTo>
                <a:lnTo>
                  <a:pt x="60053" y="50583"/>
                </a:lnTo>
                <a:lnTo>
                  <a:pt x="24840" y="50583"/>
                </a:lnTo>
                <a:lnTo>
                  <a:pt x="24840" y="89603"/>
                </a:lnTo>
                <a:cubicBezTo>
                  <a:pt x="24840" y="94298"/>
                  <a:pt x="25372" y="98224"/>
                  <a:pt x="26435" y="101381"/>
                </a:cubicBezTo>
                <a:cubicBezTo>
                  <a:pt x="27495" y="104536"/>
                  <a:pt x="29258" y="106876"/>
                  <a:pt x="31715" y="108399"/>
                </a:cubicBezTo>
                <a:cubicBezTo>
                  <a:pt x="34173" y="109922"/>
                  <a:pt x="37482" y="110682"/>
                  <a:pt x="41637" y="110682"/>
                </a:cubicBezTo>
                <a:cubicBezTo>
                  <a:pt x="45126" y="110682"/>
                  <a:pt x="48489" y="110328"/>
                  <a:pt x="51726" y="109614"/>
                </a:cubicBezTo>
                <a:cubicBezTo>
                  <a:pt x="54961" y="108899"/>
                  <a:pt x="57816" y="108051"/>
                  <a:pt x="60290" y="107068"/>
                </a:cubicBezTo>
                <a:lnTo>
                  <a:pt x="64051" y="126530"/>
                </a:lnTo>
                <a:cubicBezTo>
                  <a:pt x="61005" y="127862"/>
                  <a:pt x="57364" y="129085"/>
                  <a:pt x="53129" y="130193"/>
                </a:cubicBezTo>
                <a:cubicBezTo>
                  <a:pt x="48895" y="131305"/>
                  <a:pt x="43825" y="131859"/>
                  <a:pt x="37925" y="131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D11AB-F648-45CC-8DE2-5FF2369E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357" y="859113"/>
            <a:ext cx="91509" cy="104830"/>
          </a:xfrm>
          <a:custGeom xmlns:a="http://schemas.openxmlformats.org/drawingml/2006/main">
            <a:pathLst>
              <a:path w="91509" h="104830">
                <a:moveTo>
                  <a:pt x="51918" y="104830"/>
                </a:moveTo>
                <a:cubicBezTo>
                  <a:pt x="39988" y="104830"/>
                  <a:pt x="30201" y="102561"/>
                  <a:pt x="22557" y="98027"/>
                </a:cubicBezTo>
                <a:cubicBezTo>
                  <a:pt x="14910" y="93489"/>
                  <a:pt x="9241" y="87302"/>
                  <a:pt x="5544" y="79467"/>
                </a:cubicBezTo>
                <a:cubicBezTo>
                  <a:pt x="1849" y="71632"/>
                  <a:pt x="0" y="62811"/>
                  <a:pt x="0" y="53009"/>
                </a:cubicBezTo>
                <a:cubicBezTo>
                  <a:pt x="0" y="41271"/>
                  <a:pt x="2260" y="31475"/>
                  <a:pt x="6781" y="23626"/>
                </a:cubicBezTo>
                <a:cubicBezTo>
                  <a:pt x="11301" y="15773"/>
                  <a:pt x="17131" y="9873"/>
                  <a:pt x="24269" y="5924"/>
                </a:cubicBezTo>
                <a:cubicBezTo>
                  <a:pt x="31407" y="1975"/>
                  <a:pt x="38942" y="0"/>
                  <a:pt x="46872" y="0"/>
                </a:cubicBezTo>
                <a:cubicBezTo>
                  <a:pt x="56073" y="0"/>
                  <a:pt x="63997" y="1886"/>
                  <a:pt x="70643" y="5661"/>
                </a:cubicBezTo>
                <a:cubicBezTo>
                  <a:pt x="77287" y="9435"/>
                  <a:pt x="82427" y="15076"/>
                  <a:pt x="86059" y="22577"/>
                </a:cubicBezTo>
                <a:cubicBezTo>
                  <a:pt x="89691" y="30081"/>
                  <a:pt x="91509" y="39448"/>
                  <a:pt x="91509" y="50678"/>
                </a:cubicBezTo>
                <a:cubicBezTo>
                  <a:pt x="91509" y="52138"/>
                  <a:pt x="91451" y="53755"/>
                  <a:pt x="91343" y="55530"/>
                </a:cubicBezTo>
                <a:cubicBezTo>
                  <a:pt x="91231" y="57307"/>
                  <a:pt x="91111" y="58893"/>
                  <a:pt x="90986" y="60290"/>
                </a:cubicBezTo>
                <a:lnTo>
                  <a:pt x="25555" y="60290"/>
                </a:lnTo>
                <a:cubicBezTo>
                  <a:pt x="26158" y="67460"/>
                  <a:pt x="28958" y="73098"/>
                  <a:pt x="33953" y="77207"/>
                </a:cubicBezTo>
                <a:cubicBezTo>
                  <a:pt x="38951" y="81316"/>
                  <a:pt x="45954" y="83368"/>
                  <a:pt x="54961" y="83368"/>
                </a:cubicBezTo>
                <a:cubicBezTo>
                  <a:pt x="60482" y="83368"/>
                  <a:pt x="65637" y="82862"/>
                  <a:pt x="70429" y="81847"/>
                </a:cubicBezTo>
                <a:cubicBezTo>
                  <a:pt x="75218" y="80830"/>
                  <a:pt x="79024" y="79690"/>
                  <a:pt x="81847" y="78421"/>
                </a:cubicBezTo>
                <a:lnTo>
                  <a:pt x="85322" y="98692"/>
                </a:lnTo>
                <a:cubicBezTo>
                  <a:pt x="82593" y="100087"/>
                  <a:pt x="78090" y="101458"/>
                  <a:pt x="71809" y="102807"/>
                </a:cubicBezTo>
                <a:cubicBezTo>
                  <a:pt x="65525" y="104156"/>
                  <a:pt x="58896" y="104830"/>
                  <a:pt x="51918" y="104830"/>
                </a:cubicBezTo>
                <a:close/>
                <a:moveTo>
                  <a:pt x="25649" y="42825"/>
                </a:moveTo>
                <a:lnTo>
                  <a:pt x="67334" y="42825"/>
                </a:lnTo>
                <a:cubicBezTo>
                  <a:pt x="67208" y="38828"/>
                  <a:pt x="66414" y="35156"/>
                  <a:pt x="64957" y="31810"/>
                </a:cubicBezTo>
                <a:cubicBezTo>
                  <a:pt x="63497" y="28464"/>
                  <a:pt x="61322" y="25766"/>
                  <a:pt x="58436" y="23720"/>
                </a:cubicBezTo>
                <a:cubicBezTo>
                  <a:pt x="55550" y="21674"/>
                  <a:pt x="51806" y="20651"/>
                  <a:pt x="47206" y="20651"/>
                </a:cubicBezTo>
                <a:cubicBezTo>
                  <a:pt x="42574" y="20651"/>
                  <a:pt x="38759" y="21706"/>
                  <a:pt x="35762" y="23814"/>
                </a:cubicBezTo>
                <a:cubicBezTo>
                  <a:pt x="32764" y="25926"/>
                  <a:pt x="30447" y="28661"/>
                  <a:pt x="28815" y="32024"/>
                </a:cubicBezTo>
                <a:cubicBezTo>
                  <a:pt x="27181" y="35387"/>
                  <a:pt x="26126" y="38988"/>
                  <a:pt x="25649" y="42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D67065-57CE-469A-A1BF-E6754D7D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667" y="861682"/>
            <a:ext cx="97789" cy="99738"/>
          </a:xfrm>
          <a:custGeom xmlns:a="http://schemas.openxmlformats.org/drawingml/2006/main">
            <a:pathLst>
              <a:path w="97789" h="99738">
                <a:moveTo>
                  <a:pt x="0" y="99738"/>
                </a:moveTo>
                <a:cubicBezTo>
                  <a:pt x="2443" y="94949"/>
                  <a:pt x="5561" y="89557"/>
                  <a:pt x="9350" y="83559"/>
                </a:cubicBezTo>
                <a:cubicBezTo>
                  <a:pt x="13142" y="77564"/>
                  <a:pt x="17251" y="71472"/>
                  <a:pt x="21674" y="65288"/>
                </a:cubicBezTo>
                <a:cubicBezTo>
                  <a:pt x="26100" y="59102"/>
                  <a:pt x="30424" y="53344"/>
                  <a:pt x="34641" y="48015"/>
                </a:cubicBezTo>
                <a:lnTo>
                  <a:pt x="1000" y="0"/>
                </a:lnTo>
                <a:lnTo>
                  <a:pt x="28075" y="0"/>
                </a:lnTo>
                <a:lnTo>
                  <a:pt x="49155" y="32073"/>
                </a:lnTo>
                <a:lnTo>
                  <a:pt x="70283" y="0"/>
                </a:lnTo>
                <a:lnTo>
                  <a:pt x="96075" y="0"/>
                </a:lnTo>
                <a:lnTo>
                  <a:pt x="62479" y="47586"/>
                </a:lnTo>
                <a:cubicBezTo>
                  <a:pt x="67237" y="53550"/>
                  <a:pt x="71823" y="59567"/>
                  <a:pt x="76232" y="65642"/>
                </a:cubicBezTo>
                <a:cubicBezTo>
                  <a:pt x="80642" y="71718"/>
                  <a:pt x="84693" y="77627"/>
                  <a:pt x="88391" y="83370"/>
                </a:cubicBezTo>
                <a:cubicBezTo>
                  <a:pt x="92086" y="89111"/>
                  <a:pt x="95218" y="94569"/>
                  <a:pt x="97789" y="99738"/>
                </a:cubicBezTo>
                <a:lnTo>
                  <a:pt x="71140" y="99738"/>
                </a:lnTo>
                <a:cubicBezTo>
                  <a:pt x="69617" y="96821"/>
                  <a:pt x="67611" y="93252"/>
                  <a:pt x="65120" y="89031"/>
                </a:cubicBezTo>
                <a:cubicBezTo>
                  <a:pt x="62631" y="84813"/>
                  <a:pt x="59942" y="80436"/>
                  <a:pt x="57056" y="75898"/>
                </a:cubicBezTo>
                <a:cubicBezTo>
                  <a:pt x="54167" y="71363"/>
                  <a:pt x="51235" y="67223"/>
                  <a:pt x="48252" y="63479"/>
                </a:cubicBezTo>
                <a:cubicBezTo>
                  <a:pt x="45460" y="67031"/>
                  <a:pt x="42637" y="70975"/>
                  <a:pt x="39782" y="75304"/>
                </a:cubicBezTo>
                <a:cubicBezTo>
                  <a:pt x="36927" y="79633"/>
                  <a:pt x="34261" y="83916"/>
                  <a:pt x="31787" y="88151"/>
                </a:cubicBezTo>
                <a:cubicBezTo>
                  <a:pt x="29312" y="92386"/>
                  <a:pt x="27172" y="96249"/>
                  <a:pt x="25363" y="99738"/>
                </a:cubicBezTo>
                <a:lnTo>
                  <a:pt x="0" y="99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6DBFF-3E4F-42B2-BEDC-BC780F4D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163" y="859113"/>
            <a:ext cx="91509" cy="104830"/>
          </a:xfrm>
          <a:custGeom xmlns:a="http://schemas.openxmlformats.org/drawingml/2006/main">
            <a:pathLst>
              <a:path w="91509" h="104830">
                <a:moveTo>
                  <a:pt x="51918" y="104830"/>
                </a:moveTo>
                <a:cubicBezTo>
                  <a:pt x="39988" y="104830"/>
                  <a:pt x="30204" y="102561"/>
                  <a:pt x="22557" y="98027"/>
                </a:cubicBezTo>
                <a:cubicBezTo>
                  <a:pt x="14910" y="93489"/>
                  <a:pt x="9241" y="87302"/>
                  <a:pt x="5546" y="79467"/>
                </a:cubicBezTo>
                <a:cubicBezTo>
                  <a:pt x="1849" y="71632"/>
                  <a:pt x="0" y="62811"/>
                  <a:pt x="0" y="53009"/>
                </a:cubicBezTo>
                <a:cubicBezTo>
                  <a:pt x="0" y="41271"/>
                  <a:pt x="2260" y="31475"/>
                  <a:pt x="6784" y="23626"/>
                </a:cubicBezTo>
                <a:cubicBezTo>
                  <a:pt x="11304" y="15773"/>
                  <a:pt x="17134" y="9873"/>
                  <a:pt x="24269" y="5924"/>
                </a:cubicBezTo>
                <a:cubicBezTo>
                  <a:pt x="31407" y="1975"/>
                  <a:pt x="38942" y="0"/>
                  <a:pt x="46874" y="0"/>
                </a:cubicBezTo>
                <a:cubicBezTo>
                  <a:pt x="56073" y="0"/>
                  <a:pt x="63997" y="1886"/>
                  <a:pt x="70643" y="5661"/>
                </a:cubicBezTo>
                <a:cubicBezTo>
                  <a:pt x="77290" y="9435"/>
                  <a:pt x="82427" y="15076"/>
                  <a:pt x="86059" y="22577"/>
                </a:cubicBezTo>
                <a:cubicBezTo>
                  <a:pt x="89691" y="30081"/>
                  <a:pt x="91509" y="39448"/>
                  <a:pt x="91509" y="50678"/>
                </a:cubicBezTo>
                <a:cubicBezTo>
                  <a:pt x="91509" y="52138"/>
                  <a:pt x="91454" y="53755"/>
                  <a:pt x="91343" y="55530"/>
                </a:cubicBezTo>
                <a:cubicBezTo>
                  <a:pt x="91231" y="57307"/>
                  <a:pt x="91111" y="58893"/>
                  <a:pt x="90986" y="60290"/>
                </a:cubicBezTo>
                <a:lnTo>
                  <a:pt x="25555" y="60290"/>
                </a:lnTo>
                <a:cubicBezTo>
                  <a:pt x="26158" y="67460"/>
                  <a:pt x="28958" y="73098"/>
                  <a:pt x="33953" y="77207"/>
                </a:cubicBezTo>
                <a:cubicBezTo>
                  <a:pt x="38951" y="81316"/>
                  <a:pt x="45954" y="83368"/>
                  <a:pt x="54964" y="83368"/>
                </a:cubicBezTo>
                <a:cubicBezTo>
                  <a:pt x="60482" y="83368"/>
                  <a:pt x="65637" y="82862"/>
                  <a:pt x="70429" y="81847"/>
                </a:cubicBezTo>
                <a:cubicBezTo>
                  <a:pt x="75218" y="80830"/>
                  <a:pt x="79024" y="79690"/>
                  <a:pt x="81847" y="78421"/>
                </a:cubicBezTo>
                <a:lnTo>
                  <a:pt x="85322" y="98692"/>
                </a:lnTo>
                <a:cubicBezTo>
                  <a:pt x="82593" y="100087"/>
                  <a:pt x="78090" y="101458"/>
                  <a:pt x="71809" y="102807"/>
                </a:cubicBezTo>
                <a:cubicBezTo>
                  <a:pt x="65528" y="104156"/>
                  <a:pt x="58896" y="104830"/>
                  <a:pt x="51918" y="104830"/>
                </a:cubicBezTo>
                <a:close/>
                <a:moveTo>
                  <a:pt x="25649" y="42825"/>
                </a:moveTo>
                <a:lnTo>
                  <a:pt x="67334" y="42825"/>
                </a:lnTo>
                <a:cubicBezTo>
                  <a:pt x="67208" y="38828"/>
                  <a:pt x="66414" y="35156"/>
                  <a:pt x="64957" y="31810"/>
                </a:cubicBezTo>
                <a:cubicBezTo>
                  <a:pt x="63497" y="28464"/>
                  <a:pt x="61322" y="25766"/>
                  <a:pt x="58436" y="23720"/>
                </a:cubicBezTo>
                <a:cubicBezTo>
                  <a:pt x="55550" y="21674"/>
                  <a:pt x="51806" y="20651"/>
                  <a:pt x="47206" y="20651"/>
                </a:cubicBezTo>
                <a:cubicBezTo>
                  <a:pt x="42574" y="20651"/>
                  <a:pt x="38759" y="21706"/>
                  <a:pt x="35762" y="23814"/>
                </a:cubicBezTo>
                <a:cubicBezTo>
                  <a:pt x="32764" y="25926"/>
                  <a:pt x="30450" y="28661"/>
                  <a:pt x="28815" y="32024"/>
                </a:cubicBezTo>
                <a:cubicBezTo>
                  <a:pt x="27181" y="35387"/>
                  <a:pt x="26126" y="38988"/>
                  <a:pt x="25649" y="42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89A97-51EE-4EC0-BB3B-A1B15FDB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802" y="859113"/>
            <a:ext cx="79087" cy="104830"/>
          </a:xfrm>
          <a:custGeom xmlns:a="http://schemas.openxmlformats.org/drawingml/2006/main">
            <a:pathLst>
              <a:path w="79087" h="104830">
                <a:moveTo>
                  <a:pt x="50915" y="104830"/>
                </a:moveTo>
                <a:cubicBezTo>
                  <a:pt x="39179" y="104830"/>
                  <a:pt x="29558" y="102539"/>
                  <a:pt x="22054" y="97955"/>
                </a:cubicBezTo>
                <a:cubicBezTo>
                  <a:pt x="14553" y="93369"/>
                  <a:pt x="9001" y="87137"/>
                  <a:pt x="5401" y="79253"/>
                </a:cubicBezTo>
                <a:cubicBezTo>
                  <a:pt x="1800" y="71369"/>
                  <a:pt x="0" y="62448"/>
                  <a:pt x="0" y="52487"/>
                </a:cubicBezTo>
                <a:cubicBezTo>
                  <a:pt x="0" y="42682"/>
                  <a:pt x="2006" y="33816"/>
                  <a:pt x="6018" y="25886"/>
                </a:cubicBezTo>
                <a:cubicBezTo>
                  <a:pt x="10033" y="17954"/>
                  <a:pt x="15782" y="11659"/>
                  <a:pt x="23269" y="6995"/>
                </a:cubicBezTo>
                <a:cubicBezTo>
                  <a:pt x="30755" y="2332"/>
                  <a:pt x="39734" y="0"/>
                  <a:pt x="50203" y="0"/>
                </a:cubicBezTo>
                <a:cubicBezTo>
                  <a:pt x="55501" y="0"/>
                  <a:pt x="60402" y="466"/>
                  <a:pt x="64905" y="1403"/>
                </a:cubicBezTo>
                <a:cubicBezTo>
                  <a:pt x="69412" y="2337"/>
                  <a:pt x="73566" y="3646"/>
                  <a:pt x="77373" y="5329"/>
                </a:cubicBezTo>
                <a:lnTo>
                  <a:pt x="72043" y="25315"/>
                </a:lnTo>
                <a:cubicBezTo>
                  <a:pt x="69412" y="24269"/>
                  <a:pt x="66508" y="23363"/>
                  <a:pt x="63336" y="22603"/>
                </a:cubicBezTo>
                <a:cubicBezTo>
                  <a:pt x="60165" y="21840"/>
                  <a:pt x="56453" y="21460"/>
                  <a:pt x="52201" y="21460"/>
                </a:cubicBezTo>
                <a:cubicBezTo>
                  <a:pt x="43285" y="21460"/>
                  <a:pt x="36593" y="24269"/>
                  <a:pt x="32121" y="29884"/>
                </a:cubicBezTo>
                <a:cubicBezTo>
                  <a:pt x="27646" y="35499"/>
                  <a:pt x="25412" y="43031"/>
                  <a:pt x="25412" y="52487"/>
                </a:cubicBezTo>
                <a:cubicBezTo>
                  <a:pt x="25412" y="58862"/>
                  <a:pt x="26315" y="64365"/>
                  <a:pt x="28124" y="68997"/>
                </a:cubicBezTo>
                <a:cubicBezTo>
                  <a:pt x="29932" y="73629"/>
                  <a:pt x="32921" y="77184"/>
                  <a:pt x="37093" y="79656"/>
                </a:cubicBezTo>
                <a:cubicBezTo>
                  <a:pt x="41265" y="82130"/>
                  <a:pt x="46777" y="83368"/>
                  <a:pt x="53630" y="83368"/>
                </a:cubicBezTo>
                <a:cubicBezTo>
                  <a:pt x="57436" y="83368"/>
                  <a:pt x="61282" y="82988"/>
                  <a:pt x="65168" y="82227"/>
                </a:cubicBezTo>
                <a:cubicBezTo>
                  <a:pt x="69054" y="81464"/>
                  <a:pt x="72458" y="80450"/>
                  <a:pt x="75375" y="79181"/>
                </a:cubicBezTo>
                <a:lnTo>
                  <a:pt x="79087" y="99644"/>
                </a:lnTo>
                <a:cubicBezTo>
                  <a:pt x="76009" y="101007"/>
                  <a:pt x="71998" y="102213"/>
                  <a:pt x="67048" y="103259"/>
                </a:cubicBezTo>
                <a:cubicBezTo>
                  <a:pt x="62099" y="104307"/>
                  <a:pt x="56721" y="104830"/>
                  <a:pt x="50915" y="1048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DD8CD-AD1C-4904-93BE-64437A0D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57" y="861682"/>
            <a:ext cx="84273" cy="101927"/>
          </a:xfrm>
          <a:custGeom xmlns:a="http://schemas.openxmlformats.org/drawingml/2006/main">
            <a:pathLst>
              <a:path w="84273" h="101927">
                <a:moveTo>
                  <a:pt x="42731" y="101927"/>
                </a:moveTo>
                <a:cubicBezTo>
                  <a:pt x="31787" y="101927"/>
                  <a:pt x="23191" y="99961"/>
                  <a:pt x="16942" y="96026"/>
                </a:cubicBezTo>
                <a:cubicBezTo>
                  <a:pt x="10690" y="92094"/>
                  <a:pt x="6307" y="86654"/>
                  <a:pt x="3783" y="79704"/>
                </a:cubicBezTo>
                <a:cubicBezTo>
                  <a:pt x="1260" y="72758"/>
                  <a:pt x="0" y="64731"/>
                  <a:pt x="0" y="55627"/>
                </a:cubicBezTo>
                <a:lnTo>
                  <a:pt x="0" y="0"/>
                </a:lnTo>
                <a:lnTo>
                  <a:pt x="24840" y="0"/>
                </a:lnTo>
                <a:lnTo>
                  <a:pt x="24840" y="52107"/>
                </a:lnTo>
                <a:cubicBezTo>
                  <a:pt x="24840" y="58896"/>
                  <a:pt x="25443" y="64382"/>
                  <a:pt x="26649" y="68571"/>
                </a:cubicBezTo>
                <a:cubicBezTo>
                  <a:pt x="27855" y="72758"/>
                  <a:pt x="29907" y="75812"/>
                  <a:pt x="32810" y="77730"/>
                </a:cubicBezTo>
                <a:cubicBezTo>
                  <a:pt x="35713" y="79650"/>
                  <a:pt x="39608" y="80610"/>
                  <a:pt x="44494" y="80610"/>
                </a:cubicBezTo>
                <a:cubicBezTo>
                  <a:pt x="47349" y="80610"/>
                  <a:pt x="50146" y="80467"/>
                  <a:pt x="52892" y="80181"/>
                </a:cubicBezTo>
                <a:cubicBezTo>
                  <a:pt x="55636" y="79896"/>
                  <a:pt x="57833" y="79610"/>
                  <a:pt x="59482" y="79324"/>
                </a:cubicBezTo>
                <a:lnTo>
                  <a:pt x="59482" y="0"/>
                </a:lnTo>
                <a:lnTo>
                  <a:pt x="84273" y="0"/>
                </a:lnTo>
                <a:lnTo>
                  <a:pt x="84273" y="96312"/>
                </a:lnTo>
                <a:cubicBezTo>
                  <a:pt x="79707" y="97612"/>
                  <a:pt x="73766" y="98875"/>
                  <a:pt x="66454" y="100095"/>
                </a:cubicBezTo>
                <a:cubicBezTo>
                  <a:pt x="59142" y="101318"/>
                  <a:pt x="51235" y="101927"/>
                  <a:pt x="42731" y="1019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7ADB0-9C1A-4023-B544-88FB51DB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2703" y="831798"/>
            <a:ext cx="64051" cy="131859"/>
          </a:xfrm>
          <a:custGeom xmlns:a="http://schemas.openxmlformats.org/drawingml/2006/main">
            <a:pathLst>
              <a:path w="64051" h="131859">
                <a:moveTo>
                  <a:pt x="37928" y="131859"/>
                </a:moveTo>
                <a:cubicBezTo>
                  <a:pt x="28124" y="131859"/>
                  <a:pt x="20454" y="130139"/>
                  <a:pt x="14919" y="126696"/>
                </a:cubicBezTo>
                <a:cubicBezTo>
                  <a:pt x="9384" y="123255"/>
                  <a:pt x="5512" y="118378"/>
                  <a:pt x="3309" y="112063"/>
                </a:cubicBezTo>
                <a:cubicBezTo>
                  <a:pt x="1103" y="105750"/>
                  <a:pt x="0" y="98264"/>
                  <a:pt x="0" y="89603"/>
                </a:cubicBezTo>
                <a:lnTo>
                  <a:pt x="0" y="4043"/>
                </a:lnTo>
                <a:lnTo>
                  <a:pt x="24840" y="0"/>
                </a:lnTo>
                <a:lnTo>
                  <a:pt x="24840" y="29884"/>
                </a:lnTo>
                <a:lnTo>
                  <a:pt x="60053" y="29884"/>
                </a:lnTo>
                <a:lnTo>
                  <a:pt x="60053" y="50583"/>
                </a:lnTo>
                <a:lnTo>
                  <a:pt x="24840" y="50583"/>
                </a:lnTo>
                <a:lnTo>
                  <a:pt x="24840" y="89603"/>
                </a:lnTo>
                <a:cubicBezTo>
                  <a:pt x="24840" y="94298"/>
                  <a:pt x="25372" y="98224"/>
                  <a:pt x="26435" y="101381"/>
                </a:cubicBezTo>
                <a:cubicBezTo>
                  <a:pt x="27498" y="104536"/>
                  <a:pt x="29258" y="106876"/>
                  <a:pt x="31715" y="108399"/>
                </a:cubicBezTo>
                <a:cubicBezTo>
                  <a:pt x="34176" y="109922"/>
                  <a:pt x="37482" y="110682"/>
                  <a:pt x="41639" y="110682"/>
                </a:cubicBezTo>
                <a:cubicBezTo>
                  <a:pt x="45128" y="110682"/>
                  <a:pt x="48492" y="110328"/>
                  <a:pt x="51726" y="109614"/>
                </a:cubicBezTo>
                <a:cubicBezTo>
                  <a:pt x="54961" y="108899"/>
                  <a:pt x="57819" y="108051"/>
                  <a:pt x="60293" y="107068"/>
                </a:cubicBezTo>
                <a:lnTo>
                  <a:pt x="64051" y="126530"/>
                </a:lnTo>
                <a:cubicBezTo>
                  <a:pt x="61005" y="127862"/>
                  <a:pt x="57364" y="129085"/>
                  <a:pt x="53129" y="130193"/>
                </a:cubicBezTo>
                <a:cubicBezTo>
                  <a:pt x="48895" y="131305"/>
                  <a:pt x="43828" y="131859"/>
                  <a:pt x="37928" y="131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3B613-13B6-4695-BDCF-13336B31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887" y="815525"/>
            <a:ext cx="30452" cy="145895"/>
          </a:xfrm>
          <a:custGeom xmlns:a="http://schemas.openxmlformats.org/drawingml/2006/main">
            <a:pathLst>
              <a:path w="30452" h="145895">
                <a:moveTo>
                  <a:pt x="2757" y="145895"/>
                </a:moveTo>
                <a:lnTo>
                  <a:pt x="2757" y="46157"/>
                </a:lnTo>
                <a:lnTo>
                  <a:pt x="27598" y="46157"/>
                </a:lnTo>
                <a:lnTo>
                  <a:pt x="27598" y="145895"/>
                </a:lnTo>
                <a:lnTo>
                  <a:pt x="2757" y="145895"/>
                </a:lnTo>
                <a:close/>
                <a:moveTo>
                  <a:pt x="15225" y="30310"/>
                </a:moveTo>
                <a:cubicBezTo>
                  <a:pt x="11101" y="30310"/>
                  <a:pt x="7532" y="28955"/>
                  <a:pt x="4521" y="26243"/>
                </a:cubicBezTo>
                <a:cubicBezTo>
                  <a:pt x="1506" y="23529"/>
                  <a:pt x="0" y="19825"/>
                  <a:pt x="0" y="15130"/>
                </a:cubicBezTo>
                <a:cubicBezTo>
                  <a:pt x="0" y="10467"/>
                  <a:pt x="1506" y="6781"/>
                  <a:pt x="4521" y="4066"/>
                </a:cubicBezTo>
                <a:cubicBezTo>
                  <a:pt x="7532" y="1354"/>
                  <a:pt x="11101" y="0"/>
                  <a:pt x="15225" y="0"/>
                </a:cubicBezTo>
                <a:cubicBezTo>
                  <a:pt x="19351" y="0"/>
                  <a:pt x="22920" y="1354"/>
                  <a:pt x="25932" y="4066"/>
                </a:cubicBezTo>
                <a:cubicBezTo>
                  <a:pt x="28946" y="6781"/>
                  <a:pt x="30452" y="10467"/>
                  <a:pt x="30452" y="15130"/>
                </a:cubicBezTo>
                <a:cubicBezTo>
                  <a:pt x="30452" y="19825"/>
                  <a:pt x="28946" y="23529"/>
                  <a:pt x="25932" y="26243"/>
                </a:cubicBezTo>
                <a:cubicBezTo>
                  <a:pt x="22920" y="28955"/>
                  <a:pt x="19351" y="30310"/>
                  <a:pt x="15225" y="303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A396E-90AB-46E9-B003-9A2EC28A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565" y="859113"/>
            <a:ext cx="96503" cy="104879"/>
          </a:xfrm>
          <a:custGeom xmlns:a="http://schemas.openxmlformats.org/drawingml/2006/main">
            <a:pathLst>
              <a:path w="96503" h="104879">
                <a:moveTo>
                  <a:pt x="48280" y="104879"/>
                </a:moveTo>
                <a:cubicBezTo>
                  <a:pt x="38776" y="104879"/>
                  <a:pt x="30384" y="102681"/>
                  <a:pt x="23103" y="98287"/>
                </a:cubicBezTo>
                <a:cubicBezTo>
                  <a:pt x="15822" y="93892"/>
                  <a:pt x="10153" y="87754"/>
                  <a:pt x="6089" y="79870"/>
                </a:cubicBezTo>
                <a:cubicBezTo>
                  <a:pt x="2029" y="71989"/>
                  <a:pt x="0" y="62796"/>
                  <a:pt x="0" y="52295"/>
                </a:cubicBezTo>
                <a:cubicBezTo>
                  <a:pt x="0" y="41794"/>
                  <a:pt x="2072" y="32644"/>
                  <a:pt x="6215" y="24846"/>
                </a:cubicBezTo>
                <a:cubicBezTo>
                  <a:pt x="10361" y="17048"/>
                  <a:pt x="16105" y="10956"/>
                  <a:pt x="23443" y="6575"/>
                </a:cubicBezTo>
                <a:cubicBezTo>
                  <a:pt x="30781" y="2192"/>
                  <a:pt x="39082" y="0"/>
                  <a:pt x="48343" y="0"/>
                </a:cubicBezTo>
                <a:cubicBezTo>
                  <a:pt x="57739" y="0"/>
                  <a:pt x="66060" y="2180"/>
                  <a:pt x="73306" y="6541"/>
                </a:cubicBezTo>
                <a:cubicBezTo>
                  <a:pt x="80553" y="10904"/>
                  <a:pt x="86234" y="16994"/>
                  <a:pt x="90340" y="24815"/>
                </a:cubicBezTo>
                <a:cubicBezTo>
                  <a:pt x="94449" y="32636"/>
                  <a:pt x="96503" y="41794"/>
                  <a:pt x="96503" y="52295"/>
                </a:cubicBezTo>
                <a:cubicBezTo>
                  <a:pt x="96503" y="62796"/>
                  <a:pt x="94498" y="71989"/>
                  <a:pt x="90483" y="79870"/>
                </a:cubicBezTo>
                <a:cubicBezTo>
                  <a:pt x="86471" y="87754"/>
                  <a:pt x="80879" y="93892"/>
                  <a:pt x="73709" y="98287"/>
                </a:cubicBezTo>
                <a:cubicBezTo>
                  <a:pt x="66540" y="102681"/>
                  <a:pt x="58064" y="104879"/>
                  <a:pt x="48280" y="104879"/>
                </a:cubicBezTo>
                <a:close/>
                <a:moveTo>
                  <a:pt x="48252" y="83416"/>
                </a:moveTo>
                <a:cubicBezTo>
                  <a:pt x="53107" y="83416"/>
                  <a:pt x="57216" y="82145"/>
                  <a:pt x="60579" y="79604"/>
                </a:cubicBezTo>
                <a:cubicBezTo>
                  <a:pt x="63945" y="77061"/>
                  <a:pt x="66537" y="73449"/>
                  <a:pt x="68360" y="68771"/>
                </a:cubicBezTo>
                <a:cubicBezTo>
                  <a:pt x="70180" y="64094"/>
                  <a:pt x="71092" y="58602"/>
                  <a:pt x="71092" y="52295"/>
                </a:cubicBezTo>
                <a:cubicBezTo>
                  <a:pt x="71092" y="45951"/>
                  <a:pt x="70180" y="40476"/>
                  <a:pt x="68360" y="35873"/>
                </a:cubicBezTo>
                <a:cubicBezTo>
                  <a:pt x="66537" y="31270"/>
                  <a:pt x="63945" y="27715"/>
                  <a:pt x="60579" y="25215"/>
                </a:cubicBezTo>
                <a:cubicBezTo>
                  <a:pt x="57216" y="22711"/>
                  <a:pt x="53107" y="21460"/>
                  <a:pt x="48252" y="21460"/>
                </a:cubicBezTo>
                <a:cubicBezTo>
                  <a:pt x="43494" y="21460"/>
                  <a:pt x="39402" y="22714"/>
                  <a:pt x="35973" y="25220"/>
                </a:cubicBezTo>
                <a:cubicBezTo>
                  <a:pt x="32547" y="27726"/>
                  <a:pt x="29932" y="31278"/>
                  <a:pt x="28124" y="35879"/>
                </a:cubicBezTo>
                <a:cubicBezTo>
                  <a:pt x="26315" y="40479"/>
                  <a:pt x="25412" y="45951"/>
                  <a:pt x="25412" y="52295"/>
                </a:cubicBezTo>
                <a:cubicBezTo>
                  <a:pt x="25412" y="58639"/>
                  <a:pt x="26315" y="64137"/>
                  <a:pt x="28124" y="68783"/>
                </a:cubicBezTo>
                <a:cubicBezTo>
                  <a:pt x="29932" y="73432"/>
                  <a:pt x="32547" y="77032"/>
                  <a:pt x="35973" y="79587"/>
                </a:cubicBezTo>
                <a:cubicBezTo>
                  <a:pt x="39402" y="82139"/>
                  <a:pt x="43494" y="83416"/>
                  <a:pt x="48252" y="83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76B0A-AC74-4B36-A1D5-F0869876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148" y="859493"/>
            <a:ext cx="84273" cy="101927"/>
          </a:xfrm>
          <a:custGeom xmlns:a="http://schemas.openxmlformats.org/drawingml/2006/main">
            <a:pathLst>
              <a:path w="84273" h="101927">
                <a:moveTo>
                  <a:pt x="0" y="101927"/>
                </a:moveTo>
                <a:lnTo>
                  <a:pt x="0" y="5615"/>
                </a:lnTo>
                <a:cubicBezTo>
                  <a:pt x="4601" y="4315"/>
                  <a:pt x="10547" y="3052"/>
                  <a:pt x="17845" y="1832"/>
                </a:cubicBezTo>
                <a:cubicBezTo>
                  <a:pt x="25140" y="609"/>
                  <a:pt x="33038" y="0"/>
                  <a:pt x="41542" y="0"/>
                </a:cubicBezTo>
                <a:cubicBezTo>
                  <a:pt x="52678" y="0"/>
                  <a:pt x="61336" y="1926"/>
                  <a:pt x="67523" y="5781"/>
                </a:cubicBezTo>
                <a:cubicBezTo>
                  <a:pt x="73709" y="9635"/>
                  <a:pt x="78047" y="14982"/>
                  <a:pt x="80539" y="21817"/>
                </a:cubicBezTo>
                <a:cubicBezTo>
                  <a:pt x="83028" y="28655"/>
                  <a:pt x="84273" y="36625"/>
                  <a:pt x="84273" y="45729"/>
                </a:cubicBezTo>
                <a:lnTo>
                  <a:pt x="84273" y="101927"/>
                </a:lnTo>
                <a:lnTo>
                  <a:pt x="59433" y="101927"/>
                </a:lnTo>
                <a:lnTo>
                  <a:pt x="59433" y="49298"/>
                </a:lnTo>
                <a:cubicBezTo>
                  <a:pt x="59433" y="42477"/>
                  <a:pt x="58847" y="37022"/>
                  <a:pt x="57673" y="32930"/>
                </a:cubicBezTo>
                <a:cubicBezTo>
                  <a:pt x="56498" y="28835"/>
                  <a:pt x="54493" y="25869"/>
                  <a:pt x="51652" y="24029"/>
                </a:cubicBezTo>
                <a:cubicBezTo>
                  <a:pt x="48815" y="22191"/>
                  <a:pt x="44857" y="21271"/>
                  <a:pt x="39782" y="21271"/>
                </a:cubicBezTo>
                <a:cubicBezTo>
                  <a:pt x="36925" y="21271"/>
                  <a:pt x="34133" y="21420"/>
                  <a:pt x="31407" y="21723"/>
                </a:cubicBezTo>
                <a:cubicBezTo>
                  <a:pt x="28678" y="22023"/>
                  <a:pt x="26489" y="22317"/>
                  <a:pt x="24840" y="22603"/>
                </a:cubicBezTo>
                <a:lnTo>
                  <a:pt x="24840" y="101927"/>
                </a:lnTo>
                <a:lnTo>
                  <a:pt x="0" y="101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C08C6-8C10-47D0-A3E3-CFBEC017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705" y="831798"/>
            <a:ext cx="64051" cy="131859"/>
          </a:xfrm>
          <a:custGeom xmlns:a="http://schemas.openxmlformats.org/drawingml/2006/main">
            <a:pathLst>
              <a:path w="64051" h="131859">
                <a:moveTo>
                  <a:pt x="37928" y="131859"/>
                </a:moveTo>
                <a:cubicBezTo>
                  <a:pt x="28124" y="131859"/>
                  <a:pt x="20454" y="130139"/>
                  <a:pt x="14919" y="126696"/>
                </a:cubicBezTo>
                <a:cubicBezTo>
                  <a:pt x="9384" y="123255"/>
                  <a:pt x="5512" y="118378"/>
                  <a:pt x="3309" y="112063"/>
                </a:cubicBezTo>
                <a:cubicBezTo>
                  <a:pt x="1103" y="105750"/>
                  <a:pt x="0" y="98264"/>
                  <a:pt x="0" y="89603"/>
                </a:cubicBezTo>
                <a:lnTo>
                  <a:pt x="0" y="4043"/>
                </a:lnTo>
                <a:lnTo>
                  <a:pt x="24840" y="0"/>
                </a:lnTo>
                <a:lnTo>
                  <a:pt x="24840" y="29884"/>
                </a:lnTo>
                <a:lnTo>
                  <a:pt x="60053" y="29884"/>
                </a:lnTo>
                <a:lnTo>
                  <a:pt x="60053" y="50583"/>
                </a:lnTo>
                <a:lnTo>
                  <a:pt x="24840" y="50583"/>
                </a:lnTo>
                <a:lnTo>
                  <a:pt x="24840" y="89603"/>
                </a:lnTo>
                <a:cubicBezTo>
                  <a:pt x="24840" y="94298"/>
                  <a:pt x="25372" y="98224"/>
                  <a:pt x="26435" y="101381"/>
                </a:cubicBezTo>
                <a:cubicBezTo>
                  <a:pt x="27498" y="104536"/>
                  <a:pt x="29258" y="106876"/>
                  <a:pt x="31715" y="108399"/>
                </a:cubicBezTo>
                <a:cubicBezTo>
                  <a:pt x="34176" y="109922"/>
                  <a:pt x="37482" y="110682"/>
                  <a:pt x="41639" y="110682"/>
                </a:cubicBezTo>
                <a:cubicBezTo>
                  <a:pt x="45128" y="110682"/>
                  <a:pt x="48492" y="110328"/>
                  <a:pt x="51726" y="109614"/>
                </a:cubicBezTo>
                <a:cubicBezTo>
                  <a:pt x="54961" y="108899"/>
                  <a:pt x="57819" y="108051"/>
                  <a:pt x="60290" y="107068"/>
                </a:cubicBezTo>
                <a:lnTo>
                  <a:pt x="64051" y="126530"/>
                </a:lnTo>
                <a:cubicBezTo>
                  <a:pt x="61005" y="127862"/>
                  <a:pt x="57364" y="129085"/>
                  <a:pt x="53129" y="130193"/>
                </a:cubicBezTo>
                <a:cubicBezTo>
                  <a:pt x="48895" y="131305"/>
                  <a:pt x="43828" y="131859"/>
                  <a:pt x="37928" y="131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9FD355-AAA2-49F4-9139-45E195CC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8886" y="815525"/>
            <a:ext cx="30455" cy="145895"/>
          </a:xfrm>
          <a:custGeom xmlns:a="http://schemas.openxmlformats.org/drawingml/2006/main">
            <a:pathLst>
              <a:path w="30455" h="145895">
                <a:moveTo>
                  <a:pt x="2760" y="145895"/>
                </a:moveTo>
                <a:lnTo>
                  <a:pt x="2760" y="46157"/>
                </a:lnTo>
                <a:lnTo>
                  <a:pt x="27601" y="46157"/>
                </a:lnTo>
                <a:lnTo>
                  <a:pt x="27601" y="145895"/>
                </a:lnTo>
                <a:lnTo>
                  <a:pt x="2760" y="145895"/>
                </a:lnTo>
                <a:close/>
                <a:moveTo>
                  <a:pt x="15228" y="30310"/>
                </a:moveTo>
                <a:cubicBezTo>
                  <a:pt x="11104" y="30310"/>
                  <a:pt x="7535" y="28955"/>
                  <a:pt x="4523" y="26243"/>
                </a:cubicBezTo>
                <a:cubicBezTo>
                  <a:pt x="1509" y="23529"/>
                  <a:pt x="0" y="19825"/>
                  <a:pt x="0" y="15130"/>
                </a:cubicBezTo>
                <a:cubicBezTo>
                  <a:pt x="0" y="10467"/>
                  <a:pt x="1509" y="6781"/>
                  <a:pt x="4523" y="4066"/>
                </a:cubicBezTo>
                <a:cubicBezTo>
                  <a:pt x="7535" y="1354"/>
                  <a:pt x="11104" y="0"/>
                  <a:pt x="15228" y="0"/>
                </a:cubicBezTo>
                <a:cubicBezTo>
                  <a:pt x="19354" y="0"/>
                  <a:pt x="22923" y="1354"/>
                  <a:pt x="25935" y="4066"/>
                </a:cubicBezTo>
                <a:cubicBezTo>
                  <a:pt x="28949" y="6781"/>
                  <a:pt x="30455" y="10467"/>
                  <a:pt x="30455" y="15130"/>
                </a:cubicBezTo>
                <a:cubicBezTo>
                  <a:pt x="30455" y="19825"/>
                  <a:pt x="28949" y="23529"/>
                  <a:pt x="25935" y="26243"/>
                </a:cubicBezTo>
                <a:cubicBezTo>
                  <a:pt x="22923" y="28955"/>
                  <a:pt x="19354" y="30310"/>
                  <a:pt x="15228" y="303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8B986-4AA7-4442-B095-C4A6E835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567" y="859113"/>
            <a:ext cx="91506" cy="104830"/>
          </a:xfrm>
          <a:custGeom xmlns:a="http://schemas.openxmlformats.org/drawingml/2006/main">
            <a:pathLst>
              <a:path w="91506" h="104830">
                <a:moveTo>
                  <a:pt x="51915" y="104830"/>
                </a:moveTo>
                <a:cubicBezTo>
                  <a:pt x="39988" y="104830"/>
                  <a:pt x="30201" y="102561"/>
                  <a:pt x="22554" y="98027"/>
                </a:cubicBezTo>
                <a:cubicBezTo>
                  <a:pt x="14910" y="93489"/>
                  <a:pt x="9238" y="87302"/>
                  <a:pt x="5544" y="79467"/>
                </a:cubicBezTo>
                <a:cubicBezTo>
                  <a:pt x="1849" y="71632"/>
                  <a:pt x="0" y="62811"/>
                  <a:pt x="0" y="53009"/>
                </a:cubicBezTo>
                <a:cubicBezTo>
                  <a:pt x="0" y="41271"/>
                  <a:pt x="2260" y="31475"/>
                  <a:pt x="6781" y="23626"/>
                </a:cubicBezTo>
                <a:cubicBezTo>
                  <a:pt x="11301" y="15773"/>
                  <a:pt x="17131" y="9873"/>
                  <a:pt x="24269" y="5924"/>
                </a:cubicBezTo>
                <a:cubicBezTo>
                  <a:pt x="31407" y="1975"/>
                  <a:pt x="38939" y="0"/>
                  <a:pt x="46872" y="0"/>
                </a:cubicBezTo>
                <a:cubicBezTo>
                  <a:pt x="56073" y="0"/>
                  <a:pt x="63994" y="1886"/>
                  <a:pt x="70640" y="5661"/>
                </a:cubicBezTo>
                <a:cubicBezTo>
                  <a:pt x="77287" y="9435"/>
                  <a:pt x="82425" y="15076"/>
                  <a:pt x="86059" y="22577"/>
                </a:cubicBezTo>
                <a:cubicBezTo>
                  <a:pt x="89691" y="30081"/>
                  <a:pt x="91506" y="39448"/>
                  <a:pt x="91506" y="50678"/>
                </a:cubicBezTo>
                <a:cubicBezTo>
                  <a:pt x="91506" y="52138"/>
                  <a:pt x="91451" y="53755"/>
                  <a:pt x="91340" y="55530"/>
                </a:cubicBezTo>
                <a:cubicBezTo>
                  <a:pt x="91229" y="57307"/>
                  <a:pt x="91111" y="58893"/>
                  <a:pt x="90983" y="60290"/>
                </a:cubicBezTo>
                <a:lnTo>
                  <a:pt x="25552" y="60290"/>
                </a:lnTo>
                <a:cubicBezTo>
                  <a:pt x="26155" y="67460"/>
                  <a:pt x="28955" y="73098"/>
                  <a:pt x="33953" y="77207"/>
                </a:cubicBezTo>
                <a:cubicBezTo>
                  <a:pt x="38948" y="81316"/>
                  <a:pt x="45951" y="83368"/>
                  <a:pt x="54961" y="83368"/>
                </a:cubicBezTo>
                <a:cubicBezTo>
                  <a:pt x="60482" y="83368"/>
                  <a:pt x="65637" y="82862"/>
                  <a:pt x="70426" y="81847"/>
                </a:cubicBezTo>
                <a:cubicBezTo>
                  <a:pt x="75218" y="80830"/>
                  <a:pt x="79024" y="79690"/>
                  <a:pt x="81847" y="78421"/>
                </a:cubicBezTo>
                <a:lnTo>
                  <a:pt x="85322" y="98692"/>
                </a:lnTo>
                <a:cubicBezTo>
                  <a:pt x="82593" y="100087"/>
                  <a:pt x="78087" y="101458"/>
                  <a:pt x="71806" y="102807"/>
                </a:cubicBezTo>
                <a:cubicBezTo>
                  <a:pt x="65525" y="104156"/>
                  <a:pt x="58896" y="104830"/>
                  <a:pt x="51915" y="104830"/>
                </a:cubicBezTo>
                <a:close/>
                <a:moveTo>
                  <a:pt x="25649" y="42825"/>
                </a:moveTo>
                <a:lnTo>
                  <a:pt x="67334" y="42825"/>
                </a:lnTo>
                <a:cubicBezTo>
                  <a:pt x="67206" y="38828"/>
                  <a:pt x="66414" y="35156"/>
                  <a:pt x="64954" y="31810"/>
                </a:cubicBezTo>
                <a:cubicBezTo>
                  <a:pt x="63494" y="28464"/>
                  <a:pt x="61322" y="25766"/>
                  <a:pt x="58436" y="23720"/>
                </a:cubicBezTo>
                <a:cubicBezTo>
                  <a:pt x="55547" y="21674"/>
                  <a:pt x="51804" y="20651"/>
                  <a:pt x="47206" y="20651"/>
                </a:cubicBezTo>
                <a:cubicBezTo>
                  <a:pt x="42574" y="20651"/>
                  <a:pt x="38759" y="21706"/>
                  <a:pt x="35762" y="23814"/>
                </a:cubicBezTo>
                <a:cubicBezTo>
                  <a:pt x="32761" y="25926"/>
                  <a:pt x="30447" y="28661"/>
                  <a:pt x="28812" y="32024"/>
                </a:cubicBezTo>
                <a:cubicBezTo>
                  <a:pt x="27178" y="35387"/>
                  <a:pt x="26123" y="38988"/>
                  <a:pt x="25649" y="42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04B2BD-E0FC-4259-BB57-48BEC00D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201" y="859636"/>
            <a:ext cx="62336" cy="101784"/>
          </a:xfrm>
          <a:custGeom xmlns:a="http://schemas.openxmlformats.org/drawingml/2006/main">
            <a:pathLst>
              <a:path w="62336" h="101784">
                <a:moveTo>
                  <a:pt x="0" y="101784"/>
                </a:moveTo>
                <a:lnTo>
                  <a:pt x="0" y="7184"/>
                </a:lnTo>
                <a:cubicBezTo>
                  <a:pt x="4632" y="5504"/>
                  <a:pt x="10261" y="3886"/>
                  <a:pt x="16894" y="2332"/>
                </a:cubicBezTo>
                <a:cubicBezTo>
                  <a:pt x="23523" y="777"/>
                  <a:pt x="31041" y="0"/>
                  <a:pt x="39448" y="0"/>
                </a:cubicBezTo>
                <a:cubicBezTo>
                  <a:pt x="41637" y="0"/>
                  <a:pt x="44174" y="157"/>
                  <a:pt x="47063" y="474"/>
                </a:cubicBezTo>
                <a:cubicBezTo>
                  <a:pt x="49949" y="792"/>
                  <a:pt x="52772" y="1197"/>
                  <a:pt x="55533" y="1689"/>
                </a:cubicBezTo>
                <a:cubicBezTo>
                  <a:pt x="58293" y="2180"/>
                  <a:pt x="60559" y="2806"/>
                  <a:pt x="62336" y="3569"/>
                </a:cubicBezTo>
                <a:lnTo>
                  <a:pt x="58053" y="24172"/>
                </a:lnTo>
                <a:cubicBezTo>
                  <a:pt x="55864" y="23569"/>
                  <a:pt x="53089" y="22934"/>
                  <a:pt x="49726" y="22268"/>
                </a:cubicBezTo>
                <a:cubicBezTo>
                  <a:pt x="46363" y="21603"/>
                  <a:pt x="42588" y="21271"/>
                  <a:pt x="38402" y="21271"/>
                </a:cubicBezTo>
                <a:cubicBezTo>
                  <a:pt x="35864" y="21271"/>
                  <a:pt x="33270" y="21477"/>
                  <a:pt x="30621" y="21888"/>
                </a:cubicBezTo>
                <a:cubicBezTo>
                  <a:pt x="27972" y="22300"/>
                  <a:pt x="26046" y="22714"/>
                  <a:pt x="24840" y="23126"/>
                </a:cubicBezTo>
                <a:lnTo>
                  <a:pt x="24840" y="101784"/>
                </a:lnTo>
                <a:lnTo>
                  <a:pt x="0" y="1017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242BD-6282-480C-BF5C-1F18D2BB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070" y="862822"/>
            <a:ext cx="26078" cy="128862"/>
          </a:xfrm>
          <a:custGeom xmlns:a="http://schemas.openxmlformats.org/drawingml/2006/main">
            <a:pathLst>
              <a:path w="26078" h="128862">
                <a:moveTo>
                  <a:pt x="10658" y="128862"/>
                </a:moveTo>
                <a:lnTo>
                  <a:pt x="0" y="124676"/>
                </a:lnTo>
                <a:cubicBezTo>
                  <a:pt x="2918" y="118712"/>
                  <a:pt x="4981" y="112588"/>
                  <a:pt x="6186" y="106308"/>
                </a:cubicBezTo>
                <a:cubicBezTo>
                  <a:pt x="7392" y="100027"/>
                  <a:pt x="7995" y="93715"/>
                  <a:pt x="7995" y="87368"/>
                </a:cubicBezTo>
                <a:cubicBezTo>
                  <a:pt x="7995" y="86354"/>
                  <a:pt x="7964" y="85402"/>
                  <a:pt x="7898" y="84513"/>
                </a:cubicBezTo>
                <a:cubicBezTo>
                  <a:pt x="7835" y="83625"/>
                  <a:pt x="7804" y="82736"/>
                  <a:pt x="7804" y="81847"/>
                </a:cubicBezTo>
                <a:cubicBezTo>
                  <a:pt x="7804" y="80962"/>
                  <a:pt x="7741" y="80136"/>
                  <a:pt x="7615" y="79373"/>
                </a:cubicBezTo>
                <a:lnTo>
                  <a:pt x="23411" y="79373"/>
                </a:lnTo>
                <a:cubicBezTo>
                  <a:pt x="23540" y="80644"/>
                  <a:pt x="23603" y="81753"/>
                  <a:pt x="23603" y="82705"/>
                </a:cubicBezTo>
                <a:cubicBezTo>
                  <a:pt x="23603" y="83656"/>
                  <a:pt x="23603" y="84451"/>
                  <a:pt x="23603" y="85085"/>
                </a:cubicBezTo>
                <a:cubicBezTo>
                  <a:pt x="23603" y="92826"/>
                  <a:pt x="22460" y="100470"/>
                  <a:pt x="20177" y="108022"/>
                </a:cubicBezTo>
                <a:cubicBezTo>
                  <a:pt x="17894" y="115572"/>
                  <a:pt x="14719" y="122518"/>
                  <a:pt x="10658" y="128862"/>
                </a:cubicBezTo>
                <a:close/>
                <a:moveTo>
                  <a:pt x="14848" y="22463"/>
                </a:moveTo>
                <a:cubicBezTo>
                  <a:pt x="11421" y="22463"/>
                  <a:pt x="8693" y="21383"/>
                  <a:pt x="6661" y="19225"/>
                </a:cubicBezTo>
                <a:cubicBezTo>
                  <a:pt x="4632" y="17068"/>
                  <a:pt x="3618" y="14405"/>
                  <a:pt x="3618" y="11233"/>
                </a:cubicBezTo>
                <a:cubicBezTo>
                  <a:pt x="3618" y="8058"/>
                  <a:pt x="4632" y="5395"/>
                  <a:pt x="6661" y="3238"/>
                </a:cubicBezTo>
                <a:cubicBezTo>
                  <a:pt x="8693" y="1080"/>
                  <a:pt x="11421" y="0"/>
                  <a:pt x="14848" y="0"/>
                </a:cubicBezTo>
                <a:cubicBezTo>
                  <a:pt x="18274" y="0"/>
                  <a:pt x="21003" y="1080"/>
                  <a:pt x="23031" y="3238"/>
                </a:cubicBezTo>
                <a:cubicBezTo>
                  <a:pt x="25063" y="5395"/>
                  <a:pt x="26078" y="8058"/>
                  <a:pt x="26078" y="11233"/>
                </a:cubicBezTo>
                <a:cubicBezTo>
                  <a:pt x="26078" y="14405"/>
                  <a:pt x="25063" y="17068"/>
                  <a:pt x="23031" y="19225"/>
                </a:cubicBezTo>
                <a:cubicBezTo>
                  <a:pt x="21003" y="21383"/>
                  <a:pt x="18274" y="22463"/>
                  <a:pt x="14848" y="224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B4EC1-733C-46CD-8E59-DA064001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862" y="860539"/>
            <a:ext cx="73663" cy="102976"/>
          </a:xfrm>
          <a:custGeom xmlns:a="http://schemas.openxmlformats.org/drawingml/2006/main">
            <a:pathLst>
              <a:path w="73663" h="102976">
                <a:moveTo>
                  <a:pt x="47206" y="102976"/>
                </a:moveTo>
                <a:cubicBezTo>
                  <a:pt x="36799" y="102976"/>
                  <a:pt x="28106" y="100850"/>
                  <a:pt x="21128" y="96601"/>
                </a:cubicBezTo>
                <a:cubicBezTo>
                  <a:pt x="14147" y="92349"/>
                  <a:pt x="8881" y="86354"/>
                  <a:pt x="5329" y="78613"/>
                </a:cubicBezTo>
                <a:cubicBezTo>
                  <a:pt x="1777" y="70872"/>
                  <a:pt x="0" y="61925"/>
                  <a:pt x="0" y="51772"/>
                </a:cubicBezTo>
                <a:cubicBezTo>
                  <a:pt x="0" y="41494"/>
                  <a:pt x="1840" y="32487"/>
                  <a:pt x="5521" y="24746"/>
                </a:cubicBezTo>
                <a:cubicBezTo>
                  <a:pt x="9198" y="17005"/>
                  <a:pt x="14499" y="10944"/>
                  <a:pt x="21414" y="6567"/>
                </a:cubicBezTo>
                <a:cubicBezTo>
                  <a:pt x="28329" y="2189"/>
                  <a:pt x="36545" y="0"/>
                  <a:pt x="46063" y="0"/>
                </a:cubicBezTo>
                <a:cubicBezTo>
                  <a:pt x="51266" y="0"/>
                  <a:pt x="56216" y="446"/>
                  <a:pt x="60910" y="1332"/>
                </a:cubicBezTo>
                <a:cubicBezTo>
                  <a:pt x="65605" y="2220"/>
                  <a:pt x="69286" y="3363"/>
                  <a:pt x="71949" y="4758"/>
                </a:cubicBezTo>
                <a:lnTo>
                  <a:pt x="68331" y="16751"/>
                </a:lnTo>
                <a:cubicBezTo>
                  <a:pt x="65794" y="15608"/>
                  <a:pt x="62939" y="14656"/>
                  <a:pt x="59767" y="13896"/>
                </a:cubicBezTo>
                <a:cubicBezTo>
                  <a:pt x="56596" y="13133"/>
                  <a:pt x="52407" y="12753"/>
                  <a:pt x="47206" y="12753"/>
                </a:cubicBezTo>
                <a:cubicBezTo>
                  <a:pt x="36673" y="12753"/>
                  <a:pt x="28646" y="16179"/>
                  <a:pt x="23126" y="23031"/>
                </a:cubicBezTo>
                <a:cubicBezTo>
                  <a:pt x="17605" y="29884"/>
                  <a:pt x="14848" y="39465"/>
                  <a:pt x="14848" y="51772"/>
                </a:cubicBezTo>
                <a:cubicBezTo>
                  <a:pt x="14848" y="59387"/>
                  <a:pt x="15988" y="66080"/>
                  <a:pt x="18274" y="71855"/>
                </a:cubicBezTo>
                <a:cubicBezTo>
                  <a:pt x="20557" y="77630"/>
                  <a:pt x="24237" y="82133"/>
                  <a:pt x="29312" y="85368"/>
                </a:cubicBezTo>
                <a:cubicBezTo>
                  <a:pt x="34387" y="88605"/>
                  <a:pt x="41114" y="90223"/>
                  <a:pt x="49489" y="90223"/>
                </a:cubicBezTo>
                <a:cubicBezTo>
                  <a:pt x="54438" y="90223"/>
                  <a:pt x="58784" y="89651"/>
                  <a:pt x="62528" y="88511"/>
                </a:cubicBezTo>
                <a:cubicBezTo>
                  <a:pt x="66271" y="87368"/>
                  <a:pt x="69031" y="86354"/>
                  <a:pt x="70806" y="85465"/>
                </a:cubicBezTo>
                <a:lnTo>
                  <a:pt x="73663" y="97646"/>
                </a:lnTo>
                <a:cubicBezTo>
                  <a:pt x="71252" y="98915"/>
                  <a:pt x="67571" y="100121"/>
                  <a:pt x="62622" y="101261"/>
                </a:cubicBezTo>
                <a:cubicBezTo>
                  <a:pt x="57673" y="102404"/>
                  <a:pt x="52535" y="102976"/>
                  <a:pt x="47206" y="1029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6E832-2A51-4A64-8D9E-1CEC6E72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8802" y="860539"/>
            <a:ext cx="90791" cy="103167"/>
          </a:xfrm>
          <a:custGeom xmlns:a="http://schemas.openxmlformats.org/drawingml/2006/main">
            <a:pathLst>
              <a:path w="90791" h="103167">
                <a:moveTo>
                  <a:pt x="45300" y="103167"/>
                </a:moveTo>
                <a:cubicBezTo>
                  <a:pt x="36545" y="103167"/>
                  <a:pt x="28741" y="101041"/>
                  <a:pt x="21888" y="96789"/>
                </a:cubicBezTo>
                <a:cubicBezTo>
                  <a:pt x="15036" y="92537"/>
                  <a:pt x="9675" y="86542"/>
                  <a:pt x="5804" y="78801"/>
                </a:cubicBezTo>
                <a:cubicBezTo>
                  <a:pt x="1935" y="71060"/>
                  <a:pt x="0" y="61988"/>
                  <a:pt x="0" y="51584"/>
                </a:cubicBezTo>
                <a:cubicBezTo>
                  <a:pt x="0" y="41177"/>
                  <a:pt x="1935" y="32135"/>
                  <a:pt x="5804" y="24460"/>
                </a:cubicBezTo>
                <a:cubicBezTo>
                  <a:pt x="9675" y="16782"/>
                  <a:pt x="15036" y="10787"/>
                  <a:pt x="21888" y="6472"/>
                </a:cubicBezTo>
                <a:cubicBezTo>
                  <a:pt x="28741" y="2157"/>
                  <a:pt x="36545" y="0"/>
                  <a:pt x="45300" y="0"/>
                </a:cubicBezTo>
                <a:cubicBezTo>
                  <a:pt x="54184" y="0"/>
                  <a:pt x="62051" y="2157"/>
                  <a:pt x="68903" y="6472"/>
                </a:cubicBezTo>
                <a:cubicBezTo>
                  <a:pt x="75755" y="10787"/>
                  <a:pt x="81116" y="16782"/>
                  <a:pt x="84988" y="24460"/>
                </a:cubicBezTo>
                <a:cubicBezTo>
                  <a:pt x="88857" y="32135"/>
                  <a:pt x="90791" y="41177"/>
                  <a:pt x="90791" y="51584"/>
                </a:cubicBezTo>
                <a:cubicBezTo>
                  <a:pt x="90791" y="61988"/>
                  <a:pt x="88857" y="71060"/>
                  <a:pt x="84988" y="78801"/>
                </a:cubicBezTo>
                <a:cubicBezTo>
                  <a:pt x="81116" y="86542"/>
                  <a:pt x="75787" y="92537"/>
                  <a:pt x="68997" y="96789"/>
                </a:cubicBezTo>
                <a:cubicBezTo>
                  <a:pt x="62208" y="101041"/>
                  <a:pt x="54310" y="103167"/>
                  <a:pt x="45300" y="103167"/>
                </a:cubicBezTo>
                <a:close/>
                <a:moveTo>
                  <a:pt x="45300" y="90414"/>
                </a:moveTo>
                <a:cubicBezTo>
                  <a:pt x="51646" y="90414"/>
                  <a:pt x="57101" y="88828"/>
                  <a:pt x="61671" y="85654"/>
                </a:cubicBezTo>
                <a:cubicBezTo>
                  <a:pt x="66237" y="82482"/>
                  <a:pt x="69760" y="77978"/>
                  <a:pt x="72235" y="72140"/>
                </a:cubicBezTo>
                <a:cubicBezTo>
                  <a:pt x="74709" y="66303"/>
                  <a:pt x="75947" y="59450"/>
                  <a:pt x="75947" y="51584"/>
                </a:cubicBezTo>
                <a:cubicBezTo>
                  <a:pt x="75947" y="43717"/>
                  <a:pt x="74709" y="36865"/>
                  <a:pt x="72235" y="31027"/>
                </a:cubicBezTo>
                <a:cubicBezTo>
                  <a:pt x="69760" y="25189"/>
                  <a:pt x="66237" y="20685"/>
                  <a:pt x="61671" y="17511"/>
                </a:cubicBezTo>
                <a:cubicBezTo>
                  <a:pt x="57101" y="14339"/>
                  <a:pt x="51646" y="12753"/>
                  <a:pt x="45300" y="12753"/>
                </a:cubicBezTo>
                <a:cubicBezTo>
                  <a:pt x="39082" y="12753"/>
                  <a:pt x="33690" y="14339"/>
                  <a:pt x="29121" y="17511"/>
                </a:cubicBezTo>
                <a:cubicBezTo>
                  <a:pt x="24552" y="20685"/>
                  <a:pt x="21031" y="25189"/>
                  <a:pt x="18557" y="31027"/>
                </a:cubicBezTo>
                <a:cubicBezTo>
                  <a:pt x="16082" y="36865"/>
                  <a:pt x="14845" y="43717"/>
                  <a:pt x="14845" y="51584"/>
                </a:cubicBezTo>
                <a:cubicBezTo>
                  <a:pt x="14845" y="59450"/>
                  <a:pt x="16082" y="66303"/>
                  <a:pt x="18557" y="72140"/>
                </a:cubicBezTo>
                <a:cubicBezTo>
                  <a:pt x="21031" y="77978"/>
                  <a:pt x="24552" y="82482"/>
                  <a:pt x="29121" y="85654"/>
                </a:cubicBezTo>
                <a:cubicBezTo>
                  <a:pt x="33690" y="88828"/>
                  <a:pt x="39082" y="90414"/>
                  <a:pt x="45300" y="904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83E527-3D7F-4548-9545-6DF363C4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109" y="862822"/>
            <a:ext cx="85654" cy="98598"/>
          </a:xfrm>
          <a:custGeom xmlns:a="http://schemas.openxmlformats.org/drawingml/2006/main">
            <a:pathLst>
              <a:path w="85654" h="98598">
                <a:moveTo>
                  <a:pt x="36165" y="98598"/>
                </a:moveTo>
                <a:cubicBezTo>
                  <a:pt x="32993" y="91874"/>
                  <a:pt x="29755" y="84639"/>
                  <a:pt x="26458" y="76901"/>
                </a:cubicBezTo>
                <a:cubicBezTo>
                  <a:pt x="23157" y="69160"/>
                  <a:pt x="19922" y="61102"/>
                  <a:pt x="16751" y="52727"/>
                </a:cubicBezTo>
                <a:cubicBezTo>
                  <a:pt x="13576" y="44351"/>
                  <a:pt x="10564" y="35753"/>
                  <a:pt x="7710" y="26935"/>
                </a:cubicBezTo>
                <a:cubicBezTo>
                  <a:pt x="4852" y="18117"/>
                  <a:pt x="2283" y="9138"/>
                  <a:pt x="0" y="0"/>
                </a:cubicBezTo>
                <a:lnTo>
                  <a:pt x="15036" y="0"/>
                </a:lnTo>
                <a:cubicBezTo>
                  <a:pt x="17068" y="8758"/>
                  <a:pt x="19637" y="18179"/>
                  <a:pt x="22746" y="28266"/>
                </a:cubicBezTo>
                <a:cubicBezTo>
                  <a:pt x="25855" y="38356"/>
                  <a:pt x="29218" y="48189"/>
                  <a:pt x="32833" y="57770"/>
                </a:cubicBezTo>
                <a:cubicBezTo>
                  <a:pt x="36450" y="67351"/>
                  <a:pt x="39908" y="75758"/>
                  <a:pt x="43208" y="82990"/>
                </a:cubicBezTo>
                <a:cubicBezTo>
                  <a:pt x="45746" y="77661"/>
                  <a:pt x="48346" y="71569"/>
                  <a:pt x="51012" y="64717"/>
                </a:cubicBezTo>
                <a:cubicBezTo>
                  <a:pt x="53675" y="57864"/>
                  <a:pt x="56278" y="50726"/>
                  <a:pt x="58816" y="43305"/>
                </a:cubicBezTo>
                <a:cubicBezTo>
                  <a:pt x="61353" y="35882"/>
                  <a:pt x="63702" y="28458"/>
                  <a:pt x="65857" y="21034"/>
                </a:cubicBezTo>
                <a:cubicBezTo>
                  <a:pt x="68014" y="13610"/>
                  <a:pt x="69854" y="6601"/>
                  <a:pt x="71377" y="0"/>
                </a:cubicBezTo>
                <a:lnTo>
                  <a:pt x="85654" y="0"/>
                </a:lnTo>
                <a:cubicBezTo>
                  <a:pt x="83370" y="9138"/>
                  <a:pt x="80799" y="18117"/>
                  <a:pt x="77944" y="26935"/>
                </a:cubicBezTo>
                <a:cubicBezTo>
                  <a:pt x="75089" y="35753"/>
                  <a:pt x="72075" y="44351"/>
                  <a:pt x="68903" y="52727"/>
                </a:cubicBezTo>
                <a:cubicBezTo>
                  <a:pt x="65731" y="61102"/>
                  <a:pt x="62528" y="69160"/>
                  <a:pt x="59290" y="76901"/>
                </a:cubicBezTo>
                <a:cubicBezTo>
                  <a:pt x="56056" y="84639"/>
                  <a:pt x="52787" y="91874"/>
                  <a:pt x="49489" y="98598"/>
                </a:cubicBezTo>
                <a:lnTo>
                  <a:pt x="36165" y="985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DCA6B6-ADD2-4C1A-B98F-00BD5B0F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279" y="860539"/>
            <a:ext cx="83939" cy="102976"/>
          </a:xfrm>
          <a:custGeom xmlns:a="http://schemas.openxmlformats.org/drawingml/2006/main">
            <a:pathLst>
              <a:path w="83939" h="102976">
                <a:moveTo>
                  <a:pt x="48918" y="102976"/>
                </a:moveTo>
                <a:cubicBezTo>
                  <a:pt x="37370" y="102976"/>
                  <a:pt x="28012" y="100755"/>
                  <a:pt x="20843" y="96315"/>
                </a:cubicBezTo>
                <a:cubicBezTo>
                  <a:pt x="13673" y="91871"/>
                  <a:pt x="8407" y="85782"/>
                  <a:pt x="5043" y="78041"/>
                </a:cubicBezTo>
                <a:cubicBezTo>
                  <a:pt x="1680" y="70300"/>
                  <a:pt x="0" y="61482"/>
                  <a:pt x="0" y="51584"/>
                </a:cubicBezTo>
                <a:cubicBezTo>
                  <a:pt x="0" y="40036"/>
                  <a:pt x="2092" y="30455"/>
                  <a:pt x="6281" y="22843"/>
                </a:cubicBezTo>
                <a:cubicBezTo>
                  <a:pt x="10467" y="15228"/>
                  <a:pt x="15893" y="9518"/>
                  <a:pt x="22554" y="5709"/>
                </a:cubicBezTo>
                <a:cubicBezTo>
                  <a:pt x="29215" y="1903"/>
                  <a:pt x="36227" y="0"/>
                  <a:pt x="43588" y="0"/>
                </a:cubicBezTo>
                <a:cubicBezTo>
                  <a:pt x="51835" y="0"/>
                  <a:pt x="58973" y="1746"/>
                  <a:pt x="65000" y="5235"/>
                </a:cubicBezTo>
                <a:cubicBezTo>
                  <a:pt x="71029" y="8724"/>
                  <a:pt x="75692" y="14053"/>
                  <a:pt x="78990" y="21223"/>
                </a:cubicBezTo>
                <a:cubicBezTo>
                  <a:pt x="82290" y="28392"/>
                  <a:pt x="83939" y="37499"/>
                  <a:pt x="83939" y="48537"/>
                </a:cubicBezTo>
                <a:cubicBezTo>
                  <a:pt x="83939" y="49426"/>
                  <a:pt x="83908" y="50472"/>
                  <a:pt x="83845" y="51678"/>
                </a:cubicBezTo>
                <a:cubicBezTo>
                  <a:pt x="83782" y="52884"/>
                  <a:pt x="83685" y="53995"/>
                  <a:pt x="83559" y="55010"/>
                </a:cubicBezTo>
                <a:lnTo>
                  <a:pt x="14845" y="55010"/>
                </a:lnTo>
                <a:cubicBezTo>
                  <a:pt x="15353" y="66177"/>
                  <a:pt x="18368" y="74838"/>
                  <a:pt x="23886" y="80990"/>
                </a:cubicBezTo>
                <a:cubicBezTo>
                  <a:pt x="29407" y="87145"/>
                  <a:pt x="38005" y="90223"/>
                  <a:pt x="49678" y="90223"/>
                </a:cubicBezTo>
                <a:cubicBezTo>
                  <a:pt x="56150" y="90223"/>
                  <a:pt x="61448" y="89620"/>
                  <a:pt x="65571" y="88414"/>
                </a:cubicBezTo>
                <a:cubicBezTo>
                  <a:pt x="69697" y="87208"/>
                  <a:pt x="72646" y="86162"/>
                  <a:pt x="74424" y="85274"/>
                </a:cubicBezTo>
                <a:lnTo>
                  <a:pt x="76898" y="97266"/>
                </a:lnTo>
                <a:cubicBezTo>
                  <a:pt x="75121" y="98281"/>
                  <a:pt x="71663" y="99487"/>
                  <a:pt x="66523" y="100881"/>
                </a:cubicBezTo>
                <a:cubicBezTo>
                  <a:pt x="61385" y="102278"/>
                  <a:pt x="55516" y="102976"/>
                  <a:pt x="48918" y="102976"/>
                </a:cubicBezTo>
                <a:close/>
                <a:moveTo>
                  <a:pt x="15228" y="43400"/>
                </a:moveTo>
                <a:lnTo>
                  <a:pt x="69474" y="43400"/>
                </a:lnTo>
                <a:cubicBezTo>
                  <a:pt x="69346" y="36927"/>
                  <a:pt x="68269" y="31375"/>
                  <a:pt x="66237" y="26743"/>
                </a:cubicBezTo>
                <a:cubicBezTo>
                  <a:pt x="64208" y="22111"/>
                  <a:pt x="61322" y="18559"/>
                  <a:pt x="57579" y="16085"/>
                </a:cubicBezTo>
                <a:cubicBezTo>
                  <a:pt x="53835" y="13610"/>
                  <a:pt x="49235" y="12373"/>
                  <a:pt x="43777" y="12373"/>
                </a:cubicBezTo>
                <a:cubicBezTo>
                  <a:pt x="38193" y="12373"/>
                  <a:pt x="33310" y="13833"/>
                  <a:pt x="29121" y="16751"/>
                </a:cubicBezTo>
                <a:cubicBezTo>
                  <a:pt x="24935" y="19668"/>
                  <a:pt x="21666" y="23477"/>
                  <a:pt x="19320" y="28172"/>
                </a:cubicBezTo>
                <a:cubicBezTo>
                  <a:pt x="16971" y="32867"/>
                  <a:pt x="15608" y="37942"/>
                  <a:pt x="15228" y="434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41BA4-6C49-41A8-AA60-C268C30C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058" y="860919"/>
            <a:ext cx="54055" cy="100501"/>
          </a:xfrm>
          <a:custGeom xmlns:a="http://schemas.openxmlformats.org/drawingml/2006/main">
            <a:pathLst>
              <a:path w="54055" h="100501">
                <a:moveTo>
                  <a:pt x="0" y="100501"/>
                </a:moveTo>
                <a:lnTo>
                  <a:pt x="0" y="6472"/>
                </a:lnTo>
                <a:cubicBezTo>
                  <a:pt x="3298" y="5078"/>
                  <a:pt x="7835" y="3649"/>
                  <a:pt x="13607" y="2189"/>
                </a:cubicBezTo>
                <a:cubicBezTo>
                  <a:pt x="19382" y="732"/>
                  <a:pt x="26329" y="0"/>
                  <a:pt x="34450" y="0"/>
                </a:cubicBezTo>
                <a:cubicBezTo>
                  <a:pt x="37116" y="0"/>
                  <a:pt x="39748" y="160"/>
                  <a:pt x="42351" y="477"/>
                </a:cubicBezTo>
                <a:cubicBezTo>
                  <a:pt x="44951" y="794"/>
                  <a:pt x="47300" y="1174"/>
                  <a:pt x="49392" y="1620"/>
                </a:cubicBezTo>
                <a:cubicBezTo>
                  <a:pt x="51486" y="2063"/>
                  <a:pt x="53041" y="2475"/>
                  <a:pt x="54055" y="2857"/>
                </a:cubicBezTo>
                <a:lnTo>
                  <a:pt x="51201" y="15039"/>
                </a:lnTo>
                <a:cubicBezTo>
                  <a:pt x="50058" y="14530"/>
                  <a:pt x="47903" y="13990"/>
                  <a:pt x="44728" y="13419"/>
                </a:cubicBezTo>
                <a:cubicBezTo>
                  <a:pt x="41557" y="12850"/>
                  <a:pt x="37496" y="12564"/>
                  <a:pt x="32547" y="12564"/>
                </a:cubicBezTo>
                <a:cubicBezTo>
                  <a:pt x="27726" y="12564"/>
                  <a:pt x="23729" y="12913"/>
                  <a:pt x="20557" y="13610"/>
                </a:cubicBezTo>
                <a:cubicBezTo>
                  <a:pt x="17382" y="14308"/>
                  <a:pt x="15290" y="14910"/>
                  <a:pt x="14273" y="15419"/>
                </a:cubicBezTo>
                <a:lnTo>
                  <a:pt x="14273" y="100501"/>
                </a:lnTo>
                <a:lnTo>
                  <a:pt x="0" y="100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E026B1-B7C0-47A1-9B59-9666F405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963" y="860539"/>
            <a:ext cx="74044" cy="102976"/>
          </a:xfrm>
          <a:custGeom xmlns:a="http://schemas.openxmlformats.org/drawingml/2006/main">
            <a:pathLst>
              <a:path w="74044" h="102976">
                <a:moveTo>
                  <a:pt x="36927" y="102976"/>
                </a:moveTo>
                <a:cubicBezTo>
                  <a:pt x="29821" y="102976"/>
                  <a:pt x="23477" y="101961"/>
                  <a:pt x="17894" y="99930"/>
                </a:cubicBezTo>
                <a:cubicBezTo>
                  <a:pt x="12310" y="97901"/>
                  <a:pt x="7932" y="94600"/>
                  <a:pt x="4761" y="90031"/>
                </a:cubicBezTo>
                <a:cubicBezTo>
                  <a:pt x="1586" y="85465"/>
                  <a:pt x="0" y="79436"/>
                  <a:pt x="0" y="71949"/>
                </a:cubicBezTo>
                <a:cubicBezTo>
                  <a:pt x="0" y="64717"/>
                  <a:pt x="1777" y="58847"/>
                  <a:pt x="5329" y="54344"/>
                </a:cubicBezTo>
                <a:cubicBezTo>
                  <a:pt x="8884" y="49838"/>
                  <a:pt x="13802" y="46572"/>
                  <a:pt x="20083" y="44540"/>
                </a:cubicBezTo>
                <a:cubicBezTo>
                  <a:pt x="26363" y="42511"/>
                  <a:pt x="33438" y="41494"/>
                  <a:pt x="41305" y="41494"/>
                </a:cubicBezTo>
                <a:cubicBezTo>
                  <a:pt x="44857" y="41494"/>
                  <a:pt x="48600" y="41811"/>
                  <a:pt x="52535" y="42448"/>
                </a:cubicBezTo>
                <a:cubicBezTo>
                  <a:pt x="56470" y="43083"/>
                  <a:pt x="58945" y="43651"/>
                  <a:pt x="59959" y="44160"/>
                </a:cubicBezTo>
                <a:lnTo>
                  <a:pt x="59959" y="38451"/>
                </a:lnTo>
                <a:cubicBezTo>
                  <a:pt x="59959" y="34136"/>
                  <a:pt x="59419" y="29978"/>
                  <a:pt x="58342" y="25983"/>
                </a:cubicBezTo>
                <a:cubicBezTo>
                  <a:pt x="57261" y="21986"/>
                  <a:pt x="55073" y="18717"/>
                  <a:pt x="51775" y="16179"/>
                </a:cubicBezTo>
                <a:cubicBezTo>
                  <a:pt x="48475" y="13642"/>
                  <a:pt x="43463" y="12373"/>
                  <a:pt x="36736" y="12373"/>
                </a:cubicBezTo>
                <a:cubicBezTo>
                  <a:pt x="29758" y="12373"/>
                  <a:pt x="24429" y="12882"/>
                  <a:pt x="20748" y="13896"/>
                </a:cubicBezTo>
                <a:cubicBezTo>
                  <a:pt x="17068" y="14910"/>
                  <a:pt x="14339" y="15736"/>
                  <a:pt x="12564" y="16371"/>
                </a:cubicBezTo>
                <a:lnTo>
                  <a:pt x="10661" y="4189"/>
                </a:lnTo>
                <a:cubicBezTo>
                  <a:pt x="12944" y="3172"/>
                  <a:pt x="16433" y="2220"/>
                  <a:pt x="21128" y="1332"/>
                </a:cubicBezTo>
                <a:cubicBezTo>
                  <a:pt x="25823" y="446"/>
                  <a:pt x="31344" y="0"/>
                  <a:pt x="37688" y="0"/>
                </a:cubicBezTo>
                <a:cubicBezTo>
                  <a:pt x="46697" y="0"/>
                  <a:pt x="53835" y="1586"/>
                  <a:pt x="59102" y="4758"/>
                </a:cubicBezTo>
                <a:cubicBezTo>
                  <a:pt x="64368" y="7932"/>
                  <a:pt x="68174" y="12279"/>
                  <a:pt x="70523" y="17797"/>
                </a:cubicBezTo>
                <a:cubicBezTo>
                  <a:pt x="72869" y="23317"/>
                  <a:pt x="74044" y="29629"/>
                  <a:pt x="74044" y="36736"/>
                </a:cubicBezTo>
                <a:lnTo>
                  <a:pt x="74044" y="98598"/>
                </a:lnTo>
                <a:cubicBezTo>
                  <a:pt x="71380" y="99232"/>
                  <a:pt x="66620" y="100121"/>
                  <a:pt x="59767" y="101261"/>
                </a:cubicBezTo>
                <a:cubicBezTo>
                  <a:pt x="52915" y="102404"/>
                  <a:pt x="45303" y="102976"/>
                  <a:pt x="36927" y="102976"/>
                </a:cubicBezTo>
                <a:close/>
                <a:moveTo>
                  <a:pt x="39022" y="90794"/>
                </a:moveTo>
                <a:cubicBezTo>
                  <a:pt x="43463" y="90794"/>
                  <a:pt x="47460" y="90634"/>
                  <a:pt x="51012" y="90317"/>
                </a:cubicBezTo>
                <a:cubicBezTo>
                  <a:pt x="54567" y="90000"/>
                  <a:pt x="57547" y="89588"/>
                  <a:pt x="59959" y="89080"/>
                </a:cubicBezTo>
                <a:lnTo>
                  <a:pt x="59959" y="55961"/>
                </a:lnTo>
                <a:cubicBezTo>
                  <a:pt x="58690" y="55327"/>
                  <a:pt x="56533" y="54693"/>
                  <a:pt x="53487" y="54058"/>
                </a:cubicBezTo>
                <a:cubicBezTo>
                  <a:pt x="50441" y="53424"/>
                  <a:pt x="46509" y="53107"/>
                  <a:pt x="41685" y="53107"/>
                </a:cubicBezTo>
                <a:cubicBezTo>
                  <a:pt x="37625" y="53107"/>
                  <a:pt x="33501" y="53550"/>
                  <a:pt x="29312" y="54438"/>
                </a:cubicBezTo>
                <a:cubicBezTo>
                  <a:pt x="25126" y="55327"/>
                  <a:pt x="21606" y="57104"/>
                  <a:pt x="18751" y="59767"/>
                </a:cubicBezTo>
                <a:cubicBezTo>
                  <a:pt x="15893" y="62434"/>
                  <a:pt x="14468" y="66431"/>
                  <a:pt x="14468" y="71760"/>
                </a:cubicBezTo>
                <a:cubicBezTo>
                  <a:pt x="14468" y="78867"/>
                  <a:pt x="16688" y="83813"/>
                  <a:pt x="21128" y="86605"/>
                </a:cubicBezTo>
                <a:cubicBezTo>
                  <a:pt x="25569" y="89397"/>
                  <a:pt x="31535" y="90794"/>
                  <a:pt x="39022" y="907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1C77F-3039-4D18-A77D-77C34C4D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133" y="860919"/>
            <a:ext cx="83179" cy="136286"/>
          </a:xfrm>
          <a:custGeom xmlns:a="http://schemas.openxmlformats.org/drawingml/2006/main">
            <a:pathLst>
              <a:path w="83179" h="136286">
                <a:moveTo>
                  <a:pt x="36736" y="136286"/>
                </a:moveTo>
                <a:cubicBezTo>
                  <a:pt x="30518" y="136286"/>
                  <a:pt x="24746" y="135780"/>
                  <a:pt x="19414" y="134763"/>
                </a:cubicBezTo>
                <a:cubicBezTo>
                  <a:pt x="14085" y="133748"/>
                  <a:pt x="9518" y="132605"/>
                  <a:pt x="5709" y="131336"/>
                </a:cubicBezTo>
                <a:lnTo>
                  <a:pt x="8567" y="118775"/>
                </a:lnTo>
                <a:cubicBezTo>
                  <a:pt x="11739" y="120044"/>
                  <a:pt x="15925" y="121218"/>
                  <a:pt x="21128" y="122295"/>
                </a:cubicBezTo>
                <a:cubicBezTo>
                  <a:pt x="26332" y="123375"/>
                  <a:pt x="31661" y="123913"/>
                  <a:pt x="37116" y="123913"/>
                </a:cubicBezTo>
                <a:cubicBezTo>
                  <a:pt x="44731" y="123913"/>
                  <a:pt x="50886" y="122961"/>
                  <a:pt x="55581" y="121058"/>
                </a:cubicBezTo>
                <a:cubicBezTo>
                  <a:pt x="60276" y="119155"/>
                  <a:pt x="63734" y="116109"/>
                  <a:pt x="65954" y="111923"/>
                </a:cubicBezTo>
                <a:cubicBezTo>
                  <a:pt x="68174" y="107736"/>
                  <a:pt x="69286" y="102216"/>
                  <a:pt x="69286" y="95363"/>
                </a:cubicBezTo>
                <a:lnTo>
                  <a:pt x="69286" y="89083"/>
                </a:lnTo>
                <a:cubicBezTo>
                  <a:pt x="67508" y="90351"/>
                  <a:pt x="64462" y="91906"/>
                  <a:pt x="60148" y="93746"/>
                </a:cubicBezTo>
                <a:cubicBezTo>
                  <a:pt x="55833" y="95583"/>
                  <a:pt x="50315" y="96503"/>
                  <a:pt x="43588" y="96503"/>
                </a:cubicBezTo>
                <a:cubicBezTo>
                  <a:pt x="35847" y="96503"/>
                  <a:pt x="28646" y="94886"/>
                  <a:pt x="21986" y="91651"/>
                </a:cubicBezTo>
                <a:cubicBezTo>
                  <a:pt x="15322" y="88414"/>
                  <a:pt x="9993" y="83308"/>
                  <a:pt x="5995" y="76330"/>
                </a:cubicBezTo>
                <a:cubicBezTo>
                  <a:pt x="1997" y="69349"/>
                  <a:pt x="0" y="60213"/>
                  <a:pt x="0" y="48920"/>
                </a:cubicBezTo>
                <a:cubicBezTo>
                  <a:pt x="0" y="39528"/>
                  <a:pt x="1872" y="31152"/>
                  <a:pt x="5615" y="23794"/>
                </a:cubicBezTo>
                <a:cubicBezTo>
                  <a:pt x="9358" y="16433"/>
                  <a:pt x="14750" y="10630"/>
                  <a:pt x="21794" y="6378"/>
                </a:cubicBezTo>
                <a:cubicBezTo>
                  <a:pt x="28838" y="2126"/>
                  <a:pt x="37245" y="0"/>
                  <a:pt x="47014" y="0"/>
                </a:cubicBezTo>
                <a:cubicBezTo>
                  <a:pt x="55898" y="0"/>
                  <a:pt x="63225" y="603"/>
                  <a:pt x="69000" y="1809"/>
                </a:cubicBezTo>
                <a:cubicBezTo>
                  <a:pt x="74772" y="3015"/>
                  <a:pt x="79499" y="4189"/>
                  <a:pt x="83179" y="5329"/>
                </a:cubicBezTo>
                <a:lnTo>
                  <a:pt x="83179" y="94600"/>
                </a:lnTo>
                <a:cubicBezTo>
                  <a:pt x="83179" y="109448"/>
                  <a:pt x="79341" y="120106"/>
                  <a:pt x="71663" y="126579"/>
                </a:cubicBezTo>
                <a:cubicBezTo>
                  <a:pt x="63988" y="133051"/>
                  <a:pt x="52344" y="136286"/>
                  <a:pt x="36736" y="136286"/>
                </a:cubicBezTo>
                <a:close/>
                <a:moveTo>
                  <a:pt x="44160" y="83942"/>
                </a:moveTo>
                <a:cubicBezTo>
                  <a:pt x="49363" y="83942"/>
                  <a:pt x="54215" y="83182"/>
                  <a:pt x="58722" y="81659"/>
                </a:cubicBezTo>
                <a:cubicBezTo>
                  <a:pt x="63225" y="80136"/>
                  <a:pt x="66683" y="78358"/>
                  <a:pt x="69094" y="76330"/>
                </a:cubicBezTo>
                <a:lnTo>
                  <a:pt x="69094" y="15039"/>
                </a:lnTo>
                <a:cubicBezTo>
                  <a:pt x="67063" y="14405"/>
                  <a:pt x="64399" y="13833"/>
                  <a:pt x="61099" y="13325"/>
                </a:cubicBezTo>
                <a:cubicBezTo>
                  <a:pt x="57802" y="12819"/>
                  <a:pt x="53170" y="12564"/>
                  <a:pt x="47206" y="12564"/>
                </a:cubicBezTo>
                <a:cubicBezTo>
                  <a:pt x="40354" y="12564"/>
                  <a:pt x="34516" y="14087"/>
                  <a:pt x="29692" y="17131"/>
                </a:cubicBezTo>
                <a:cubicBezTo>
                  <a:pt x="24872" y="20177"/>
                  <a:pt x="21191" y="24460"/>
                  <a:pt x="18654" y="29981"/>
                </a:cubicBezTo>
                <a:cubicBezTo>
                  <a:pt x="16116" y="35499"/>
                  <a:pt x="14848" y="41877"/>
                  <a:pt x="14848" y="49109"/>
                </a:cubicBezTo>
                <a:cubicBezTo>
                  <a:pt x="14848" y="55327"/>
                  <a:pt x="15671" y="60656"/>
                  <a:pt x="17322" y="65100"/>
                </a:cubicBezTo>
                <a:cubicBezTo>
                  <a:pt x="18971" y="69540"/>
                  <a:pt x="21191" y="73155"/>
                  <a:pt x="23983" y="75947"/>
                </a:cubicBezTo>
                <a:cubicBezTo>
                  <a:pt x="26775" y="78738"/>
                  <a:pt x="29915" y="80770"/>
                  <a:pt x="33404" y="82039"/>
                </a:cubicBezTo>
                <a:cubicBezTo>
                  <a:pt x="36896" y="83308"/>
                  <a:pt x="40479" y="83942"/>
                  <a:pt x="44160" y="839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864DA8-DD63-4CAA-B3B1-4143D104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581" y="860539"/>
            <a:ext cx="83942" cy="102976"/>
          </a:xfrm>
          <a:custGeom xmlns:a="http://schemas.openxmlformats.org/drawingml/2006/main">
            <a:pathLst>
              <a:path w="83942" h="102976">
                <a:moveTo>
                  <a:pt x="48918" y="102976"/>
                </a:moveTo>
                <a:cubicBezTo>
                  <a:pt x="37370" y="102976"/>
                  <a:pt x="28012" y="100755"/>
                  <a:pt x="20843" y="96315"/>
                </a:cubicBezTo>
                <a:cubicBezTo>
                  <a:pt x="13673" y="91871"/>
                  <a:pt x="8407" y="85782"/>
                  <a:pt x="5043" y="78041"/>
                </a:cubicBezTo>
                <a:cubicBezTo>
                  <a:pt x="1680" y="70300"/>
                  <a:pt x="0" y="61482"/>
                  <a:pt x="0" y="51584"/>
                </a:cubicBezTo>
                <a:cubicBezTo>
                  <a:pt x="0" y="40036"/>
                  <a:pt x="2095" y="30455"/>
                  <a:pt x="6281" y="22843"/>
                </a:cubicBezTo>
                <a:cubicBezTo>
                  <a:pt x="10467" y="15228"/>
                  <a:pt x="15893" y="9518"/>
                  <a:pt x="22554" y="5709"/>
                </a:cubicBezTo>
                <a:cubicBezTo>
                  <a:pt x="29218" y="1903"/>
                  <a:pt x="36227" y="0"/>
                  <a:pt x="43588" y="0"/>
                </a:cubicBezTo>
                <a:cubicBezTo>
                  <a:pt x="51835" y="0"/>
                  <a:pt x="58973" y="1746"/>
                  <a:pt x="65002" y="5235"/>
                </a:cubicBezTo>
                <a:cubicBezTo>
                  <a:pt x="71029" y="8724"/>
                  <a:pt x="75692" y="14053"/>
                  <a:pt x="78993" y="21223"/>
                </a:cubicBezTo>
                <a:cubicBezTo>
                  <a:pt x="82290" y="28392"/>
                  <a:pt x="83942" y="37499"/>
                  <a:pt x="83942" y="48537"/>
                </a:cubicBezTo>
                <a:cubicBezTo>
                  <a:pt x="83942" y="49426"/>
                  <a:pt x="83908" y="50472"/>
                  <a:pt x="83845" y="51678"/>
                </a:cubicBezTo>
                <a:cubicBezTo>
                  <a:pt x="83782" y="52884"/>
                  <a:pt x="83688" y="53995"/>
                  <a:pt x="83559" y="55010"/>
                </a:cubicBezTo>
                <a:lnTo>
                  <a:pt x="14848" y="55010"/>
                </a:lnTo>
                <a:cubicBezTo>
                  <a:pt x="15353" y="66177"/>
                  <a:pt x="18368" y="74838"/>
                  <a:pt x="23889" y="80990"/>
                </a:cubicBezTo>
                <a:cubicBezTo>
                  <a:pt x="29407" y="87145"/>
                  <a:pt x="38005" y="90223"/>
                  <a:pt x="49678" y="90223"/>
                </a:cubicBezTo>
                <a:cubicBezTo>
                  <a:pt x="56150" y="90223"/>
                  <a:pt x="61448" y="89620"/>
                  <a:pt x="65571" y="88414"/>
                </a:cubicBezTo>
                <a:cubicBezTo>
                  <a:pt x="69697" y="87208"/>
                  <a:pt x="72646" y="86162"/>
                  <a:pt x="74424" y="85274"/>
                </a:cubicBezTo>
                <a:lnTo>
                  <a:pt x="76898" y="97266"/>
                </a:lnTo>
                <a:cubicBezTo>
                  <a:pt x="75121" y="98281"/>
                  <a:pt x="71663" y="99487"/>
                  <a:pt x="66525" y="100881"/>
                </a:cubicBezTo>
                <a:cubicBezTo>
                  <a:pt x="61385" y="102278"/>
                  <a:pt x="55516" y="102976"/>
                  <a:pt x="48918" y="102976"/>
                </a:cubicBezTo>
                <a:close/>
                <a:moveTo>
                  <a:pt x="15228" y="43400"/>
                </a:moveTo>
                <a:lnTo>
                  <a:pt x="69474" y="43400"/>
                </a:lnTo>
                <a:cubicBezTo>
                  <a:pt x="69349" y="36927"/>
                  <a:pt x="68269" y="31375"/>
                  <a:pt x="66240" y="26743"/>
                </a:cubicBezTo>
                <a:cubicBezTo>
                  <a:pt x="64208" y="22111"/>
                  <a:pt x="61322" y="18559"/>
                  <a:pt x="57579" y="16085"/>
                </a:cubicBezTo>
                <a:cubicBezTo>
                  <a:pt x="53835" y="13610"/>
                  <a:pt x="49235" y="12373"/>
                  <a:pt x="43777" y="12373"/>
                </a:cubicBezTo>
                <a:cubicBezTo>
                  <a:pt x="38196" y="12373"/>
                  <a:pt x="33310" y="13833"/>
                  <a:pt x="29121" y="16751"/>
                </a:cubicBezTo>
                <a:cubicBezTo>
                  <a:pt x="24935" y="19668"/>
                  <a:pt x="21666" y="23477"/>
                  <a:pt x="19320" y="28172"/>
                </a:cubicBezTo>
                <a:cubicBezTo>
                  <a:pt x="16971" y="32867"/>
                  <a:pt x="15608" y="37942"/>
                  <a:pt x="15228" y="434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4F59D7-FC16-4A56-B69D-C99146B0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968" y="1622289"/>
            <a:ext cx="3272063" cy="1523"/>
          </a:xfrm>
          <a:custGeom xmlns:a="http://schemas.openxmlformats.org/drawingml/2006/main">
            <a:pathLst>
              <a:path w="3272063" h="1523" fill="none">
                <a:moveTo>
                  <a:pt x="0" y="1523"/>
                </a:moveTo>
                <a:lnTo>
                  <a:pt x="32720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E68B7-2156-4AC6-8D25-36FA4FC6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31" y="1591836"/>
            <a:ext cx="60910" cy="60908"/>
          </a:xfrm>
          <a:custGeom xmlns:a="http://schemas.openxmlformats.org/drawingml/2006/main">
            <a:pathLst>
              <a:path w="60910" h="60908">
                <a:moveTo>
                  <a:pt x="60910" y="30455"/>
                </a:moveTo>
                <a:lnTo>
                  <a:pt x="77" y="60908"/>
                </a:lnTo>
                <a:lnTo>
                  <a:pt x="0" y="0"/>
                </a:lnTo>
                <a:lnTo>
                  <a:pt x="60910" y="304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C792D-8B9C-4A7A-BB9E-423DF811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31" y="1591834"/>
            <a:ext cx="60910" cy="60910"/>
          </a:xfrm>
          <a:custGeom xmlns:a="http://schemas.openxmlformats.org/drawingml/2006/main">
            <a:pathLst>
              <a:path w="60910" h="60910" fill="none">
                <a:moveTo>
                  <a:pt x="60910" y="30455"/>
                </a:moveTo>
                <a:lnTo>
                  <a:pt x="76" y="60910"/>
                </a:lnTo>
                <a:lnTo>
                  <a:pt x="0" y="0"/>
                </a:lnTo>
                <a:lnTo>
                  <a:pt x="60910" y="304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A63E0-57E0-43AC-A03E-87AACE4D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108" y="1144149"/>
            <a:ext cx="2443997" cy="456823"/>
          </a:xfrm>
          <a:custGeom xmlns:a="http://schemas.openxmlformats.org/drawingml/2006/main">
            <a:pathLst>
              <a:path w="2443997" h="456823">
                <a:moveTo>
                  <a:pt x="0" y="0"/>
                </a:moveTo>
                <a:lnTo>
                  <a:pt x="2443997" y="0"/>
                </a:lnTo>
                <a:lnTo>
                  <a:pt x="2443997" y="456823"/>
                </a:lnTo>
                <a:lnTo>
                  <a:pt x="0" y="4568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9558B9-8439-4EC2-B161-3E439805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6765" y="1194972"/>
            <a:ext cx="75947" cy="134763"/>
          </a:xfrm>
          <a:custGeom xmlns:a="http://schemas.openxmlformats.org/drawingml/2006/main">
            <a:pathLst>
              <a:path w="75947" h="134763">
                <a:moveTo>
                  <a:pt x="34830" y="134763"/>
                </a:moveTo>
                <a:cubicBezTo>
                  <a:pt x="25823" y="134763"/>
                  <a:pt x="18334" y="133397"/>
                  <a:pt x="12370" y="130668"/>
                </a:cubicBezTo>
                <a:cubicBezTo>
                  <a:pt x="6407" y="127942"/>
                  <a:pt x="2283" y="125561"/>
                  <a:pt x="0" y="123533"/>
                </a:cubicBezTo>
                <a:lnTo>
                  <a:pt x="6661" y="111731"/>
                </a:lnTo>
                <a:cubicBezTo>
                  <a:pt x="9198" y="113760"/>
                  <a:pt x="12687" y="115917"/>
                  <a:pt x="17131" y="118200"/>
                </a:cubicBezTo>
                <a:cubicBezTo>
                  <a:pt x="21571" y="120486"/>
                  <a:pt x="27026" y="121627"/>
                  <a:pt x="33498" y="121627"/>
                </a:cubicBezTo>
                <a:cubicBezTo>
                  <a:pt x="42888" y="121627"/>
                  <a:pt x="49838" y="119121"/>
                  <a:pt x="54341" y="114109"/>
                </a:cubicBezTo>
                <a:cubicBezTo>
                  <a:pt x="58847" y="109096"/>
                  <a:pt x="61099" y="100627"/>
                  <a:pt x="61099" y="88700"/>
                </a:cubicBezTo>
                <a:lnTo>
                  <a:pt x="61099" y="0"/>
                </a:lnTo>
                <a:lnTo>
                  <a:pt x="75947" y="0"/>
                </a:lnTo>
                <a:lnTo>
                  <a:pt x="75947" y="90031"/>
                </a:lnTo>
                <a:cubicBezTo>
                  <a:pt x="75947" y="98532"/>
                  <a:pt x="74709" y="106148"/>
                  <a:pt x="72235" y="112871"/>
                </a:cubicBezTo>
                <a:cubicBezTo>
                  <a:pt x="69760" y="119598"/>
                  <a:pt x="65540" y="124927"/>
                  <a:pt x="59576" y="128862"/>
                </a:cubicBezTo>
                <a:cubicBezTo>
                  <a:pt x="53612" y="132794"/>
                  <a:pt x="45363" y="134763"/>
                  <a:pt x="34830" y="1347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28C06-C815-4D93-AF8C-6232CB65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361" y="1192115"/>
            <a:ext cx="86417" cy="137620"/>
          </a:xfrm>
          <a:custGeom xmlns:a="http://schemas.openxmlformats.org/drawingml/2006/main">
            <a:pathLst>
              <a:path w="86417" h="137620">
                <a:moveTo>
                  <a:pt x="39594" y="137620"/>
                </a:moveTo>
                <a:cubicBezTo>
                  <a:pt x="29315" y="137620"/>
                  <a:pt x="20780" y="136477"/>
                  <a:pt x="13990" y="134194"/>
                </a:cubicBezTo>
                <a:cubicBezTo>
                  <a:pt x="7204" y="131908"/>
                  <a:pt x="2540" y="130005"/>
                  <a:pt x="0" y="128482"/>
                </a:cubicBezTo>
                <a:lnTo>
                  <a:pt x="4761" y="115920"/>
                </a:lnTo>
                <a:cubicBezTo>
                  <a:pt x="7424" y="117443"/>
                  <a:pt x="11707" y="119283"/>
                  <a:pt x="17608" y="121441"/>
                </a:cubicBezTo>
                <a:cubicBezTo>
                  <a:pt x="23509" y="123598"/>
                  <a:pt x="30838" y="124676"/>
                  <a:pt x="39594" y="124676"/>
                </a:cubicBezTo>
                <a:cubicBezTo>
                  <a:pt x="49618" y="124676"/>
                  <a:pt x="57359" y="122867"/>
                  <a:pt x="62814" y="119252"/>
                </a:cubicBezTo>
                <a:cubicBezTo>
                  <a:pt x="68271" y="115634"/>
                  <a:pt x="71000" y="109894"/>
                  <a:pt x="71000" y="102024"/>
                </a:cubicBezTo>
                <a:cubicBezTo>
                  <a:pt x="71000" y="95935"/>
                  <a:pt x="69509" y="91143"/>
                  <a:pt x="66525" y="87654"/>
                </a:cubicBezTo>
                <a:cubicBezTo>
                  <a:pt x="63545" y="84165"/>
                  <a:pt x="59610" y="81310"/>
                  <a:pt x="54724" y="79090"/>
                </a:cubicBezTo>
                <a:cubicBezTo>
                  <a:pt x="49841" y="76867"/>
                  <a:pt x="44477" y="74615"/>
                  <a:pt x="38642" y="72332"/>
                </a:cubicBezTo>
                <a:cubicBezTo>
                  <a:pt x="31535" y="69540"/>
                  <a:pt x="25349" y="66588"/>
                  <a:pt x="20083" y="63479"/>
                </a:cubicBezTo>
                <a:cubicBezTo>
                  <a:pt x="14816" y="60370"/>
                  <a:pt x="10756" y="56564"/>
                  <a:pt x="7901" y="52061"/>
                </a:cubicBezTo>
                <a:cubicBezTo>
                  <a:pt x="5046" y="47555"/>
                  <a:pt x="3618" y="41877"/>
                  <a:pt x="3618" y="35024"/>
                </a:cubicBezTo>
                <a:cubicBezTo>
                  <a:pt x="3618" y="27412"/>
                  <a:pt x="5332" y="21003"/>
                  <a:pt x="8758" y="15799"/>
                </a:cubicBezTo>
                <a:cubicBezTo>
                  <a:pt x="12184" y="10596"/>
                  <a:pt x="17131" y="6664"/>
                  <a:pt x="23603" y="3998"/>
                </a:cubicBezTo>
                <a:cubicBezTo>
                  <a:pt x="30075" y="1334"/>
                  <a:pt x="37753" y="0"/>
                  <a:pt x="46634" y="0"/>
                </a:cubicBezTo>
                <a:cubicBezTo>
                  <a:pt x="53995" y="0"/>
                  <a:pt x="60816" y="920"/>
                  <a:pt x="67097" y="2760"/>
                </a:cubicBezTo>
                <a:cubicBezTo>
                  <a:pt x="73378" y="4601"/>
                  <a:pt x="78233" y="6601"/>
                  <a:pt x="81659" y="8758"/>
                </a:cubicBezTo>
                <a:lnTo>
                  <a:pt x="76710" y="21128"/>
                </a:lnTo>
                <a:cubicBezTo>
                  <a:pt x="73029" y="18591"/>
                  <a:pt x="68557" y="16562"/>
                  <a:pt x="63291" y="15039"/>
                </a:cubicBezTo>
                <a:cubicBezTo>
                  <a:pt x="58024" y="13516"/>
                  <a:pt x="52409" y="12753"/>
                  <a:pt x="46446" y="12753"/>
                </a:cubicBezTo>
                <a:cubicBezTo>
                  <a:pt x="38325" y="12753"/>
                  <a:pt x="31661" y="14405"/>
                  <a:pt x="26458" y="17702"/>
                </a:cubicBezTo>
                <a:cubicBezTo>
                  <a:pt x="21257" y="21003"/>
                  <a:pt x="18654" y="26395"/>
                  <a:pt x="18654" y="33881"/>
                </a:cubicBezTo>
                <a:cubicBezTo>
                  <a:pt x="18654" y="38959"/>
                  <a:pt x="19922" y="43083"/>
                  <a:pt x="22463" y="46254"/>
                </a:cubicBezTo>
                <a:cubicBezTo>
                  <a:pt x="25000" y="49426"/>
                  <a:pt x="28489" y="52092"/>
                  <a:pt x="32930" y="54250"/>
                </a:cubicBezTo>
                <a:cubicBezTo>
                  <a:pt x="37373" y="56407"/>
                  <a:pt x="42385" y="58627"/>
                  <a:pt x="47969" y="60910"/>
                </a:cubicBezTo>
                <a:cubicBezTo>
                  <a:pt x="55201" y="63702"/>
                  <a:pt x="61705" y="66654"/>
                  <a:pt x="67477" y="69763"/>
                </a:cubicBezTo>
                <a:cubicBezTo>
                  <a:pt x="73252" y="72872"/>
                  <a:pt x="77853" y="76867"/>
                  <a:pt x="81279" y="81753"/>
                </a:cubicBezTo>
                <a:cubicBezTo>
                  <a:pt x="84705" y="86639"/>
                  <a:pt x="86417" y="93206"/>
                  <a:pt x="86417" y="101453"/>
                </a:cubicBezTo>
                <a:cubicBezTo>
                  <a:pt x="86417" y="109448"/>
                  <a:pt x="84513" y="116109"/>
                  <a:pt x="80707" y="121441"/>
                </a:cubicBezTo>
                <a:cubicBezTo>
                  <a:pt x="76901" y="126770"/>
                  <a:pt x="71506" y="130799"/>
                  <a:pt x="64528" y="133525"/>
                </a:cubicBezTo>
                <a:cubicBezTo>
                  <a:pt x="57547" y="136254"/>
                  <a:pt x="49238" y="137620"/>
                  <a:pt x="39594" y="1376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7CEB7-CAA4-46BB-A82E-EF788EB2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208" y="1226379"/>
            <a:ext cx="85274" cy="135714"/>
          </a:xfrm>
          <a:custGeom xmlns:a="http://schemas.openxmlformats.org/drawingml/2006/main">
            <a:pathLst>
              <a:path w="85274" h="135714">
                <a:moveTo>
                  <a:pt x="0" y="135714"/>
                </a:moveTo>
                <a:lnTo>
                  <a:pt x="0" y="5329"/>
                </a:lnTo>
                <a:cubicBezTo>
                  <a:pt x="2537" y="4441"/>
                  <a:pt x="5552" y="3615"/>
                  <a:pt x="9041" y="2855"/>
                </a:cubicBezTo>
                <a:cubicBezTo>
                  <a:pt x="12530" y="2092"/>
                  <a:pt x="16559" y="1426"/>
                  <a:pt x="21128" y="854"/>
                </a:cubicBezTo>
                <a:cubicBezTo>
                  <a:pt x="25695" y="283"/>
                  <a:pt x="30772" y="0"/>
                  <a:pt x="36356" y="0"/>
                </a:cubicBezTo>
                <a:cubicBezTo>
                  <a:pt x="46126" y="0"/>
                  <a:pt x="54690" y="2060"/>
                  <a:pt x="62051" y="6184"/>
                </a:cubicBezTo>
                <a:cubicBezTo>
                  <a:pt x="69412" y="10310"/>
                  <a:pt x="75121" y="16211"/>
                  <a:pt x="79181" y="23886"/>
                </a:cubicBezTo>
                <a:cubicBezTo>
                  <a:pt x="83242" y="31564"/>
                  <a:pt x="85274" y="40731"/>
                  <a:pt x="85274" y="51392"/>
                </a:cubicBezTo>
                <a:cubicBezTo>
                  <a:pt x="85274" y="61416"/>
                  <a:pt x="83528" y="70297"/>
                  <a:pt x="80039" y="78038"/>
                </a:cubicBezTo>
                <a:cubicBezTo>
                  <a:pt x="76550" y="85779"/>
                  <a:pt x="71503" y="91840"/>
                  <a:pt x="64905" y="96218"/>
                </a:cubicBezTo>
                <a:cubicBezTo>
                  <a:pt x="58307" y="100595"/>
                  <a:pt x="50249" y="102784"/>
                  <a:pt x="40734" y="102784"/>
                </a:cubicBezTo>
                <a:cubicBezTo>
                  <a:pt x="34641" y="102784"/>
                  <a:pt x="29281" y="101927"/>
                  <a:pt x="24649" y="100213"/>
                </a:cubicBezTo>
                <a:cubicBezTo>
                  <a:pt x="20017" y="98501"/>
                  <a:pt x="16559" y="96821"/>
                  <a:pt x="14276" y="95169"/>
                </a:cubicBezTo>
                <a:lnTo>
                  <a:pt x="14276" y="135714"/>
                </a:lnTo>
                <a:lnTo>
                  <a:pt x="0" y="135714"/>
                </a:lnTo>
                <a:close/>
                <a:moveTo>
                  <a:pt x="39019" y="90031"/>
                </a:moveTo>
                <a:cubicBezTo>
                  <a:pt x="44728" y="90031"/>
                  <a:pt x="49583" y="89048"/>
                  <a:pt x="53581" y="87079"/>
                </a:cubicBezTo>
                <a:cubicBezTo>
                  <a:pt x="57579" y="85113"/>
                  <a:pt x="60813" y="82353"/>
                  <a:pt x="63288" y="78801"/>
                </a:cubicBezTo>
                <a:cubicBezTo>
                  <a:pt x="65763" y="75247"/>
                  <a:pt x="67540" y="71155"/>
                  <a:pt x="68617" y="66523"/>
                </a:cubicBezTo>
                <a:cubicBezTo>
                  <a:pt x="69697" y="61891"/>
                  <a:pt x="70234" y="56910"/>
                  <a:pt x="70234" y="51581"/>
                </a:cubicBezTo>
                <a:cubicBezTo>
                  <a:pt x="70234" y="43334"/>
                  <a:pt x="68840" y="36290"/>
                  <a:pt x="66048" y="30452"/>
                </a:cubicBezTo>
                <a:cubicBezTo>
                  <a:pt x="63256" y="24617"/>
                  <a:pt x="59290" y="20174"/>
                  <a:pt x="54152" y="17131"/>
                </a:cubicBezTo>
                <a:cubicBezTo>
                  <a:pt x="49012" y="14085"/>
                  <a:pt x="43017" y="12562"/>
                  <a:pt x="36165" y="12562"/>
                </a:cubicBezTo>
                <a:cubicBezTo>
                  <a:pt x="30581" y="12562"/>
                  <a:pt x="25980" y="12847"/>
                  <a:pt x="22366" y="13419"/>
                </a:cubicBezTo>
                <a:cubicBezTo>
                  <a:pt x="18748" y="13987"/>
                  <a:pt x="16051" y="14528"/>
                  <a:pt x="14276" y="15036"/>
                </a:cubicBezTo>
                <a:lnTo>
                  <a:pt x="14276" y="81845"/>
                </a:lnTo>
                <a:cubicBezTo>
                  <a:pt x="16431" y="83496"/>
                  <a:pt x="19731" y="85271"/>
                  <a:pt x="24172" y="87177"/>
                </a:cubicBezTo>
                <a:cubicBezTo>
                  <a:pt x="28615" y="89080"/>
                  <a:pt x="33564" y="90031"/>
                  <a:pt x="39019" y="900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90661E-3E40-42F0-A421-2132CACA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559" y="1226379"/>
            <a:ext cx="54055" cy="100498"/>
          </a:xfrm>
          <a:custGeom xmlns:a="http://schemas.openxmlformats.org/drawingml/2006/main">
            <a:pathLst>
              <a:path w="54055" h="100498">
                <a:moveTo>
                  <a:pt x="0" y="100498"/>
                </a:moveTo>
                <a:lnTo>
                  <a:pt x="0" y="6469"/>
                </a:lnTo>
                <a:cubicBezTo>
                  <a:pt x="3298" y="5075"/>
                  <a:pt x="7835" y="3646"/>
                  <a:pt x="13607" y="2189"/>
                </a:cubicBezTo>
                <a:cubicBezTo>
                  <a:pt x="19382" y="729"/>
                  <a:pt x="26329" y="0"/>
                  <a:pt x="34450" y="0"/>
                </a:cubicBezTo>
                <a:cubicBezTo>
                  <a:pt x="37116" y="0"/>
                  <a:pt x="39748" y="157"/>
                  <a:pt x="42351" y="474"/>
                </a:cubicBezTo>
                <a:cubicBezTo>
                  <a:pt x="44951" y="792"/>
                  <a:pt x="47300" y="1172"/>
                  <a:pt x="49392" y="1617"/>
                </a:cubicBezTo>
                <a:cubicBezTo>
                  <a:pt x="51486" y="2060"/>
                  <a:pt x="53041" y="2472"/>
                  <a:pt x="54055" y="2855"/>
                </a:cubicBezTo>
                <a:lnTo>
                  <a:pt x="51201" y="15036"/>
                </a:lnTo>
                <a:cubicBezTo>
                  <a:pt x="50058" y="14528"/>
                  <a:pt x="47903" y="13987"/>
                  <a:pt x="44728" y="13419"/>
                </a:cubicBezTo>
                <a:cubicBezTo>
                  <a:pt x="41557" y="12847"/>
                  <a:pt x="37496" y="12562"/>
                  <a:pt x="32547" y="12562"/>
                </a:cubicBezTo>
                <a:cubicBezTo>
                  <a:pt x="27726" y="12562"/>
                  <a:pt x="23729" y="12910"/>
                  <a:pt x="20557" y="13607"/>
                </a:cubicBezTo>
                <a:cubicBezTo>
                  <a:pt x="17382" y="14305"/>
                  <a:pt x="15290" y="14908"/>
                  <a:pt x="14273" y="15416"/>
                </a:cubicBezTo>
                <a:lnTo>
                  <a:pt x="14273" y="100498"/>
                </a:lnTo>
                <a:lnTo>
                  <a:pt x="0" y="10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4E459-9DF1-4F8B-8B45-5FE7AA6C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799" y="1225996"/>
            <a:ext cx="90791" cy="103167"/>
          </a:xfrm>
          <a:custGeom xmlns:a="http://schemas.openxmlformats.org/drawingml/2006/main">
            <a:pathLst>
              <a:path w="90791" h="103167">
                <a:moveTo>
                  <a:pt x="45300" y="103167"/>
                </a:moveTo>
                <a:cubicBezTo>
                  <a:pt x="36545" y="103167"/>
                  <a:pt x="28741" y="101041"/>
                  <a:pt x="21888" y="96789"/>
                </a:cubicBezTo>
                <a:cubicBezTo>
                  <a:pt x="15036" y="92540"/>
                  <a:pt x="9675" y="86542"/>
                  <a:pt x="5804" y="78801"/>
                </a:cubicBezTo>
                <a:cubicBezTo>
                  <a:pt x="1935" y="71063"/>
                  <a:pt x="0" y="61988"/>
                  <a:pt x="0" y="51584"/>
                </a:cubicBezTo>
                <a:cubicBezTo>
                  <a:pt x="0" y="41179"/>
                  <a:pt x="1935" y="32138"/>
                  <a:pt x="5804" y="24460"/>
                </a:cubicBezTo>
                <a:cubicBezTo>
                  <a:pt x="9675" y="16782"/>
                  <a:pt x="15036" y="10787"/>
                  <a:pt x="21888" y="6472"/>
                </a:cubicBezTo>
                <a:cubicBezTo>
                  <a:pt x="28741" y="2157"/>
                  <a:pt x="36545" y="0"/>
                  <a:pt x="45300" y="0"/>
                </a:cubicBezTo>
                <a:cubicBezTo>
                  <a:pt x="54184" y="0"/>
                  <a:pt x="62051" y="2157"/>
                  <a:pt x="68903" y="6472"/>
                </a:cubicBezTo>
                <a:cubicBezTo>
                  <a:pt x="75755" y="10787"/>
                  <a:pt x="81116" y="16782"/>
                  <a:pt x="84988" y="24460"/>
                </a:cubicBezTo>
                <a:cubicBezTo>
                  <a:pt x="88857" y="32138"/>
                  <a:pt x="90791" y="41179"/>
                  <a:pt x="90791" y="51584"/>
                </a:cubicBezTo>
                <a:cubicBezTo>
                  <a:pt x="90791" y="61988"/>
                  <a:pt x="88857" y="71063"/>
                  <a:pt x="84988" y="78801"/>
                </a:cubicBezTo>
                <a:cubicBezTo>
                  <a:pt x="81116" y="86542"/>
                  <a:pt x="75787" y="92540"/>
                  <a:pt x="68997" y="96789"/>
                </a:cubicBezTo>
                <a:cubicBezTo>
                  <a:pt x="62208" y="101041"/>
                  <a:pt x="54310" y="103167"/>
                  <a:pt x="45300" y="103167"/>
                </a:cubicBezTo>
                <a:close/>
                <a:moveTo>
                  <a:pt x="45300" y="90414"/>
                </a:moveTo>
                <a:cubicBezTo>
                  <a:pt x="51644" y="90414"/>
                  <a:pt x="57101" y="88828"/>
                  <a:pt x="61671" y="85654"/>
                </a:cubicBezTo>
                <a:cubicBezTo>
                  <a:pt x="66237" y="82482"/>
                  <a:pt x="69760" y="77978"/>
                  <a:pt x="72235" y="72140"/>
                </a:cubicBezTo>
                <a:cubicBezTo>
                  <a:pt x="74709" y="66303"/>
                  <a:pt x="75947" y="59450"/>
                  <a:pt x="75947" y="51584"/>
                </a:cubicBezTo>
                <a:cubicBezTo>
                  <a:pt x="75947" y="43717"/>
                  <a:pt x="74709" y="36865"/>
                  <a:pt x="72235" y="31027"/>
                </a:cubicBezTo>
                <a:cubicBezTo>
                  <a:pt x="69760" y="25189"/>
                  <a:pt x="66237" y="20685"/>
                  <a:pt x="61671" y="17514"/>
                </a:cubicBezTo>
                <a:cubicBezTo>
                  <a:pt x="57101" y="14339"/>
                  <a:pt x="51644" y="12753"/>
                  <a:pt x="45300" y="12753"/>
                </a:cubicBezTo>
                <a:cubicBezTo>
                  <a:pt x="39082" y="12753"/>
                  <a:pt x="33690" y="14339"/>
                  <a:pt x="29121" y="17514"/>
                </a:cubicBezTo>
                <a:cubicBezTo>
                  <a:pt x="24552" y="20685"/>
                  <a:pt x="21031" y="25189"/>
                  <a:pt x="18557" y="31027"/>
                </a:cubicBezTo>
                <a:cubicBezTo>
                  <a:pt x="16082" y="36865"/>
                  <a:pt x="14845" y="43717"/>
                  <a:pt x="14845" y="51584"/>
                </a:cubicBezTo>
                <a:cubicBezTo>
                  <a:pt x="14845" y="59450"/>
                  <a:pt x="16082" y="66303"/>
                  <a:pt x="18557" y="72140"/>
                </a:cubicBezTo>
                <a:cubicBezTo>
                  <a:pt x="21031" y="77978"/>
                  <a:pt x="24552" y="82482"/>
                  <a:pt x="29121" y="85654"/>
                </a:cubicBezTo>
                <a:cubicBezTo>
                  <a:pt x="33690" y="88828"/>
                  <a:pt x="39082" y="90414"/>
                  <a:pt x="45300" y="904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CAF54-F648-421C-9ED1-AFA2CDC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147" y="1226379"/>
            <a:ext cx="83182" cy="136283"/>
          </a:xfrm>
          <a:custGeom xmlns:a="http://schemas.openxmlformats.org/drawingml/2006/main">
            <a:pathLst>
              <a:path w="83182" h="136283">
                <a:moveTo>
                  <a:pt x="36736" y="136283"/>
                </a:moveTo>
                <a:cubicBezTo>
                  <a:pt x="30518" y="136283"/>
                  <a:pt x="24746" y="135777"/>
                  <a:pt x="19417" y="134760"/>
                </a:cubicBezTo>
                <a:cubicBezTo>
                  <a:pt x="14087" y="133745"/>
                  <a:pt x="9518" y="132605"/>
                  <a:pt x="5712" y="131334"/>
                </a:cubicBezTo>
                <a:lnTo>
                  <a:pt x="8567" y="118772"/>
                </a:lnTo>
                <a:cubicBezTo>
                  <a:pt x="11739" y="120041"/>
                  <a:pt x="15928" y="121215"/>
                  <a:pt x="21128" y="122292"/>
                </a:cubicBezTo>
                <a:cubicBezTo>
                  <a:pt x="26332" y="123373"/>
                  <a:pt x="31661" y="123913"/>
                  <a:pt x="37119" y="123913"/>
                </a:cubicBezTo>
                <a:cubicBezTo>
                  <a:pt x="44731" y="123913"/>
                  <a:pt x="50886" y="122961"/>
                  <a:pt x="55581" y="121055"/>
                </a:cubicBezTo>
                <a:cubicBezTo>
                  <a:pt x="60276" y="119152"/>
                  <a:pt x="63734" y="116109"/>
                  <a:pt x="65954" y="111920"/>
                </a:cubicBezTo>
                <a:cubicBezTo>
                  <a:pt x="68174" y="107733"/>
                  <a:pt x="69286" y="102213"/>
                  <a:pt x="69286" y="95360"/>
                </a:cubicBezTo>
                <a:lnTo>
                  <a:pt x="69286" y="89080"/>
                </a:lnTo>
                <a:cubicBezTo>
                  <a:pt x="67508" y="90348"/>
                  <a:pt x="64465" y="91903"/>
                  <a:pt x="60150" y="93743"/>
                </a:cubicBezTo>
                <a:cubicBezTo>
                  <a:pt x="55836" y="95583"/>
                  <a:pt x="50315" y="96503"/>
                  <a:pt x="43588" y="96503"/>
                </a:cubicBezTo>
                <a:cubicBezTo>
                  <a:pt x="35850" y="96503"/>
                  <a:pt x="28646" y="94883"/>
                  <a:pt x="21986" y="91649"/>
                </a:cubicBezTo>
                <a:cubicBezTo>
                  <a:pt x="15325" y="88414"/>
                  <a:pt x="9996" y="83305"/>
                  <a:pt x="5998" y="76327"/>
                </a:cubicBezTo>
                <a:cubicBezTo>
                  <a:pt x="2000" y="69346"/>
                  <a:pt x="0" y="60210"/>
                  <a:pt x="0" y="48918"/>
                </a:cubicBezTo>
                <a:cubicBezTo>
                  <a:pt x="0" y="39528"/>
                  <a:pt x="1872" y="31152"/>
                  <a:pt x="5615" y="23792"/>
                </a:cubicBezTo>
                <a:cubicBezTo>
                  <a:pt x="9361" y="16431"/>
                  <a:pt x="14753" y="10627"/>
                  <a:pt x="21794" y="6375"/>
                </a:cubicBezTo>
                <a:cubicBezTo>
                  <a:pt x="28838" y="2123"/>
                  <a:pt x="37245" y="0"/>
                  <a:pt x="47014" y="0"/>
                </a:cubicBezTo>
                <a:cubicBezTo>
                  <a:pt x="55898" y="0"/>
                  <a:pt x="63228" y="600"/>
                  <a:pt x="69000" y="1806"/>
                </a:cubicBezTo>
                <a:cubicBezTo>
                  <a:pt x="74775" y="3012"/>
                  <a:pt x="79501" y="4186"/>
                  <a:pt x="83182" y="5329"/>
                </a:cubicBezTo>
                <a:lnTo>
                  <a:pt x="83182" y="94598"/>
                </a:lnTo>
                <a:cubicBezTo>
                  <a:pt x="83182" y="109445"/>
                  <a:pt x="79341" y="120104"/>
                  <a:pt x="71666" y="126576"/>
                </a:cubicBezTo>
                <a:cubicBezTo>
                  <a:pt x="63988" y="133048"/>
                  <a:pt x="52347" y="136283"/>
                  <a:pt x="36736" y="136283"/>
                </a:cubicBezTo>
                <a:close/>
                <a:moveTo>
                  <a:pt x="44160" y="83939"/>
                </a:moveTo>
                <a:cubicBezTo>
                  <a:pt x="49363" y="83939"/>
                  <a:pt x="54218" y="83179"/>
                  <a:pt x="58722" y="81656"/>
                </a:cubicBezTo>
                <a:cubicBezTo>
                  <a:pt x="63228" y="80133"/>
                  <a:pt x="66685" y="78356"/>
                  <a:pt x="69094" y="76327"/>
                </a:cubicBezTo>
                <a:lnTo>
                  <a:pt x="69094" y="15036"/>
                </a:lnTo>
                <a:cubicBezTo>
                  <a:pt x="67066" y="14402"/>
                  <a:pt x="64399" y="13830"/>
                  <a:pt x="61102" y="13322"/>
                </a:cubicBezTo>
                <a:cubicBezTo>
                  <a:pt x="57802" y="12816"/>
                  <a:pt x="53170" y="12562"/>
                  <a:pt x="47206" y="12562"/>
                </a:cubicBezTo>
                <a:cubicBezTo>
                  <a:pt x="40354" y="12562"/>
                  <a:pt x="34516" y="14085"/>
                  <a:pt x="29695" y="17131"/>
                </a:cubicBezTo>
                <a:cubicBezTo>
                  <a:pt x="24872" y="20174"/>
                  <a:pt x="21194" y="24457"/>
                  <a:pt x="18654" y="29978"/>
                </a:cubicBezTo>
                <a:cubicBezTo>
                  <a:pt x="16116" y="35499"/>
                  <a:pt x="14848" y="41874"/>
                  <a:pt x="14848" y="49106"/>
                </a:cubicBezTo>
                <a:cubicBezTo>
                  <a:pt x="14848" y="55324"/>
                  <a:pt x="15673" y="60653"/>
                  <a:pt x="17322" y="65097"/>
                </a:cubicBezTo>
                <a:cubicBezTo>
                  <a:pt x="18971" y="69537"/>
                  <a:pt x="21194" y="73155"/>
                  <a:pt x="23986" y="75947"/>
                </a:cubicBezTo>
                <a:cubicBezTo>
                  <a:pt x="26775" y="78736"/>
                  <a:pt x="29918" y="80767"/>
                  <a:pt x="33407" y="82036"/>
                </a:cubicBezTo>
                <a:cubicBezTo>
                  <a:pt x="36896" y="83305"/>
                  <a:pt x="40482" y="83939"/>
                  <a:pt x="44160" y="839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F268D4-DBD1-4420-8E03-E9B726A0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07" y="1226379"/>
            <a:ext cx="54055" cy="100498"/>
          </a:xfrm>
          <a:custGeom xmlns:a="http://schemas.openxmlformats.org/drawingml/2006/main">
            <a:pathLst>
              <a:path w="54055" h="100498">
                <a:moveTo>
                  <a:pt x="0" y="100498"/>
                </a:moveTo>
                <a:lnTo>
                  <a:pt x="0" y="6469"/>
                </a:lnTo>
                <a:cubicBezTo>
                  <a:pt x="3298" y="5075"/>
                  <a:pt x="7835" y="3646"/>
                  <a:pt x="13607" y="2189"/>
                </a:cubicBezTo>
                <a:cubicBezTo>
                  <a:pt x="19382" y="729"/>
                  <a:pt x="26329" y="0"/>
                  <a:pt x="34450" y="0"/>
                </a:cubicBezTo>
                <a:cubicBezTo>
                  <a:pt x="37116" y="0"/>
                  <a:pt x="39748" y="157"/>
                  <a:pt x="42351" y="474"/>
                </a:cubicBezTo>
                <a:cubicBezTo>
                  <a:pt x="44951" y="792"/>
                  <a:pt x="47300" y="1172"/>
                  <a:pt x="49392" y="1617"/>
                </a:cubicBezTo>
                <a:cubicBezTo>
                  <a:pt x="51486" y="2060"/>
                  <a:pt x="53041" y="2472"/>
                  <a:pt x="54055" y="2855"/>
                </a:cubicBezTo>
                <a:lnTo>
                  <a:pt x="51201" y="15036"/>
                </a:lnTo>
                <a:cubicBezTo>
                  <a:pt x="50058" y="14528"/>
                  <a:pt x="47900" y="13987"/>
                  <a:pt x="44728" y="13419"/>
                </a:cubicBezTo>
                <a:cubicBezTo>
                  <a:pt x="41557" y="12847"/>
                  <a:pt x="37496" y="12562"/>
                  <a:pt x="32547" y="12562"/>
                </a:cubicBezTo>
                <a:cubicBezTo>
                  <a:pt x="27726" y="12562"/>
                  <a:pt x="23729" y="12910"/>
                  <a:pt x="20557" y="13607"/>
                </a:cubicBezTo>
                <a:cubicBezTo>
                  <a:pt x="17382" y="14305"/>
                  <a:pt x="15290" y="14908"/>
                  <a:pt x="14273" y="15416"/>
                </a:cubicBezTo>
                <a:lnTo>
                  <a:pt x="14273" y="100498"/>
                </a:lnTo>
                <a:lnTo>
                  <a:pt x="0" y="10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E235A-E601-4BC9-B8EB-E1D52DCB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213" y="1225996"/>
            <a:ext cx="74044" cy="102976"/>
          </a:xfrm>
          <a:custGeom xmlns:a="http://schemas.openxmlformats.org/drawingml/2006/main">
            <a:pathLst>
              <a:path w="74044" h="102976">
                <a:moveTo>
                  <a:pt x="36927" y="102976"/>
                </a:moveTo>
                <a:cubicBezTo>
                  <a:pt x="29821" y="102976"/>
                  <a:pt x="23477" y="101961"/>
                  <a:pt x="17894" y="99930"/>
                </a:cubicBezTo>
                <a:cubicBezTo>
                  <a:pt x="12310" y="97901"/>
                  <a:pt x="7932" y="94600"/>
                  <a:pt x="4761" y="90034"/>
                </a:cubicBezTo>
                <a:cubicBezTo>
                  <a:pt x="1586" y="85465"/>
                  <a:pt x="0" y="79438"/>
                  <a:pt x="0" y="71949"/>
                </a:cubicBezTo>
                <a:cubicBezTo>
                  <a:pt x="0" y="64717"/>
                  <a:pt x="1777" y="58847"/>
                  <a:pt x="5329" y="54344"/>
                </a:cubicBezTo>
                <a:cubicBezTo>
                  <a:pt x="8884" y="49838"/>
                  <a:pt x="13802" y="46572"/>
                  <a:pt x="20083" y="44540"/>
                </a:cubicBezTo>
                <a:cubicBezTo>
                  <a:pt x="26363" y="42511"/>
                  <a:pt x="33438" y="41497"/>
                  <a:pt x="41305" y="41497"/>
                </a:cubicBezTo>
                <a:cubicBezTo>
                  <a:pt x="44857" y="41497"/>
                  <a:pt x="48600" y="41814"/>
                  <a:pt x="52535" y="42448"/>
                </a:cubicBezTo>
                <a:cubicBezTo>
                  <a:pt x="56470" y="43083"/>
                  <a:pt x="58945" y="43654"/>
                  <a:pt x="59959" y="44160"/>
                </a:cubicBezTo>
                <a:lnTo>
                  <a:pt x="59959" y="38451"/>
                </a:lnTo>
                <a:cubicBezTo>
                  <a:pt x="59959" y="34136"/>
                  <a:pt x="59419" y="29981"/>
                  <a:pt x="58342" y="25983"/>
                </a:cubicBezTo>
                <a:cubicBezTo>
                  <a:pt x="57261" y="21986"/>
                  <a:pt x="55073" y="18717"/>
                  <a:pt x="51775" y="16179"/>
                </a:cubicBezTo>
                <a:cubicBezTo>
                  <a:pt x="48475" y="13642"/>
                  <a:pt x="43463" y="12373"/>
                  <a:pt x="36736" y="12373"/>
                </a:cubicBezTo>
                <a:cubicBezTo>
                  <a:pt x="29758" y="12373"/>
                  <a:pt x="24429" y="12882"/>
                  <a:pt x="20748" y="13896"/>
                </a:cubicBezTo>
                <a:cubicBezTo>
                  <a:pt x="17068" y="14910"/>
                  <a:pt x="14339" y="15736"/>
                  <a:pt x="12564" y="16371"/>
                </a:cubicBezTo>
                <a:lnTo>
                  <a:pt x="10658" y="4189"/>
                </a:lnTo>
                <a:cubicBezTo>
                  <a:pt x="12944" y="3172"/>
                  <a:pt x="16433" y="2220"/>
                  <a:pt x="21128" y="1334"/>
                </a:cubicBezTo>
                <a:cubicBezTo>
                  <a:pt x="25823" y="446"/>
                  <a:pt x="31344" y="0"/>
                  <a:pt x="37688" y="0"/>
                </a:cubicBezTo>
                <a:cubicBezTo>
                  <a:pt x="46697" y="0"/>
                  <a:pt x="53835" y="1586"/>
                  <a:pt x="59102" y="4761"/>
                </a:cubicBezTo>
                <a:cubicBezTo>
                  <a:pt x="64368" y="7932"/>
                  <a:pt x="68174" y="12279"/>
                  <a:pt x="70523" y="17797"/>
                </a:cubicBezTo>
                <a:cubicBezTo>
                  <a:pt x="72869" y="23317"/>
                  <a:pt x="74044" y="29629"/>
                  <a:pt x="74044" y="36736"/>
                </a:cubicBezTo>
                <a:lnTo>
                  <a:pt x="74044" y="98598"/>
                </a:lnTo>
                <a:cubicBezTo>
                  <a:pt x="71380" y="99232"/>
                  <a:pt x="66620" y="100121"/>
                  <a:pt x="59767" y="101264"/>
                </a:cubicBezTo>
                <a:cubicBezTo>
                  <a:pt x="52915" y="102404"/>
                  <a:pt x="45303" y="102976"/>
                  <a:pt x="36927" y="102976"/>
                </a:cubicBezTo>
                <a:close/>
                <a:moveTo>
                  <a:pt x="39022" y="90794"/>
                </a:moveTo>
                <a:cubicBezTo>
                  <a:pt x="43463" y="90794"/>
                  <a:pt x="47460" y="90634"/>
                  <a:pt x="51012" y="90317"/>
                </a:cubicBezTo>
                <a:cubicBezTo>
                  <a:pt x="54567" y="90000"/>
                  <a:pt x="57547" y="89588"/>
                  <a:pt x="59959" y="89080"/>
                </a:cubicBezTo>
                <a:lnTo>
                  <a:pt x="59959" y="55961"/>
                </a:lnTo>
                <a:cubicBezTo>
                  <a:pt x="58690" y="55327"/>
                  <a:pt x="56533" y="54693"/>
                  <a:pt x="53487" y="54058"/>
                </a:cubicBezTo>
                <a:cubicBezTo>
                  <a:pt x="50441" y="53424"/>
                  <a:pt x="46509" y="53107"/>
                  <a:pt x="41685" y="53107"/>
                </a:cubicBezTo>
                <a:cubicBezTo>
                  <a:pt x="37625" y="53107"/>
                  <a:pt x="33501" y="53550"/>
                  <a:pt x="29312" y="54438"/>
                </a:cubicBezTo>
                <a:cubicBezTo>
                  <a:pt x="25126" y="55327"/>
                  <a:pt x="21606" y="57104"/>
                  <a:pt x="18748" y="59767"/>
                </a:cubicBezTo>
                <a:cubicBezTo>
                  <a:pt x="15893" y="62434"/>
                  <a:pt x="14468" y="66431"/>
                  <a:pt x="14468" y="71760"/>
                </a:cubicBezTo>
                <a:cubicBezTo>
                  <a:pt x="14468" y="78867"/>
                  <a:pt x="16688" y="83816"/>
                  <a:pt x="21128" y="86608"/>
                </a:cubicBezTo>
                <a:cubicBezTo>
                  <a:pt x="25569" y="89400"/>
                  <a:pt x="31535" y="90794"/>
                  <a:pt x="39022" y="907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5E1A9-07AE-475D-99D7-77FB5571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091" y="1226379"/>
            <a:ext cx="133431" cy="100498"/>
          </a:xfrm>
          <a:custGeom xmlns:a="http://schemas.openxmlformats.org/drawingml/2006/main">
            <a:pathLst>
              <a:path w="133431" h="100498">
                <a:moveTo>
                  <a:pt x="0" y="100498"/>
                </a:moveTo>
                <a:lnTo>
                  <a:pt x="0" y="5329"/>
                </a:lnTo>
                <a:cubicBezTo>
                  <a:pt x="3935" y="4312"/>
                  <a:pt x="8947" y="3172"/>
                  <a:pt x="15039" y="1903"/>
                </a:cubicBezTo>
                <a:cubicBezTo>
                  <a:pt x="21128" y="634"/>
                  <a:pt x="28678" y="0"/>
                  <a:pt x="37688" y="0"/>
                </a:cubicBezTo>
                <a:cubicBezTo>
                  <a:pt x="44034" y="0"/>
                  <a:pt x="49458" y="886"/>
                  <a:pt x="53964" y="2663"/>
                </a:cubicBezTo>
                <a:cubicBezTo>
                  <a:pt x="58467" y="4441"/>
                  <a:pt x="62116" y="7104"/>
                  <a:pt x="64908" y="10658"/>
                </a:cubicBezTo>
                <a:cubicBezTo>
                  <a:pt x="66051" y="9770"/>
                  <a:pt x="68080" y="8470"/>
                  <a:pt x="70997" y="6755"/>
                </a:cubicBezTo>
                <a:cubicBezTo>
                  <a:pt x="73918" y="5043"/>
                  <a:pt x="77630" y="3489"/>
                  <a:pt x="82133" y="2092"/>
                </a:cubicBezTo>
                <a:cubicBezTo>
                  <a:pt x="86639" y="697"/>
                  <a:pt x="91746" y="0"/>
                  <a:pt x="97455" y="0"/>
                </a:cubicBezTo>
                <a:cubicBezTo>
                  <a:pt x="107608" y="0"/>
                  <a:pt x="115254" y="1935"/>
                  <a:pt x="120392" y="5804"/>
                </a:cubicBezTo>
                <a:cubicBezTo>
                  <a:pt x="125533" y="9675"/>
                  <a:pt x="128990" y="15005"/>
                  <a:pt x="130765" y="21794"/>
                </a:cubicBezTo>
                <a:cubicBezTo>
                  <a:pt x="132542" y="28581"/>
                  <a:pt x="133431" y="36419"/>
                  <a:pt x="133431" y="45300"/>
                </a:cubicBezTo>
                <a:lnTo>
                  <a:pt x="133431" y="100498"/>
                </a:lnTo>
                <a:lnTo>
                  <a:pt x="119155" y="100498"/>
                </a:lnTo>
                <a:lnTo>
                  <a:pt x="119155" y="49298"/>
                </a:lnTo>
                <a:cubicBezTo>
                  <a:pt x="119155" y="40922"/>
                  <a:pt x="118583" y="34039"/>
                  <a:pt x="117443" y="28646"/>
                </a:cubicBezTo>
                <a:cubicBezTo>
                  <a:pt x="116300" y="23251"/>
                  <a:pt x="114080" y="19222"/>
                  <a:pt x="110780" y="16559"/>
                </a:cubicBezTo>
                <a:cubicBezTo>
                  <a:pt x="107482" y="13893"/>
                  <a:pt x="102596" y="12562"/>
                  <a:pt x="96123" y="12562"/>
                </a:cubicBezTo>
                <a:cubicBezTo>
                  <a:pt x="91429" y="12562"/>
                  <a:pt x="87337" y="13102"/>
                  <a:pt x="83848" y="14179"/>
                </a:cubicBezTo>
                <a:cubicBezTo>
                  <a:pt x="80359" y="15259"/>
                  <a:pt x="77501" y="16496"/>
                  <a:pt x="75281" y="17891"/>
                </a:cubicBezTo>
                <a:cubicBezTo>
                  <a:pt x="73061" y="19285"/>
                  <a:pt x="71443" y="20365"/>
                  <a:pt x="70429" y="21125"/>
                </a:cubicBezTo>
                <a:cubicBezTo>
                  <a:pt x="71569" y="24300"/>
                  <a:pt x="72426" y="27915"/>
                  <a:pt x="72998" y="31975"/>
                </a:cubicBezTo>
                <a:cubicBezTo>
                  <a:pt x="73569" y="36036"/>
                  <a:pt x="73855" y="40288"/>
                  <a:pt x="73855" y="44728"/>
                </a:cubicBezTo>
                <a:lnTo>
                  <a:pt x="73855" y="100498"/>
                </a:lnTo>
                <a:lnTo>
                  <a:pt x="59579" y="100498"/>
                </a:lnTo>
                <a:lnTo>
                  <a:pt x="59579" y="49298"/>
                </a:lnTo>
                <a:cubicBezTo>
                  <a:pt x="59579" y="40922"/>
                  <a:pt x="59007" y="34039"/>
                  <a:pt x="57864" y="28646"/>
                </a:cubicBezTo>
                <a:cubicBezTo>
                  <a:pt x="56724" y="23251"/>
                  <a:pt x="54470" y="19222"/>
                  <a:pt x="51109" y="16559"/>
                </a:cubicBezTo>
                <a:cubicBezTo>
                  <a:pt x="47746" y="13893"/>
                  <a:pt x="42702" y="12562"/>
                  <a:pt x="35976" y="12562"/>
                </a:cubicBezTo>
                <a:cubicBezTo>
                  <a:pt x="32295" y="12562"/>
                  <a:pt x="28964" y="12719"/>
                  <a:pt x="25983" y="13036"/>
                </a:cubicBezTo>
                <a:cubicBezTo>
                  <a:pt x="23000" y="13353"/>
                  <a:pt x="20525" y="13705"/>
                  <a:pt x="18559" y="14085"/>
                </a:cubicBezTo>
                <a:cubicBezTo>
                  <a:pt x="16594" y="14465"/>
                  <a:pt x="15165" y="14782"/>
                  <a:pt x="14276" y="15036"/>
                </a:cubicBezTo>
                <a:lnTo>
                  <a:pt x="14276" y="100498"/>
                </a:lnTo>
                <a:lnTo>
                  <a:pt x="0" y="10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80821-0ACF-458F-9435-BF1908A4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934" y="1228282"/>
            <a:ext cx="26078" cy="128862"/>
          </a:xfrm>
          <a:custGeom xmlns:a="http://schemas.openxmlformats.org/drawingml/2006/main">
            <a:pathLst>
              <a:path w="26078" h="128862">
                <a:moveTo>
                  <a:pt x="10661" y="128862"/>
                </a:moveTo>
                <a:lnTo>
                  <a:pt x="0" y="124673"/>
                </a:lnTo>
                <a:cubicBezTo>
                  <a:pt x="2920" y="118709"/>
                  <a:pt x="4981" y="112585"/>
                  <a:pt x="6186" y="106305"/>
                </a:cubicBezTo>
                <a:cubicBezTo>
                  <a:pt x="7392" y="100024"/>
                  <a:pt x="7995" y="93712"/>
                  <a:pt x="7995" y="87365"/>
                </a:cubicBezTo>
                <a:cubicBezTo>
                  <a:pt x="7995" y="86351"/>
                  <a:pt x="7964" y="85399"/>
                  <a:pt x="7901" y="84511"/>
                </a:cubicBezTo>
                <a:cubicBezTo>
                  <a:pt x="7838" y="83622"/>
                  <a:pt x="7807" y="82733"/>
                  <a:pt x="7807" y="81847"/>
                </a:cubicBezTo>
                <a:cubicBezTo>
                  <a:pt x="7807" y="80959"/>
                  <a:pt x="7741" y="80133"/>
                  <a:pt x="7615" y="79373"/>
                </a:cubicBezTo>
                <a:lnTo>
                  <a:pt x="23414" y="79373"/>
                </a:lnTo>
                <a:cubicBezTo>
                  <a:pt x="23540" y="80642"/>
                  <a:pt x="23603" y="81750"/>
                  <a:pt x="23603" y="82702"/>
                </a:cubicBezTo>
                <a:cubicBezTo>
                  <a:pt x="23603" y="83653"/>
                  <a:pt x="23603" y="84448"/>
                  <a:pt x="23603" y="85082"/>
                </a:cubicBezTo>
                <a:cubicBezTo>
                  <a:pt x="23603" y="92823"/>
                  <a:pt x="22463" y="100467"/>
                  <a:pt x="20177" y="108019"/>
                </a:cubicBezTo>
                <a:cubicBezTo>
                  <a:pt x="17894" y="115569"/>
                  <a:pt x="14722" y="122515"/>
                  <a:pt x="10661" y="128862"/>
                </a:cubicBezTo>
                <a:close/>
                <a:moveTo>
                  <a:pt x="14848" y="22460"/>
                </a:moveTo>
                <a:cubicBezTo>
                  <a:pt x="11421" y="22460"/>
                  <a:pt x="8693" y="21380"/>
                  <a:pt x="6664" y="19222"/>
                </a:cubicBezTo>
                <a:cubicBezTo>
                  <a:pt x="4632" y="17065"/>
                  <a:pt x="3618" y="14402"/>
                  <a:pt x="3618" y="11230"/>
                </a:cubicBezTo>
                <a:cubicBezTo>
                  <a:pt x="3618" y="8058"/>
                  <a:pt x="4632" y="5392"/>
                  <a:pt x="6664" y="3235"/>
                </a:cubicBezTo>
                <a:cubicBezTo>
                  <a:pt x="8693" y="1077"/>
                  <a:pt x="11421" y="0"/>
                  <a:pt x="14848" y="0"/>
                </a:cubicBezTo>
                <a:cubicBezTo>
                  <a:pt x="18274" y="0"/>
                  <a:pt x="21003" y="1077"/>
                  <a:pt x="23031" y="3235"/>
                </a:cubicBezTo>
                <a:cubicBezTo>
                  <a:pt x="25063" y="5392"/>
                  <a:pt x="26078" y="8058"/>
                  <a:pt x="26078" y="11230"/>
                </a:cubicBezTo>
                <a:cubicBezTo>
                  <a:pt x="26078" y="14402"/>
                  <a:pt x="25063" y="17065"/>
                  <a:pt x="23031" y="19222"/>
                </a:cubicBezTo>
                <a:cubicBezTo>
                  <a:pt x="21003" y="21380"/>
                  <a:pt x="18274" y="22460"/>
                  <a:pt x="14848" y="22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4EE41-9BF5-440C-AC7A-721A8C7E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687" y="1194972"/>
            <a:ext cx="117060" cy="131905"/>
          </a:xfrm>
          <a:custGeom xmlns:a="http://schemas.openxmlformats.org/drawingml/2006/main">
            <a:pathLst>
              <a:path w="117060" h="131905">
                <a:moveTo>
                  <a:pt x="51772" y="131905"/>
                </a:moveTo>
                <a:cubicBezTo>
                  <a:pt x="47712" y="122895"/>
                  <a:pt x="43745" y="113889"/>
                  <a:pt x="39876" y="104879"/>
                </a:cubicBezTo>
                <a:cubicBezTo>
                  <a:pt x="36004" y="95869"/>
                  <a:pt x="32073" y="86256"/>
                  <a:pt x="28075" y="76041"/>
                </a:cubicBezTo>
                <a:cubicBezTo>
                  <a:pt x="24077" y="65825"/>
                  <a:pt x="19794" y="54533"/>
                  <a:pt x="15228" y="42160"/>
                </a:cubicBezTo>
                <a:cubicBezTo>
                  <a:pt x="10658" y="29787"/>
                  <a:pt x="5584" y="15733"/>
                  <a:pt x="0" y="0"/>
                </a:cubicBezTo>
                <a:lnTo>
                  <a:pt x="16559" y="0"/>
                </a:lnTo>
                <a:cubicBezTo>
                  <a:pt x="20240" y="10784"/>
                  <a:pt x="23823" y="21160"/>
                  <a:pt x="27312" y="31121"/>
                </a:cubicBezTo>
                <a:cubicBezTo>
                  <a:pt x="30804" y="41082"/>
                  <a:pt x="34230" y="50726"/>
                  <a:pt x="37590" y="60053"/>
                </a:cubicBezTo>
                <a:cubicBezTo>
                  <a:pt x="40954" y="69380"/>
                  <a:pt x="44411" y="78547"/>
                  <a:pt x="47966" y="87557"/>
                </a:cubicBezTo>
                <a:cubicBezTo>
                  <a:pt x="51518" y="96566"/>
                  <a:pt x="55198" y="105513"/>
                  <a:pt x="59005" y="114394"/>
                </a:cubicBezTo>
                <a:cubicBezTo>
                  <a:pt x="62811" y="105639"/>
                  <a:pt x="66460" y="96789"/>
                  <a:pt x="69949" y="87842"/>
                </a:cubicBezTo>
                <a:cubicBezTo>
                  <a:pt x="73441" y="78896"/>
                  <a:pt x="76898" y="69729"/>
                  <a:pt x="80324" y="60336"/>
                </a:cubicBezTo>
                <a:cubicBezTo>
                  <a:pt x="83750" y="50946"/>
                  <a:pt x="87208" y="41239"/>
                  <a:pt x="90697" y="31215"/>
                </a:cubicBezTo>
                <a:cubicBezTo>
                  <a:pt x="94186" y="21191"/>
                  <a:pt x="97709" y="10784"/>
                  <a:pt x="101261" y="0"/>
                </a:cubicBezTo>
                <a:lnTo>
                  <a:pt x="117060" y="0"/>
                </a:lnTo>
                <a:cubicBezTo>
                  <a:pt x="111603" y="15733"/>
                  <a:pt x="106590" y="29787"/>
                  <a:pt x="102021" y="42160"/>
                </a:cubicBezTo>
                <a:cubicBezTo>
                  <a:pt x="97455" y="54533"/>
                  <a:pt x="93172" y="65825"/>
                  <a:pt x="89174" y="76041"/>
                </a:cubicBezTo>
                <a:cubicBezTo>
                  <a:pt x="85176" y="86256"/>
                  <a:pt x="81244" y="95869"/>
                  <a:pt x="77373" y="104879"/>
                </a:cubicBezTo>
                <a:cubicBezTo>
                  <a:pt x="73503" y="113889"/>
                  <a:pt x="69537" y="122895"/>
                  <a:pt x="65477" y="131905"/>
                </a:cubicBezTo>
                <a:lnTo>
                  <a:pt x="51772" y="1319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EAC7A-3320-413F-AD59-0F02937B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3644" y="1192115"/>
            <a:ext cx="83559" cy="137620"/>
          </a:xfrm>
          <a:custGeom xmlns:a="http://schemas.openxmlformats.org/drawingml/2006/main">
            <a:pathLst>
              <a:path w="83559" h="137620">
                <a:moveTo>
                  <a:pt x="41682" y="137620"/>
                </a:moveTo>
                <a:cubicBezTo>
                  <a:pt x="35213" y="137620"/>
                  <a:pt x="29407" y="136700"/>
                  <a:pt x="24269" y="134860"/>
                </a:cubicBezTo>
                <a:cubicBezTo>
                  <a:pt x="19128" y="133019"/>
                  <a:pt x="14750" y="130451"/>
                  <a:pt x="11133" y="127150"/>
                </a:cubicBezTo>
                <a:cubicBezTo>
                  <a:pt x="7518" y="123850"/>
                  <a:pt x="4758" y="120012"/>
                  <a:pt x="2855" y="115634"/>
                </a:cubicBezTo>
                <a:cubicBezTo>
                  <a:pt x="952" y="111257"/>
                  <a:pt x="0" y="106530"/>
                  <a:pt x="0" y="101453"/>
                </a:cubicBezTo>
                <a:cubicBezTo>
                  <a:pt x="0" y="92826"/>
                  <a:pt x="2283" y="85688"/>
                  <a:pt x="6852" y="80041"/>
                </a:cubicBezTo>
                <a:cubicBezTo>
                  <a:pt x="11419" y="74392"/>
                  <a:pt x="16622" y="69920"/>
                  <a:pt x="22460" y="66620"/>
                </a:cubicBezTo>
                <a:cubicBezTo>
                  <a:pt x="14973" y="62688"/>
                  <a:pt x="9833" y="58182"/>
                  <a:pt x="7041" y="53107"/>
                </a:cubicBezTo>
                <a:cubicBezTo>
                  <a:pt x="4249" y="48032"/>
                  <a:pt x="2855" y="42385"/>
                  <a:pt x="2855" y="36167"/>
                </a:cubicBezTo>
                <a:cubicBezTo>
                  <a:pt x="2855" y="28932"/>
                  <a:pt x="4503" y="22620"/>
                  <a:pt x="7804" y="17228"/>
                </a:cubicBezTo>
                <a:cubicBezTo>
                  <a:pt x="11101" y="11833"/>
                  <a:pt x="15671" y="7615"/>
                  <a:pt x="21508" y="4569"/>
                </a:cubicBezTo>
                <a:cubicBezTo>
                  <a:pt x="27343" y="1523"/>
                  <a:pt x="34070" y="0"/>
                  <a:pt x="41682" y="0"/>
                </a:cubicBezTo>
                <a:cubicBezTo>
                  <a:pt x="50692" y="0"/>
                  <a:pt x="58053" y="1683"/>
                  <a:pt x="63762" y="5046"/>
                </a:cubicBezTo>
                <a:cubicBezTo>
                  <a:pt x="69474" y="8407"/>
                  <a:pt x="73692" y="12690"/>
                  <a:pt x="76421" y="17894"/>
                </a:cubicBezTo>
                <a:cubicBezTo>
                  <a:pt x="79150" y="23097"/>
                  <a:pt x="80513" y="28552"/>
                  <a:pt x="80513" y="34264"/>
                </a:cubicBezTo>
                <a:cubicBezTo>
                  <a:pt x="80513" y="39594"/>
                  <a:pt x="79467" y="44414"/>
                  <a:pt x="77373" y="48729"/>
                </a:cubicBezTo>
                <a:cubicBezTo>
                  <a:pt x="75278" y="53044"/>
                  <a:pt x="72646" y="56787"/>
                  <a:pt x="69474" y="59959"/>
                </a:cubicBezTo>
                <a:cubicBezTo>
                  <a:pt x="66303" y="63131"/>
                  <a:pt x="63065" y="65734"/>
                  <a:pt x="59767" y="67763"/>
                </a:cubicBezTo>
                <a:cubicBezTo>
                  <a:pt x="68523" y="71698"/>
                  <a:pt x="74675" y="76487"/>
                  <a:pt x="78230" y="82133"/>
                </a:cubicBezTo>
                <a:cubicBezTo>
                  <a:pt x="81782" y="87780"/>
                  <a:pt x="83559" y="93840"/>
                  <a:pt x="83559" y="100313"/>
                </a:cubicBezTo>
                <a:cubicBezTo>
                  <a:pt x="83559" y="107671"/>
                  <a:pt x="81847" y="114143"/>
                  <a:pt x="78421" y="119726"/>
                </a:cubicBezTo>
                <a:cubicBezTo>
                  <a:pt x="74995" y="125310"/>
                  <a:pt x="70172" y="129688"/>
                  <a:pt x="63954" y="132859"/>
                </a:cubicBezTo>
                <a:cubicBezTo>
                  <a:pt x="57736" y="136031"/>
                  <a:pt x="50312" y="137620"/>
                  <a:pt x="41682" y="137620"/>
                </a:cubicBezTo>
                <a:close/>
                <a:moveTo>
                  <a:pt x="41682" y="125627"/>
                </a:moveTo>
                <a:cubicBezTo>
                  <a:pt x="50821" y="125627"/>
                  <a:pt x="57610" y="123247"/>
                  <a:pt x="62051" y="118489"/>
                </a:cubicBezTo>
                <a:cubicBezTo>
                  <a:pt x="66491" y="113731"/>
                  <a:pt x="68711" y="108054"/>
                  <a:pt x="68711" y="101453"/>
                </a:cubicBezTo>
                <a:cubicBezTo>
                  <a:pt x="68711" y="96252"/>
                  <a:pt x="67728" y="92000"/>
                  <a:pt x="65763" y="88700"/>
                </a:cubicBezTo>
                <a:cubicBezTo>
                  <a:pt x="63797" y="85402"/>
                  <a:pt x="61162" y="82736"/>
                  <a:pt x="57862" y="80707"/>
                </a:cubicBezTo>
                <a:cubicBezTo>
                  <a:pt x="54564" y="78676"/>
                  <a:pt x="50852" y="76964"/>
                  <a:pt x="46729" y="75567"/>
                </a:cubicBezTo>
                <a:cubicBezTo>
                  <a:pt x="42602" y="74172"/>
                  <a:pt x="38448" y="72838"/>
                  <a:pt x="34261" y="71569"/>
                </a:cubicBezTo>
                <a:cubicBezTo>
                  <a:pt x="28044" y="74489"/>
                  <a:pt x="23251" y="78421"/>
                  <a:pt x="19888" y="83370"/>
                </a:cubicBezTo>
                <a:cubicBezTo>
                  <a:pt x="16528" y="88320"/>
                  <a:pt x="14845" y="94349"/>
                  <a:pt x="14845" y="101453"/>
                </a:cubicBezTo>
                <a:cubicBezTo>
                  <a:pt x="14845" y="105768"/>
                  <a:pt x="15828" y="109765"/>
                  <a:pt x="17797" y="113446"/>
                </a:cubicBezTo>
                <a:cubicBezTo>
                  <a:pt x="19762" y="117126"/>
                  <a:pt x="22714" y="120075"/>
                  <a:pt x="26646" y="122295"/>
                </a:cubicBezTo>
                <a:cubicBezTo>
                  <a:pt x="30581" y="124516"/>
                  <a:pt x="35593" y="125627"/>
                  <a:pt x="41682" y="125627"/>
                </a:cubicBezTo>
                <a:close/>
                <a:moveTo>
                  <a:pt x="47583" y="63577"/>
                </a:moveTo>
                <a:cubicBezTo>
                  <a:pt x="51392" y="61419"/>
                  <a:pt x="54658" y="58976"/>
                  <a:pt x="57387" y="56247"/>
                </a:cubicBezTo>
                <a:cubicBezTo>
                  <a:pt x="60116" y="53518"/>
                  <a:pt x="62208" y="50346"/>
                  <a:pt x="63668" y="46732"/>
                </a:cubicBezTo>
                <a:cubicBezTo>
                  <a:pt x="65128" y="43114"/>
                  <a:pt x="65857" y="38959"/>
                  <a:pt x="65857" y="34264"/>
                </a:cubicBezTo>
                <a:cubicBezTo>
                  <a:pt x="65857" y="30584"/>
                  <a:pt x="65034" y="27029"/>
                  <a:pt x="63382" y="23603"/>
                </a:cubicBezTo>
                <a:cubicBezTo>
                  <a:pt x="61733" y="20177"/>
                  <a:pt x="59165" y="17385"/>
                  <a:pt x="55673" y="15228"/>
                </a:cubicBezTo>
                <a:cubicBezTo>
                  <a:pt x="52184" y="13070"/>
                  <a:pt x="47520" y="11993"/>
                  <a:pt x="41682" y="11993"/>
                </a:cubicBezTo>
                <a:cubicBezTo>
                  <a:pt x="36353" y="11993"/>
                  <a:pt x="31881" y="13039"/>
                  <a:pt x="28264" y="15133"/>
                </a:cubicBezTo>
                <a:cubicBezTo>
                  <a:pt x="24649" y="17228"/>
                  <a:pt x="21951" y="20020"/>
                  <a:pt x="20174" y="23509"/>
                </a:cubicBezTo>
                <a:cubicBezTo>
                  <a:pt x="18399" y="26998"/>
                  <a:pt x="17511" y="30772"/>
                  <a:pt x="17511" y="34833"/>
                </a:cubicBezTo>
                <a:cubicBezTo>
                  <a:pt x="17511" y="39402"/>
                  <a:pt x="18271" y="43400"/>
                  <a:pt x="19794" y="46826"/>
                </a:cubicBezTo>
                <a:cubicBezTo>
                  <a:pt x="21317" y="50252"/>
                  <a:pt x="24234" y="53330"/>
                  <a:pt x="28549" y="56058"/>
                </a:cubicBezTo>
                <a:cubicBezTo>
                  <a:pt x="32864" y="58784"/>
                  <a:pt x="39211" y="61291"/>
                  <a:pt x="47583" y="635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56FB5C-0754-4936-9797-EE43F410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871" y="1179173"/>
            <a:ext cx="85085" cy="149990"/>
          </a:xfrm>
          <a:custGeom xmlns:a="http://schemas.openxmlformats.org/drawingml/2006/main">
            <a:pathLst>
              <a:path w="85085" h="149990">
                <a:moveTo>
                  <a:pt x="48729" y="149990"/>
                </a:moveTo>
                <a:cubicBezTo>
                  <a:pt x="39085" y="149990"/>
                  <a:pt x="30581" y="147927"/>
                  <a:pt x="23223" y="143804"/>
                </a:cubicBezTo>
                <a:cubicBezTo>
                  <a:pt x="15862" y="139680"/>
                  <a:pt x="10153" y="133780"/>
                  <a:pt x="6092" y="126101"/>
                </a:cubicBezTo>
                <a:cubicBezTo>
                  <a:pt x="2032" y="118423"/>
                  <a:pt x="0" y="109257"/>
                  <a:pt x="0" y="98598"/>
                </a:cubicBezTo>
                <a:cubicBezTo>
                  <a:pt x="0" y="88445"/>
                  <a:pt x="1746" y="79499"/>
                  <a:pt x="5235" y="71758"/>
                </a:cubicBezTo>
                <a:cubicBezTo>
                  <a:pt x="8724" y="64019"/>
                  <a:pt x="13802" y="57959"/>
                  <a:pt x="20463" y="53581"/>
                </a:cubicBezTo>
                <a:cubicBezTo>
                  <a:pt x="27123" y="49203"/>
                  <a:pt x="35150" y="47014"/>
                  <a:pt x="44540" y="47014"/>
                </a:cubicBezTo>
                <a:cubicBezTo>
                  <a:pt x="50632" y="47014"/>
                  <a:pt x="55993" y="47872"/>
                  <a:pt x="60625" y="49583"/>
                </a:cubicBezTo>
                <a:cubicBezTo>
                  <a:pt x="65257" y="51298"/>
                  <a:pt x="68714" y="52978"/>
                  <a:pt x="70997" y="54627"/>
                </a:cubicBezTo>
                <a:lnTo>
                  <a:pt x="70997" y="2475"/>
                </a:lnTo>
                <a:lnTo>
                  <a:pt x="85085" y="0"/>
                </a:lnTo>
                <a:lnTo>
                  <a:pt x="85085" y="144661"/>
                </a:lnTo>
                <a:cubicBezTo>
                  <a:pt x="82673" y="145421"/>
                  <a:pt x="79690" y="146215"/>
                  <a:pt x="76138" y="147038"/>
                </a:cubicBezTo>
                <a:cubicBezTo>
                  <a:pt x="72583" y="147864"/>
                  <a:pt x="68554" y="148561"/>
                  <a:pt x="64051" y="149133"/>
                </a:cubicBezTo>
                <a:cubicBezTo>
                  <a:pt x="59547" y="149704"/>
                  <a:pt x="54438" y="149990"/>
                  <a:pt x="48729" y="149990"/>
                </a:cubicBezTo>
                <a:close/>
                <a:moveTo>
                  <a:pt x="48918" y="137237"/>
                </a:moveTo>
                <a:cubicBezTo>
                  <a:pt x="54501" y="137237"/>
                  <a:pt x="59102" y="136951"/>
                  <a:pt x="62719" y="136380"/>
                </a:cubicBezTo>
                <a:cubicBezTo>
                  <a:pt x="66334" y="135808"/>
                  <a:pt x="69094" y="135268"/>
                  <a:pt x="70997" y="134763"/>
                </a:cubicBezTo>
                <a:lnTo>
                  <a:pt x="70997" y="67951"/>
                </a:lnTo>
                <a:cubicBezTo>
                  <a:pt x="68840" y="66174"/>
                  <a:pt x="65542" y="64368"/>
                  <a:pt x="61102" y="62528"/>
                </a:cubicBezTo>
                <a:cubicBezTo>
                  <a:pt x="56659" y="60688"/>
                  <a:pt x="51646" y="59767"/>
                  <a:pt x="46063" y="59767"/>
                </a:cubicBezTo>
                <a:cubicBezTo>
                  <a:pt x="40354" y="59767"/>
                  <a:pt x="35499" y="60750"/>
                  <a:pt x="31501" y="62716"/>
                </a:cubicBezTo>
                <a:cubicBezTo>
                  <a:pt x="27506" y="64685"/>
                  <a:pt x="24269" y="67446"/>
                  <a:pt x="21794" y="70997"/>
                </a:cubicBezTo>
                <a:cubicBezTo>
                  <a:pt x="19320" y="74549"/>
                  <a:pt x="17545" y="78676"/>
                  <a:pt x="16465" y="83370"/>
                </a:cubicBezTo>
                <a:cubicBezTo>
                  <a:pt x="15388" y="88065"/>
                  <a:pt x="14848" y="93077"/>
                  <a:pt x="14848" y="98407"/>
                </a:cubicBezTo>
                <a:cubicBezTo>
                  <a:pt x="14848" y="106656"/>
                  <a:pt x="16273" y="113666"/>
                  <a:pt x="19131" y="119441"/>
                </a:cubicBezTo>
                <a:cubicBezTo>
                  <a:pt x="21986" y="125213"/>
                  <a:pt x="25983" y="129622"/>
                  <a:pt x="31121" y="132668"/>
                </a:cubicBezTo>
                <a:cubicBezTo>
                  <a:pt x="36262" y="135714"/>
                  <a:pt x="42194" y="137237"/>
                  <a:pt x="48918" y="1372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443B8-C85A-477C-B38C-4DF88F51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077" y="1186405"/>
            <a:ext cx="20177" cy="140472"/>
          </a:xfrm>
          <a:custGeom xmlns:a="http://schemas.openxmlformats.org/drawingml/2006/main">
            <a:pathLst>
              <a:path w="20177" h="140472">
                <a:moveTo>
                  <a:pt x="2855" y="140472"/>
                </a:moveTo>
                <a:lnTo>
                  <a:pt x="2855" y="41877"/>
                </a:lnTo>
                <a:lnTo>
                  <a:pt x="17131" y="41877"/>
                </a:lnTo>
                <a:lnTo>
                  <a:pt x="17131" y="140472"/>
                </a:lnTo>
                <a:lnTo>
                  <a:pt x="2855" y="140472"/>
                </a:lnTo>
                <a:close/>
                <a:moveTo>
                  <a:pt x="10090" y="20748"/>
                </a:moveTo>
                <a:cubicBezTo>
                  <a:pt x="7298" y="20748"/>
                  <a:pt x="4918" y="19797"/>
                  <a:pt x="2952" y="17894"/>
                </a:cubicBezTo>
                <a:cubicBezTo>
                  <a:pt x="983" y="15988"/>
                  <a:pt x="0" y="13450"/>
                  <a:pt x="0" y="10278"/>
                </a:cubicBezTo>
                <a:cubicBezTo>
                  <a:pt x="0" y="7232"/>
                  <a:pt x="983" y="4758"/>
                  <a:pt x="2952" y="2855"/>
                </a:cubicBezTo>
                <a:cubicBezTo>
                  <a:pt x="4918" y="952"/>
                  <a:pt x="7298" y="0"/>
                  <a:pt x="10090" y="0"/>
                </a:cubicBezTo>
                <a:cubicBezTo>
                  <a:pt x="12882" y="0"/>
                  <a:pt x="15259" y="952"/>
                  <a:pt x="17228" y="2855"/>
                </a:cubicBezTo>
                <a:cubicBezTo>
                  <a:pt x="19194" y="4758"/>
                  <a:pt x="20177" y="7232"/>
                  <a:pt x="20177" y="10278"/>
                </a:cubicBezTo>
                <a:cubicBezTo>
                  <a:pt x="20177" y="13450"/>
                  <a:pt x="19194" y="15988"/>
                  <a:pt x="17228" y="17894"/>
                </a:cubicBezTo>
                <a:cubicBezTo>
                  <a:pt x="15259" y="19797"/>
                  <a:pt x="12882" y="20748"/>
                  <a:pt x="10090" y="207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D8E76-EF81-411A-B736-393C7257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810" y="1225996"/>
            <a:ext cx="67383" cy="103167"/>
          </a:xfrm>
          <a:custGeom xmlns:a="http://schemas.openxmlformats.org/drawingml/2006/main">
            <a:pathLst>
              <a:path w="67383" h="103167">
                <a:moveTo>
                  <a:pt x="29504" y="103167"/>
                </a:moveTo>
                <a:cubicBezTo>
                  <a:pt x="21003" y="103167"/>
                  <a:pt x="14370" y="102436"/>
                  <a:pt x="9613" y="100978"/>
                </a:cubicBezTo>
                <a:cubicBezTo>
                  <a:pt x="4855" y="99518"/>
                  <a:pt x="1652" y="98407"/>
                  <a:pt x="0" y="97646"/>
                </a:cubicBezTo>
                <a:lnTo>
                  <a:pt x="3426" y="85085"/>
                </a:lnTo>
                <a:cubicBezTo>
                  <a:pt x="4823" y="85591"/>
                  <a:pt x="7678" y="86671"/>
                  <a:pt x="11993" y="88320"/>
                </a:cubicBezTo>
                <a:cubicBezTo>
                  <a:pt x="16308" y="89968"/>
                  <a:pt x="22143" y="90794"/>
                  <a:pt x="29504" y="90794"/>
                </a:cubicBezTo>
                <a:cubicBezTo>
                  <a:pt x="36482" y="90794"/>
                  <a:pt x="42131" y="89717"/>
                  <a:pt x="46443" y="87560"/>
                </a:cubicBezTo>
                <a:cubicBezTo>
                  <a:pt x="50758" y="85402"/>
                  <a:pt x="52915" y="81659"/>
                  <a:pt x="52915" y="76330"/>
                </a:cubicBezTo>
                <a:cubicBezTo>
                  <a:pt x="52915" y="72903"/>
                  <a:pt x="52155" y="70143"/>
                  <a:pt x="50632" y="68049"/>
                </a:cubicBezTo>
                <a:cubicBezTo>
                  <a:pt x="49109" y="65954"/>
                  <a:pt x="46666" y="64019"/>
                  <a:pt x="43303" y="62242"/>
                </a:cubicBezTo>
                <a:cubicBezTo>
                  <a:pt x="39942" y="60468"/>
                  <a:pt x="35342" y="58436"/>
                  <a:pt x="29504" y="56153"/>
                </a:cubicBezTo>
                <a:cubicBezTo>
                  <a:pt x="24554" y="54121"/>
                  <a:pt x="19985" y="51964"/>
                  <a:pt x="15799" y="49680"/>
                </a:cubicBezTo>
                <a:cubicBezTo>
                  <a:pt x="11613" y="47397"/>
                  <a:pt x="8218" y="44477"/>
                  <a:pt x="5615" y="40925"/>
                </a:cubicBezTo>
                <a:cubicBezTo>
                  <a:pt x="3015" y="37370"/>
                  <a:pt x="1715" y="32804"/>
                  <a:pt x="1715" y="27221"/>
                </a:cubicBezTo>
                <a:cubicBezTo>
                  <a:pt x="1715" y="21763"/>
                  <a:pt x="3109" y="17005"/>
                  <a:pt x="5901" y="12944"/>
                </a:cubicBezTo>
                <a:cubicBezTo>
                  <a:pt x="8693" y="8884"/>
                  <a:pt x="12659" y="5712"/>
                  <a:pt x="17797" y="3426"/>
                </a:cubicBezTo>
                <a:cubicBezTo>
                  <a:pt x="22937" y="1143"/>
                  <a:pt x="29061" y="0"/>
                  <a:pt x="36165" y="0"/>
                </a:cubicBezTo>
                <a:cubicBezTo>
                  <a:pt x="42765" y="0"/>
                  <a:pt x="48349" y="571"/>
                  <a:pt x="52915" y="1715"/>
                </a:cubicBezTo>
                <a:cubicBezTo>
                  <a:pt x="57484" y="2855"/>
                  <a:pt x="60719" y="3872"/>
                  <a:pt x="62622" y="4761"/>
                </a:cubicBezTo>
                <a:lnTo>
                  <a:pt x="59387" y="17131"/>
                </a:lnTo>
                <a:cubicBezTo>
                  <a:pt x="57739" y="16242"/>
                  <a:pt x="55073" y="15196"/>
                  <a:pt x="51392" y="13990"/>
                </a:cubicBezTo>
                <a:cubicBezTo>
                  <a:pt x="47715" y="12784"/>
                  <a:pt x="42511" y="12182"/>
                  <a:pt x="35784" y="12182"/>
                </a:cubicBezTo>
                <a:cubicBezTo>
                  <a:pt x="30455" y="12182"/>
                  <a:pt x="25823" y="13293"/>
                  <a:pt x="21891" y="15513"/>
                </a:cubicBezTo>
                <a:cubicBezTo>
                  <a:pt x="17957" y="17734"/>
                  <a:pt x="15991" y="21257"/>
                  <a:pt x="15991" y="26078"/>
                </a:cubicBezTo>
                <a:cubicBezTo>
                  <a:pt x="15991" y="29504"/>
                  <a:pt x="16814" y="32264"/>
                  <a:pt x="18465" y="34359"/>
                </a:cubicBezTo>
                <a:cubicBezTo>
                  <a:pt x="20114" y="36450"/>
                  <a:pt x="22589" y="38322"/>
                  <a:pt x="25886" y="39974"/>
                </a:cubicBezTo>
                <a:cubicBezTo>
                  <a:pt x="29187" y="41622"/>
                  <a:pt x="33247" y="43400"/>
                  <a:pt x="38070" y="45303"/>
                </a:cubicBezTo>
                <a:cubicBezTo>
                  <a:pt x="43525" y="47460"/>
                  <a:pt x="48443" y="49712"/>
                  <a:pt x="52821" y="52061"/>
                </a:cubicBezTo>
                <a:cubicBezTo>
                  <a:pt x="57199" y="54407"/>
                  <a:pt x="60719" y="57421"/>
                  <a:pt x="63385" y="61102"/>
                </a:cubicBezTo>
                <a:cubicBezTo>
                  <a:pt x="66048" y="64780"/>
                  <a:pt x="67383" y="69666"/>
                  <a:pt x="67383" y="75758"/>
                </a:cubicBezTo>
                <a:cubicBezTo>
                  <a:pt x="67383" y="81722"/>
                  <a:pt x="65860" y="86765"/>
                  <a:pt x="62814" y="90889"/>
                </a:cubicBezTo>
                <a:cubicBezTo>
                  <a:pt x="59767" y="95015"/>
                  <a:pt x="55421" y="98089"/>
                  <a:pt x="49775" y="100121"/>
                </a:cubicBezTo>
                <a:cubicBezTo>
                  <a:pt x="44128" y="102150"/>
                  <a:pt x="37370" y="103167"/>
                  <a:pt x="29504" y="103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C43AE6-AD9F-4B33-B4A8-0BA235F0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752" y="1225996"/>
            <a:ext cx="74044" cy="102976"/>
          </a:xfrm>
          <a:custGeom xmlns:a="http://schemas.openxmlformats.org/drawingml/2006/main">
            <a:pathLst>
              <a:path w="74044" h="102976">
                <a:moveTo>
                  <a:pt x="36927" y="102976"/>
                </a:moveTo>
                <a:cubicBezTo>
                  <a:pt x="29821" y="102976"/>
                  <a:pt x="23474" y="101961"/>
                  <a:pt x="17894" y="99930"/>
                </a:cubicBezTo>
                <a:cubicBezTo>
                  <a:pt x="12310" y="97901"/>
                  <a:pt x="7932" y="94600"/>
                  <a:pt x="4758" y="90034"/>
                </a:cubicBezTo>
                <a:cubicBezTo>
                  <a:pt x="1586" y="85465"/>
                  <a:pt x="0" y="79438"/>
                  <a:pt x="0" y="71949"/>
                </a:cubicBezTo>
                <a:cubicBezTo>
                  <a:pt x="0" y="64717"/>
                  <a:pt x="1777" y="58847"/>
                  <a:pt x="5329" y="54344"/>
                </a:cubicBezTo>
                <a:cubicBezTo>
                  <a:pt x="8884" y="49838"/>
                  <a:pt x="13799" y="46572"/>
                  <a:pt x="20083" y="44540"/>
                </a:cubicBezTo>
                <a:cubicBezTo>
                  <a:pt x="26363" y="42511"/>
                  <a:pt x="33436" y="41497"/>
                  <a:pt x="41305" y="41497"/>
                </a:cubicBezTo>
                <a:cubicBezTo>
                  <a:pt x="44857" y="41497"/>
                  <a:pt x="48600" y="41814"/>
                  <a:pt x="52535" y="42448"/>
                </a:cubicBezTo>
                <a:cubicBezTo>
                  <a:pt x="56467" y="43083"/>
                  <a:pt x="58942" y="43654"/>
                  <a:pt x="59959" y="44160"/>
                </a:cubicBezTo>
                <a:lnTo>
                  <a:pt x="59959" y="38451"/>
                </a:lnTo>
                <a:cubicBezTo>
                  <a:pt x="59959" y="34136"/>
                  <a:pt x="59419" y="29981"/>
                  <a:pt x="58339" y="25983"/>
                </a:cubicBezTo>
                <a:cubicBezTo>
                  <a:pt x="57261" y="21986"/>
                  <a:pt x="55073" y="18717"/>
                  <a:pt x="51772" y="16179"/>
                </a:cubicBezTo>
                <a:cubicBezTo>
                  <a:pt x="48475" y="13642"/>
                  <a:pt x="43463" y="12373"/>
                  <a:pt x="36736" y="12373"/>
                </a:cubicBezTo>
                <a:cubicBezTo>
                  <a:pt x="29758" y="12373"/>
                  <a:pt x="24429" y="12882"/>
                  <a:pt x="20748" y="13896"/>
                </a:cubicBezTo>
                <a:cubicBezTo>
                  <a:pt x="17068" y="14910"/>
                  <a:pt x="14339" y="15736"/>
                  <a:pt x="12562" y="16371"/>
                </a:cubicBezTo>
                <a:lnTo>
                  <a:pt x="10658" y="4189"/>
                </a:lnTo>
                <a:cubicBezTo>
                  <a:pt x="12944" y="3172"/>
                  <a:pt x="16433" y="2220"/>
                  <a:pt x="21128" y="1334"/>
                </a:cubicBezTo>
                <a:cubicBezTo>
                  <a:pt x="25823" y="446"/>
                  <a:pt x="31344" y="0"/>
                  <a:pt x="37688" y="0"/>
                </a:cubicBezTo>
                <a:cubicBezTo>
                  <a:pt x="46697" y="0"/>
                  <a:pt x="53835" y="1586"/>
                  <a:pt x="59102" y="4761"/>
                </a:cubicBezTo>
                <a:cubicBezTo>
                  <a:pt x="64368" y="7932"/>
                  <a:pt x="68174" y="12279"/>
                  <a:pt x="70523" y="17797"/>
                </a:cubicBezTo>
                <a:cubicBezTo>
                  <a:pt x="72869" y="23317"/>
                  <a:pt x="74044" y="29629"/>
                  <a:pt x="74044" y="36736"/>
                </a:cubicBezTo>
                <a:lnTo>
                  <a:pt x="74044" y="98598"/>
                </a:lnTo>
                <a:cubicBezTo>
                  <a:pt x="71377" y="99232"/>
                  <a:pt x="66620" y="100121"/>
                  <a:pt x="59767" y="101264"/>
                </a:cubicBezTo>
                <a:cubicBezTo>
                  <a:pt x="52915" y="102404"/>
                  <a:pt x="45303" y="102976"/>
                  <a:pt x="36927" y="102976"/>
                </a:cubicBezTo>
                <a:close/>
                <a:moveTo>
                  <a:pt x="39019" y="90794"/>
                </a:moveTo>
                <a:cubicBezTo>
                  <a:pt x="43463" y="90794"/>
                  <a:pt x="47457" y="90634"/>
                  <a:pt x="51012" y="90317"/>
                </a:cubicBezTo>
                <a:cubicBezTo>
                  <a:pt x="54564" y="90000"/>
                  <a:pt x="57547" y="89588"/>
                  <a:pt x="59959" y="89080"/>
                </a:cubicBezTo>
                <a:lnTo>
                  <a:pt x="59959" y="55961"/>
                </a:lnTo>
                <a:cubicBezTo>
                  <a:pt x="58690" y="55327"/>
                  <a:pt x="56533" y="54693"/>
                  <a:pt x="53487" y="54058"/>
                </a:cubicBezTo>
                <a:cubicBezTo>
                  <a:pt x="50441" y="53424"/>
                  <a:pt x="46506" y="53107"/>
                  <a:pt x="41685" y="53107"/>
                </a:cubicBezTo>
                <a:cubicBezTo>
                  <a:pt x="37625" y="53107"/>
                  <a:pt x="33501" y="53550"/>
                  <a:pt x="29312" y="54438"/>
                </a:cubicBezTo>
                <a:cubicBezTo>
                  <a:pt x="25126" y="55327"/>
                  <a:pt x="21603" y="57104"/>
                  <a:pt x="18748" y="59767"/>
                </a:cubicBezTo>
                <a:cubicBezTo>
                  <a:pt x="15893" y="62434"/>
                  <a:pt x="14468" y="66431"/>
                  <a:pt x="14468" y="71760"/>
                </a:cubicBezTo>
                <a:cubicBezTo>
                  <a:pt x="14468" y="78867"/>
                  <a:pt x="16688" y="83816"/>
                  <a:pt x="21128" y="86608"/>
                </a:cubicBezTo>
                <a:cubicBezTo>
                  <a:pt x="25569" y="89400"/>
                  <a:pt x="31533" y="90794"/>
                  <a:pt x="39019" y="907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E211A-22CF-4FA2-952F-1CDB891E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631" y="1179173"/>
            <a:ext cx="85274" cy="149990"/>
          </a:xfrm>
          <a:custGeom xmlns:a="http://schemas.openxmlformats.org/drawingml/2006/main">
            <a:pathLst>
              <a:path w="85274" h="149990">
                <a:moveTo>
                  <a:pt x="36356" y="149990"/>
                </a:moveTo>
                <a:cubicBezTo>
                  <a:pt x="30772" y="149990"/>
                  <a:pt x="25697" y="149704"/>
                  <a:pt x="21128" y="149133"/>
                </a:cubicBezTo>
                <a:cubicBezTo>
                  <a:pt x="16559" y="148561"/>
                  <a:pt x="12530" y="147864"/>
                  <a:pt x="9041" y="147038"/>
                </a:cubicBezTo>
                <a:cubicBezTo>
                  <a:pt x="5552" y="146215"/>
                  <a:pt x="2537" y="145421"/>
                  <a:pt x="0" y="144661"/>
                </a:cubicBezTo>
                <a:lnTo>
                  <a:pt x="0" y="2475"/>
                </a:lnTo>
                <a:lnTo>
                  <a:pt x="14276" y="0"/>
                </a:lnTo>
                <a:lnTo>
                  <a:pt x="14276" y="54627"/>
                </a:lnTo>
                <a:cubicBezTo>
                  <a:pt x="16559" y="52978"/>
                  <a:pt x="20017" y="51298"/>
                  <a:pt x="24649" y="49583"/>
                </a:cubicBezTo>
                <a:cubicBezTo>
                  <a:pt x="29281" y="47872"/>
                  <a:pt x="34641" y="47014"/>
                  <a:pt x="40734" y="47014"/>
                </a:cubicBezTo>
                <a:cubicBezTo>
                  <a:pt x="50252" y="47014"/>
                  <a:pt x="58307" y="49203"/>
                  <a:pt x="64908" y="53581"/>
                </a:cubicBezTo>
                <a:cubicBezTo>
                  <a:pt x="71506" y="57959"/>
                  <a:pt x="76550" y="64019"/>
                  <a:pt x="80039" y="71758"/>
                </a:cubicBezTo>
                <a:cubicBezTo>
                  <a:pt x="83528" y="79499"/>
                  <a:pt x="85274" y="88382"/>
                  <a:pt x="85274" y="98407"/>
                </a:cubicBezTo>
                <a:cubicBezTo>
                  <a:pt x="85274" y="109065"/>
                  <a:pt x="83245" y="118235"/>
                  <a:pt x="79184" y="125910"/>
                </a:cubicBezTo>
                <a:cubicBezTo>
                  <a:pt x="75121" y="133588"/>
                  <a:pt x="69412" y="139520"/>
                  <a:pt x="62051" y="143709"/>
                </a:cubicBezTo>
                <a:cubicBezTo>
                  <a:pt x="54693" y="147896"/>
                  <a:pt x="46126" y="149990"/>
                  <a:pt x="36356" y="149990"/>
                </a:cubicBezTo>
                <a:close/>
                <a:moveTo>
                  <a:pt x="36165" y="137237"/>
                </a:moveTo>
                <a:cubicBezTo>
                  <a:pt x="43017" y="137237"/>
                  <a:pt x="49015" y="135714"/>
                  <a:pt x="54152" y="132668"/>
                </a:cubicBezTo>
                <a:cubicBezTo>
                  <a:pt x="59293" y="129622"/>
                  <a:pt x="63256" y="125213"/>
                  <a:pt x="66048" y="119441"/>
                </a:cubicBezTo>
                <a:cubicBezTo>
                  <a:pt x="68840" y="113666"/>
                  <a:pt x="70237" y="106656"/>
                  <a:pt x="70237" y="98407"/>
                </a:cubicBezTo>
                <a:cubicBezTo>
                  <a:pt x="70237" y="93077"/>
                  <a:pt x="69697" y="88065"/>
                  <a:pt x="68620" y="83370"/>
                </a:cubicBezTo>
                <a:cubicBezTo>
                  <a:pt x="67540" y="78676"/>
                  <a:pt x="65763" y="74549"/>
                  <a:pt x="63288" y="70997"/>
                </a:cubicBezTo>
                <a:cubicBezTo>
                  <a:pt x="60816" y="67446"/>
                  <a:pt x="57579" y="64685"/>
                  <a:pt x="53581" y="62716"/>
                </a:cubicBezTo>
                <a:cubicBezTo>
                  <a:pt x="49583" y="60750"/>
                  <a:pt x="44731" y="59767"/>
                  <a:pt x="39019" y="59767"/>
                </a:cubicBezTo>
                <a:cubicBezTo>
                  <a:pt x="33564" y="59767"/>
                  <a:pt x="28615" y="60688"/>
                  <a:pt x="24174" y="62528"/>
                </a:cubicBezTo>
                <a:cubicBezTo>
                  <a:pt x="19734" y="64368"/>
                  <a:pt x="16433" y="66174"/>
                  <a:pt x="14276" y="67951"/>
                </a:cubicBezTo>
                <a:lnTo>
                  <a:pt x="14276" y="134763"/>
                </a:lnTo>
                <a:cubicBezTo>
                  <a:pt x="16053" y="135268"/>
                  <a:pt x="18748" y="135808"/>
                  <a:pt x="22366" y="136380"/>
                </a:cubicBezTo>
                <a:cubicBezTo>
                  <a:pt x="25983" y="136951"/>
                  <a:pt x="30581" y="137237"/>
                  <a:pt x="36165" y="1372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9A678-55EB-4DE5-9C60-093B335A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791" y="1179173"/>
            <a:ext cx="28932" cy="149419"/>
          </a:xfrm>
          <a:custGeom xmlns:a="http://schemas.openxmlformats.org/drawingml/2006/main">
            <a:pathLst>
              <a:path w="28932" h="149419">
                <a:moveTo>
                  <a:pt x="26840" y="149419"/>
                </a:moveTo>
                <a:cubicBezTo>
                  <a:pt x="20748" y="149164"/>
                  <a:pt x="15705" y="148150"/>
                  <a:pt x="11707" y="146373"/>
                </a:cubicBezTo>
                <a:cubicBezTo>
                  <a:pt x="7710" y="144595"/>
                  <a:pt x="4761" y="141838"/>
                  <a:pt x="2857" y="138094"/>
                </a:cubicBezTo>
                <a:cubicBezTo>
                  <a:pt x="952" y="134351"/>
                  <a:pt x="0" y="129305"/>
                  <a:pt x="0" y="122961"/>
                </a:cubicBezTo>
                <a:lnTo>
                  <a:pt x="0" y="2475"/>
                </a:lnTo>
                <a:lnTo>
                  <a:pt x="14276" y="0"/>
                </a:lnTo>
                <a:lnTo>
                  <a:pt x="14276" y="122010"/>
                </a:lnTo>
                <a:cubicBezTo>
                  <a:pt x="14276" y="128099"/>
                  <a:pt x="15388" y="132034"/>
                  <a:pt x="17608" y="133811"/>
                </a:cubicBezTo>
                <a:cubicBezTo>
                  <a:pt x="19828" y="135586"/>
                  <a:pt x="23603" y="136857"/>
                  <a:pt x="28932" y="137617"/>
                </a:cubicBezTo>
                <a:lnTo>
                  <a:pt x="26840" y="1494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3CE770-BEC2-4A80-9FD6-7F1753B5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142" y="1225996"/>
            <a:ext cx="83942" cy="102976"/>
          </a:xfrm>
          <a:custGeom xmlns:a="http://schemas.openxmlformats.org/drawingml/2006/main">
            <a:pathLst>
              <a:path w="83942" h="102976">
                <a:moveTo>
                  <a:pt x="48918" y="102976"/>
                </a:moveTo>
                <a:cubicBezTo>
                  <a:pt x="37370" y="102976"/>
                  <a:pt x="28012" y="100755"/>
                  <a:pt x="20843" y="96315"/>
                </a:cubicBezTo>
                <a:cubicBezTo>
                  <a:pt x="13673" y="91871"/>
                  <a:pt x="8407" y="85782"/>
                  <a:pt x="5043" y="78041"/>
                </a:cubicBezTo>
                <a:cubicBezTo>
                  <a:pt x="1680" y="70300"/>
                  <a:pt x="0" y="61482"/>
                  <a:pt x="0" y="51584"/>
                </a:cubicBezTo>
                <a:cubicBezTo>
                  <a:pt x="0" y="40036"/>
                  <a:pt x="2095" y="30455"/>
                  <a:pt x="6281" y="22843"/>
                </a:cubicBezTo>
                <a:cubicBezTo>
                  <a:pt x="10470" y="15228"/>
                  <a:pt x="15893" y="9518"/>
                  <a:pt x="22554" y="5712"/>
                </a:cubicBezTo>
                <a:cubicBezTo>
                  <a:pt x="29218" y="1903"/>
                  <a:pt x="36227" y="0"/>
                  <a:pt x="43588" y="0"/>
                </a:cubicBezTo>
                <a:cubicBezTo>
                  <a:pt x="51835" y="0"/>
                  <a:pt x="58973" y="1746"/>
                  <a:pt x="65002" y="5235"/>
                </a:cubicBezTo>
                <a:cubicBezTo>
                  <a:pt x="71029" y="8724"/>
                  <a:pt x="75692" y="14053"/>
                  <a:pt x="78993" y="21223"/>
                </a:cubicBezTo>
                <a:cubicBezTo>
                  <a:pt x="82290" y="28395"/>
                  <a:pt x="83942" y="37499"/>
                  <a:pt x="83942" y="48537"/>
                </a:cubicBezTo>
                <a:cubicBezTo>
                  <a:pt x="83942" y="49426"/>
                  <a:pt x="83910" y="50472"/>
                  <a:pt x="83845" y="51678"/>
                </a:cubicBezTo>
                <a:cubicBezTo>
                  <a:pt x="83782" y="52884"/>
                  <a:pt x="83688" y="53995"/>
                  <a:pt x="83559" y="55010"/>
                </a:cubicBezTo>
                <a:lnTo>
                  <a:pt x="14848" y="55010"/>
                </a:lnTo>
                <a:cubicBezTo>
                  <a:pt x="15353" y="66177"/>
                  <a:pt x="18368" y="74838"/>
                  <a:pt x="23889" y="80993"/>
                </a:cubicBezTo>
                <a:cubicBezTo>
                  <a:pt x="29407" y="87145"/>
                  <a:pt x="38005" y="90223"/>
                  <a:pt x="49680" y="90223"/>
                </a:cubicBezTo>
                <a:cubicBezTo>
                  <a:pt x="56150" y="90223"/>
                  <a:pt x="61448" y="89620"/>
                  <a:pt x="65574" y="88414"/>
                </a:cubicBezTo>
                <a:cubicBezTo>
                  <a:pt x="69697" y="87208"/>
                  <a:pt x="72646" y="86162"/>
                  <a:pt x="74424" y="85274"/>
                </a:cubicBezTo>
                <a:lnTo>
                  <a:pt x="76898" y="97266"/>
                </a:lnTo>
                <a:cubicBezTo>
                  <a:pt x="75121" y="98281"/>
                  <a:pt x="71663" y="99487"/>
                  <a:pt x="66525" y="100881"/>
                </a:cubicBezTo>
                <a:cubicBezTo>
                  <a:pt x="61385" y="102278"/>
                  <a:pt x="55516" y="102976"/>
                  <a:pt x="48918" y="102976"/>
                </a:cubicBezTo>
                <a:close/>
                <a:moveTo>
                  <a:pt x="15228" y="43400"/>
                </a:moveTo>
                <a:lnTo>
                  <a:pt x="69474" y="43400"/>
                </a:lnTo>
                <a:cubicBezTo>
                  <a:pt x="69349" y="36927"/>
                  <a:pt x="68269" y="31375"/>
                  <a:pt x="66240" y="26743"/>
                </a:cubicBezTo>
                <a:cubicBezTo>
                  <a:pt x="64208" y="22111"/>
                  <a:pt x="61322" y="18559"/>
                  <a:pt x="57579" y="16085"/>
                </a:cubicBezTo>
                <a:cubicBezTo>
                  <a:pt x="53835" y="13610"/>
                  <a:pt x="49235" y="12373"/>
                  <a:pt x="43780" y="12373"/>
                </a:cubicBezTo>
                <a:cubicBezTo>
                  <a:pt x="38196" y="12373"/>
                  <a:pt x="33310" y="13833"/>
                  <a:pt x="29124" y="16751"/>
                </a:cubicBezTo>
                <a:cubicBezTo>
                  <a:pt x="24935" y="19668"/>
                  <a:pt x="21668" y="23477"/>
                  <a:pt x="19320" y="28172"/>
                </a:cubicBezTo>
                <a:cubicBezTo>
                  <a:pt x="16971" y="32867"/>
                  <a:pt x="15608" y="37942"/>
                  <a:pt x="15228" y="434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36A3A-D224-4718-985E-94663336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912" y="1454407"/>
            <a:ext cx="90791" cy="103167"/>
          </a:xfrm>
          <a:custGeom xmlns:a="http://schemas.openxmlformats.org/drawingml/2006/main">
            <a:pathLst>
              <a:path w="90791" h="103167">
                <a:moveTo>
                  <a:pt x="45300" y="103167"/>
                </a:moveTo>
                <a:cubicBezTo>
                  <a:pt x="36545" y="103167"/>
                  <a:pt x="28741" y="101041"/>
                  <a:pt x="21888" y="96789"/>
                </a:cubicBezTo>
                <a:cubicBezTo>
                  <a:pt x="15036" y="92537"/>
                  <a:pt x="9675" y="86542"/>
                  <a:pt x="5804" y="78801"/>
                </a:cubicBezTo>
                <a:cubicBezTo>
                  <a:pt x="1935" y="71060"/>
                  <a:pt x="0" y="61988"/>
                  <a:pt x="0" y="51584"/>
                </a:cubicBezTo>
                <a:cubicBezTo>
                  <a:pt x="0" y="41177"/>
                  <a:pt x="1935" y="32135"/>
                  <a:pt x="5804" y="24460"/>
                </a:cubicBezTo>
                <a:cubicBezTo>
                  <a:pt x="9675" y="16782"/>
                  <a:pt x="15036" y="10787"/>
                  <a:pt x="21888" y="6472"/>
                </a:cubicBezTo>
                <a:cubicBezTo>
                  <a:pt x="28741" y="2157"/>
                  <a:pt x="36545" y="0"/>
                  <a:pt x="45300" y="0"/>
                </a:cubicBezTo>
                <a:cubicBezTo>
                  <a:pt x="54184" y="0"/>
                  <a:pt x="62051" y="2157"/>
                  <a:pt x="68903" y="6472"/>
                </a:cubicBezTo>
                <a:cubicBezTo>
                  <a:pt x="75755" y="10787"/>
                  <a:pt x="81116" y="16782"/>
                  <a:pt x="84988" y="24460"/>
                </a:cubicBezTo>
                <a:cubicBezTo>
                  <a:pt x="88857" y="32135"/>
                  <a:pt x="90791" y="41177"/>
                  <a:pt x="90791" y="51584"/>
                </a:cubicBezTo>
                <a:cubicBezTo>
                  <a:pt x="90791" y="61988"/>
                  <a:pt x="88857" y="71060"/>
                  <a:pt x="84988" y="78801"/>
                </a:cubicBezTo>
                <a:cubicBezTo>
                  <a:pt x="81116" y="86542"/>
                  <a:pt x="75787" y="92537"/>
                  <a:pt x="68997" y="96789"/>
                </a:cubicBezTo>
                <a:cubicBezTo>
                  <a:pt x="62208" y="101041"/>
                  <a:pt x="54310" y="103167"/>
                  <a:pt x="45300" y="103167"/>
                </a:cubicBezTo>
                <a:close/>
                <a:moveTo>
                  <a:pt x="45300" y="90414"/>
                </a:moveTo>
                <a:cubicBezTo>
                  <a:pt x="51644" y="90414"/>
                  <a:pt x="57101" y="88828"/>
                  <a:pt x="61671" y="85654"/>
                </a:cubicBezTo>
                <a:cubicBezTo>
                  <a:pt x="66237" y="82482"/>
                  <a:pt x="69760" y="77978"/>
                  <a:pt x="72235" y="72140"/>
                </a:cubicBezTo>
                <a:cubicBezTo>
                  <a:pt x="74709" y="66303"/>
                  <a:pt x="75947" y="59450"/>
                  <a:pt x="75947" y="51584"/>
                </a:cubicBezTo>
                <a:cubicBezTo>
                  <a:pt x="75947" y="43717"/>
                  <a:pt x="74709" y="36865"/>
                  <a:pt x="72235" y="31027"/>
                </a:cubicBezTo>
                <a:cubicBezTo>
                  <a:pt x="69760" y="25189"/>
                  <a:pt x="66237" y="20685"/>
                  <a:pt x="61671" y="17511"/>
                </a:cubicBezTo>
                <a:cubicBezTo>
                  <a:pt x="57101" y="14339"/>
                  <a:pt x="51644" y="12753"/>
                  <a:pt x="45300" y="12753"/>
                </a:cubicBezTo>
                <a:cubicBezTo>
                  <a:pt x="39082" y="12753"/>
                  <a:pt x="33690" y="14339"/>
                  <a:pt x="29121" y="17511"/>
                </a:cubicBezTo>
                <a:cubicBezTo>
                  <a:pt x="24552" y="20685"/>
                  <a:pt x="21031" y="25189"/>
                  <a:pt x="18557" y="31027"/>
                </a:cubicBezTo>
                <a:cubicBezTo>
                  <a:pt x="16082" y="36865"/>
                  <a:pt x="14845" y="43717"/>
                  <a:pt x="14845" y="51584"/>
                </a:cubicBezTo>
                <a:cubicBezTo>
                  <a:pt x="14845" y="59450"/>
                  <a:pt x="16082" y="66303"/>
                  <a:pt x="18557" y="72140"/>
                </a:cubicBezTo>
                <a:cubicBezTo>
                  <a:pt x="21031" y="77978"/>
                  <a:pt x="24552" y="82482"/>
                  <a:pt x="29121" y="85654"/>
                </a:cubicBezTo>
                <a:cubicBezTo>
                  <a:pt x="33690" y="88828"/>
                  <a:pt x="39082" y="90414"/>
                  <a:pt x="45300" y="904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BD0063-703A-40D5-91BB-46FF4319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73" y="1454788"/>
            <a:ext cx="85274" cy="135714"/>
          </a:xfrm>
          <a:custGeom xmlns:a="http://schemas.openxmlformats.org/drawingml/2006/main">
            <a:pathLst>
              <a:path w="85274" h="135714">
                <a:moveTo>
                  <a:pt x="0" y="135714"/>
                </a:moveTo>
                <a:lnTo>
                  <a:pt x="0" y="5329"/>
                </a:lnTo>
                <a:cubicBezTo>
                  <a:pt x="2537" y="4443"/>
                  <a:pt x="5552" y="3618"/>
                  <a:pt x="9041" y="2858"/>
                </a:cubicBezTo>
                <a:cubicBezTo>
                  <a:pt x="12530" y="2095"/>
                  <a:pt x="16559" y="1429"/>
                  <a:pt x="21128" y="857"/>
                </a:cubicBezTo>
                <a:cubicBezTo>
                  <a:pt x="25695" y="286"/>
                  <a:pt x="30772" y="0"/>
                  <a:pt x="36356" y="0"/>
                </a:cubicBezTo>
                <a:cubicBezTo>
                  <a:pt x="46126" y="0"/>
                  <a:pt x="54693" y="2063"/>
                  <a:pt x="62051" y="6186"/>
                </a:cubicBezTo>
                <a:cubicBezTo>
                  <a:pt x="69412" y="10310"/>
                  <a:pt x="75121" y="16211"/>
                  <a:pt x="79181" y="23889"/>
                </a:cubicBezTo>
                <a:cubicBezTo>
                  <a:pt x="83242" y="31567"/>
                  <a:pt x="85274" y="40734"/>
                  <a:pt x="85274" y="51392"/>
                </a:cubicBezTo>
                <a:cubicBezTo>
                  <a:pt x="85274" y="61419"/>
                  <a:pt x="83528" y="70300"/>
                  <a:pt x="80039" y="78041"/>
                </a:cubicBezTo>
                <a:cubicBezTo>
                  <a:pt x="76550" y="85782"/>
                  <a:pt x="71506" y="91840"/>
                  <a:pt x="64905" y="96218"/>
                </a:cubicBezTo>
                <a:cubicBezTo>
                  <a:pt x="58307" y="100598"/>
                  <a:pt x="50249" y="102787"/>
                  <a:pt x="40734" y="102787"/>
                </a:cubicBezTo>
                <a:cubicBezTo>
                  <a:pt x="34641" y="102787"/>
                  <a:pt x="29281" y="101930"/>
                  <a:pt x="24649" y="100215"/>
                </a:cubicBezTo>
                <a:cubicBezTo>
                  <a:pt x="20017" y="98504"/>
                  <a:pt x="16559" y="96821"/>
                  <a:pt x="14276" y="95172"/>
                </a:cubicBezTo>
                <a:lnTo>
                  <a:pt x="14276" y="135714"/>
                </a:lnTo>
                <a:lnTo>
                  <a:pt x="0" y="135714"/>
                </a:lnTo>
                <a:close/>
                <a:moveTo>
                  <a:pt x="39019" y="90034"/>
                </a:moveTo>
                <a:cubicBezTo>
                  <a:pt x="44728" y="90034"/>
                  <a:pt x="49583" y="89048"/>
                  <a:pt x="53581" y="87082"/>
                </a:cubicBezTo>
                <a:cubicBezTo>
                  <a:pt x="57579" y="85116"/>
                  <a:pt x="60813" y="82356"/>
                  <a:pt x="63288" y="78804"/>
                </a:cubicBezTo>
                <a:cubicBezTo>
                  <a:pt x="65763" y="75249"/>
                  <a:pt x="67540" y="71157"/>
                  <a:pt x="68617" y="66525"/>
                </a:cubicBezTo>
                <a:cubicBezTo>
                  <a:pt x="69697" y="61893"/>
                  <a:pt x="70234" y="56913"/>
                  <a:pt x="70234" y="51584"/>
                </a:cubicBezTo>
                <a:cubicBezTo>
                  <a:pt x="70234" y="43337"/>
                  <a:pt x="68840" y="36293"/>
                  <a:pt x="66048" y="30455"/>
                </a:cubicBezTo>
                <a:cubicBezTo>
                  <a:pt x="63256" y="24617"/>
                  <a:pt x="59290" y="20177"/>
                  <a:pt x="54152" y="17131"/>
                </a:cubicBezTo>
                <a:cubicBezTo>
                  <a:pt x="49012" y="14087"/>
                  <a:pt x="43017" y="12564"/>
                  <a:pt x="36165" y="12564"/>
                </a:cubicBezTo>
                <a:cubicBezTo>
                  <a:pt x="30581" y="12564"/>
                  <a:pt x="25980" y="12850"/>
                  <a:pt x="22366" y="13419"/>
                </a:cubicBezTo>
                <a:cubicBezTo>
                  <a:pt x="18748" y="13990"/>
                  <a:pt x="16051" y="14530"/>
                  <a:pt x="14276" y="15039"/>
                </a:cubicBezTo>
                <a:lnTo>
                  <a:pt x="14276" y="81847"/>
                </a:lnTo>
                <a:cubicBezTo>
                  <a:pt x="16433" y="83499"/>
                  <a:pt x="19731" y="85274"/>
                  <a:pt x="24172" y="87177"/>
                </a:cubicBezTo>
                <a:cubicBezTo>
                  <a:pt x="28615" y="89083"/>
                  <a:pt x="33564" y="90034"/>
                  <a:pt x="39019" y="900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E9900D-1961-4D83-B730-78E01E2C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1561" y="1425667"/>
            <a:ext cx="56913" cy="131716"/>
          </a:xfrm>
          <a:custGeom xmlns:a="http://schemas.openxmlformats.org/drawingml/2006/main">
            <a:pathLst>
              <a:path w="56913" h="131716">
                <a:moveTo>
                  <a:pt x="32930" y="131716"/>
                </a:moveTo>
                <a:cubicBezTo>
                  <a:pt x="24554" y="131716"/>
                  <a:pt x="17957" y="130256"/>
                  <a:pt x="13133" y="127339"/>
                </a:cubicBezTo>
                <a:cubicBezTo>
                  <a:pt x="8312" y="124421"/>
                  <a:pt x="4918" y="120041"/>
                  <a:pt x="2952" y="114206"/>
                </a:cubicBezTo>
                <a:cubicBezTo>
                  <a:pt x="983" y="108368"/>
                  <a:pt x="0" y="101073"/>
                  <a:pt x="0" y="92314"/>
                </a:cubicBezTo>
                <a:lnTo>
                  <a:pt x="0" y="2475"/>
                </a:lnTo>
                <a:lnTo>
                  <a:pt x="14276" y="0"/>
                </a:lnTo>
                <a:lnTo>
                  <a:pt x="14276" y="31024"/>
                </a:lnTo>
                <a:lnTo>
                  <a:pt x="52915" y="31024"/>
                </a:lnTo>
                <a:lnTo>
                  <a:pt x="52915" y="43017"/>
                </a:lnTo>
                <a:lnTo>
                  <a:pt x="14276" y="43017"/>
                </a:lnTo>
                <a:lnTo>
                  <a:pt x="14276" y="93457"/>
                </a:lnTo>
                <a:cubicBezTo>
                  <a:pt x="14276" y="100435"/>
                  <a:pt x="15070" y="105768"/>
                  <a:pt x="16656" y="109445"/>
                </a:cubicBezTo>
                <a:cubicBezTo>
                  <a:pt x="18242" y="113126"/>
                  <a:pt x="20525" y="115632"/>
                  <a:pt x="23509" y="116966"/>
                </a:cubicBezTo>
                <a:cubicBezTo>
                  <a:pt x="26489" y="118298"/>
                  <a:pt x="30012" y="118963"/>
                  <a:pt x="34073" y="118963"/>
                </a:cubicBezTo>
                <a:cubicBezTo>
                  <a:pt x="38893" y="118963"/>
                  <a:pt x="42923" y="118392"/>
                  <a:pt x="46160" y="117252"/>
                </a:cubicBezTo>
                <a:cubicBezTo>
                  <a:pt x="49395" y="116109"/>
                  <a:pt x="51964" y="115094"/>
                  <a:pt x="53867" y="114206"/>
                </a:cubicBezTo>
                <a:lnTo>
                  <a:pt x="56913" y="125816"/>
                </a:lnTo>
                <a:cubicBezTo>
                  <a:pt x="55010" y="126959"/>
                  <a:pt x="51869" y="128227"/>
                  <a:pt x="47492" y="129622"/>
                </a:cubicBezTo>
                <a:cubicBezTo>
                  <a:pt x="43114" y="131019"/>
                  <a:pt x="38259" y="131716"/>
                  <a:pt x="32930" y="1317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AA85E-815B-47AC-890D-0A846437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273" y="1414817"/>
            <a:ext cx="20177" cy="140472"/>
          </a:xfrm>
          <a:custGeom xmlns:a="http://schemas.openxmlformats.org/drawingml/2006/main">
            <a:pathLst>
              <a:path w="20177" h="140472">
                <a:moveTo>
                  <a:pt x="2855" y="140472"/>
                </a:moveTo>
                <a:lnTo>
                  <a:pt x="2855" y="41874"/>
                </a:lnTo>
                <a:lnTo>
                  <a:pt x="17131" y="41874"/>
                </a:lnTo>
                <a:lnTo>
                  <a:pt x="17131" y="140472"/>
                </a:lnTo>
                <a:lnTo>
                  <a:pt x="2855" y="140472"/>
                </a:lnTo>
                <a:close/>
                <a:moveTo>
                  <a:pt x="10087" y="20748"/>
                </a:moveTo>
                <a:cubicBezTo>
                  <a:pt x="7295" y="20748"/>
                  <a:pt x="4918" y="19797"/>
                  <a:pt x="2949" y="17891"/>
                </a:cubicBezTo>
                <a:cubicBezTo>
                  <a:pt x="983" y="15988"/>
                  <a:pt x="0" y="13450"/>
                  <a:pt x="0" y="10278"/>
                </a:cubicBezTo>
                <a:cubicBezTo>
                  <a:pt x="0" y="7232"/>
                  <a:pt x="983" y="4758"/>
                  <a:pt x="2949" y="2855"/>
                </a:cubicBezTo>
                <a:cubicBezTo>
                  <a:pt x="4918" y="952"/>
                  <a:pt x="7295" y="0"/>
                  <a:pt x="10087" y="0"/>
                </a:cubicBezTo>
                <a:cubicBezTo>
                  <a:pt x="12879" y="0"/>
                  <a:pt x="15259" y="952"/>
                  <a:pt x="17225" y="2855"/>
                </a:cubicBezTo>
                <a:cubicBezTo>
                  <a:pt x="19194" y="4758"/>
                  <a:pt x="20177" y="7232"/>
                  <a:pt x="20177" y="10278"/>
                </a:cubicBezTo>
                <a:cubicBezTo>
                  <a:pt x="20177" y="13450"/>
                  <a:pt x="19194" y="15988"/>
                  <a:pt x="17225" y="17891"/>
                </a:cubicBezTo>
                <a:cubicBezTo>
                  <a:pt x="15259" y="19797"/>
                  <a:pt x="12879" y="20748"/>
                  <a:pt x="10087" y="207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35F01F-57F2-43C4-B85A-3369F854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382" y="1454788"/>
            <a:ext cx="133431" cy="100501"/>
          </a:xfrm>
          <a:custGeom xmlns:a="http://schemas.openxmlformats.org/drawingml/2006/main">
            <a:pathLst>
              <a:path w="133431" h="100501">
                <a:moveTo>
                  <a:pt x="0" y="100501"/>
                </a:moveTo>
                <a:lnTo>
                  <a:pt x="0" y="5329"/>
                </a:lnTo>
                <a:cubicBezTo>
                  <a:pt x="3932" y="4315"/>
                  <a:pt x="8947" y="3175"/>
                  <a:pt x="15036" y="1903"/>
                </a:cubicBezTo>
                <a:cubicBezTo>
                  <a:pt x="21128" y="634"/>
                  <a:pt x="28678" y="0"/>
                  <a:pt x="37688" y="0"/>
                </a:cubicBezTo>
                <a:cubicBezTo>
                  <a:pt x="44031" y="0"/>
                  <a:pt x="49458" y="889"/>
                  <a:pt x="53961" y="2666"/>
                </a:cubicBezTo>
                <a:cubicBezTo>
                  <a:pt x="58467" y="4443"/>
                  <a:pt x="62113" y="7107"/>
                  <a:pt x="64905" y="10661"/>
                </a:cubicBezTo>
                <a:cubicBezTo>
                  <a:pt x="66048" y="9773"/>
                  <a:pt x="68080" y="8472"/>
                  <a:pt x="70997" y="6758"/>
                </a:cubicBezTo>
                <a:cubicBezTo>
                  <a:pt x="73915" y="5046"/>
                  <a:pt x="77627" y="3492"/>
                  <a:pt x="82133" y="2095"/>
                </a:cubicBezTo>
                <a:cubicBezTo>
                  <a:pt x="86637" y="700"/>
                  <a:pt x="91746" y="0"/>
                  <a:pt x="97455" y="0"/>
                </a:cubicBezTo>
                <a:cubicBezTo>
                  <a:pt x="107608" y="0"/>
                  <a:pt x="115252" y="1937"/>
                  <a:pt x="120392" y="5806"/>
                </a:cubicBezTo>
                <a:cubicBezTo>
                  <a:pt x="125530" y="9675"/>
                  <a:pt x="128988" y="15008"/>
                  <a:pt x="130765" y="21794"/>
                </a:cubicBezTo>
                <a:cubicBezTo>
                  <a:pt x="132542" y="28584"/>
                  <a:pt x="133431" y="36419"/>
                  <a:pt x="133431" y="45303"/>
                </a:cubicBezTo>
                <a:lnTo>
                  <a:pt x="133431" y="100501"/>
                </a:lnTo>
                <a:lnTo>
                  <a:pt x="119155" y="100501"/>
                </a:lnTo>
                <a:lnTo>
                  <a:pt x="119155" y="49300"/>
                </a:lnTo>
                <a:cubicBezTo>
                  <a:pt x="119155" y="40925"/>
                  <a:pt x="118583" y="34041"/>
                  <a:pt x="117440" y="28646"/>
                </a:cubicBezTo>
                <a:cubicBezTo>
                  <a:pt x="116297" y="23254"/>
                  <a:pt x="114077" y="19225"/>
                  <a:pt x="110780" y="16562"/>
                </a:cubicBezTo>
                <a:cubicBezTo>
                  <a:pt x="107479" y="13896"/>
                  <a:pt x="102593" y="12564"/>
                  <a:pt x="96123" y="12564"/>
                </a:cubicBezTo>
                <a:cubicBezTo>
                  <a:pt x="91429" y="12564"/>
                  <a:pt x="87334" y="13102"/>
                  <a:pt x="83845" y="14182"/>
                </a:cubicBezTo>
                <a:cubicBezTo>
                  <a:pt x="80356" y="15259"/>
                  <a:pt x="77501" y="16496"/>
                  <a:pt x="75281" y="17894"/>
                </a:cubicBezTo>
                <a:cubicBezTo>
                  <a:pt x="73061" y="19288"/>
                  <a:pt x="71440" y="20368"/>
                  <a:pt x="70426" y="21128"/>
                </a:cubicBezTo>
                <a:cubicBezTo>
                  <a:pt x="71569" y="24300"/>
                  <a:pt x="72426" y="27918"/>
                  <a:pt x="72995" y="31978"/>
                </a:cubicBezTo>
                <a:cubicBezTo>
                  <a:pt x="73566" y="36039"/>
                  <a:pt x="73852" y="40291"/>
                  <a:pt x="73852" y="44731"/>
                </a:cubicBezTo>
                <a:lnTo>
                  <a:pt x="73852" y="100501"/>
                </a:lnTo>
                <a:lnTo>
                  <a:pt x="59576" y="100501"/>
                </a:lnTo>
                <a:lnTo>
                  <a:pt x="59576" y="49300"/>
                </a:lnTo>
                <a:cubicBezTo>
                  <a:pt x="59576" y="40925"/>
                  <a:pt x="59005" y="34041"/>
                  <a:pt x="57864" y="28646"/>
                </a:cubicBezTo>
                <a:cubicBezTo>
                  <a:pt x="56721" y="23254"/>
                  <a:pt x="54470" y="19225"/>
                  <a:pt x="51106" y="16562"/>
                </a:cubicBezTo>
                <a:cubicBezTo>
                  <a:pt x="47743" y="13896"/>
                  <a:pt x="42700" y="12564"/>
                  <a:pt x="35973" y="12564"/>
                </a:cubicBezTo>
                <a:cubicBezTo>
                  <a:pt x="32295" y="12564"/>
                  <a:pt x="28964" y="12722"/>
                  <a:pt x="25980" y="13039"/>
                </a:cubicBezTo>
                <a:cubicBezTo>
                  <a:pt x="23000" y="13356"/>
                  <a:pt x="20525" y="13705"/>
                  <a:pt x="18557" y="14087"/>
                </a:cubicBezTo>
                <a:cubicBezTo>
                  <a:pt x="16591" y="14468"/>
                  <a:pt x="15165" y="14785"/>
                  <a:pt x="14276" y="15039"/>
                </a:cubicBezTo>
                <a:lnTo>
                  <a:pt x="14276" y="100501"/>
                </a:lnTo>
                <a:lnTo>
                  <a:pt x="0" y="100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CE4F3-409D-4A90-892E-3D4B712C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793" y="1414817"/>
            <a:ext cx="20174" cy="140472"/>
          </a:xfrm>
          <a:custGeom xmlns:a="http://schemas.openxmlformats.org/drawingml/2006/main">
            <a:pathLst>
              <a:path w="20174" h="140472">
                <a:moveTo>
                  <a:pt x="2855" y="140472"/>
                </a:moveTo>
                <a:lnTo>
                  <a:pt x="2855" y="41874"/>
                </a:lnTo>
                <a:lnTo>
                  <a:pt x="17131" y="41874"/>
                </a:lnTo>
                <a:lnTo>
                  <a:pt x="17131" y="140472"/>
                </a:lnTo>
                <a:lnTo>
                  <a:pt x="2855" y="140472"/>
                </a:lnTo>
                <a:close/>
                <a:moveTo>
                  <a:pt x="10087" y="20748"/>
                </a:moveTo>
                <a:cubicBezTo>
                  <a:pt x="7295" y="20748"/>
                  <a:pt x="4915" y="19797"/>
                  <a:pt x="2949" y="17891"/>
                </a:cubicBezTo>
                <a:cubicBezTo>
                  <a:pt x="983" y="15988"/>
                  <a:pt x="0" y="13450"/>
                  <a:pt x="0" y="10278"/>
                </a:cubicBezTo>
                <a:cubicBezTo>
                  <a:pt x="0" y="7232"/>
                  <a:pt x="983" y="4758"/>
                  <a:pt x="2949" y="2855"/>
                </a:cubicBezTo>
                <a:cubicBezTo>
                  <a:pt x="4915" y="952"/>
                  <a:pt x="7295" y="0"/>
                  <a:pt x="10087" y="0"/>
                </a:cubicBezTo>
                <a:cubicBezTo>
                  <a:pt x="12879" y="0"/>
                  <a:pt x="15259" y="952"/>
                  <a:pt x="17225" y="2855"/>
                </a:cubicBezTo>
                <a:cubicBezTo>
                  <a:pt x="19191" y="4758"/>
                  <a:pt x="20174" y="7232"/>
                  <a:pt x="20174" y="10278"/>
                </a:cubicBezTo>
                <a:cubicBezTo>
                  <a:pt x="20174" y="13450"/>
                  <a:pt x="19191" y="15988"/>
                  <a:pt x="17225" y="17891"/>
                </a:cubicBezTo>
                <a:cubicBezTo>
                  <a:pt x="15259" y="19797"/>
                  <a:pt x="12879" y="20748"/>
                  <a:pt x="10087" y="207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D6EC90-506D-45C3-87EE-E526FD96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144" y="1456691"/>
            <a:ext cx="73092" cy="98598"/>
          </a:xfrm>
          <a:custGeom xmlns:a="http://schemas.openxmlformats.org/drawingml/2006/main">
            <a:pathLst>
              <a:path w="73092" h="98598">
                <a:moveTo>
                  <a:pt x="0" y="98598"/>
                </a:moveTo>
                <a:lnTo>
                  <a:pt x="0" y="88700"/>
                </a:lnTo>
                <a:cubicBezTo>
                  <a:pt x="3175" y="82736"/>
                  <a:pt x="7107" y="76170"/>
                  <a:pt x="11801" y="69000"/>
                </a:cubicBezTo>
                <a:cubicBezTo>
                  <a:pt x="16496" y="61831"/>
                  <a:pt x="21477" y="54630"/>
                  <a:pt x="26743" y="47397"/>
                </a:cubicBezTo>
                <a:cubicBezTo>
                  <a:pt x="32010" y="40165"/>
                  <a:pt x="37022" y="33470"/>
                  <a:pt x="41782" y="27315"/>
                </a:cubicBezTo>
                <a:cubicBezTo>
                  <a:pt x="46540" y="21160"/>
                  <a:pt x="50632" y="16053"/>
                  <a:pt x="54058" y="11993"/>
                </a:cubicBezTo>
                <a:lnTo>
                  <a:pt x="2666" y="11993"/>
                </a:lnTo>
                <a:lnTo>
                  <a:pt x="2666" y="0"/>
                </a:lnTo>
                <a:lnTo>
                  <a:pt x="71569" y="0"/>
                </a:lnTo>
                <a:lnTo>
                  <a:pt x="71569" y="11041"/>
                </a:lnTo>
                <a:cubicBezTo>
                  <a:pt x="68777" y="14213"/>
                  <a:pt x="65065" y="18622"/>
                  <a:pt x="60436" y="24269"/>
                </a:cubicBezTo>
                <a:cubicBezTo>
                  <a:pt x="55804" y="29918"/>
                  <a:pt x="50855" y="36262"/>
                  <a:pt x="45589" y="43305"/>
                </a:cubicBezTo>
                <a:cubicBezTo>
                  <a:pt x="40322" y="50346"/>
                  <a:pt x="35119" y="57613"/>
                  <a:pt x="29981" y="65100"/>
                </a:cubicBezTo>
                <a:cubicBezTo>
                  <a:pt x="24840" y="72586"/>
                  <a:pt x="20368" y="79756"/>
                  <a:pt x="16562" y="86608"/>
                </a:cubicBezTo>
                <a:lnTo>
                  <a:pt x="73092" y="86608"/>
                </a:lnTo>
                <a:lnTo>
                  <a:pt x="73092" y="98598"/>
                </a:lnTo>
                <a:lnTo>
                  <a:pt x="0" y="985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E6E38-482F-4403-9747-18D919B3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035" y="1454407"/>
            <a:ext cx="74044" cy="102976"/>
          </a:xfrm>
          <a:custGeom xmlns:a="http://schemas.openxmlformats.org/drawingml/2006/main">
            <a:pathLst>
              <a:path w="74044" h="102976">
                <a:moveTo>
                  <a:pt x="36927" y="102976"/>
                </a:moveTo>
                <a:cubicBezTo>
                  <a:pt x="29821" y="102976"/>
                  <a:pt x="23474" y="101961"/>
                  <a:pt x="17894" y="99930"/>
                </a:cubicBezTo>
                <a:cubicBezTo>
                  <a:pt x="12310" y="97901"/>
                  <a:pt x="7932" y="94600"/>
                  <a:pt x="4758" y="90031"/>
                </a:cubicBezTo>
                <a:cubicBezTo>
                  <a:pt x="1586" y="85465"/>
                  <a:pt x="0" y="79436"/>
                  <a:pt x="0" y="71949"/>
                </a:cubicBezTo>
                <a:cubicBezTo>
                  <a:pt x="0" y="64717"/>
                  <a:pt x="1777" y="58847"/>
                  <a:pt x="5329" y="54344"/>
                </a:cubicBezTo>
                <a:cubicBezTo>
                  <a:pt x="8884" y="49838"/>
                  <a:pt x="13799" y="46572"/>
                  <a:pt x="20083" y="44540"/>
                </a:cubicBezTo>
                <a:cubicBezTo>
                  <a:pt x="26363" y="42511"/>
                  <a:pt x="33436" y="41494"/>
                  <a:pt x="41305" y="41494"/>
                </a:cubicBezTo>
                <a:cubicBezTo>
                  <a:pt x="44857" y="41494"/>
                  <a:pt x="48600" y="41811"/>
                  <a:pt x="52535" y="42448"/>
                </a:cubicBezTo>
                <a:cubicBezTo>
                  <a:pt x="56467" y="43083"/>
                  <a:pt x="58942" y="43651"/>
                  <a:pt x="59959" y="44160"/>
                </a:cubicBezTo>
                <a:lnTo>
                  <a:pt x="59959" y="38451"/>
                </a:lnTo>
                <a:cubicBezTo>
                  <a:pt x="59959" y="34136"/>
                  <a:pt x="59419" y="29978"/>
                  <a:pt x="58339" y="25983"/>
                </a:cubicBezTo>
                <a:cubicBezTo>
                  <a:pt x="57261" y="21986"/>
                  <a:pt x="55073" y="18717"/>
                  <a:pt x="51772" y="16179"/>
                </a:cubicBezTo>
                <a:cubicBezTo>
                  <a:pt x="48475" y="13642"/>
                  <a:pt x="43463" y="12373"/>
                  <a:pt x="36736" y="12373"/>
                </a:cubicBezTo>
                <a:cubicBezTo>
                  <a:pt x="29758" y="12373"/>
                  <a:pt x="24429" y="12882"/>
                  <a:pt x="20748" y="13896"/>
                </a:cubicBezTo>
                <a:cubicBezTo>
                  <a:pt x="17068" y="14910"/>
                  <a:pt x="14339" y="15736"/>
                  <a:pt x="12562" y="16371"/>
                </a:cubicBezTo>
                <a:lnTo>
                  <a:pt x="10658" y="4189"/>
                </a:lnTo>
                <a:cubicBezTo>
                  <a:pt x="12944" y="3172"/>
                  <a:pt x="16433" y="2220"/>
                  <a:pt x="21128" y="1332"/>
                </a:cubicBezTo>
                <a:cubicBezTo>
                  <a:pt x="25823" y="446"/>
                  <a:pt x="31344" y="0"/>
                  <a:pt x="37688" y="0"/>
                </a:cubicBezTo>
                <a:cubicBezTo>
                  <a:pt x="46697" y="0"/>
                  <a:pt x="53835" y="1586"/>
                  <a:pt x="59102" y="4758"/>
                </a:cubicBezTo>
                <a:cubicBezTo>
                  <a:pt x="64368" y="7932"/>
                  <a:pt x="68174" y="12279"/>
                  <a:pt x="70523" y="17797"/>
                </a:cubicBezTo>
                <a:cubicBezTo>
                  <a:pt x="72869" y="23317"/>
                  <a:pt x="74044" y="29629"/>
                  <a:pt x="74044" y="36736"/>
                </a:cubicBezTo>
                <a:lnTo>
                  <a:pt x="74044" y="98598"/>
                </a:lnTo>
                <a:cubicBezTo>
                  <a:pt x="71377" y="99232"/>
                  <a:pt x="66620" y="100121"/>
                  <a:pt x="59767" y="101261"/>
                </a:cubicBezTo>
                <a:cubicBezTo>
                  <a:pt x="52915" y="102404"/>
                  <a:pt x="45303" y="102976"/>
                  <a:pt x="36927" y="102976"/>
                </a:cubicBezTo>
                <a:close/>
                <a:moveTo>
                  <a:pt x="39019" y="90794"/>
                </a:moveTo>
                <a:cubicBezTo>
                  <a:pt x="43463" y="90794"/>
                  <a:pt x="47460" y="90634"/>
                  <a:pt x="51012" y="90317"/>
                </a:cubicBezTo>
                <a:cubicBezTo>
                  <a:pt x="54564" y="90000"/>
                  <a:pt x="57547" y="89588"/>
                  <a:pt x="59959" y="89080"/>
                </a:cubicBezTo>
                <a:lnTo>
                  <a:pt x="59959" y="55961"/>
                </a:lnTo>
                <a:cubicBezTo>
                  <a:pt x="58690" y="55327"/>
                  <a:pt x="56533" y="54693"/>
                  <a:pt x="53487" y="54058"/>
                </a:cubicBezTo>
                <a:cubicBezTo>
                  <a:pt x="50441" y="53424"/>
                  <a:pt x="46506" y="53107"/>
                  <a:pt x="41685" y="53107"/>
                </a:cubicBezTo>
                <a:cubicBezTo>
                  <a:pt x="37625" y="53107"/>
                  <a:pt x="33501" y="53550"/>
                  <a:pt x="29312" y="54438"/>
                </a:cubicBezTo>
                <a:cubicBezTo>
                  <a:pt x="25126" y="55327"/>
                  <a:pt x="21603" y="57104"/>
                  <a:pt x="18748" y="59767"/>
                </a:cubicBezTo>
                <a:cubicBezTo>
                  <a:pt x="15893" y="62434"/>
                  <a:pt x="14468" y="66431"/>
                  <a:pt x="14468" y="71760"/>
                </a:cubicBezTo>
                <a:cubicBezTo>
                  <a:pt x="14468" y="78867"/>
                  <a:pt x="16688" y="83813"/>
                  <a:pt x="21128" y="86605"/>
                </a:cubicBezTo>
                <a:cubicBezTo>
                  <a:pt x="25569" y="89397"/>
                  <a:pt x="31533" y="90794"/>
                  <a:pt x="39019" y="907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F31E2-9009-4D52-B051-C03BB6EF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154" y="1425667"/>
            <a:ext cx="56913" cy="131716"/>
          </a:xfrm>
          <a:custGeom xmlns:a="http://schemas.openxmlformats.org/drawingml/2006/main">
            <a:pathLst>
              <a:path w="56913" h="131716">
                <a:moveTo>
                  <a:pt x="32930" y="131716"/>
                </a:moveTo>
                <a:cubicBezTo>
                  <a:pt x="24554" y="131716"/>
                  <a:pt x="17954" y="130256"/>
                  <a:pt x="13133" y="127339"/>
                </a:cubicBezTo>
                <a:cubicBezTo>
                  <a:pt x="8310" y="124421"/>
                  <a:pt x="4918" y="120041"/>
                  <a:pt x="2949" y="114206"/>
                </a:cubicBezTo>
                <a:cubicBezTo>
                  <a:pt x="983" y="108368"/>
                  <a:pt x="0" y="101073"/>
                  <a:pt x="0" y="92314"/>
                </a:cubicBezTo>
                <a:lnTo>
                  <a:pt x="0" y="2475"/>
                </a:lnTo>
                <a:lnTo>
                  <a:pt x="14276" y="0"/>
                </a:lnTo>
                <a:lnTo>
                  <a:pt x="14276" y="31024"/>
                </a:lnTo>
                <a:lnTo>
                  <a:pt x="52915" y="31024"/>
                </a:lnTo>
                <a:lnTo>
                  <a:pt x="52915" y="43017"/>
                </a:lnTo>
                <a:lnTo>
                  <a:pt x="14276" y="43017"/>
                </a:lnTo>
                <a:lnTo>
                  <a:pt x="14276" y="93457"/>
                </a:lnTo>
                <a:cubicBezTo>
                  <a:pt x="14276" y="100435"/>
                  <a:pt x="15068" y="105768"/>
                  <a:pt x="16654" y="109445"/>
                </a:cubicBezTo>
                <a:cubicBezTo>
                  <a:pt x="18239" y="113126"/>
                  <a:pt x="20525" y="115632"/>
                  <a:pt x="23506" y="116966"/>
                </a:cubicBezTo>
                <a:cubicBezTo>
                  <a:pt x="26489" y="118298"/>
                  <a:pt x="30009" y="118963"/>
                  <a:pt x="34070" y="118963"/>
                </a:cubicBezTo>
                <a:cubicBezTo>
                  <a:pt x="38893" y="118963"/>
                  <a:pt x="42923" y="118392"/>
                  <a:pt x="46157" y="117252"/>
                </a:cubicBezTo>
                <a:cubicBezTo>
                  <a:pt x="49392" y="116109"/>
                  <a:pt x="51964" y="115094"/>
                  <a:pt x="53867" y="114206"/>
                </a:cubicBezTo>
                <a:lnTo>
                  <a:pt x="56913" y="125816"/>
                </a:lnTo>
                <a:cubicBezTo>
                  <a:pt x="55007" y="126959"/>
                  <a:pt x="51866" y="128227"/>
                  <a:pt x="47489" y="129622"/>
                </a:cubicBezTo>
                <a:cubicBezTo>
                  <a:pt x="43111" y="131019"/>
                  <a:pt x="38259" y="131716"/>
                  <a:pt x="32930" y="1317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AC92F-3E86-4DC0-871D-CC2A35E7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863" y="1414817"/>
            <a:ext cx="20177" cy="140472"/>
          </a:xfrm>
          <a:custGeom xmlns:a="http://schemas.openxmlformats.org/drawingml/2006/main">
            <a:pathLst>
              <a:path w="20177" h="140472">
                <a:moveTo>
                  <a:pt x="2857" y="140472"/>
                </a:moveTo>
                <a:lnTo>
                  <a:pt x="2857" y="41874"/>
                </a:lnTo>
                <a:lnTo>
                  <a:pt x="17131" y="41874"/>
                </a:lnTo>
                <a:lnTo>
                  <a:pt x="17131" y="140472"/>
                </a:lnTo>
                <a:lnTo>
                  <a:pt x="2857" y="140472"/>
                </a:lnTo>
                <a:close/>
                <a:moveTo>
                  <a:pt x="10090" y="20748"/>
                </a:moveTo>
                <a:cubicBezTo>
                  <a:pt x="7298" y="20748"/>
                  <a:pt x="4918" y="19797"/>
                  <a:pt x="2952" y="17891"/>
                </a:cubicBezTo>
                <a:cubicBezTo>
                  <a:pt x="986" y="15988"/>
                  <a:pt x="0" y="13450"/>
                  <a:pt x="0" y="10278"/>
                </a:cubicBezTo>
                <a:cubicBezTo>
                  <a:pt x="0" y="7232"/>
                  <a:pt x="986" y="4758"/>
                  <a:pt x="2952" y="2855"/>
                </a:cubicBezTo>
                <a:cubicBezTo>
                  <a:pt x="4918" y="952"/>
                  <a:pt x="7298" y="0"/>
                  <a:pt x="10090" y="0"/>
                </a:cubicBezTo>
                <a:cubicBezTo>
                  <a:pt x="12882" y="0"/>
                  <a:pt x="15259" y="952"/>
                  <a:pt x="17228" y="2855"/>
                </a:cubicBezTo>
                <a:cubicBezTo>
                  <a:pt x="19194" y="4758"/>
                  <a:pt x="20177" y="7232"/>
                  <a:pt x="20177" y="10278"/>
                </a:cubicBezTo>
                <a:cubicBezTo>
                  <a:pt x="20177" y="13450"/>
                  <a:pt x="19194" y="15988"/>
                  <a:pt x="17228" y="17891"/>
                </a:cubicBezTo>
                <a:cubicBezTo>
                  <a:pt x="15259" y="19797"/>
                  <a:pt x="12882" y="20748"/>
                  <a:pt x="10090" y="207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F3D87-3A96-4CCA-A8F2-F6D7FB2C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63" y="1454407"/>
            <a:ext cx="90794" cy="103167"/>
          </a:xfrm>
          <a:custGeom xmlns:a="http://schemas.openxmlformats.org/drawingml/2006/main">
            <a:pathLst>
              <a:path w="90794" h="103167">
                <a:moveTo>
                  <a:pt x="45300" y="103167"/>
                </a:moveTo>
                <a:cubicBezTo>
                  <a:pt x="36545" y="103167"/>
                  <a:pt x="28741" y="101041"/>
                  <a:pt x="21888" y="96789"/>
                </a:cubicBezTo>
                <a:cubicBezTo>
                  <a:pt x="15036" y="92537"/>
                  <a:pt x="9675" y="86542"/>
                  <a:pt x="5806" y="78801"/>
                </a:cubicBezTo>
                <a:cubicBezTo>
                  <a:pt x="1935" y="71060"/>
                  <a:pt x="0" y="61988"/>
                  <a:pt x="0" y="51584"/>
                </a:cubicBezTo>
                <a:cubicBezTo>
                  <a:pt x="0" y="41177"/>
                  <a:pt x="1935" y="32135"/>
                  <a:pt x="5806" y="24460"/>
                </a:cubicBezTo>
                <a:cubicBezTo>
                  <a:pt x="9675" y="16782"/>
                  <a:pt x="15036" y="10787"/>
                  <a:pt x="21888" y="6472"/>
                </a:cubicBezTo>
                <a:cubicBezTo>
                  <a:pt x="28741" y="2157"/>
                  <a:pt x="36545" y="0"/>
                  <a:pt x="45300" y="0"/>
                </a:cubicBezTo>
                <a:cubicBezTo>
                  <a:pt x="54184" y="0"/>
                  <a:pt x="62051" y="2157"/>
                  <a:pt x="68903" y="6472"/>
                </a:cubicBezTo>
                <a:cubicBezTo>
                  <a:pt x="75755" y="10787"/>
                  <a:pt x="81119" y="16782"/>
                  <a:pt x="84988" y="24460"/>
                </a:cubicBezTo>
                <a:cubicBezTo>
                  <a:pt x="88857" y="32135"/>
                  <a:pt x="90794" y="41177"/>
                  <a:pt x="90794" y="51584"/>
                </a:cubicBezTo>
                <a:cubicBezTo>
                  <a:pt x="90794" y="61988"/>
                  <a:pt x="88857" y="71060"/>
                  <a:pt x="84988" y="78801"/>
                </a:cubicBezTo>
                <a:cubicBezTo>
                  <a:pt x="81119" y="86542"/>
                  <a:pt x="75787" y="92537"/>
                  <a:pt x="69000" y="96789"/>
                </a:cubicBezTo>
                <a:cubicBezTo>
                  <a:pt x="62211" y="101041"/>
                  <a:pt x="54310" y="103167"/>
                  <a:pt x="45300" y="103167"/>
                </a:cubicBezTo>
                <a:close/>
                <a:moveTo>
                  <a:pt x="45300" y="90414"/>
                </a:moveTo>
                <a:cubicBezTo>
                  <a:pt x="51646" y="90414"/>
                  <a:pt x="57101" y="88828"/>
                  <a:pt x="61671" y="85654"/>
                </a:cubicBezTo>
                <a:cubicBezTo>
                  <a:pt x="66240" y="82482"/>
                  <a:pt x="69760" y="77978"/>
                  <a:pt x="72235" y="72140"/>
                </a:cubicBezTo>
                <a:cubicBezTo>
                  <a:pt x="74709" y="66303"/>
                  <a:pt x="75947" y="59450"/>
                  <a:pt x="75947" y="51584"/>
                </a:cubicBezTo>
                <a:cubicBezTo>
                  <a:pt x="75947" y="43717"/>
                  <a:pt x="74709" y="36865"/>
                  <a:pt x="72235" y="31027"/>
                </a:cubicBezTo>
                <a:cubicBezTo>
                  <a:pt x="69760" y="25189"/>
                  <a:pt x="66240" y="20685"/>
                  <a:pt x="61671" y="17511"/>
                </a:cubicBezTo>
                <a:cubicBezTo>
                  <a:pt x="57101" y="14339"/>
                  <a:pt x="51646" y="12753"/>
                  <a:pt x="45300" y="12753"/>
                </a:cubicBezTo>
                <a:cubicBezTo>
                  <a:pt x="39085" y="12753"/>
                  <a:pt x="33690" y="14339"/>
                  <a:pt x="29121" y="17511"/>
                </a:cubicBezTo>
                <a:cubicBezTo>
                  <a:pt x="24554" y="20685"/>
                  <a:pt x="21034" y="25189"/>
                  <a:pt x="18559" y="31027"/>
                </a:cubicBezTo>
                <a:cubicBezTo>
                  <a:pt x="16085" y="36865"/>
                  <a:pt x="14848" y="43717"/>
                  <a:pt x="14848" y="51584"/>
                </a:cubicBezTo>
                <a:cubicBezTo>
                  <a:pt x="14848" y="59450"/>
                  <a:pt x="16085" y="66303"/>
                  <a:pt x="18559" y="72140"/>
                </a:cubicBezTo>
                <a:cubicBezTo>
                  <a:pt x="21034" y="77978"/>
                  <a:pt x="24554" y="82482"/>
                  <a:pt x="29121" y="85654"/>
                </a:cubicBezTo>
                <a:cubicBezTo>
                  <a:pt x="33690" y="88828"/>
                  <a:pt x="39085" y="90414"/>
                  <a:pt x="45300" y="904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E4AACF-0B9B-4BAE-A071-81039805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323" y="1454788"/>
            <a:ext cx="77850" cy="100501"/>
          </a:xfrm>
          <a:custGeom xmlns:a="http://schemas.openxmlformats.org/drawingml/2006/main">
            <a:pathLst>
              <a:path w="77850" h="100501">
                <a:moveTo>
                  <a:pt x="0" y="100501"/>
                </a:moveTo>
                <a:lnTo>
                  <a:pt x="0" y="5329"/>
                </a:lnTo>
                <a:cubicBezTo>
                  <a:pt x="3935" y="4315"/>
                  <a:pt x="9073" y="3175"/>
                  <a:pt x="15419" y="1903"/>
                </a:cubicBezTo>
                <a:cubicBezTo>
                  <a:pt x="21763" y="634"/>
                  <a:pt x="29378" y="0"/>
                  <a:pt x="38259" y="0"/>
                </a:cubicBezTo>
                <a:cubicBezTo>
                  <a:pt x="48537" y="0"/>
                  <a:pt x="56533" y="1903"/>
                  <a:pt x="62242" y="5712"/>
                </a:cubicBezTo>
                <a:cubicBezTo>
                  <a:pt x="67954" y="9518"/>
                  <a:pt x="71980" y="14816"/>
                  <a:pt x="74329" y="21606"/>
                </a:cubicBezTo>
                <a:cubicBezTo>
                  <a:pt x="76678" y="28395"/>
                  <a:pt x="77850" y="36293"/>
                  <a:pt x="77850" y="45303"/>
                </a:cubicBezTo>
                <a:lnTo>
                  <a:pt x="77850" y="100501"/>
                </a:lnTo>
                <a:lnTo>
                  <a:pt x="63574" y="100501"/>
                </a:lnTo>
                <a:lnTo>
                  <a:pt x="63574" y="49300"/>
                </a:lnTo>
                <a:cubicBezTo>
                  <a:pt x="63574" y="40291"/>
                  <a:pt x="62751" y="33121"/>
                  <a:pt x="61099" y="27792"/>
                </a:cubicBezTo>
                <a:cubicBezTo>
                  <a:pt x="59450" y="22463"/>
                  <a:pt x="56659" y="18591"/>
                  <a:pt x="52727" y="16179"/>
                </a:cubicBezTo>
                <a:cubicBezTo>
                  <a:pt x="48792" y="13770"/>
                  <a:pt x="43334" y="12564"/>
                  <a:pt x="36356" y="12564"/>
                </a:cubicBezTo>
                <a:cubicBezTo>
                  <a:pt x="31027" y="12564"/>
                  <a:pt x="26332" y="12882"/>
                  <a:pt x="22271" y="13516"/>
                </a:cubicBezTo>
                <a:cubicBezTo>
                  <a:pt x="18211" y="14150"/>
                  <a:pt x="15545" y="14656"/>
                  <a:pt x="14276" y="15039"/>
                </a:cubicBezTo>
                <a:lnTo>
                  <a:pt x="14276" y="100501"/>
                </a:lnTo>
                <a:lnTo>
                  <a:pt x="0" y="100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0F43E-5A82-44B0-A847-74721736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636" y="1454407"/>
            <a:ext cx="67380" cy="103167"/>
          </a:xfrm>
          <a:custGeom xmlns:a="http://schemas.openxmlformats.org/drawingml/2006/main">
            <a:pathLst>
              <a:path w="67380" h="103167">
                <a:moveTo>
                  <a:pt x="29501" y="103167"/>
                </a:moveTo>
                <a:cubicBezTo>
                  <a:pt x="21000" y="103167"/>
                  <a:pt x="14370" y="102436"/>
                  <a:pt x="9610" y="100978"/>
                </a:cubicBezTo>
                <a:cubicBezTo>
                  <a:pt x="4852" y="99518"/>
                  <a:pt x="1649" y="98407"/>
                  <a:pt x="0" y="97646"/>
                </a:cubicBezTo>
                <a:lnTo>
                  <a:pt x="3426" y="85082"/>
                </a:lnTo>
                <a:cubicBezTo>
                  <a:pt x="4821" y="85591"/>
                  <a:pt x="7675" y="86671"/>
                  <a:pt x="11990" y="88320"/>
                </a:cubicBezTo>
                <a:cubicBezTo>
                  <a:pt x="16305" y="89968"/>
                  <a:pt x="22143" y="90794"/>
                  <a:pt x="29501" y="90794"/>
                </a:cubicBezTo>
                <a:cubicBezTo>
                  <a:pt x="36482" y="90794"/>
                  <a:pt x="42128" y="89714"/>
                  <a:pt x="46443" y="87557"/>
                </a:cubicBezTo>
                <a:cubicBezTo>
                  <a:pt x="50758" y="85402"/>
                  <a:pt x="52915" y="81656"/>
                  <a:pt x="52915" y="76327"/>
                </a:cubicBezTo>
                <a:cubicBezTo>
                  <a:pt x="52915" y="72901"/>
                  <a:pt x="52152" y="70140"/>
                  <a:pt x="50629" y="68049"/>
                </a:cubicBezTo>
                <a:cubicBezTo>
                  <a:pt x="49106" y="65954"/>
                  <a:pt x="46666" y="64019"/>
                  <a:pt x="43303" y="62242"/>
                </a:cubicBezTo>
                <a:cubicBezTo>
                  <a:pt x="39939" y="60465"/>
                  <a:pt x="35339" y="58436"/>
                  <a:pt x="29501" y="56153"/>
                </a:cubicBezTo>
                <a:cubicBezTo>
                  <a:pt x="24554" y="54121"/>
                  <a:pt x="19985" y="51964"/>
                  <a:pt x="15796" y="49680"/>
                </a:cubicBezTo>
                <a:cubicBezTo>
                  <a:pt x="11610" y="47394"/>
                  <a:pt x="8215" y="44477"/>
                  <a:pt x="5615" y="40925"/>
                </a:cubicBezTo>
                <a:cubicBezTo>
                  <a:pt x="3012" y="37370"/>
                  <a:pt x="1712" y="32804"/>
                  <a:pt x="1712" y="27221"/>
                </a:cubicBezTo>
                <a:cubicBezTo>
                  <a:pt x="1712" y="21763"/>
                  <a:pt x="3109" y="17005"/>
                  <a:pt x="5901" y="12944"/>
                </a:cubicBezTo>
                <a:cubicBezTo>
                  <a:pt x="8693" y="8884"/>
                  <a:pt x="12656" y="5709"/>
                  <a:pt x="17797" y="3426"/>
                </a:cubicBezTo>
                <a:cubicBezTo>
                  <a:pt x="22934" y="1143"/>
                  <a:pt x="29058" y="0"/>
                  <a:pt x="36165" y="0"/>
                </a:cubicBezTo>
                <a:cubicBezTo>
                  <a:pt x="42762" y="0"/>
                  <a:pt x="48346" y="571"/>
                  <a:pt x="52915" y="1714"/>
                </a:cubicBezTo>
                <a:cubicBezTo>
                  <a:pt x="57481" y="2855"/>
                  <a:pt x="60719" y="3872"/>
                  <a:pt x="62622" y="4758"/>
                </a:cubicBezTo>
                <a:lnTo>
                  <a:pt x="59385" y="17131"/>
                </a:lnTo>
                <a:cubicBezTo>
                  <a:pt x="57736" y="16242"/>
                  <a:pt x="55073" y="15196"/>
                  <a:pt x="51392" y="13990"/>
                </a:cubicBezTo>
                <a:cubicBezTo>
                  <a:pt x="47712" y="12784"/>
                  <a:pt x="42508" y="12182"/>
                  <a:pt x="35784" y="12182"/>
                </a:cubicBezTo>
                <a:cubicBezTo>
                  <a:pt x="30452" y="12182"/>
                  <a:pt x="25823" y="13293"/>
                  <a:pt x="21888" y="15513"/>
                </a:cubicBezTo>
                <a:cubicBezTo>
                  <a:pt x="17954" y="17734"/>
                  <a:pt x="15988" y="21254"/>
                  <a:pt x="15988" y="26078"/>
                </a:cubicBezTo>
                <a:cubicBezTo>
                  <a:pt x="15988" y="29504"/>
                  <a:pt x="16814" y="32264"/>
                  <a:pt x="18462" y="34359"/>
                </a:cubicBezTo>
                <a:cubicBezTo>
                  <a:pt x="20111" y="36450"/>
                  <a:pt x="22586" y="38322"/>
                  <a:pt x="25886" y="39974"/>
                </a:cubicBezTo>
                <a:cubicBezTo>
                  <a:pt x="29184" y="41622"/>
                  <a:pt x="33244" y="43400"/>
                  <a:pt x="38068" y="45303"/>
                </a:cubicBezTo>
                <a:cubicBezTo>
                  <a:pt x="43523" y="47460"/>
                  <a:pt x="48440" y="49712"/>
                  <a:pt x="52818" y="52058"/>
                </a:cubicBezTo>
                <a:cubicBezTo>
                  <a:pt x="57196" y="54407"/>
                  <a:pt x="60719" y="57421"/>
                  <a:pt x="63382" y="61099"/>
                </a:cubicBezTo>
                <a:cubicBezTo>
                  <a:pt x="66048" y="64780"/>
                  <a:pt x="67380" y="69666"/>
                  <a:pt x="67380" y="75758"/>
                </a:cubicBezTo>
                <a:cubicBezTo>
                  <a:pt x="67380" y="81722"/>
                  <a:pt x="65857" y="86765"/>
                  <a:pt x="62811" y="90889"/>
                </a:cubicBezTo>
                <a:cubicBezTo>
                  <a:pt x="59767" y="95012"/>
                  <a:pt x="55421" y="98089"/>
                  <a:pt x="49775" y="100121"/>
                </a:cubicBezTo>
                <a:cubicBezTo>
                  <a:pt x="44126" y="102150"/>
                  <a:pt x="37370" y="103167"/>
                  <a:pt x="29501" y="1031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0FFE5-91E9-49D1-B90B-B2D129E0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5195" y="1456691"/>
            <a:ext cx="26078" cy="128862"/>
          </a:xfrm>
          <a:custGeom xmlns:a="http://schemas.openxmlformats.org/drawingml/2006/main">
            <a:pathLst>
              <a:path w="26078" h="128862">
                <a:moveTo>
                  <a:pt x="10658" y="128862"/>
                </a:moveTo>
                <a:lnTo>
                  <a:pt x="0" y="124676"/>
                </a:lnTo>
                <a:cubicBezTo>
                  <a:pt x="2920" y="118712"/>
                  <a:pt x="4981" y="112588"/>
                  <a:pt x="6186" y="106308"/>
                </a:cubicBezTo>
                <a:cubicBezTo>
                  <a:pt x="7392" y="100027"/>
                  <a:pt x="7995" y="93715"/>
                  <a:pt x="7995" y="87368"/>
                </a:cubicBezTo>
                <a:cubicBezTo>
                  <a:pt x="7995" y="86354"/>
                  <a:pt x="7964" y="85402"/>
                  <a:pt x="7901" y="84513"/>
                </a:cubicBezTo>
                <a:cubicBezTo>
                  <a:pt x="7835" y="83625"/>
                  <a:pt x="7804" y="82736"/>
                  <a:pt x="7804" y="81847"/>
                </a:cubicBezTo>
                <a:cubicBezTo>
                  <a:pt x="7804" y="80962"/>
                  <a:pt x="7741" y="80136"/>
                  <a:pt x="7615" y="79373"/>
                </a:cubicBezTo>
                <a:lnTo>
                  <a:pt x="23411" y="79373"/>
                </a:lnTo>
                <a:cubicBezTo>
                  <a:pt x="23540" y="80644"/>
                  <a:pt x="23603" y="81753"/>
                  <a:pt x="23603" y="82705"/>
                </a:cubicBezTo>
                <a:cubicBezTo>
                  <a:pt x="23603" y="83656"/>
                  <a:pt x="23603" y="84451"/>
                  <a:pt x="23603" y="85085"/>
                </a:cubicBezTo>
                <a:cubicBezTo>
                  <a:pt x="23603" y="92826"/>
                  <a:pt x="22460" y="100470"/>
                  <a:pt x="20177" y="108022"/>
                </a:cubicBezTo>
                <a:cubicBezTo>
                  <a:pt x="17894" y="115572"/>
                  <a:pt x="14719" y="122518"/>
                  <a:pt x="10658" y="128862"/>
                </a:cubicBezTo>
                <a:close/>
                <a:moveTo>
                  <a:pt x="14848" y="22463"/>
                </a:moveTo>
                <a:cubicBezTo>
                  <a:pt x="11421" y="22463"/>
                  <a:pt x="8693" y="21383"/>
                  <a:pt x="6664" y="19225"/>
                </a:cubicBezTo>
                <a:cubicBezTo>
                  <a:pt x="4632" y="17068"/>
                  <a:pt x="3618" y="14405"/>
                  <a:pt x="3618" y="11233"/>
                </a:cubicBezTo>
                <a:cubicBezTo>
                  <a:pt x="3618" y="8058"/>
                  <a:pt x="4632" y="5395"/>
                  <a:pt x="6664" y="3238"/>
                </a:cubicBezTo>
                <a:cubicBezTo>
                  <a:pt x="8693" y="1080"/>
                  <a:pt x="11421" y="0"/>
                  <a:pt x="14848" y="0"/>
                </a:cubicBezTo>
                <a:cubicBezTo>
                  <a:pt x="18274" y="0"/>
                  <a:pt x="21003" y="1080"/>
                  <a:pt x="23031" y="3238"/>
                </a:cubicBezTo>
                <a:cubicBezTo>
                  <a:pt x="25063" y="5395"/>
                  <a:pt x="26078" y="8058"/>
                  <a:pt x="26078" y="11233"/>
                </a:cubicBezTo>
                <a:cubicBezTo>
                  <a:pt x="26078" y="14405"/>
                  <a:pt x="25063" y="17068"/>
                  <a:pt x="23031" y="19225"/>
                </a:cubicBezTo>
                <a:cubicBezTo>
                  <a:pt x="21003" y="21383"/>
                  <a:pt x="18274" y="22463"/>
                  <a:pt x="14848" y="224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AE08F-3AC2-4D10-B6A8-FAAE3AF4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152" y="1407584"/>
            <a:ext cx="91077" cy="150133"/>
          </a:xfrm>
          <a:custGeom xmlns:a="http://schemas.openxmlformats.org/drawingml/2006/main">
            <a:pathLst>
              <a:path w="91077" h="150133">
                <a:moveTo>
                  <a:pt x="51295" y="150133"/>
                </a:moveTo>
                <a:cubicBezTo>
                  <a:pt x="40605" y="150133"/>
                  <a:pt x="31438" y="148047"/>
                  <a:pt x="23792" y="143875"/>
                </a:cubicBezTo>
                <a:cubicBezTo>
                  <a:pt x="16145" y="139703"/>
                  <a:pt x="10270" y="133731"/>
                  <a:pt x="6161" y="125959"/>
                </a:cubicBezTo>
                <a:cubicBezTo>
                  <a:pt x="2052" y="118186"/>
                  <a:pt x="0" y="108971"/>
                  <a:pt x="0" y="98312"/>
                </a:cubicBezTo>
                <a:cubicBezTo>
                  <a:pt x="0" y="87588"/>
                  <a:pt x="1766" y="78310"/>
                  <a:pt x="5304" y="70475"/>
                </a:cubicBezTo>
                <a:cubicBezTo>
                  <a:pt x="8841" y="62636"/>
                  <a:pt x="13942" y="56578"/>
                  <a:pt x="20603" y="52295"/>
                </a:cubicBezTo>
                <a:cubicBezTo>
                  <a:pt x="27266" y="48012"/>
                  <a:pt x="35290" y="45871"/>
                  <a:pt x="44683" y="45871"/>
                </a:cubicBezTo>
                <a:cubicBezTo>
                  <a:pt x="49155" y="45871"/>
                  <a:pt x="53135" y="46372"/>
                  <a:pt x="56624" y="47372"/>
                </a:cubicBezTo>
                <a:cubicBezTo>
                  <a:pt x="60116" y="48369"/>
                  <a:pt x="63334" y="49600"/>
                  <a:pt x="66285" y="51058"/>
                </a:cubicBezTo>
                <a:lnTo>
                  <a:pt x="66285" y="4043"/>
                </a:lnTo>
                <a:lnTo>
                  <a:pt x="91077" y="0"/>
                </a:lnTo>
                <a:lnTo>
                  <a:pt x="91077" y="144518"/>
                </a:lnTo>
                <a:cubicBezTo>
                  <a:pt x="88000" y="145470"/>
                  <a:pt x="84256" y="146381"/>
                  <a:pt x="79847" y="147253"/>
                </a:cubicBezTo>
                <a:cubicBezTo>
                  <a:pt x="75438" y="148124"/>
                  <a:pt x="70789" y="148824"/>
                  <a:pt x="65905" y="149347"/>
                </a:cubicBezTo>
                <a:cubicBezTo>
                  <a:pt x="61019" y="149870"/>
                  <a:pt x="56150" y="150133"/>
                  <a:pt x="51295" y="150133"/>
                </a:cubicBezTo>
                <a:close/>
                <a:moveTo>
                  <a:pt x="51486" y="128813"/>
                </a:moveTo>
                <a:cubicBezTo>
                  <a:pt x="54787" y="128813"/>
                  <a:pt x="57696" y="128670"/>
                  <a:pt x="60219" y="128385"/>
                </a:cubicBezTo>
                <a:cubicBezTo>
                  <a:pt x="62739" y="128099"/>
                  <a:pt x="64762" y="127799"/>
                  <a:pt x="66285" y="127482"/>
                </a:cubicBezTo>
                <a:lnTo>
                  <a:pt x="66285" y="72092"/>
                </a:lnTo>
                <a:cubicBezTo>
                  <a:pt x="64414" y="70792"/>
                  <a:pt x="61851" y="69626"/>
                  <a:pt x="58602" y="68594"/>
                </a:cubicBezTo>
                <a:cubicBezTo>
                  <a:pt x="55350" y="67563"/>
                  <a:pt x="51929" y="67048"/>
                  <a:pt x="48346" y="67048"/>
                </a:cubicBezTo>
                <a:cubicBezTo>
                  <a:pt x="44348" y="67048"/>
                  <a:pt x="40922" y="67723"/>
                  <a:pt x="38068" y="69069"/>
                </a:cubicBezTo>
                <a:cubicBezTo>
                  <a:pt x="35213" y="70417"/>
                  <a:pt x="32833" y="72392"/>
                  <a:pt x="30930" y="74995"/>
                </a:cubicBezTo>
                <a:cubicBezTo>
                  <a:pt x="29026" y="77595"/>
                  <a:pt x="27629" y="80767"/>
                  <a:pt x="26740" y="84511"/>
                </a:cubicBezTo>
                <a:cubicBezTo>
                  <a:pt x="25855" y="88254"/>
                  <a:pt x="25409" y="92506"/>
                  <a:pt x="25409" y="97264"/>
                </a:cubicBezTo>
                <a:cubicBezTo>
                  <a:pt x="25409" y="103704"/>
                  <a:pt x="26432" y="109288"/>
                  <a:pt x="28478" y="114014"/>
                </a:cubicBezTo>
                <a:cubicBezTo>
                  <a:pt x="30524" y="118741"/>
                  <a:pt x="33498" y="122390"/>
                  <a:pt x="37402" y="124958"/>
                </a:cubicBezTo>
                <a:cubicBezTo>
                  <a:pt x="41302" y="127527"/>
                  <a:pt x="45997" y="128813"/>
                  <a:pt x="51486" y="1288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C7F2A-3F72-4C1E-9B6C-177FE06C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163" y="1455550"/>
            <a:ext cx="84273" cy="101927"/>
          </a:xfrm>
          <a:custGeom xmlns:a="http://schemas.openxmlformats.org/drawingml/2006/main">
            <a:pathLst>
              <a:path w="84273" h="101927">
                <a:moveTo>
                  <a:pt x="42731" y="101927"/>
                </a:moveTo>
                <a:cubicBezTo>
                  <a:pt x="31787" y="101927"/>
                  <a:pt x="23189" y="99961"/>
                  <a:pt x="16939" y="96026"/>
                </a:cubicBezTo>
                <a:cubicBezTo>
                  <a:pt x="10690" y="92094"/>
                  <a:pt x="6304" y="86654"/>
                  <a:pt x="3783" y="79704"/>
                </a:cubicBezTo>
                <a:cubicBezTo>
                  <a:pt x="1260" y="72758"/>
                  <a:pt x="0" y="64731"/>
                  <a:pt x="0" y="55627"/>
                </a:cubicBezTo>
                <a:lnTo>
                  <a:pt x="0" y="0"/>
                </a:lnTo>
                <a:lnTo>
                  <a:pt x="24840" y="0"/>
                </a:lnTo>
                <a:lnTo>
                  <a:pt x="24840" y="52107"/>
                </a:lnTo>
                <a:cubicBezTo>
                  <a:pt x="24840" y="58896"/>
                  <a:pt x="25443" y="64382"/>
                  <a:pt x="26646" y="68571"/>
                </a:cubicBezTo>
                <a:cubicBezTo>
                  <a:pt x="27852" y="72758"/>
                  <a:pt x="29907" y="75812"/>
                  <a:pt x="32810" y="77730"/>
                </a:cubicBezTo>
                <a:cubicBezTo>
                  <a:pt x="35713" y="79650"/>
                  <a:pt x="39608" y="80610"/>
                  <a:pt x="44491" y="80610"/>
                </a:cubicBezTo>
                <a:cubicBezTo>
                  <a:pt x="47346" y="80610"/>
                  <a:pt x="50146" y="80467"/>
                  <a:pt x="52889" y="80181"/>
                </a:cubicBezTo>
                <a:cubicBezTo>
                  <a:pt x="55636" y="79896"/>
                  <a:pt x="57833" y="79610"/>
                  <a:pt x="59482" y="79324"/>
                </a:cubicBezTo>
                <a:lnTo>
                  <a:pt x="59482" y="0"/>
                </a:lnTo>
                <a:lnTo>
                  <a:pt x="84273" y="0"/>
                </a:lnTo>
                <a:lnTo>
                  <a:pt x="84273" y="96312"/>
                </a:lnTo>
                <a:cubicBezTo>
                  <a:pt x="79704" y="97612"/>
                  <a:pt x="73766" y="98875"/>
                  <a:pt x="66454" y="100095"/>
                </a:cubicBezTo>
                <a:cubicBezTo>
                  <a:pt x="59142" y="101318"/>
                  <a:pt x="51232" y="101927"/>
                  <a:pt x="42731" y="1019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3FE09-CEE8-4066-B76D-4639C0C7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12" y="1453362"/>
            <a:ext cx="137143" cy="101927"/>
          </a:xfrm>
          <a:custGeom xmlns:a="http://schemas.openxmlformats.org/drawingml/2006/main">
            <a:pathLst>
              <a:path w="137143" h="101927">
                <a:moveTo>
                  <a:pt x="0" y="101927"/>
                </a:moveTo>
                <a:lnTo>
                  <a:pt x="0" y="5615"/>
                </a:lnTo>
                <a:cubicBezTo>
                  <a:pt x="4698" y="4315"/>
                  <a:pt x="10636" y="3052"/>
                  <a:pt x="17822" y="1832"/>
                </a:cubicBezTo>
                <a:cubicBezTo>
                  <a:pt x="25009" y="609"/>
                  <a:pt x="32487" y="0"/>
                  <a:pt x="40259" y="0"/>
                </a:cubicBezTo>
                <a:cubicBezTo>
                  <a:pt x="47269" y="0"/>
                  <a:pt x="53027" y="912"/>
                  <a:pt x="57533" y="2735"/>
                </a:cubicBezTo>
                <a:cubicBezTo>
                  <a:pt x="62036" y="4561"/>
                  <a:pt x="65734" y="6867"/>
                  <a:pt x="68620" y="9658"/>
                </a:cubicBezTo>
                <a:cubicBezTo>
                  <a:pt x="71000" y="7915"/>
                  <a:pt x="73766" y="6329"/>
                  <a:pt x="76924" y="4901"/>
                </a:cubicBezTo>
                <a:cubicBezTo>
                  <a:pt x="80079" y="3472"/>
                  <a:pt x="83505" y="2300"/>
                  <a:pt x="87202" y="1380"/>
                </a:cubicBezTo>
                <a:cubicBezTo>
                  <a:pt x="90897" y="460"/>
                  <a:pt x="94555" y="0"/>
                  <a:pt x="98169" y="0"/>
                </a:cubicBezTo>
                <a:cubicBezTo>
                  <a:pt x="108702" y="0"/>
                  <a:pt x="116777" y="1935"/>
                  <a:pt x="122392" y="5804"/>
                </a:cubicBezTo>
                <a:cubicBezTo>
                  <a:pt x="128007" y="9675"/>
                  <a:pt x="131868" y="15028"/>
                  <a:pt x="133980" y="21866"/>
                </a:cubicBezTo>
                <a:cubicBezTo>
                  <a:pt x="136088" y="28701"/>
                  <a:pt x="137143" y="36656"/>
                  <a:pt x="137143" y="45729"/>
                </a:cubicBezTo>
                <a:lnTo>
                  <a:pt x="137143" y="101927"/>
                </a:lnTo>
                <a:lnTo>
                  <a:pt x="112303" y="101927"/>
                </a:lnTo>
                <a:lnTo>
                  <a:pt x="112303" y="49298"/>
                </a:lnTo>
                <a:cubicBezTo>
                  <a:pt x="112303" y="42637"/>
                  <a:pt x="111780" y="37250"/>
                  <a:pt x="110734" y="33144"/>
                </a:cubicBezTo>
                <a:cubicBezTo>
                  <a:pt x="109685" y="29035"/>
                  <a:pt x="107893" y="26029"/>
                  <a:pt x="105356" y="24126"/>
                </a:cubicBezTo>
                <a:cubicBezTo>
                  <a:pt x="102819" y="22223"/>
                  <a:pt x="99312" y="21271"/>
                  <a:pt x="94840" y="21271"/>
                </a:cubicBezTo>
                <a:cubicBezTo>
                  <a:pt x="92903" y="21271"/>
                  <a:pt x="90906" y="21523"/>
                  <a:pt x="88843" y="22031"/>
                </a:cubicBezTo>
                <a:cubicBezTo>
                  <a:pt x="86782" y="22540"/>
                  <a:pt x="84853" y="23206"/>
                  <a:pt x="83062" y="24029"/>
                </a:cubicBezTo>
                <a:cubicBezTo>
                  <a:pt x="81270" y="24855"/>
                  <a:pt x="79770" y="25649"/>
                  <a:pt x="78564" y="26409"/>
                </a:cubicBezTo>
                <a:cubicBezTo>
                  <a:pt x="79516" y="29392"/>
                  <a:pt x="80159" y="32604"/>
                  <a:pt x="80493" y="36045"/>
                </a:cubicBezTo>
                <a:cubicBezTo>
                  <a:pt x="80824" y="39488"/>
                  <a:pt x="80993" y="43143"/>
                  <a:pt x="80993" y="47014"/>
                </a:cubicBezTo>
                <a:lnTo>
                  <a:pt x="80993" y="101927"/>
                </a:lnTo>
                <a:lnTo>
                  <a:pt x="56153" y="101927"/>
                </a:lnTo>
                <a:lnTo>
                  <a:pt x="56153" y="49298"/>
                </a:lnTo>
                <a:cubicBezTo>
                  <a:pt x="56153" y="42637"/>
                  <a:pt x="55630" y="37250"/>
                  <a:pt x="54581" y="33144"/>
                </a:cubicBezTo>
                <a:cubicBezTo>
                  <a:pt x="53535" y="29035"/>
                  <a:pt x="51735" y="26029"/>
                  <a:pt x="49180" y="24126"/>
                </a:cubicBezTo>
                <a:cubicBezTo>
                  <a:pt x="46626" y="22223"/>
                  <a:pt x="43083" y="21271"/>
                  <a:pt x="38545" y="21271"/>
                </a:cubicBezTo>
                <a:cubicBezTo>
                  <a:pt x="36770" y="21271"/>
                  <a:pt x="35033" y="21334"/>
                  <a:pt x="33336" y="21460"/>
                </a:cubicBezTo>
                <a:cubicBezTo>
                  <a:pt x="31638" y="21588"/>
                  <a:pt x="30092" y="21746"/>
                  <a:pt x="28695" y="21937"/>
                </a:cubicBezTo>
                <a:cubicBezTo>
                  <a:pt x="27301" y="22126"/>
                  <a:pt x="26015" y="22349"/>
                  <a:pt x="24840" y="22603"/>
                </a:cubicBezTo>
                <a:lnTo>
                  <a:pt x="24840" y="101927"/>
                </a:lnTo>
                <a:lnTo>
                  <a:pt x="0" y="101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C1BEA-35E4-474C-837F-E8BC2E05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589" y="1453362"/>
            <a:ext cx="91126" cy="137140"/>
          </a:xfrm>
          <a:custGeom xmlns:a="http://schemas.openxmlformats.org/drawingml/2006/main">
            <a:pathLst>
              <a:path w="91126" h="137140">
                <a:moveTo>
                  <a:pt x="0" y="137140"/>
                </a:moveTo>
                <a:lnTo>
                  <a:pt x="0" y="5615"/>
                </a:lnTo>
                <a:cubicBezTo>
                  <a:pt x="3203" y="4632"/>
                  <a:pt x="6978" y="3712"/>
                  <a:pt x="11324" y="2855"/>
                </a:cubicBezTo>
                <a:cubicBezTo>
                  <a:pt x="15671" y="1997"/>
                  <a:pt x="20294" y="1309"/>
                  <a:pt x="25195" y="786"/>
                </a:cubicBezTo>
                <a:cubicBezTo>
                  <a:pt x="30098" y="260"/>
                  <a:pt x="34959" y="0"/>
                  <a:pt x="39782" y="0"/>
                </a:cubicBezTo>
                <a:cubicBezTo>
                  <a:pt x="50503" y="0"/>
                  <a:pt x="59687" y="2109"/>
                  <a:pt x="67334" y="6329"/>
                </a:cubicBezTo>
                <a:cubicBezTo>
                  <a:pt x="74978" y="10547"/>
                  <a:pt x="80856" y="16568"/>
                  <a:pt x="84965" y="24386"/>
                </a:cubicBezTo>
                <a:cubicBezTo>
                  <a:pt x="89071" y="32207"/>
                  <a:pt x="91126" y="41445"/>
                  <a:pt x="91126" y="52107"/>
                </a:cubicBezTo>
                <a:cubicBezTo>
                  <a:pt x="91126" y="62322"/>
                  <a:pt x="89428" y="71323"/>
                  <a:pt x="86034" y="79110"/>
                </a:cubicBezTo>
                <a:cubicBezTo>
                  <a:pt x="82639" y="86899"/>
                  <a:pt x="77690" y="92983"/>
                  <a:pt x="71186" y="97361"/>
                </a:cubicBezTo>
                <a:cubicBezTo>
                  <a:pt x="64685" y="101738"/>
                  <a:pt x="56673" y="103927"/>
                  <a:pt x="47157" y="103927"/>
                </a:cubicBezTo>
                <a:cubicBezTo>
                  <a:pt x="42682" y="103927"/>
                  <a:pt x="38582" y="103427"/>
                  <a:pt x="34856" y="102427"/>
                </a:cubicBezTo>
                <a:cubicBezTo>
                  <a:pt x="31130" y="101427"/>
                  <a:pt x="27789" y="100198"/>
                  <a:pt x="24840" y="98741"/>
                </a:cubicBezTo>
                <a:lnTo>
                  <a:pt x="24840" y="137140"/>
                </a:lnTo>
                <a:lnTo>
                  <a:pt x="0" y="137140"/>
                </a:lnTo>
                <a:close/>
                <a:moveTo>
                  <a:pt x="42731" y="82750"/>
                </a:moveTo>
                <a:cubicBezTo>
                  <a:pt x="46729" y="82750"/>
                  <a:pt x="50155" y="82076"/>
                  <a:pt x="53009" y="80727"/>
                </a:cubicBezTo>
                <a:cubicBezTo>
                  <a:pt x="55864" y="79381"/>
                  <a:pt x="58244" y="77404"/>
                  <a:pt x="60148" y="74804"/>
                </a:cubicBezTo>
                <a:cubicBezTo>
                  <a:pt x="62051" y="72203"/>
                  <a:pt x="63448" y="69063"/>
                  <a:pt x="64334" y="65382"/>
                </a:cubicBezTo>
                <a:cubicBezTo>
                  <a:pt x="65222" y="61702"/>
                  <a:pt x="65668" y="57481"/>
                  <a:pt x="65668" y="52724"/>
                </a:cubicBezTo>
                <a:cubicBezTo>
                  <a:pt x="65668" y="46283"/>
                  <a:pt x="64651" y="40717"/>
                  <a:pt x="62622" y="36022"/>
                </a:cubicBezTo>
                <a:cubicBezTo>
                  <a:pt x="60590" y="31327"/>
                  <a:pt x="57650" y="27695"/>
                  <a:pt x="53795" y="25123"/>
                </a:cubicBezTo>
                <a:cubicBezTo>
                  <a:pt x="49941" y="22554"/>
                  <a:pt x="45206" y="21271"/>
                  <a:pt x="39591" y="21271"/>
                </a:cubicBezTo>
                <a:cubicBezTo>
                  <a:pt x="36290" y="21271"/>
                  <a:pt x="33381" y="21414"/>
                  <a:pt x="30858" y="21697"/>
                </a:cubicBezTo>
                <a:cubicBezTo>
                  <a:pt x="28338" y="21983"/>
                  <a:pt x="26329" y="22286"/>
                  <a:pt x="24840" y="22603"/>
                </a:cubicBezTo>
                <a:lnTo>
                  <a:pt x="24840" y="77707"/>
                </a:lnTo>
                <a:cubicBezTo>
                  <a:pt x="26712" y="78976"/>
                  <a:pt x="29272" y="80133"/>
                  <a:pt x="32524" y="81182"/>
                </a:cubicBezTo>
                <a:cubicBezTo>
                  <a:pt x="35776" y="82227"/>
                  <a:pt x="39179" y="82750"/>
                  <a:pt x="42731" y="82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99C09-8771-406D-AA41-04A6DE09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720" y="1452982"/>
            <a:ext cx="96503" cy="104879"/>
          </a:xfrm>
          <a:custGeom xmlns:a="http://schemas.openxmlformats.org/drawingml/2006/main">
            <a:pathLst>
              <a:path w="96503" h="104879">
                <a:moveTo>
                  <a:pt x="48280" y="104879"/>
                </a:moveTo>
                <a:cubicBezTo>
                  <a:pt x="38776" y="104879"/>
                  <a:pt x="30384" y="102681"/>
                  <a:pt x="23103" y="98287"/>
                </a:cubicBezTo>
                <a:cubicBezTo>
                  <a:pt x="15822" y="93892"/>
                  <a:pt x="10150" y="87754"/>
                  <a:pt x="6089" y="79870"/>
                </a:cubicBezTo>
                <a:cubicBezTo>
                  <a:pt x="2029" y="71989"/>
                  <a:pt x="0" y="62796"/>
                  <a:pt x="0" y="52295"/>
                </a:cubicBezTo>
                <a:cubicBezTo>
                  <a:pt x="0" y="41794"/>
                  <a:pt x="2072" y="32644"/>
                  <a:pt x="6215" y="24846"/>
                </a:cubicBezTo>
                <a:cubicBezTo>
                  <a:pt x="10361" y="17048"/>
                  <a:pt x="16102" y="10956"/>
                  <a:pt x="23440" y="6575"/>
                </a:cubicBezTo>
                <a:cubicBezTo>
                  <a:pt x="30781" y="2192"/>
                  <a:pt x="39082" y="0"/>
                  <a:pt x="48343" y="0"/>
                </a:cubicBezTo>
                <a:cubicBezTo>
                  <a:pt x="57736" y="0"/>
                  <a:pt x="66057" y="2180"/>
                  <a:pt x="73303" y="6541"/>
                </a:cubicBezTo>
                <a:cubicBezTo>
                  <a:pt x="80553" y="10904"/>
                  <a:pt x="86231" y="16994"/>
                  <a:pt x="90340" y="24815"/>
                </a:cubicBezTo>
                <a:cubicBezTo>
                  <a:pt x="94449" y="32636"/>
                  <a:pt x="96503" y="41794"/>
                  <a:pt x="96503" y="52295"/>
                </a:cubicBezTo>
                <a:cubicBezTo>
                  <a:pt x="96503" y="62796"/>
                  <a:pt x="94498" y="71989"/>
                  <a:pt x="90483" y="79870"/>
                </a:cubicBezTo>
                <a:cubicBezTo>
                  <a:pt x="86471" y="87754"/>
                  <a:pt x="80879" y="93892"/>
                  <a:pt x="73709" y="98287"/>
                </a:cubicBezTo>
                <a:cubicBezTo>
                  <a:pt x="66540" y="102681"/>
                  <a:pt x="58064" y="104879"/>
                  <a:pt x="48280" y="104879"/>
                </a:cubicBezTo>
                <a:close/>
                <a:moveTo>
                  <a:pt x="48252" y="83416"/>
                </a:moveTo>
                <a:cubicBezTo>
                  <a:pt x="53104" y="83416"/>
                  <a:pt x="57213" y="82145"/>
                  <a:pt x="60579" y="79604"/>
                </a:cubicBezTo>
                <a:cubicBezTo>
                  <a:pt x="63942" y="77061"/>
                  <a:pt x="66537" y="73449"/>
                  <a:pt x="68360" y="68771"/>
                </a:cubicBezTo>
                <a:cubicBezTo>
                  <a:pt x="70180" y="64094"/>
                  <a:pt x="71092" y="58602"/>
                  <a:pt x="71092" y="52295"/>
                </a:cubicBezTo>
                <a:cubicBezTo>
                  <a:pt x="71092" y="45951"/>
                  <a:pt x="70180" y="40476"/>
                  <a:pt x="68360" y="35873"/>
                </a:cubicBezTo>
                <a:cubicBezTo>
                  <a:pt x="66537" y="31270"/>
                  <a:pt x="63942" y="27715"/>
                  <a:pt x="60579" y="25215"/>
                </a:cubicBezTo>
                <a:cubicBezTo>
                  <a:pt x="57213" y="22711"/>
                  <a:pt x="53104" y="21460"/>
                  <a:pt x="48252" y="21460"/>
                </a:cubicBezTo>
                <a:cubicBezTo>
                  <a:pt x="43491" y="21460"/>
                  <a:pt x="39399" y="22714"/>
                  <a:pt x="35973" y="25220"/>
                </a:cubicBezTo>
                <a:cubicBezTo>
                  <a:pt x="32547" y="27726"/>
                  <a:pt x="29929" y="31278"/>
                  <a:pt x="28124" y="35879"/>
                </a:cubicBezTo>
                <a:cubicBezTo>
                  <a:pt x="26315" y="40479"/>
                  <a:pt x="25409" y="45951"/>
                  <a:pt x="25409" y="52295"/>
                </a:cubicBezTo>
                <a:cubicBezTo>
                  <a:pt x="25409" y="58639"/>
                  <a:pt x="26315" y="64137"/>
                  <a:pt x="28124" y="68783"/>
                </a:cubicBezTo>
                <a:cubicBezTo>
                  <a:pt x="29929" y="73432"/>
                  <a:pt x="32547" y="77032"/>
                  <a:pt x="35973" y="79587"/>
                </a:cubicBezTo>
                <a:cubicBezTo>
                  <a:pt x="39399" y="82139"/>
                  <a:pt x="43491" y="83416"/>
                  <a:pt x="48252" y="83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35DE8-EFC2-480A-BCE2-20506D0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304" y="1407584"/>
            <a:ext cx="143992" cy="147704"/>
          </a:xfrm>
          <a:custGeom xmlns:a="http://schemas.openxmlformats.org/drawingml/2006/main">
            <a:pathLst>
              <a:path w="143992" h="147704">
                <a:moveTo>
                  <a:pt x="0" y="147704"/>
                </a:moveTo>
                <a:lnTo>
                  <a:pt x="0" y="41445"/>
                </a:lnTo>
                <a:cubicBezTo>
                  <a:pt x="0" y="28535"/>
                  <a:pt x="3498" y="18399"/>
                  <a:pt x="10490" y="11039"/>
                </a:cubicBezTo>
                <a:cubicBezTo>
                  <a:pt x="17485" y="3680"/>
                  <a:pt x="27932" y="0"/>
                  <a:pt x="41825" y="0"/>
                </a:cubicBezTo>
                <a:cubicBezTo>
                  <a:pt x="47123" y="0"/>
                  <a:pt x="51875" y="506"/>
                  <a:pt x="56078" y="1523"/>
                </a:cubicBezTo>
                <a:cubicBezTo>
                  <a:pt x="60282" y="2537"/>
                  <a:pt x="63445" y="3520"/>
                  <a:pt x="65571" y="4472"/>
                </a:cubicBezTo>
                <a:lnTo>
                  <a:pt x="60719" y="24457"/>
                </a:lnTo>
                <a:cubicBezTo>
                  <a:pt x="58433" y="23411"/>
                  <a:pt x="55833" y="22594"/>
                  <a:pt x="52915" y="22008"/>
                </a:cubicBezTo>
                <a:cubicBezTo>
                  <a:pt x="49995" y="21420"/>
                  <a:pt x="47077" y="21128"/>
                  <a:pt x="44157" y="21128"/>
                </a:cubicBezTo>
                <a:cubicBezTo>
                  <a:pt x="36799" y="21128"/>
                  <a:pt x="31738" y="23000"/>
                  <a:pt x="28978" y="26743"/>
                </a:cubicBezTo>
                <a:cubicBezTo>
                  <a:pt x="26218" y="30487"/>
                  <a:pt x="24837" y="35513"/>
                  <a:pt x="24837" y="41828"/>
                </a:cubicBezTo>
                <a:lnTo>
                  <a:pt x="24837" y="47966"/>
                </a:lnTo>
                <a:lnTo>
                  <a:pt x="60862" y="47966"/>
                </a:lnTo>
                <a:lnTo>
                  <a:pt x="60862" y="68666"/>
                </a:lnTo>
                <a:lnTo>
                  <a:pt x="24837" y="68666"/>
                </a:lnTo>
                <a:lnTo>
                  <a:pt x="24837" y="147704"/>
                </a:lnTo>
                <a:lnTo>
                  <a:pt x="0" y="147704"/>
                </a:lnTo>
                <a:close/>
                <a:moveTo>
                  <a:pt x="78418" y="147704"/>
                </a:moveTo>
                <a:lnTo>
                  <a:pt x="78418" y="41445"/>
                </a:lnTo>
                <a:cubicBezTo>
                  <a:pt x="78418" y="28535"/>
                  <a:pt x="81916" y="18399"/>
                  <a:pt x="88911" y="11039"/>
                </a:cubicBezTo>
                <a:cubicBezTo>
                  <a:pt x="95906" y="3680"/>
                  <a:pt x="106353" y="0"/>
                  <a:pt x="120246" y="0"/>
                </a:cubicBezTo>
                <a:cubicBezTo>
                  <a:pt x="125544" y="0"/>
                  <a:pt x="130296" y="506"/>
                  <a:pt x="134500" y="1523"/>
                </a:cubicBezTo>
                <a:cubicBezTo>
                  <a:pt x="138703" y="2537"/>
                  <a:pt x="141866" y="3520"/>
                  <a:pt x="143992" y="4472"/>
                </a:cubicBezTo>
                <a:lnTo>
                  <a:pt x="139140" y="24457"/>
                </a:lnTo>
                <a:cubicBezTo>
                  <a:pt x="136854" y="23411"/>
                  <a:pt x="134254" y="22594"/>
                  <a:pt x="131334" y="22008"/>
                </a:cubicBezTo>
                <a:cubicBezTo>
                  <a:pt x="128416" y="21420"/>
                  <a:pt x="125499" y="21128"/>
                  <a:pt x="122578" y="21128"/>
                </a:cubicBezTo>
                <a:cubicBezTo>
                  <a:pt x="115220" y="21128"/>
                  <a:pt x="110159" y="23000"/>
                  <a:pt x="107399" y="26743"/>
                </a:cubicBezTo>
                <a:cubicBezTo>
                  <a:pt x="104639" y="30487"/>
                  <a:pt x="103259" y="35513"/>
                  <a:pt x="103259" y="41828"/>
                </a:cubicBezTo>
                <a:lnTo>
                  <a:pt x="103259" y="47966"/>
                </a:lnTo>
                <a:lnTo>
                  <a:pt x="139283" y="47966"/>
                </a:lnTo>
                <a:lnTo>
                  <a:pt x="139283" y="68666"/>
                </a:lnTo>
                <a:lnTo>
                  <a:pt x="103259" y="68666"/>
                </a:lnTo>
                <a:lnTo>
                  <a:pt x="103259" y="147704"/>
                </a:lnTo>
                <a:lnTo>
                  <a:pt x="78418" y="147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ECD5EF-4D4D-48EB-A07B-2AF1FD1A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625" y="1452982"/>
            <a:ext cx="74664" cy="104879"/>
          </a:xfrm>
          <a:custGeom xmlns:a="http://schemas.openxmlformats.org/drawingml/2006/main">
            <a:pathLst>
              <a:path w="74664" h="104879">
                <a:moveTo>
                  <a:pt x="33216" y="104879"/>
                </a:moveTo>
                <a:cubicBezTo>
                  <a:pt x="24429" y="104879"/>
                  <a:pt x="17228" y="104124"/>
                  <a:pt x="11613" y="102616"/>
                </a:cubicBezTo>
                <a:cubicBezTo>
                  <a:pt x="5995" y="101110"/>
                  <a:pt x="2126" y="99881"/>
                  <a:pt x="0" y="98930"/>
                </a:cubicBezTo>
                <a:lnTo>
                  <a:pt x="4426" y="78516"/>
                </a:lnTo>
                <a:cubicBezTo>
                  <a:pt x="8392" y="80070"/>
                  <a:pt x="12816" y="81459"/>
                  <a:pt x="17702" y="82679"/>
                </a:cubicBezTo>
                <a:cubicBezTo>
                  <a:pt x="22589" y="83899"/>
                  <a:pt x="27806" y="84511"/>
                  <a:pt x="33358" y="84511"/>
                </a:cubicBezTo>
                <a:cubicBezTo>
                  <a:pt x="39005" y="84511"/>
                  <a:pt x="43177" y="83859"/>
                  <a:pt x="45874" y="82559"/>
                </a:cubicBezTo>
                <a:cubicBezTo>
                  <a:pt x="48569" y="81259"/>
                  <a:pt x="49918" y="78847"/>
                  <a:pt x="49918" y="75327"/>
                </a:cubicBezTo>
                <a:cubicBezTo>
                  <a:pt x="49918" y="73329"/>
                  <a:pt x="49252" y="71615"/>
                  <a:pt x="47920" y="70189"/>
                </a:cubicBezTo>
                <a:cubicBezTo>
                  <a:pt x="46586" y="68760"/>
                  <a:pt x="44571" y="67348"/>
                  <a:pt x="41877" y="65951"/>
                </a:cubicBezTo>
                <a:cubicBezTo>
                  <a:pt x="39179" y="64557"/>
                  <a:pt x="35673" y="63051"/>
                  <a:pt x="31358" y="61431"/>
                </a:cubicBezTo>
                <a:cubicBezTo>
                  <a:pt x="25743" y="59210"/>
                  <a:pt x="20748" y="56864"/>
                  <a:pt x="16371" y="54390"/>
                </a:cubicBezTo>
                <a:cubicBezTo>
                  <a:pt x="11993" y="51915"/>
                  <a:pt x="8572" y="48735"/>
                  <a:pt x="6115" y="44848"/>
                </a:cubicBezTo>
                <a:cubicBezTo>
                  <a:pt x="3658" y="40962"/>
                  <a:pt x="2426" y="35893"/>
                  <a:pt x="2426" y="29644"/>
                </a:cubicBezTo>
                <a:cubicBezTo>
                  <a:pt x="2426" y="23523"/>
                  <a:pt x="3966" y="18262"/>
                  <a:pt x="7044" y="13870"/>
                </a:cubicBezTo>
                <a:cubicBezTo>
                  <a:pt x="10121" y="9475"/>
                  <a:pt x="14490" y="6066"/>
                  <a:pt x="20154" y="3638"/>
                </a:cubicBezTo>
                <a:cubicBezTo>
                  <a:pt x="25815" y="1212"/>
                  <a:pt x="32581" y="0"/>
                  <a:pt x="40448" y="0"/>
                </a:cubicBezTo>
                <a:cubicBezTo>
                  <a:pt x="46666" y="0"/>
                  <a:pt x="52441" y="546"/>
                  <a:pt x="57770" y="1640"/>
                </a:cubicBezTo>
                <a:cubicBezTo>
                  <a:pt x="63099" y="2735"/>
                  <a:pt x="67240" y="3869"/>
                  <a:pt x="70189" y="5043"/>
                </a:cubicBezTo>
                <a:lnTo>
                  <a:pt x="65668" y="24695"/>
                </a:lnTo>
                <a:cubicBezTo>
                  <a:pt x="62782" y="23617"/>
                  <a:pt x="59427" y="22594"/>
                  <a:pt x="55604" y="21626"/>
                </a:cubicBezTo>
                <a:cubicBezTo>
                  <a:pt x="51781" y="20660"/>
                  <a:pt x="47220" y="20174"/>
                  <a:pt x="41922" y="20174"/>
                </a:cubicBezTo>
                <a:cubicBezTo>
                  <a:pt x="37259" y="20174"/>
                  <a:pt x="33604" y="20905"/>
                  <a:pt x="30955" y="22363"/>
                </a:cubicBezTo>
                <a:cubicBezTo>
                  <a:pt x="28306" y="23823"/>
                  <a:pt x="26981" y="26106"/>
                  <a:pt x="26981" y="29215"/>
                </a:cubicBezTo>
                <a:cubicBezTo>
                  <a:pt x="26981" y="31121"/>
                  <a:pt x="27472" y="32784"/>
                  <a:pt x="28458" y="34213"/>
                </a:cubicBezTo>
                <a:cubicBezTo>
                  <a:pt x="29441" y="35642"/>
                  <a:pt x="31152" y="36987"/>
                  <a:pt x="33596" y="38256"/>
                </a:cubicBezTo>
                <a:cubicBezTo>
                  <a:pt x="36039" y="39528"/>
                  <a:pt x="39433" y="40971"/>
                  <a:pt x="43780" y="42588"/>
                </a:cubicBezTo>
                <a:cubicBezTo>
                  <a:pt x="51424" y="45411"/>
                  <a:pt x="57484" y="48257"/>
                  <a:pt x="61956" y="51129"/>
                </a:cubicBezTo>
                <a:cubicBezTo>
                  <a:pt x="66431" y="54001"/>
                  <a:pt x="69666" y="57347"/>
                  <a:pt x="71663" y="61171"/>
                </a:cubicBezTo>
                <a:cubicBezTo>
                  <a:pt x="73663" y="64994"/>
                  <a:pt x="74664" y="69760"/>
                  <a:pt x="74664" y="75469"/>
                </a:cubicBezTo>
                <a:cubicBezTo>
                  <a:pt x="74664" y="81910"/>
                  <a:pt x="73043" y="87311"/>
                  <a:pt x="69809" y="91671"/>
                </a:cubicBezTo>
                <a:cubicBezTo>
                  <a:pt x="66574" y="96035"/>
                  <a:pt x="61871" y="99327"/>
                  <a:pt x="55698" y="101547"/>
                </a:cubicBezTo>
                <a:cubicBezTo>
                  <a:pt x="49529" y="103767"/>
                  <a:pt x="42034" y="104879"/>
                  <a:pt x="33216" y="104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00A38-053F-4738-8B7A-CAC23C44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5991" y="1452982"/>
            <a:ext cx="91506" cy="104830"/>
          </a:xfrm>
          <a:custGeom xmlns:a="http://schemas.openxmlformats.org/drawingml/2006/main">
            <a:pathLst>
              <a:path w="91506" h="104830">
                <a:moveTo>
                  <a:pt x="51915" y="104830"/>
                </a:moveTo>
                <a:cubicBezTo>
                  <a:pt x="39988" y="104830"/>
                  <a:pt x="30201" y="102561"/>
                  <a:pt x="22554" y="98024"/>
                </a:cubicBezTo>
                <a:cubicBezTo>
                  <a:pt x="14910" y="93489"/>
                  <a:pt x="9238" y="87302"/>
                  <a:pt x="5544" y="79467"/>
                </a:cubicBezTo>
                <a:cubicBezTo>
                  <a:pt x="1849" y="71632"/>
                  <a:pt x="0" y="62811"/>
                  <a:pt x="0" y="53009"/>
                </a:cubicBezTo>
                <a:cubicBezTo>
                  <a:pt x="0" y="41271"/>
                  <a:pt x="2260" y="31475"/>
                  <a:pt x="6781" y="23626"/>
                </a:cubicBezTo>
                <a:cubicBezTo>
                  <a:pt x="11301" y="15773"/>
                  <a:pt x="17131" y="9873"/>
                  <a:pt x="24269" y="5924"/>
                </a:cubicBezTo>
                <a:cubicBezTo>
                  <a:pt x="31407" y="1975"/>
                  <a:pt x="38939" y="0"/>
                  <a:pt x="46872" y="0"/>
                </a:cubicBezTo>
                <a:cubicBezTo>
                  <a:pt x="56073" y="0"/>
                  <a:pt x="63994" y="1886"/>
                  <a:pt x="70640" y="5661"/>
                </a:cubicBezTo>
                <a:cubicBezTo>
                  <a:pt x="77287" y="9435"/>
                  <a:pt x="82425" y="15076"/>
                  <a:pt x="86059" y="22577"/>
                </a:cubicBezTo>
                <a:cubicBezTo>
                  <a:pt x="89691" y="30081"/>
                  <a:pt x="91506" y="39448"/>
                  <a:pt x="91506" y="50678"/>
                </a:cubicBezTo>
                <a:cubicBezTo>
                  <a:pt x="91506" y="52138"/>
                  <a:pt x="91451" y="53755"/>
                  <a:pt x="91340" y="55530"/>
                </a:cubicBezTo>
                <a:cubicBezTo>
                  <a:pt x="91229" y="57307"/>
                  <a:pt x="91111" y="58893"/>
                  <a:pt x="90983" y="60290"/>
                </a:cubicBezTo>
                <a:lnTo>
                  <a:pt x="25552" y="60290"/>
                </a:lnTo>
                <a:cubicBezTo>
                  <a:pt x="26155" y="67460"/>
                  <a:pt x="28955" y="73098"/>
                  <a:pt x="33953" y="77207"/>
                </a:cubicBezTo>
                <a:cubicBezTo>
                  <a:pt x="38948" y="81316"/>
                  <a:pt x="45951" y="83368"/>
                  <a:pt x="54961" y="83368"/>
                </a:cubicBezTo>
                <a:cubicBezTo>
                  <a:pt x="60482" y="83368"/>
                  <a:pt x="65637" y="82862"/>
                  <a:pt x="70426" y="81847"/>
                </a:cubicBezTo>
                <a:cubicBezTo>
                  <a:pt x="75218" y="80830"/>
                  <a:pt x="79024" y="79690"/>
                  <a:pt x="81847" y="78421"/>
                </a:cubicBezTo>
                <a:lnTo>
                  <a:pt x="85319" y="98692"/>
                </a:lnTo>
                <a:cubicBezTo>
                  <a:pt x="82593" y="100087"/>
                  <a:pt x="78087" y="101458"/>
                  <a:pt x="71806" y="102807"/>
                </a:cubicBezTo>
                <a:cubicBezTo>
                  <a:pt x="65525" y="104156"/>
                  <a:pt x="58896" y="104830"/>
                  <a:pt x="51915" y="104830"/>
                </a:cubicBezTo>
                <a:close/>
                <a:moveTo>
                  <a:pt x="25649" y="42825"/>
                </a:moveTo>
                <a:lnTo>
                  <a:pt x="67334" y="42825"/>
                </a:lnTo>
                <a:cubicBezTo>
                  <a:pt x="67206" y="38828"/>
                  <a:pt x="66414" y="35156"/>
                  <a:pt x="64954" y="31810"/>
                </a:cubicBezTo>
                <a:cubicBezTo>
                  <a:pt x="63494" y="28464"/>
                  <a:pt x="61322" y="25766"/>
                  <a:pt x="58436" y="23720"/>
                </a:cubicBezTo>
                <a:cubicBezTo>
                  <a:pt x="55547" y="21674"/>
                  <a:pt x="51804" y="20651"/>
                  <a:pt x="47206" y="20651"/>
                </a:cubicBezTo>
                <a:cubicBezTo>
                  <a:pt x="42574" y="20651"/>
                  <a:pt x="38759" y="21706"/>
                  <a:pt x="35762" y="23814"/>
                </a:cubicBezTo>
                <a:cubicBezTo>
                  <a:pt x="32761" y="25926"/>
                  <a:pt x="30447" y="28661"/>
                  <a:pt x="28812" y="32024"/>
                </a:cubicBezTo>
                <a:cubicBezTo>
                  <a:pt x="27178" y="35387"/>
                  <a:pt x="26123" y="38988"/>
                  <a:pt x="25649" y="42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AAD6C-1440-4D57-8FD3-CEE9979C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720" y="1425667"/>
            <a:ext cx="64051" cy="131859"/>
          </a:xfrm>
          <a:custGeom xmlns:a="http://schemas.openxmlformats.org/drawingml/2006/main">
            <a:pathLst>
              <a:path w="64051" h="131859">
                <a:moveTo>
                  <a:pt x="37928" y="131859"/>
                </a:moveTo>
                <a:cubicBezTo>
                  <a:pt x="28124" y="131859"/>
                  <a:pt x="20454" y="130139"/>
                  <a:pt x="14919" y="126696"/>
                </a:cubicBezTo>
                <a:cubicBezTo>
                  <a:pt x="9384" y="123255"/>
                  <a:pt x="5512" y="118378"/>
                  <a:pt x="3309" y="112063"/>
                </a:cubicBezTo>
                <a:cubicBezTo>
                  <a:pt x="1103" y="105750"/>
                  <a:pt x="0" y="98264"/>
                  <a:pt x="0" y="89603"/>
                </a:cubicBezTo>
                <a:lnTo>
                  <a:pt x="0" y="4043"/>
                </a:lnTo>
                <a:lnTo>
                  <a:pt x="24840" y="0"/>
                </a:lnTo>
                <a:lnTo>
                  <a:pt x="24840" y="29884"/>
                </a:lnTo>
                <a:lnTo>
                  <a:pt x="60053" y="29884"/>
                </a:lnTo>
                <a:lnTo>
                  <a:pt x="60053" y="50583"/>
                </a:lnTo>
                <a:lnTo>
                  <a:pt x="24840" y="50583"/>
                </a:lnTo>
                <a:lnTo>
                  <a:pt x="24840" y="89603"/>
                </a:lnTo>
                <a:cubicBezTo>
                  <a:pt x="24840" y="94297"/>
                  <a:pt x="25372" y="98224"/>
                  <a:pt x="26435" y="101381"/>
                </a:cubicBezTo>
                <a:cubicBezTo>
                  <a:pt x="27498" y="104536"/>
                  <a:pt x="29258" y="106876"/>
                  <a:pt x="31718" y="108399"/>
                </a:cubicBezTo>
                <a:cubicBezTo>
                  <a:pt x="34176" y="109922"/>
                  <a:pt x="37482" y="110682"/>
                  <a:pt x="41639" y="110682"/>
                </a:cubicBezTo>
                <a:cubicBezTo>
                  <a:pt x="45128" y="110682"/>
                  <a:pt x="48492" y="110328"/>
                  <a:pt x="51726" y="109614"/>
                </a:cubicBezTo>
                <a:cubicBezTo>
                  <a:pt x="54961" y="108899"/>
                  <a:pt x="57819" y="108051"/>
                  <a:pt x="60293" y="107068"/>
                </a:cubicBezTo>
                <a:lnTo>
                  <a:pt x="64051" y="126530"/>
                </a:lnTo>
                <a:cubicBezTo>
                  <a:pt x="61005" y="127862"/>
                  <a:pt x="57364" y="129085"/>
                  <a:pt x="53129" y="130193"/>
                </a:cubicBezTo>
                <a:cubicBezTo>
                  <a:pt x="48895" y="131305"/>
                  <a:pt x="43828" y="131859"/>
                  <a:pt x="37928" y="131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13620-AD21-4278-8ECC-FA7073A6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143" y="1452982"/>
            <a:ext cx="74661" cy="104879"/>
          </a:xfrm>
          <a:custGeom xmlns:a="http://schemas.openxmlformats.org/drawingml/2006/main">
            <a:pathLst>
              <a:path w="74661" h="104879">
                <a:moveTo>
                  <a:pt x="33216" y="104879"/>
                </a:moveTo>
                <a:cubicBezTo>
                  <a:pt x="24429" y="104879"/>
                  <a:pt x="17225" y="104124"/>
                  <a:pt x="11610" y="102616"/>
                </a:cubicBezTo>
                <a:cubicBezTo>
                  <a:pt x="5995" y="101110"/>
                  <a:pt x="2126" y="99881"/>
                  <a:pt x="0" y="98930"/>
                </a:cubicBezTo>
                <a:lnTo>
                  <a:pt x="4426" y="78516"/>
                </a:lnTo>
                <a:cubicBezTo>
                  <a:pt x="8392" y="80070"/>
                  <a:pt x="12816" y="81459"/>
                  <a:pt x="17702" y="82679"/>
                </a:cubicBezTo>
                <a:cubicBezTo>
                  <a:pt x="22589" y="83899"/>
                  <a:pt x="27806" y="84511"/>
                  <a:pt x="33358" y="84511"/>
                </a:cubicBezTo>
                <a:cubicBezTo>
                  <a:pt x="39005" y="84511"/>
                  <a:pt x="43177" y="83859"/>
                  <a:pt x="45871" y="82559"/>
                </a:cubicBezTo>
                <a:cubicBezTo>
                  <a:pt x="48569" y="81259"/>
                  <a:pt x="49918" y="78847"/>
                  <a:pt x="49918" y="75327"/>
                </a:cubicBezTo>
                <a:cubicBezTo>
                  <a:pt x="49918" y="73329"/>
                  <a:pt x="49252" y="71615"/>
                  <a:pt x="47917" y="70189"/>
                </a:cubicBezTo>
                <a:cubicBezTo>
                  <a:pt x="46586" y="68760"/>
                  <a:pt x="44571" y="67348"/>
                  <a:pt x="41877" y="65951"/>
                </a:cubicBezTo>
                <a:cubicBezTo>
                  <a:pt x="39179" y="64557"/>
                  <a:pt x="35673" y="63051"/>
                  <a:pt x="31358" y="61431"/>
                </a:cubicBezTo>
                <a:cubicBezTo>
                  <a:pt x="25743" y="59210"/>
                  <a:pt x="20748" y="56864"/>
                  <a:pt x="16371" y="54390"/>
                </a:cubicBezTo>
                <a:cubicBezTo>
                  <a:pt x="11993" y="51915"/>
                  <a:pt x="8572" y="48735"/>
                  <a:pt x="6115" y="44848"/>
                </a:cubicBezTo>
                <a:cubicBezTo>
                  <a:pt x="3658" y="40962"/>
                  <a:pt x="2426" y="35893"/>
                  <a:pt x="2426" y="29644"/>
                </a:cubicBezTo>
                <a:cubicBezTo>
                  <a:pt x="2426" y="23523"/>
                  <a:pt x="3966" y="18262"/>
                  <a:pt x="7044" y="13870"/>
                </a:cubicBezTo>
                <a:cubicBezTo>
                  <a:pt x="10121" y="9475"/>
                  <a:pt x="14490" y="6066"/>
                  <a:pt x="20154" y="3638"/>
                </a:cubicBezTo>
                <a:cubicBezTo>
                  <a:pt x="25815" y="1212"/>
                  <a:pt x="32581" y="0"/>
                  <a:pt x="40448" y="0"/>
                </a:cubicBezTo>
                <a:cubicBezTo>
                  <a:pt x="46666" y="0"/>
                  <a:pt x="52441" y="546"/>
                  <a:pt x="57770" y="1640"/>
                </a:cubicBezTo>
                <a:cubicBezTo>
                  <a:pt x="63099" y="2735"/>
                  <a:pt x="67240" y="3869"/>
                  <a:pt x="70189" y="5043"/>
                </a:cubicBezTo>
                <a:lnTo>
                  <a:pt x="65668" y="24695"/>
                </a:lnTo>
                <a:cubicBezTo>
                  <a:pt x="62782" y="23617"/>
                  <a:pt x="59427" y="22594"/>
                  <a:pt x="55604" y="21626"/>
                </a:cubicBezTo>
                <a:cubicBezTo>
                  <a:pt x="51781" y="20660"/>
                  <a:pt x="47220" y="20174"/>
                  <a:pt x="41922" y="20174"/>
                </a:cubicBezTo>
                <a:cubicBezTo>
                  <a:pt x="37259" y="20174"/>
                  <a:pt x="33604" y="20905"/>
                  <a:pt x="30955" y="22363"/>
                </a:cubicBezTo>
                <a:cubicBezTo>
                  <a:pt x="28306" y="23823"/>
                  <a:pt x="26981" y="26106"/>
                  <a:pt x="26981" y="29215"/>
                </a:cubicBezTo>
                <a:cubicBezTo>
                  <a:pt x="26981" y="31121"/>
                  <a:pt x="27472" y="32784"/>
                  <a:pt x="28455" y="34213"/>
                </a:cubicBezTo>
                <a:cubicBezTo>
                  <a:pt x="29441" y="35642"/>
                  <a:pt x="31152" y="36987"/>
                  <a:pt x="33596" y="38256"/>
                </a:cubicBezTo>
                <a:cubicBezTo>
                  <a:pt x="36039" y="39528"/>
                  <a:pt x="39433" y="40971"/>
                  <a:pt x="43780" y="42588"/>
                </a:cubicBezTo>
                <a:cubicBezTo>
                  <a:pt x="51424" y="45411"/>
                  <a:pt x="57484" y="48257"/>
                  <a:pt x="61956" y="51129"/>
                </a:cubicBezTo>
                <a:cubicBezTo>
                  <a:pt x="66428" y="54001"/>
                  <a:pt x="69666" y="57347"/>
                  <a:pt x="71663" y="61171"/>
                </a:cubicBezTo>
                <a:cubicBezTo>
                  <a:pt x="73663" y="64994"/>
                  <a:pt x="74661" y="69760"/>
                  <a:pt x="74661" y="75469"/>
                </a:cubicBezTo>
                <a:cubicBezTo>
                  <a:pt x="74661" y="81910"/>
                  <a:pt x="73043" y="87311"/>
                  <a:pt x="69809" y="91671"/>
                </a:cubicBezTo>
                <a:cubicBezTo>
                  <a:pt x="66571" y="96035"/>
                  <a:pt x="61871" y="99327"/>
                  <a:pt x="55698" y="101547"/>
                </a:cubicBezTo>
                <a:cubicBezTo>
                  <a:pt x="49529" y="103767"/>
                  <a:pt x="42034" y="104879"/>
                  <a:pt x="33216" y="104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B0F65B-61A9-432B-B589-B256210C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932" y="2169562"/>
            <a:ext cx="3270692" cy="2360"/>
          </a:xfrm>
          <a:custGeom xmlns:a="http://schemas.openxmlformats.org/drawingml/2006/main">
            <a:pathLst>
              <a:path w="3270692" h="2360" fill="none">
                <a:moveTo>
                  <a:pt x="0" y="2360"/>
                </a:moveTo>
                <a:lnTo>
                  <a:pt x="32706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2557B-AD73-49AC-A148-A7F29D12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022" y="2141468"/>
            <a:ext cx="60910" cy="60910"/>
          </a:xfrm>
          <a:custGeom xmlns:a="http://schemas.openxmlformats.org/drawingml/2006/main">
            <a:pathLst>
              <a:path w="60910" h="60910">
                <a:moveTo>
                  <a:pt x="0" y="30532"/>
                </a:moveTo>
                <a:lnTo>
                  <a:pt x="60836" y="0"/>
                </a:lnTo>
                <a:lnTo>
                  <a:pt x="60910" y="60910"/>
                </a:lnTo>
                <a:lnTo>
                  <a:pt x="0" y="305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55330-B119-42B4-B400-F2374ECC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023" y="2141467"/>
            <a:ext cx="60910" cy="60910"/>
          </a:xfrm>
          <a:custGeom xmlns:a="http://schemas.openxmlformats.org/drawingml/2006/main">
            <a:pathLst>
              <a:path w="60910" h="60910" fill="none">
                <a:moveTo>
                  <a:pt x="0" y="30531"/>
                </a:moveTo>
                <a:lnTo>
                  <a:pt x="60833" y="0"/>
                </a:lnTo>
                <a:lnTo>
                  <a:pt x="60910" y="60910"/>
                </a:lnTo>
                <a:lnTo>
                  <a:pt x="0" y="305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53A2D-B2C5-4223-B58C-9F8F11E2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474" y="1875066"/>
            <a:ext cx="2626725" cy="228409"/>
          </a:xfrm>
          <a:custGeom xmlns:a="http://schemas.openxmlformats.org/drawingml/2006/main">
            <a:pathLst>
              <a:path w="2626725" h="228409">
                <a:moveTo>
                  <a:pt x="0" y="0"/>
                </a:moveTo>
                <a:lnTo>
                  <a:pt x="2626725" y="0"/>
                </a:lnTo>
                <a:lnTo>
                  <a:pt x="2626725" y="228409"/>
                </a:lnTo>
                <a:lnTo>
                  <a:pt x="0" y="2284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DD59E-B1C6-4F9B-97E8-50DE07E2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107" y="1958053"/>
            <a:ext cx="84273" cy="101930"/>
          </a:xfrm>
          <a:custGeom xmlns:a="http://schemas.openxmlformats.org/drawingml/2006/main">
            <a:pathLst>
              <a:path w="84273" h="101930">
                <a:moveTo>
                  <a:pt x="42731" y="101930"/>
                </a:moveTo>
                <a:cubicBezTo>
                  <a:pt x="31787" y="101930"/>
                  <a:pt x="23189" y="99961"/>
                  <a:pt x="16939" y="96029"/>
                </a:cubicBezTo>
                <a:cubicBezTo>
                  <a:pt x="10690" y="92094"/>
                  <a:pt x="6304" y="86654"/>
                  <a:pt x="3783" y="79707"/>
                </a:cubicBezTo>
                <a:cubicBezTo>
                  <a:pt x="1260" y="72761"/>
                  <a:pt x="0" y="64734"/>
                  <a:pt x="0" y="55627"/>
                </a:cubicBezTo>
                <a:lnTo>
                  <a:pt x="0" y="0"/>
                </a:lnTo>
                <a:lnTo>
                  <a:pt x="24840" y="0"/>
                </a:lnTo>
                <a:lnTo>
                  <a:pt x="24840" y="52107"/>
                </a:lnTo>
                <a:cubicBezTo>
                  <a:pt x="24840" y="58896"/>
                  <a:pt x="25443" y="64385"/>
                  <a:pt x="26649" y="68571"/>
                </a:cubicBezTo>
                <a:cubicBezTo>
                  <a:pt x="27852" y="72761"/>
                  <a:pt x="29907" y="75812"/>
                  <a:pt x="32810" y="77733"/>
                </a:cubicBezTo>
                <a:cubicBezTo>
                  <a:pt x="35713" y="79650"/>
                  <a:pt x="39608" y="80610"/>
                  <a:pt x="44491" y="80610"/>
                </a:cubicBezTo>
                <a:cubicBezTo>
                  <a:pt x="47349" y="80610"/>
                  <a:pt x="50146" y="80467"/>
                  <a:pt x="52892" y="80181"/>
                </a:cubicBezTo>
                <a:cubicBezTo>
                  <a:pt x="55636" y="79896"/>
                  <a:pt x="57833" y="79613"/>
                  <a:pt x="59482" y="79327"/>
                </a:cubicBezTo>
                <a:lnTo>
                  <a:pt x="59482" y="0"/>
                </a:lnTo>
                <a:lnTo>
                  <a:pt x="84273" y="0"/>
                </a:lnTo>
                <a:lnTo>
                  <a:pt x="84273" y="96315"/>
                </a:lnTo>
                <a:cubicBezTo>
                  <a:pt x="79707" y="97615"/>
                  <a:pt x="73766" y="98875"/>
                  <a:pt x="66454" y="100098"/>
                </a:cubicBezTo>
                <a:cubicBezTo>
                  <a:pt x="59142" y="101318"/>
                  <a:pt x="51235" y="101930"/>
                  <a:pt x="42731" y="101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95E26-6FE5-4CEB-9177-551CA1CA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458" y="1955864"/>
            <a:ext cx="84273" cy="101930"/>
          </a:xfrm>
          <a:custGeom xmlns:a="http://schemas.openxmlformats.org/drawingml/2006/main">
            <a:pathLst>
              <a:path w="84273" h="101930">
                <a:moveTo>
                  <a:pt x="0" y="101930"/>
                </a:moveTo>
                <a:lnTo>
                  <a:pt x="0" y="5615"/>
                </a:lnTo>
                <a:cubicBezTo>
                  <a:pt x="4598" y="4315"/>
                  <a:pt x="10547" y="3055"/>
                  <a:pt x="17842" y="1832"/>
                </a:cubicBezTo>
                <a:cubicBezTo>
                  <a:pt x="25140" y="612"/>
                  <a:pt x="33038" y="0"/>
                  <a:pt x="41542" y="0"/>
                </a:cubicBezTo>
                <a:cubicBezTo>
                  <a:pt x="52675" y="0"/>
                  <a:pt x="61336" y="1929"/>
                  <a:pt x="67523" y="5784"/>
                </a:cubicBezTo>
                <a:cubicBezTo>
                  <a:pt x="73709" y="9635"/>
                  <a:pt x="78047" y="14982"/>
                  <a:pt x="80539" y="21820"/>
                </a:cubicBezTo>
                <a:cubicBezTo>
                  <a:pt x="83028" y="28655"/>
                  <a:pt x="84273" y="36625"/>
                  <a:pt x="84273" y="45731"/>
                </a:cubicBezTo>
                <a:lnTo>
                  <a:pt x="84273" y="101930"/>
                </a:lnTo>
                <a:lnTo>
                  <a:pt x="59433" y="101930"/>
                </a:lnTo>
                <a:lnTo>
                  <a:pt x="59433" y="49300"/>
                </a:lnTo>
                <a:cubicBezTo>
                  <a:pt x="59433" y="42480"/>
                  <a:pt x="58847" y="37022"/>
                  <a:pt x="57673" y="32930"/>
                </a:cubicBezTo>
                <a:cubicBezTo>
                  <a:pt x="56498" y="28838"/>
                  <a:pt x="54493" y="25872"/>
                  <a:pt x="51652" y="24032"/>
                </a:cubicBezTo>
                <a:cubicBezTo>
                  <a:pt x="48815" y="22191"/>
                  <a:pt x="44857" y="21271"/>
                  <a:pt x="39779" y="21271"/>
                </a:cubicBezTo>
                <a:cubicBezTo>
                  <a:pt x="36925" y="21271"/>
                  <a:pt x="34133" y="21423"/>
                  <a:pt x="31404" y="21723"/>
                </a:cubicBezTo>
                <a:cubicBezTo>
                  <a:pt x="28678" y="22026"/>
                  <a:pt x="26489" y="22317"/>
                  <a:pt x="24837" y="22603"/>
                </a:cubicBezTo>
                <a:lnTo>
                  <a:pt x="24837" y="101930"/>
                </a:lnTo>
                <a:lnTo>
                  <a:pt x="0" y="101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07EEE-4BD2-4137-991F-633D3DD6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811" y="1955484"/>
            <a:ext cx="96503" cy="104879"/>
          </a:xfrm>
          <a:custGeom xmlns:a="http://schemas.openxmlformats.org/drawingml/2006/main">
            <a:pathLst>
              <a:path w="96503" h="104879">
                <a:moveTo>
                  <a:pt x="48280" y="104879"/>
                </a:moveTo>
                <a:cubicBezTo>
                  <a:pt x="38776" y="104879"/>
                  <a:pt x="30384" y="102681"/>
                  <a:pt x="23103" y="98289"/>
                </a:cubicBezTo>
                <a:cubicBezTo>
                  <a:pt x="15822" y="93895"/>
                  <a:pt x="10153" y="87757"/>
                  <a:pt x="6089" y="79873"/>
                </a:cubicBezTo>
                <a:cubicBezTo>
                  <a:pt x="2029" y="71989"/>
                  <a:pt x="0" y="62796"/>
                  <a:pt x="0" y="52298"/>
                </a:cubicBezTo>
                <a:cubicBezTo>
                  <a:pt x="0" y="41797"/>
                  <a:pt x="2072" y="32647"/>
                  <a:pt x="6215" y="24849"/>
                </a:cubicBezTo>
                <a:cubicBezTo>
                  <a:pt x="10361" y="17048"/>
                  <a:pt x="16105" y="10959"/>
                  <a:pt x="23443" y="6575"/>
                </a:cubicBezTo>
                <a:cubicBezTo>
                  <a:pt x="30781" y="2192"/>
                  <a:pt x="39082" y="0"/>
                  <a:pt x="48343" y="0"/>
                </a:cubicBezTo>
                <a:cubicBezTo>
                  <a:pt x="57739" y="0"/>
                  <a:pt x="66060" y="2180"/>
                  <a:pt x="73306" y="6544"/>
                </a:cubicBezTo>
                <a:cubicBezTo>
                  <a:pt x="80553" y="10904"/>
                  <a:pt x="86234" y="16996"/>
                  <a:pt x="90340" y="24815"/>
                </a:cubicBezTo>
                <a:cubicBezTo>
                  <a:pt x="94449" y="32636"/>
                  <a:pt x="96503" y="41797"/>
                  <a:pt x="96503" y="52298"/>
                </a:cubicBezTo>
                <a:cubicBezTo>
                  <a:pt x="96503" y="62796"/>
                  <a:pt x="94498" y="71989"/>
                  <a:pt x="90483" y="79873"/>
                </a:cubicBezTo>
                <a:cubicBezTo>
                  <a:pt x="86471" y="87757"/>
                  <a:pt x="80879" y="93895"/>
                  <a:pt x="73709" y="98289"/>
                </a:cubicBezTo>
                <a:cubicBezTo>
                  <a:pt x="66540" y="102681"/>
                  <a:pt x="58064" y="104879"/>
                  <a:pt x="48280" y="104879"/>
                </a:cubicBezTo>
                <a:close/>
                <a:moveTo>
                  <a:pt x="48252" y="83419"/>
                </a:moveTo>
                <a:cubicBezTo>
                  <a:pt x="53107" y="83419"/>
                  <a:pt x="57216" y="82147"/>
                  <a:pt x="60579" y="79604"/>
                </a:cubicBezTo>
                <a:cubicBezTo>
                  <a:pt x="63945" y="77061"/>
                  <a:pt x="66537" y="73449"/>
                  <a:pt x="68360" y="68774"/>
                </a:cubicBezTo>
                <a:cubicBezTo>
                  <a:pt x="70180" y="64094"/>
                  <a:pt x="71092" y="58602"/>
                  <a:pt x="71092" y="52298"/>
                </a:cubicBezTo>
                <a:cubicBezTo>
                  <a:pt x="71092" y="45951"/>
                  <a:pt x="70180" y="40476"/>
                  <a:pt x="68360" y="35873"/>
                </a:cubicBezTo>
                <a:cubicBezTo>
                  <a:pt x="66537" y="31270"/>
                  <a:pt x="63945" y="27718"/>
                  <a:pt x="60579" y="25215"/>
                </a:cubicBezTo>
                <a:cubicBezTo>
                  <a:pt x="57216" y="22711"/>
                  <a:pt x="53107" y="21460"/>
                  <a:pt x="48252" y="21460"/>
                </a:cubicBezTo>
                <a:cubicBezTo>
                  <a:pt x="43494" y="21460"/>
                  <a:pt x="39399" y="22714"/>
                  <a:pt x="35973" y="25220"/>
                </a:cubicBezTo>
                <a:cubicBezTo>
                  <a:pt x="32547" y="27726"/>
                  <a:pt x="29932" y="31281"/>
                  <a:pt x="28124" y="35879"/>
                </a:cubicBezTo>
                <a:cubicBezTo>
                  <a:pt x="26315" y="40479"/>
                  <a:pt x="25412" y="45951"/>
                  <a:pt x="25412" y="52298"/>
                </a:cubicBezTo>
                <a:cubicBezTo>
                  <a:pt x="25412" y="58642"/>
                  <a:pt x="26315" y="64137"/>
                  <a:pt x="28124" y="68786"/>
                </a:cubicBezTo>
                <a:cubicBezTo>
                  <a:pt x="29932" y="73432"/>
                  <a:pt x="32547" y="77032"/>
                  <a:pt x="35973" y="79587"/>
                </a:cubicBezTo>
                <a:cubicBezTo>
                  <a:pt x="39399" y="82142"/>
                  <a:pt x="43494" y="83419"/>
                  <a:pt x="48252" y="834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EB867-7A8A-401A-8A5A-A1C8678F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395" y="1955864"/>
            <a:ext cx="91126" cy="137143"/>
          </a:xfrm>
          <a:custGeom xmlns:a="http://schemas.openxmlformats.org/drawingml/2006/main">
            <a:pathLst>
              <a:path w="91126" h="137143">
                <a:moveTo>
                  <a:pt x="0" y="137143"/>
                </a:moveTo>
                <a:lnTo>
                  <a:pt x="0" y="5615"/>
                </a:lnTo>
                <a:cubicBezTo>
                  <a:pt x="3203" y="4632"/>
                  <a:pt x="6978" y="3712"/>
                  <a:pt x="11324" y="2855"/>
                </a:cubicBezTo>
                <a:cubicBezTo>
                  <a:pt x="15671" y="2000"/>
                  <a:pt x="20294" y="1309"/>
                  <a:pt x="25195" y="786"/>
                </a:cubicBezTo>
                <a:cubicBezTo>
                  <a:pt x="30098" y="263"/>
                  <a:pt x="34959" y="0"/>
                  <a:pt x="39782" y="0"/>
                </a:cubicBezTo>
                <a:cubicBezTo>
                  <a:pt x="50503" y="0"/>
                  <a:pt x="59687" y="2112"/>
                  <a:pt x="67334" y="6329"/>
                </a:cubicBezTo>
                <a:cubicBezTo>
                  <a:pt x="74978" y="10550"/>
                  <a:pt x="80856" y="16568"/>
                  <a:pt x="84962" y="24389"/>
                </a:cubicBezTo>
                <a:cubicBezTo>
                  <a:pt x="89071" y="32207"/>
                  <a:pt x="91126" y="41448"/>
                  <a:pt x="91126" y="52107"/>
                </a:cubicBezTo>
                <a:cubicBezTo>
                  <a:pt x="91126" y="62322"/>
                  <a:pt x="89428" y="71323"/>
                  <a:pt x="86034" y="79113"/>
                </a:cubicBezTo>
                <a:cubicBezTo>
                  <a:pt x="82639" y="86899"/>
                  <a:pt x="77690" y="92983"/>
                  <a:pt x="71186" y="97361"/>
                </a:cubicBezTo>
                <a:cubicBezTo>
                  <a:pt x="64685" y="101738"/>
                  <a:pt x="56673" y="103927"/>
                  <a:pt x="47157" y="103927"/>
                </a:cubicBezTo>
                <a:cubicBezTo>
                  <a:pt x="42682" y="103927"/>
                  <a:pt x="38582" y="103427"/>
                  <a:pt x="34856" y="102430"/>
                </a:cubicBezTo>
                <a:cubicBezTo>
                  <a:pt x="31130" y="101430"/>
                  <a:pt x="27789" y="100201"/>
                  <a:pt x="24840" y="98741"/>
                </a:cubicBezTo>
                <a:lnTo>
                  <a:pt x="24840" y="137143"/>
                </a:lnTo>
                <a:lnTo>
                  <a:pt x="0" y="137143"/>
                </a:lnTo>
                <a:close/>
                <a:moveTo>
                  <a:pt x="42731" y="82753"/>
                </a:moveTo>
                <a:cubicBezTo>
                  <a:pt x="46729" y="82753"/>
                  <a:pt x="50155" y="82079"/>
                  <a:pt x="53009" y="80730"/>
                </a:cubicBezTo>
                <a:cubicBezTo>
                  <a:pt x="55864" y="79381"/>
                  <a:pt x="58244" y="77407"/>
                  <a:pt x="60148" y="74806"/>
                </a:cubicBezTo>
                <a:cubicBezTo>
                  <a:pt x="62051" y="72203"/>
                  <a:pt x="63448" y="69063"/>
                  <a:pt x="64334" y="65382"/>
                </a:cubicBezTo>
                <a:cubicBezTo>
                  <a:pt x="65222" y="61702"/>
                  <a:pt x="65668" y="57484"/>
                  <a:pt x="65668" y="52727"/>
                </a:cubicBezTo>
                <a:cubicBezTo>
                  <a:pt x="65668" y="46286"/>
                  <a:pt x="64651" y="40719"/>
                  <a:pt x="62622" y="36022"/>
                </a:cubicBezTo>
                <a:cubicBezTo>
                  <a:pt x="60590" y="31327"/>
                  <a:pt x="57650" y="27695"/>
                  <a:pt x="53795" y="25126"/>
                </a:cubicBezTo>
                <a:cubicBezTo>
                  <a:pt x="49941" y="22557"/>
                  <a:pt x="45206" y="21271"/>
                  <a:pt x="39591" y="21271"/>
                </a:cubicBezTo>
                <a:cubicBezTo>
                  <a:pt x="36290" y="21271"/>
                  <a:pt x="33381" y="21414"/>
                  <a:pt x="30858" y="21700"/>
                </a:cubicBezTo>
                <a:cubicBezTo>
                  <a:pt x="28338" y="21986"/>
                  <a:pt x="26329" y="22286"/>
                  <a:pt x="24840" y="22603"/>
                </a:cubicBezTo>
                <a:lnTo>
                  <a:pt x="24840" y="77707"/>
                </a:lnTo>
                <a:cubicBezTo>
                  <a:pt x="26712" y="78976"/>
                  <a:pt x="29272" y="80136"/>
                  <a:pt x="32524" y="81182"/>
                </a:cubicBezTo>
                <a:cubicBezTo>
                  <a:pt x="35776" y="82227"/>
                  <a:pt x="39179" y="82753"/>
                  <a:pt x="42731" y="827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E7F261-7822-456E-8CB0-5E0080D6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506" y="1928170"/>
            <a:ext cx="64051" cy="131859"/>
          </a:xfrm>
          <a:custGeom xmlns:a="http://schemas.openxmlformats.org/drawingml/2006/main">
            <a:pathLst>
              <a:path w="64051" h="131859">
                <a:moveTo>
                  <a:pt x="37925" y="131859"/>
                </a:moveTo>
                <a:cubicBezTo>
                  <a:pt x="28124" y="131859"/>
                  <a:pt x="20454" y="130139"/>
                  <a:pt x="14916" y="126699"/>
                </a:cubicBezTo>
                <a:cubicBezTo>
                  <a:pt x="9381" y="123255"/>
                  <a:pt x="5512" y="118378"/>
                  <a:pt x="3306" y="112065"/>
                </a:cubicBezTo>
                <a:cubicBezTo>
                  <a:pt x="1103" y="105753"/>
                  <a:pt x="0" y="98264"/>
                  <a:pt x="0" y="89605"/>
                </a:cubicBezTo>
                <a:lnTo>
                  <a:pt x="0" y="4046"/>
                </a:lnTo>
                <a:lnTo>
                  <a:pt x="24840" y="0"/>
                </a:lnTo>
                <a:lnTo>
                  <a:pt x="24840" y="29884"/>
                </a:lnTo>
                <a:lnTo>
                  <a:pt x="60053" y="29884"/>
                </a:lnTo>
                <a:lnTo>
                  <a:pt x="60053" y="50583"/>
                </a:lnTo>
                <a:lnTo>
                  <a:pt x="24840" y="50583"/>
                </a:lnTo>
                <a:lnTo>
                  <a:pt x="24840" y="89605"/>
                </a:lnTo>
                <a:cubicBezTo>
                  <a:pt x="24840" y="94300"/>
                  <a:pt x="25372" y="98227"/>
                  <a:pt x="26432" y="101381"/>
                </a:cubicBezTo>
                <a:cubicBezTo>
                  <a:pt x="27495" y="104539"/>
                  <a:pt x="29258" y="106879"/>
                  <a:pt x="31715" y="108402"/>
                </a:cubicBezTo>
                <a:cubicBezTo>
                  <a:pt x="34173" y="109922"/>
                  <a:pt x="37482" y="110685"/>
                  <a:pt x="41637" y="110685"/>
                </a:cubicBezTo>
                <a:cubicBezTo>
                  <a:pt x="45126" y="110685"/>
                  <a:pt x="48489" y="110328"/>
                  <a:pt x="51726" y="109614"/>
                </a:cubicBezTo>
                <a:cubicBezTo>
                  <a:pt x="54961" y="108899"/>
                  <a:pt x="57816" y="108051"/>
                  <a:pt x="60290" y="107068"/>
                </a:cubicBezTo>
                <a:lnTo>
                  <a:pt x="64051" y="126530"/>
                </a:lnTo>
                <a:cubicBezTo>
                  <a:pt x="61005" y="127865"/>
                  <a:pt x="57364" y="129085"/>
                  <a:pt x="53129" y="130196"/>
                </a:cubicBezTo>
                <a:cubicBezTo>
                  <a:pt x="48895" y="131305"/>
                  <a:pt x="43825" y="131859"/>
                  <a:pt x="37925" y="131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50DE2-2ADC-4A86-9448-133AB0FE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688" y="1911896"/>
            <a:ext cx="30455" cy="145898"/>
          </a:xfrm>
          <a:custGeom xmlns:a="http://schemas.openxmlformats.org/drawingml/2006/main">
            <a:pathLst>
              <a:path w="30455" h="145898">
                <a:moveTo>
                  <a:pt x="2760" y="145898"/>
                </a:moveTo>
                <a:lnTo>
                  <a:pt x="2760" y="46157"/>
                </a:lnTo>
                <a:lnTo>
                  <a:pt x="27601" y="46157"/>
                </a:lnTo>
                <a:lnTo>
                  <a:pt x="27601" y="145898"/>
                </a:lnTo>
                <a:lnTo>
                  <a:pt x="2760" y="145898"/>
                </a:lnTo>
                <a:close/>
                <a:moveTo>
                  <a:pt x="15228" y="30312"/>
                </a:moveTo>
                <a:cubicBezTo>
                  <a:pt x="11104" y="30312"/>
                  <a:pt x="7535" y="28955"/>
                  <a:pt x="4521" y="26243"/>
                </a:cubicBezTo>
                <a:cubicBezTo>
                  <a:pt x="1506" y="23532"/>
                  <a:pt x="0" y="19828"/>
                  <a:pt x="0" y="15133"/>
                </a:cubicBezTo>
                <a:cubicBezTo>
                  <a:pt x="0" y="10470"/>
                  <a:pt x="1506" y="6781"/>
                  <a:pt x="4521" y="4069"/>
                </a:cubicBezTo>
                <a:cubicBezTo>
                  <a:pt x="7535" y="1357"/>
                  <a:pt x="11104" y="0"/>
                  <a:pt x="15228" y="0"/>
                </a:cubicBezTo>
                <a:cubicBezTo>
                  <a:pt x="19351" y="0"/>
                  <a:pt x="22920" y="1357"/>
                  <a:pt x="25935" y="4069"/>
                </a:cubicBezTo>
                <a:cubicBezTo>
                  <a:pt x="28949" y="6781"/>
                  <a:pt x="30455" y="10470"/>
                  <a:pt x="30455" y="15133"/>
                </a:cubicBezTo>
                <a:cubicBezTo>
                  <a:pt x="30455" y="19828"/>
                  <a:pt x="28949" y="23532"/>
                  <a:pt x="25935" y="26243"/>
                </a:cubicBezTo>
                <a:cubicBezTo>
                  <a:pt x="22920" y="28955"/>
                  <a:pt x="19351" y="30312"/>
                  <a:pt x="15228" y="303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E47F6-8E98-43DB-9CE2-ADBF715E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363" y="1955864"/>
            <a:ext cx="137143" cy="101930"/>
          </a:xfrm>
          <a:custGeom xmlns:a="http://schemas.openxmlformats.org/drawingml/2006/main">
            <a:pathLst>
              <a:path w="137143" h="101930">
                <a:moveTo>
                  <a:pt x="0" y="101930"/>
                </a:moveTo>
                <a:lnTo>
                  <a:pt x="0" y="5615"/>
                </a:lnTo>
                <a:cubicBezTo>
                  <a:pt x="4695" y="4315"/>
                  <a:pt x="10636" y="3055"/>
                  <a:pt x="17819" y="1832"/>
                </a:cubicBezTo>
                <a:cubicBezTo>
                  <a:pt x="25006" y="612"/>
                  <a:pt x="32484" y="0"/>
                  <a:pt x="40256" y="0"/>
                </a:cubicBezTo>
                <a:cubicBezTo>
                  <a:pt x="47269" y="0"/>
                  <a:pt x="53027" y="912"/>
                  <a:pt x="57530" y="2737"/>
                </a:cubicBezTo>
                <a:cubicBezTo>
                  <a:pt x="62036" y="4561"/>
                  <a:pt x="65731" y="6869"/>
                  <a:pt x="68617" y="9661"/>
                </a:cubicBezTo>
                <a:cubicBezTo>
                  <a:pt x="70997" y="7915"/>
                  <a:pt x="73766" y="6329"/>
                  <a:pt x="76921" y="4901"/>
                </a:cubicBezTo>
                <a:cubicBezTo>
                  <a:pt x="80079" y="3475"/>
                  <a:pt x="83505" y="2300"/>
                  <a:pt x="87199" y="1380"/>
                </a:cubicBezTo>
                <a:cubicBezTo>
                  <a:pt x="90897" y="460"/>
                  <a:pt x="94552" y="0"/>
                  <a:pt x="98169" y="0"/>
                </a:cubicBezTo>
                <a:cubicBezTo>
                  <a:pt x="108702" y="0"/>
                  <a:pt x="116775" y="1935"/>
                  <a:pt x="122390" y="5806"/>
                </a:cubicBezTo>
                <a:cubicBezTo>
                  <a:pt x="128005" y="9675"/>
                  <a:pt x="131868" y="15030"/>
                  <a:pt x="133977" y="21866"/>
                </a:cubicBezTo>
                <a:cubicBezTo>
                  <a:pt x="136086" y="28704"/>
                  <a:pt x="137143" y="36659"/>
                  <a:pt x="137143" y="45731"/>
                </a:cubicBezTo>
                <a:lnTo>
                  <a:pt x="137143" y="101930"/>
                </a:lnTo>
                <a:lnTo>
                  <a:pt x="112303" y="101930"/>
                </a:lnTo>
                <a:lnTo>
                  <a:pt x="112303" y="49300"/>
                </a:lnTo>
                <a:cubicBezTo>
                  <a:pt x="112303" y="42637"/>
                  <a:pt x="111780" y="37253"/>
                  <a:pt x="110731" y="33144"/>
                </a:cubicBezTo>
                <a:cubicBezTo>
                  <a:pt x="109685" y="29035"/>
                  <a:pt x="107893" y="26029"/>
                  <a:pt x="105353" y="24126"/>
                </a:cubicBezTo>
                <a:cubicBezTo>
                  <a:pt x="102816" y="22223"/>
                  <a:pt x="99312" y="21271"/>
                  <a:pt x="94838" y="21271"/>
                </a:cubicBezTo>
                <a:cubicBezTo>
                  <a:pt x="92903" y="21271"/>
                  <a:pt x="90906" y="21526"/>
                  <a:pt x="88843" y="22034"/>
                </a:cubicBezTo>
                <a:cubicBezTo>
                  <a:pt x="86779" y="22540"/>
                  <a:pt x="84853" y="23206"/>
                  <a:pt x="83062" y="24032"/>
                </a:cubicBezTo>
                <a:cubicBezTo>
                  <a:pt x="81267" y="24857"/>
                  <a:pt x="79770" y="25649"/>
                  <a:pt x="78564" y="26412"/>
                </a:cubicBezTo>
                <a:cubicBezTo>
                  <a:pt x="79516" y="29392"/>
                  <a:pt x="80159" y="32604"/>
                  <a:pt x="80490" y="36047"/>
                </a:cubicBezTo>
                <a:cubicBezTo>
                  <a:pt x="80824" y="39488"/>
                  <a:pt x="80990" y="43145"/>
                  <a:pt x="80990" y="47014"/>
                </a:cubicBezTo>
                <a:lnTo>
                  <a:pt x="80990" y="101930"/>
                </a:lnTo>
                <a:lnTo>
                  <a:pt x="56150" y="101930"/>
                </a:lnTo>
                <a:lnTo>
                  <a:pt x="56150" y="49300"/>
                </a:lnTo>
                <a:cubicBezTo>
                  <a:pt x="56150" y="42637"/>
                  <a:pt x="55627" y="37253"/>
                  <a:pt x="54581" y="33144"/>
                </a:cubicBezTo>
                <a:cubicBezTo>
                  <a:pt x="53532" y="29035"/>
                  <a:pt x="51732" y="26029"/>
                  <a:pt x="49180" y="24126"/>
                </a:cubicBezTo>
                <a:cubicBezTo>
                  <a:pt x="46626" y="22223"/>
                  <a:pt x="43080" y="21271"/>
                  <a:pt x="38545" y="21271"/>
                </a:cubicBezTo>
                <a:cubicBezTo>
                  <a:pt x="36767" y="21271"/>
                  <a:pt x="35030" y="21334"/>
                  <a:pt x="33333" y="21463"/>
                </a:cubicBezTo>
                <a:cubicBezTo>
                  <a:pt x="31635" y="21588"/>
                  <a:pt x="30089" y="21748"/>
                  <a:pt x="28695" y="21937"/>
                </a:cubicBezTo>
                <a:cubicBezTo>
                  <a:pt x="27298" y="22128"/>
                  <a:pt x="26015" y="22351"/>
                  <a:pt x="24840" y="22603"/>
                </a:cubicBezTo>
                <a:lnTo>
                  <a:pt x="24840" y="101930"/>
                </a:lnTo>
                <a:lnTo>
                  <a:pt x="0" y="101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8A746-FFB1-466D-915B-2D613F3D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678" y="1911896"/>
            <a:ext cx="30455" cy="145898"/>
          </a:xfrm>
          <a:custGeom xmlns:a="http://schemas.openxmlformats.org/drawingml/2006/main">
            <a:pathLst>
              <a:path w="30455" h="145898">
                <a:moveTo>
                  <a:pt x="2760" y="145898"/>
                </a:moveTo>
                <a:lnTo>
                  <a:pt x="2760" y="46157"/>
                </a:lnTo>
                <a:lnTo>
                  <a:pt x="27601" y="46157"/>
                </a:lnTo>
                <a:lnTo>
                  <a:pt x="27601" y="145898"/>
                </a:lnTo>
                <a:lnTo>
                  <a:pt x="2760" y="145898"/>
                </a:lnTo>
                <a:close/>
                <a:moveTo>
                  <a:pt x="15228" y="30312"/>
                </a:moveTo>
                <a:cubicBezTo>
                  <a:pt x="11104" y="30312"/>
                  <a:pt x="7535" y="28955"/>
                  <a:pt x="4521" y="26243"/>
                </a:cubicBezTo>
                <a:cubicBezTo>
                  <a:pt x="1509" y="23532"/>
                  <a:pt x="0" y="19828"/>
                  <a:pt x="0" y="15133"/>
                </a:cubicBezTo>
                <a:cubicBezTo>
                  <a:pt x="0" y="10470"/>
                  <a:pt x="1509" y="6781"/>
                  <a:pt x="4521" y="4069"/>
                </a:cubicBezTo>
                <a:cubicBezTo>
                  <a:pt x="7535" y="1357"/>
                  <a:pt x="11104" y="0"/>
                  <a:pt x="15228" y="0"/>
                </a:cubicBezTo>
                <a:cubicBezTo>
                  <a:pt x="19354" y="0"/>
                  <a:pt x="22923" y="1357"/>
                  <a:pt x="25935" y="4069"/>
                </a:cubicBezTo>
                <a:cubicBezTo>
                  <a:pt x="28949" y="6781"/>
                  <a:pt x="30455" y="10470"/>
                  <a:pt x="30455" y="15133"/>
                </a:cubicBezTo>
                <a:cubicBezTo>
                  <a:pt x="30455" y="19828"/>
                  <a:pt x="28949" y="23532"/>
                  <a:pt x="25935" y="26243"/>
                </a:cubicBezTo>
                <a:cubicBezTo>
                  <a:pt x="22923" y="28955"/>
                  <a:pt x="19354" y="30312"/>
                  <a:pt x="15228" y="303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F696E-3529-4DF3-A277-FC8E0133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69" y="1958053"/>
            <a:ext cx="80373" cy="99741"/>
          </a:xfrm>
          <a:custGeom xmlns:a="http://schemas.openxmlformats.org/drawingml/2006/main">
            <a:pathLst>
              <a:path w="80373" h="99741">
                <a:moveTo>
                  <a:pt x="0" y="99741"/>
                </a:moveTo>
                <a:lnTo>
                  <a:pt x="0" y="84702"/>
                </a:lnTo>
                <a:cubicBezTo>
                  <a:pt x="2792" y="79787"/>
                  <a:pt x="6178" y="74455"/>
                  <a:pt x="10158" y="68714"/>
                </a:cubicBezTo>
                <a:cubicBezTo>
                  <a:pt x="14142" y="62974"/>
                  <a:pt x="18337" y="57199"/>
                  <a:pt x="22746" y="51392"/>
                </a:cubicBezTo>
                <a:cubicBezTo>
                  <a:pt x="27155" y="45589"/>
                  <a:pt x="31478" y="40036"/>
                  <a:pt x="35713" y="34739"/>
                </a:cubicBezTo>
                <a:cubicBezTo>
                  <a:pt x="39948" y="29441"/>
                  <a:pt x="43777" y="24760"/>
                  <a:pt x="47203" y="20700"/>
                </a:cubicBezTo>
                <a:lnTo>
                  <a:pt x="2377" y="20700"/>
                </a:lnTo>
                <a:lnTo>
                  <a:pt x="2377" y="0"/>
                </a:lnTo>
                <a:lnTo>
                  <a:pt x="79278" y="0"/>
                </a:lnTo>
                <a:lnTo>
                  <a:pt x="79278" y="17036"/>
                </a:lnTo>
                <a:cubicBezTo>
                  <a:pt x="76867" y="19734"/>
                  <a:pt x="73655" y="23406"/>
                  <a:pt x="69640" y="28052"/>
                </a:cubicBezTo>
                <a:cubicBezTo>
                  <a:pt x="65628" y="32701"/>
                  <a:pt x="61273" y="37879"/>
                  <a:pt x="56578" y="43588"/>
                </a:cubicBezTo>
                <a:cubicBezTo>
                  <a:pt x="51884" y="49300"/>
                  <a:pt x="47203" y="55207"/>
                  <a:pt x="42542" y="61316"/>
                </a:cubicBezTo>
                <a:cubicBezTo>
                  <a:pt x="37879" y="67423"/>
                  <a:pt x="33690" y="73329"/>
                  <a:pt x="29978" y="79041"/>
                </a:cubicBezTo>
                <a:lnTo>
                  <a:pt x="80373" y="79041"/>
                </a:lnTo>
                <a:lnTo>
                  <a:pt x="80373" y="99741"/>
                </a:lnTo>
                <a:lnTo>
                  <a:pt x="0" y="99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4AE40-0299-4691-84A7-15177241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055" y="1955484"/>
            <a:ext cx="91509" cy="104830"/>
          </a:xfrm>
          <a:custGeom xmlns:a="http://schemas.openxmlformats.org/drawingml/2006/main">
            <a:pathLst>
              <a:path w="91509" h="104830">
                <a:moveTo>
                  <a:pt x="51918" y="104830"/>
                </a:moveTo>
                <a:cubicBezTo>
                  <a:pt x="39988" y="104830"/>
                  <a:pt x="30201" y="102564"/>
                  <a:pt x="22557" y="98027"/>
                </a:cubicBezTo>
                <a:cubicBezTo>
                  <a:pt x="14910" y="93489"/>
                  <a:pt x="9241" y="87302"/>
                  <a:pt x="5544" y="79467"/>
                </a:cubicBezTo>
                <a:cubicBezTo>
                  <a:pt x="1849" y="71632"/>
                  <a:pt x="0" y="62814"/>
                  <a:pt x="0" y="53009"/>
                </a:cubicBezTo>
                <a:cubicBezTo>
                  <a:pt x="0" y="41274"/>
                  <a:pt x="2260" y="31478"/>
                  <a:pt x="6781" y="23626"/>
                </a:cubicBezTo>
                <a:cubicBezTo>
                  <a:pt x="11301" y="15773"/>
                  <a:pt x="17131" y="9873"/>
                  <a:pt x="24269" y="5924"/>
                </a:cubicBezTo>
                <a:cubicBezTo>
                  <a:pt x="31407" y="1975"/>
                  <a:pt x="38942" y="0"/>
                  <a:pt x="46872" y="0"/>
                </a:cubicBezTo>
                <a:cubicBezTo>
                  <a:pt x="56073" y="0"/>
                  <a:pt x="63997" y="1889"/>
                  <a:pt x="70643" y="5664"/>
                </a:cubicBezTo>
                <a:cubicBezTo>
                  <a:pt x="77287" y="9438"/>
                  <a:pt x="82427" y="15076"/>
                  <a:pt x="86059" y="22580"/>
                </a:cubicBezTo>
                <a:cubicBezTo>
                  <a:pt x="89691" y="30081"/>
                  <a:pt x="91509" y="39448"/>
                  <a:pt x="91509" y="50678"/>
                </a:cubicBezTo>
                <a:cubicBezTo>
                  <a:pt x="91509" y="52138"/>
                  <a:pt x="91451" y="53755"/>
                  <a:pt x="91343" y="55533"/>
                </a:cubicBezTo>
                <a:cubicBezTo>
                  <a:pt x="91231" y="57310"/>
                  <a:pt x="91111" y="58896"/>
                  <a:pt x="90986" y="60290"/>
                </a:cubicBezTo>
                <a:lnTo>
                  <a:pt x="25555" y="60290"/>
                </a:lnTo>
                <a:cubicBezTo>
                  <a:pt x="26158" y="67460"/>
                  <a:pt x="28958" y="73101"/>
                  <a:pt x="33953" y="77207"/>
                </a:cubicBezTo>
                <a:cubicBezTo>
                  <a:pt x="38951" y="81316"/>
                  <a:pt x="45951" y="83370"/>
                  <a:pt x="54961" y="83370"/>
                </a:cubicBezTo>
                <a:cubicBezTo>
                  <a:pt x="60482" y="83370"/>
                  <a:pt x="65637" y="82862"/>
                  <a:pt x="70429" y="81847"/>
                </a:cubicBezTo>
                <a:cubicBezTo>
                  <a:pt x="75218" y="80833"/>
                  <a:pt x="79024" y="79690"/>
                  <a:pt x="81847" y="78421"/>
                </a:cubicBezTo>
                <a:lnTo>
                  <a:pt x="85322" y="98692"/>
                </a:lnTo>
                <a:cubicBezTo>
                  <a:pt x="82593" y="100090"/>
                  <a:pt x="78090" y="101461"/>
                  <a:pt x="71809" y="102810"/>
                </a:cubicBezTo>
                <a:cubicBezTo>
                  <a:pt x="65525" y="104156"/>
                  <a:pt x="58896" y="104830"/>
                  <a:pt x="51918" y="104830"/>
                </a:cubicBezTo>
                <a:close/>
                <a:moveTo>
                  <a:pt x="25649" y="42828"/>
                </a:moveTo>
                <a:lnTo>
                  <a:pt x="67334" y="42828"/>
                </a:lnTo>
                <a:cubicBezTo>
                  <a:pt x="67208" y="38831"/>
                  <a:pt x="66414" y="35159"/>
                  <a:pt x="64957" y="31810"/>
                </a:cubicBezTo>
                <a:cubicBezTo>
                  <a:pt x="63497" y="28464"/>
                  <a:pt x="61322" y="25769"/>
                  <a:pt x="58436" y="23720"/>
                </a:cubicBezTo>
                <a:cubicBezTo>
                  <a:pt x="55550" y="21674"/>
                  <a:pt x="51806" y="20651"/>
                  <a:pt x="47206" y="20651"/>
                </a:cubicBezTo>
                <a:cubicBezTo>
                  <a:pt x="42574" y="20651"/>
                  <a:pt x="38759" y="21706"/>
                  <a:pt x="35762" y="23817"/>
                </a:cubicBezTo>
                <a:cubicBezTo>
                  <a:pt x="32764" y="25926"/>
                  <a:pt x="30447" y="28664"/>
                  <a:pt x="28815" y="32024"/>
                </a:cubicBezTo>
                <a:cubicBezTo>
                  <a:pt x="27181" y="35387"/>
                  <a:pt x="26126" y="38988"/>
                  <a:pt x="25649" y="428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D6588-C1F3-46DD-8875-BCDD5FF8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695" y="1910087"/>
            <a:ext cx="91077" cy="150133"/>
          </a:xfrm>
          <a:custGeom xmlns:a="http://schemas.openxmlformats.org/drawingml/2006/main">
            <a:pathLst>
              <a:path w="91077" h="150133">
                <a:moveTo>
                  <a:pt x="51298" y="150133"/>
                </a:moveTo>
                <a:cubicBezTo>
                  <a:pt x="40605" y="150133"/>
                  <a:pt x="31438" y="148047"/>
                  <a:pt x="23792" y="143875"/>
                </a:cubicBezTo>
                <a:cubicBezTo>
                  <a:pt x="16148" y="139703"/>
                  <a:pt x="10270" y="133731"/>
                  <a:pt x="6161" y="125959"/>
                </a:cubicBezTo>
                <a:cubicBezTo>
                  <a:pt x="2055" y="118186"/>
                  <a:pt x="0" y="108971"/>
                  <a:pt x="0" y="98312"/>
                </a:cubicBezTo>
                <a:cubicBezTo>
                  <a:pt x="0" y="87591"/>
                  <a:pt x="1769" y="78310"/>
                  <a:pt x="5306" y="70475"/>
                </a:cubicBezTo>
                <a:cubicBezTo>
                  <a:pt x="8841" y="62639"/>
                  <a:pt x="13942" y="56579"/>
                  <a:pt x="20603" y="52298"/>
                </a:cubicBezTo>
                <a:cubicBezTo>
                  <a:pt x="27266" y="48015"/>
                  <a:pt x="35293" y="45874"/>
                  <a:pt x="44683" y="45874"/>
                </a:cubicBezTo>
                <a:cubicBezTo>
                  <a:pt x="49155" y="45874"/>
                  <a:pt x="53135" y="46372"/>
                  <a:pt x="56627" y="47372"/>
                </a:cubicBezTo>
                <a:cubicBezTo>
                  <a:pt x="60116" y="48372"/>
                  <a:pt x="63336" y="49600"/>
                  <a:pt x="66285" y="51061"/>
                </a:cubicBezTo>
                <a:lnTo>
                  <a:pt x="66285" y="4046"/>
                </a:lnTo>
                <a:lnTo>
                  <a:pt x="91077" y="0"/>
                </a:lnTo>
                <a:lnTo>
                  <a:pt x="91077" y="144518"/>
                </a:lnTo>
                <a:cubicBezTo>
                  <a:pt x="88000" y="145470"/>
                  <a:pt x="84256" y="146381"/>
                  <a:pt x="79847" y="147256"/>
                </a:cubicBezTo>
                <a:cubicBezTo>
                  <a:pt x="75438" y="148127"/>
                  <a:pt x="70792" y="148824"/>
                  <a:pt x="65905" y="149347"/>
                </a:cubicBezTo>
                <a:cubicBezTo>
                  <a:pt x="61019" y="149870"/>
                  <a:pt x="56150" y="150133"/>
                  <a:pt x="51298" y="150133"/>
                </a:cubicBezTo>
                <a:close/>
                <a:moveTo>
                  <a:pt x="51486" y="128816"/>
                </a:moveTo>
                <a:cubicBezTo>
                  <a:pt x="54787" y="128816"/>
                  <a:pt x="57696" y="128673"/>
                  <a:pt x="60219" y="128387"/>
                </a:cubicBezTo>
                <a:cubicBezTo>
                  <a:pt x="62742" y="128102"/>
                  <a:pt x="64762" y="127799"/>
                  <a:pt x="66285" y="127482"/>
                </a:cubicBezTo>
                <a:lnTo>
                  <a:pt x="66285" y="72092"/>
                </a:lnTo>
                <a:cubicBezTo>
                  <a:pt x="64414" y="70792"/>
                  <a:pt x="61853" y="69626"/>
                  <a:pt x="58602" y="68594"/>
                </a:cubicBezTo>
                <a:cubicBezTo>
                  <a:pt x="55350" y="67563"/>
                  <a:pt x="51932" y="67048"/>
                  <a:pt x="48346" y="67048"/>
                </a:cubicBezTo>
                <a:cubicBezTo>
                  <a:pt x="44348" y="67048"/>
                  <a:pt x="40922" y="67723"/>
                  <a:pt x="38068" y="69071"/>
                </a:cubicBezTo>
                <a:cubicBezTo>
                  <a:pt x="35213" y="70420"/>
                  <a:pt x="32833" y="72395"/>
                  <a:pt x="30930" y="74995"/>
                </a:cubicBezTo>
                <a:cubicBezTo>
                  <a:pt x="29026" y="77595"/>
                  <a:pt x="27632" y="80770"/>
                  <a:pt x="26743" y="84513"/>
                </a:cubicBezTo>
                <a:cubicBezTo>
                  <a:pt x="25855" y="88257"/>
                  <a:pt x="25409" y="92506"/>
                  <a:pt x="25409" y="97266"/>
                </a:cubicBezTo>
                <a:cubicBezTo>
                  <a:pt x="25409" y="103704"/>
                  <a:pt x="26432" y="109288"/>
                  <a:pt x="28478" y="114014"/>
                </a:cubicBezTo>
                <a:cubicBezTo>
                  <a:pt x="30527" y="118743"/>
                  <a:pt x="33498" y="122390"/>
                  <a:pt x="37402" y="124961"/>
                </a:cubicBezTo>
                <a:cubicBezTo>
                  <a:pt x="41302" y="127530"/>
                  <a:pt x="46000" y="128816"/>
                  <a:pt x="51486" y="1288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3EB1A-1E49-45DF-9F87-1F126AAA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820" y="1910087"/>
            <a:ext cx="91080" cy="150133"/>
          </a:xfrm>
          <a:custGeom xmlns:a="http://schemas.openxmlformats.org/drawingml/2006/main">
            <a:pathLst>
              <a:path w="91080" h="150133">
                <a:moveTo>
                  <a:pt x="51298" y="150133"/>
                </a:moveTo>
                <a:cubicBezTo>
                  <a:pt x="40608" y="150133"/>
                  <a:pt x="31438" y="148047"/>
                  <a:pt x="23794" y="143875"/>
                </a:cubicBezTo>
                <a:cubicBezTo>
                  <a:pt x="16148" y="139703"/>
                  <a:pt x="10270" y="133731"/>
                  <a:pt x="6164" y="125959"/>
                </a:cubicBezTo>
                <a:cubicBezTo>
                  <a:pt x="2055" y="118186"/>
                  <a:pt x="0" y="108971"/>
                  <a:pt x="0" y="98312"/>
                </a:cubicBezTo>
                <a:cubicBezTo>
                  <a:pt x="0" y="87591"/>
                  <a:pt x="1769" y="78310"/>
                  <a:pt x="5306" y="70475"/>
                </a:cubicBezTo>
                <a:cubicBezTo>
                  <a:pt x="8844" y="62639"/>
                  <a:pt x="13942" y="56579"/>
                  <a:pt x="20605" y="52298"/>
                </a:cubicBezTo>
                <a:cubicBezTo>
                  <a:pt x="27266" y="48015"/>
                  <a:pt x="35293" y="45874"/>
                  <a:pt x="44683" y="45874"/>
                </a:cubicBezTo>
                <a:cubicBezTo>
                  <a:pt x="49158" y="45874"/>
                  <a:pt x="53138" y="46372"/>
                  <a:pt x="56627" y="47372"/>
                </a:cubicBezTo>
                <a:cubicBezTo>
                  <a:pt x="60116" y="48372"/>
                  <a:pt x="63336" y="49600"/>
                  <a:pt x="66288" y="51061"/>
                </a:cubicBezTo>
                <a:lnTo>
                  <a:pt x="66288" y="4046"/>
                </a:lnTo>
                <a:lnTo>
                  <a:pt x="91080" y="0"/>
                </a:lnTo>
                <a:lnTo>
                  <a:pt x="91080" y="144518"/>
                </a:lnTo>
                <a:cubicBezTo>
                  <a:pt x="88002" y="145470"/>
                  <a:pt x="84259" y="146381"/>
                  <a:pt x="79850" y="147256"/>
                </a:cubicBezTo>
                <a:cubicBezTo>
                  <a:pt x="75441" y="148127"/>
                  <a:pt x="70792" y="148824"/>
                  <a:pt x="65905" y="149347"/>
                </a:cubicBezTo>
                <a:cubicBezTo>
                  <a:pt x="61022" y="149870"/>
                  <a:pt x="56153" y="150133"/>
                  <a:pt x="51298" y="150133"/>
                </a:cubicBezTo>
                <a:close/>
                <a:moveTo>
                  <a:pt x="51489" y="128816"/>
                </a:moveTo>
                <a:cubicBezTo>
                  <a:pt x="54787" y="128816"/>
                  <a:pt x="57699" y="128673"/>
                  <a:pt x="60219" y="128387"/>
                </a:cubicBezTo>
                <a:cubicBezTo>
                  <a:pt x="62742" y="128102"/>
                  <a:pt x="64765" y="127799"/>
                  <a:pt x="66288" y="127482"/>
                </a:cubicBezTo>
                <a:lnTo>
                  <a:pt x="66288" y="72092"/>
                </a:lnTo>
                <a:cubicBezTo>
                  <a:pt x="64417" y="70792"/>
                  <a:pt x="61853" y="69626"/>
                  <a:pt x="58602" y="68594"/>
                </a:cubicBezTo>
                <a:cubicBezTo>
                  <a:pt x="55350" y="67563"/>
                  <a:pt x="51932" y="67048"/>
                  <a:pt x="48349" y="67048"/>
                </a:cubicBezTo>
                <a:cubicBezTo>
                  <a:pt x="44351" y="67048"/>
                  <a:pt x="40925" y="67723"/>
                  <a:pt x="38068" y="69071"/>
                </a:cubicBezTo>
                <a:cubicBezTo>
                  <a:pt x="35213" y="70420"/>
                  <a:pt x="32836" y="72395"/>
                  <a:pt x="30932" y="74995"/>
                </a:cubicBezTo>
                <a:cubicBezTo>
                  <a:pt x="29026" y="77595"/>
                  <a:pt x="27632" y="80770"/>
                  <a:pt x="26743" y="84513"/>
                </a:cubicBezTo>
                <a:cubicBezTo>
                  <a:pt x="25855" y="88257"/>
                  <a:pt x="25412" y="92506"/>
                  <a:pt x="25412" y="97266"/>
                </a:cubicBezTo>
                <a:cubicBezTo>
                  <a:pt x="25412" y="103704"/>
                  <a:pt x="26435" y="109288"/>
                  <a:pt x="28481" y="114014"/>
                </a:cubicBezTo>
                <a:cubicBezTo>
                  <a:pt x="30527" y="118743"/>
                  <a:pt x="33501" y="122390"/>
                  <a:pt x="37402" y="124961"/>
                </a:cubicBezTo>
                <a:cubicBezTo>
                  <a:pt x="41305" y="127530"/>
                  <a:pt x="46000" y="128816"/>
                  <a:pt x="51489" y="1288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17E27-5FFF-4ACF-85B5-55DCCA8D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832" y="1958053"/>
            <a:ext cx="84276" cy="101930"/>
          </a:xfrm>
          <a:custGeom xmlns:a="http://schemas.openxmlformats.org/drawingml/2006/main">
            <a:pathLst>
              <a:path w="84276" h="101930">
                <a:moveTo>
                  <a:pt x="42734" y="101930"/>
                </a:moveTo>
                <a:cubicBezTo>
                  <a:pt x="31790" y="101930"/>
                  <a:pt x="23191" y="99961"/>
                  <a:pt x="16942" y="96029"/>
                </a:cubicBezTo>
                <a:cubicBezTo>
                  <a:pt x="10693" y="92094"/>
                  <a:pt x="6307" y="86654"/>
                  <a:pt x="3783" y="79707"/>
                </a:cubicBezTo>
                <a:cubicBezTo>
                  <a:pt x="1263" y="72761"/>
                  <a:pt x="0" y="64734"/>
                  <a:pt x="0" y="55627"/>
                </a:cubicBezTo>
                <a:lnTo>
                  <a:pt x="0" y="0"/>
                </a:lnTo>
                <a:lnTo>
                  <a:pt x="24840" y="0"/>
                </a:lnTo>
                <a:lnTo>
                  <a:pt x="24840" y="52107"/>
                </a:lnTo>
                <a:cubicBezTo>
                  <a:pt x="24840" y="58896"/>
                  <a:pt x="25443" y="64385"/>
                  <a:pt x="26649" y="68571"/>
                </a:cubicBezTo>
                <a:cubicBezTo>
                  <a:pt x="27855" y="72761"/>
                  <a:pt x="29909" y="75812"/>
                  <a:pt x="32813" y="77733"/>
                </a:cubicBezTo>
                <a:cubicBezTo>
                  <a:pt x="35713" y="79650"/>
                  <a:pt x="39608" y="80610"/>
                  <a:pt x="44494" y="80610"/>
                </a:cubicBezTo>
                <a:cubicBezTo>
                  <a:pt x="47349" y="80610"/>
                  <a:pt x="50149" y="80467"/>
                  <a:pt x="52892" y="80181"/>
                </a:cubicBezTo>
                <a:cubicBezTo>
                  <a:pt x="55636" y="79896"/>
                  <a:pt x="57833" y="79613"/>
                  <a:pt x="59485" y="79327"/>
                </a:cubicBezTo>
                <a:lnTo>
                  <a:pt x="59485" y="0"/>
                </a:lnTo>
                <a:lnTo>
                  <a:pt x="84276" y="0"/>
                </a:lnTo>
                <a:lnTo>
                  <a:pt x="84276" y="96315"/>
                </a:lnTo>
                <a:cubicBezTo>
                  <a:pt x="79707" y="97615"/>
                  <a:pt x="73766" y="98875"/>
                  <a:pt x="66454" y="100098"/>
                </a:cubicBezTo>
                <a:cubicBezTo>
                  <a:pt x="59142" y="101318"/>
                  <a:pt x="51235" y="101930"/>
                  <a:pt x="42734" y="101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3DC1C-4B09-48EC-ABF1-B9CDD6DE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183" y="1955864"/>
            <a:ext cx="137143" cy="101930"/>
          </a:xfrm>
          <a:custGeom xmlns:a="http://schemas.openxmlformats.org/drawingml/2006/main">
            <a:pathLst>
              <a:path w="137143" h="101930">
                <a:moveTo>
                  <a:pt x="0" y="101930"/>
                </a:moveTo>
                <a:lnTo>
                  <a:pt x="0" y="5615"/>
                </a:lnTo>
                <a:cubicBezTo>
                  <a:pt x="4695" y="4315"/>
                  <a:pt x="10636" y="3055"/>
                  <a:pt x="17822" y="1832"/>
                </a:cubicBezTo>
                <a:cubicBezTo>
                  <a:pt x="25006" y="612"/>
                  <a:pt x="32484" y="0"/>
                  <a:pt x="40256" y="0"/>
                </a:cubicBezTo>
                <a:cubicBezTo>
                  <a:pt x="47269" y="0"/>
                  <a:pt x="53027" y="912"/>
                  <a:pt x="57530" y="2737"/>
                </a:cubicBezTo>
                <a:cubicBezTo>
                  <a:pt x="62036" y="4561"/>
                  <a:pt x="65731" y="6869"/>
                  <a:pt x="68620" y="9661"/>
                </a:cubicBezTo>
                <a:cubicBezTo>
                  <a:pt x="70997" y="7915"/>
                  <a:pt x="73766" y="6329"/>
                  <a:pt x="76921" y="4901"/>
                </a:cubicBezTo>
                <a:cubicBezTo>
                  <a:pt x="80079" y="3475"/>
                  <a:pt x="83505" y="2300"/>
                  <a:pt x="87202" y="1380"/>
                </a:cubicBezTo>
                <a:cubicBezTo>
                  <a:pt x="90897" y="460"/>
                  <a:pt x="94552" y="0"/>
                  <a:pt x="98169" y="0"/>
                </a:cubicBezTo>
                <a:cubicBezTo>
                  <a:pt x="108702" y="0"/>
                  <a:pt x="116775" y="1935"/>
                  <a:pt x="122390" y="5806"/>
                </a:cubicBezTo>
                <a:cubicBezTo>
                  <a:pt x="128005" y="9675"/>
                  <a:pt x="131868" y="15030"/>
                  <a:pt x="133977" y="21866"/>
                </a:cubicBezTo>
                <a:cubicBezTo>
                  <a:pt x="136088" y="28704"/>
                  <a:pt x="137143" y="36659"/>
                  <a:pt x="137143" y="45731"/>
                </a:cubicBezTo>
                <a:lnTo>
                  <a:pt x="137143" y="101930"/>
                </a:lnTo>
                <a:lnTo>
                  <a:pt x="112303" y="101930"/>
                </a:lnTo>
                <a:lnTo>
                  <a:pt x="112303" y="49300"/>
                </a:lnTo>
                <a:cubicBezTo>
                  <a:pt x="112303" y="42637"/>
                  <a:pt x="111780" y="37253"/>
                  <a:pt x="110731" y="33144"/>
                </a:cubicBezTo>
                <a:cubicBezTo>
                  <a:pt x="109685" y="29035"/>
                  <a:pt x="107893" y="26029"/>
                  <a:pt x="105356" y="24126"/>
                </a:cubicBezTo>
                <a:cubicBezTo>
                  <a:pt x="102816" y="22223"/>
                  <a:pt x="99312" y="21271"/>
                  <a:pt x="94838" y="21271"/>
                </a:cubicBezTo>
                <a:cubicBezTo>
                  <a:pt x="92903" y="21271"/>
                  <a:pt x="90906" y="21526"/>
                  <a:pt x="88843" y="22034"/>
                </a:cubicBezTo>
                <a:cubicBezTo>
                  <a:pt x="86779" y="22540"/>
                  <a:pt x="84853" y="23206"/>
                  <a:pt x="83062" y="24032"/>
                </a:cubicBezTo>
                <a:cubicBezTo>
                  <a:pt x="81267" y="24857"/>
                  <a:pt x="79770" y="25649"/>
                  <a:pt x="78564" y="26412"/>
                </a:cubicBezTo>
                <a:cubicBezTo>
                  <a:pt x="79516" y="29392"/>
                  <a:pt x="80159" y="32604"/>
                  <a:pt x="80490" y="36047"/>
                </a:cubicBezTo>
                <a:cubicBezTo>
                  <a:pt x="80824" y="39488"/>
                  <a:pt x="80990" y="43145"/>
                  <a:pt x="80990" y="47014"/>
                </a:cubicBezTo>
                <a:lnTo>
                  <a:pt x="80990" y="101930"/>
                </a:lnTo>
                <a:lnTo>
                  <a:pt x="56150" y="101930"/>
                </a:lnTo>
                <a:lnTo>
                  <a:pt x="56150" y="49300"/>
                </a:lnTo>
                <a:cubicBezTo>
                  <a:pt x="56150" y="42637"/>
                  <a:pt x="55627" y="37253"/>
                  <a:pt x="54581" y="33144"/>
                </a:cubicBezTo>
                <a:cubicBezTo>
                  <a:pt x="53535" y="29035"/>
                  <a:pt x="51735" y="26029"/>
                  <a:pt x="49180" y="24126"/>
                </a:cubicBezTo>
                <a:cubicBezTo>
                  <a:pt x="46626" y="22223"/>
                  <a:pt x="43083" y="21271"/>
                  <a:pt x="38545" y="21271"/>
                </a:cubicBezTo>
                <a:cubicBezTo>
                  <a:pt x="36767" y="21271"/>
                  <a:pt x="35030" y="21334"/>
                  <a:pt x="33333" y="21463"/>
                </a:cubicBezTo>
                <a:cubicBezTo>
                  <a:pt x="31635" y="21588"/>
                  <a:pt x="30089" y="21748"/>
                  <a:pt x="28695" y="21937"/>
                </a:cubicBezTo>
                <a:cubicBezTo>
                  <a:pt x="27298" y="22128"/>
                  <a:pt x="26015" y="22351"/>
                  <a:pt x="24840" y="22603"/>
                </a:cubicBezTo>
                <a:lnTo>
                  <a:pt x="24840" y="101930"/>
                </a:lnTo>
                <a:lnTo>
                  <a:pt x="0" y="101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D8CD4-7954-49B2-9BE2-F1445E4F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258" y="1955864"/>
            <a:ext cx="91129" cy="137143"/>
          </a:xfrm>
          <a:custGeom xmlns:a="http://schemas.openxmlformats.org/drawingml/2006/main">
            <a:pathLst>
              <a:path w="91129" h="137143">
                <a:moveTo>
                  <a:pt x="0" y="137143"/>
                </a:moveTo>
                <a:lnTo>
                  <a:pt x="0" y="5615"/>
                </a:lnTo>
                <a:cubicBezTo>
                  <a:pt x="3206" y="4632"/>
                  <a:pt x="6981" y="3712"/>
                  <a:pt x="11327" y="2855"/>
                </a:cubicBezTo>
                <a:cubicBezTo>
                  <a:pt x="15673" y="2000"/>
                  <a:pt x="20297" y="1309"/>
                  <a:pt x="25197" y="786"/>
                </a:cubicBezTo>
                <a:cubicBezTo>
                  <a:pt x="30098" y="263"/>
                  <a:pt x="34962" y="0"/>
                  <a:pt x="39782" y="0"/>
                </a:cubicBezTo>
                <a:cubicBezTo>
                  <a:pt x="50506" y="0"/>
                  <a:pt x="59690" y="2112"/>
                  <a:pt x="67334" y="6329"/>
                </a:cubicBezTo>
                <a:cubicBezTo>
                  <a:pt x="74981" y="10550"/>
                  <a:pt x="80856" y="16568"/>
                  <a:pt x="84965" y="24389"/>
                </a:cubicBezTo>
                <a:cubicBezTo>
                  <a:pt x="89074" y="32207"/>
                  <a:pt x="91129" y="41448"/>
                  <a:pt x="91129" y="52107"/>
                </a:cubicBezTo>
                <a:cubicBezTo>
                  <a:pt x="91129" y="62322"/>
                  <a:pt x="89431" y="71323"/>
                  <a:pt x="86036" y="79113"/>
                </a:cubicBezTo>
                <a:cubicBezTo>
                  <a:pt x="82642" y="86899"/>
                  <a:pt x="77693" y="92983"/>
                  <a:pt x="71189" y="97361"/>
                </a:cubicBezTo>
                <a:cubicBezTo>
                  <a:pt x="64685" y="101738"/>
                  <a:pt x="56676" y="103927"/>
                  <a:pt x="47157" y="103927"/>
                </a:cubicBezTo>
                <a:cubicBezTo>
                  <a:pt x="42685" y="103927"/>
                  <a:pt x="38585" y="103427"/>
                  <a:pt x="34859" y="102430"/>
                </a:cubicBezTo>
                <a:cubicBezTo>
                  <a:pt x="31130" y="101430"/>
                  <a:pt x="27792" y="100201"/>
                  <a:pt x="24840" y="98741"/>
                </a:cubicBezTo>
                <a:lnTo>
                  <a:pt x="24840" y="137143"/>
                </a:lnTo>
                <a:lnTo>
                  <a:pt x="0" y="137143"/>
                </a:lnTo>
                <a:close/>
                <a:moveTo>
                  <a:pt x="42734" y="82753"/>
                </a:moveTo>
                <a:cubicBezTo>
                  <a:pt x="46732" y="82753"/>
                  <a:pt x="50158" y="82079"/>
                  <a:pt x="53012" y="80730"/>
                </a:cubicBezTo>
                <a:cubicBezTo>
                  <a:pt x="55867" y="79381"/>
                  <a:pt x="58247" y="77407"/>
                  <a:pt x="60150" y="74806"/>
                </a:cubicBezTo>
                <a:cubicBezTo>
                  <a:pt x="62053" y="72203"/>
                  <a:pt x="63448" y="69063"/>
                  <a:pt x="64337" y="65382"/>
                </a:cubicBezTo>
                <a:cubicBezTo>
                  <a:pt x="65225" y="61702"/>
                  <a:pt x="65668" y="57484"/>
                  <a:pt x="65668" y="52727"/>
                </a:cubicBezTo>
                <a:cubicBezTo>
                  <a:pt x="65668" y="46286"/>
                  <a:pt x="64654" y="40719"/>
                  <a:pt x="62625" y="36022"/>
                </a:cubicBezTo>
                <a:cubicBezTo>
                  <a:pt x="60593" y="31327"/>
                  <a:pt x="57650" y="27695"/>
                  <a:pt x="53798" y="25126"/>
                </a:cubicBezTo>
                <a:cubicBezTo>
                  <a:pt x="49943" y="22557"/>
                  <a:pt x="45209" y="21271"/>
                  <a:pt x="39594" y="21271"/>
                </a:cubicBezTo>
                <a:cubicBezTo>
                  <a:pt x="36293" y="21271"/>
                  <a:pt x="33381" y="21414"/>
                  <a:pt x="30861" y="21700"/>
                </a:cubicBezTo>
                <a:cubicBezTo>
                  <a:pt x="28338" y="21986"/>
                  <a:pt x="26332" y="22286"/>
                  <a:pt x="24840" y="22603"/>
                </a:cubicBezTo>
                <a:lnTo>
                  <a:pt x="24840" y="77707"/>
                </a:lnTo>
                <a:cubicBezTo>
                  <a:pt x="26712" y="78976"/>
                  <a:pt x="29275" y="80136"/>
                  <a:pt x="32527" y="81182"/>
                </a:cubicBezTo>
                <a:cubicBezTo>
                  <a:pt x="35779" y="82227"/>
                  <a:pt x="39179" y="82753"/>
                  <a:pt x="42734" y="827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4542D-7F30-4351-A1BF-DD3001D8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754" y="1955484"/>
            <a:ext cx="74664" cy="104879"/>
          </a:xfrm>
          <a:custGeom xmlns:a="http://schemas.openxmlformats.org/drawingml/2006/main">
            <a:pathLst>
              <a:path w="74664" h="104879">
                <a:moveTo>
                  <a:pt x="33216" y="104879"/>
                </a:moveTo>
                <a:cubicBezTo>
                  <a:pt x="24429" y="104879"/>
                  <a:pt x="17228" y="104124"/>
                  <a:pt x="11613" y="102619"/>
                </a:cubicBezTo>
                <a:cubicBezTo>
                  <a:pt x="5998" y="101113"/>
                  <a:pt x="2126" y="99881"/>
                  <a:pt x="0" y="98930"/>
                </a:cubicBezTo>
                <a:lnTo>
                  <a:pt x="4426" y="78516"/>
                </a:lnTo>
                <a:cubicBezTo>
                  <a:pt x="8392" y="80070"/>
                  <a:pt x="12819" y="81459"/>
                  <a:pt x="17702" y="82679"/>
                </a:cubicBezTo>
                <a:cubicBezTo>
                  <a:pt x="22589" y="83902"/>
                  <a:pt x="27806" y="84513"/>
                  <a:pt x="33358" y="84513"/>
                </a:cubicBezTo>
                <a:cubicBezTo>
                  <a:pt x="39005" y="84513"/>
                  <a:pt x="43177" y="83862"/>
                  <a:pt x="45874" y="82562"/>
                </a:cubicBezTo>
                <a:cubicBezTo>
                  <a:pt x="48569" y="81262"/>
                  <a:pt x="49918" y="78850"/>
                  <a:pt x="49918" y="75329"/>
                </a:cubicBezTo>
                <a:cubicBezTo>
                  <a:pt x="49918" y="73329"/>
                  <a:pt x="49252" y="71618"/>
                  <a:pt x="47920" y="70189"/>
                </a:cubicBezTo>
                <a:cubicBezTo>
                  <a:pt x="46589" y="68760"/>
                  <a:pt x="44574" y="67348"/>
                  <a:pt x="41877" y="65954"/>
                </a:cubicBezTo>
                <a:cubicBezTo>
                  <a:pt x="39179" y="64557"/>
                  <a:pt x="35676" y="63051"/>
                  <a:pt x="31361" y="61433"/>
                </a:cubicBezTo>
                <a:cubicBezTo>
                  <a:pt x="25746" y="59213"/>
                  <a:pt x="20748" y="56864"/>
                  <a:pt x="16371" y="54390"/>
                </a:cubicBezTo>
                <a:cubicBezTo>
                  <a:pt x="11993" y="51915"/>
                  <a:pt x="8575" y="48735"/>
                  <a:pt x="6115" y="44848"/>
                </a:cubicBezTo>
                <a:cubicBezTo>
                  <a:pt x="3658" y="40962"/>
                  <a:pt x="2429" y="35896"/>
                  <a:pt x="2429" y="29647"/>
                </a:cubicBezTo>
                <a:cubicBezTo>
                  <a:pt x="2429" y="23523"/>
                  <a:pt x="3966" y="18265"/>
                  <a:pt x="7044" y="13870"/>
                </a:cubicBezTo>
                <a:cubicBezTo>
                  <a:pt x="10121" y="9478"/>
                  <a:pt x="14490" y="6066"/>
                  <a:pt x="20154" y="3640"/>
                </a:cubicBezTo>
                <a:cubicBezTo>
                  <a:pt x="25818" y="1214"/>
                  <a:pt x="32581" y="0"/>
                  <a:pt x="40448" y="0"/>
                </a:cubicBezTo>
                <a:cubicBezTo>
                  <a:pt x="46666" y="0"/>
                  <a:pt x="52441" y="549"/>
                  <a:pt x="57770" y="1643"/>
                </a:cubicBezTo>
                <a:cubicBezTo>
                  <a:pt x="63099" y="2737"/>
                  <a:pt x="67240" y="3869"/>
                  <a:pt x="70189" y="5043"/>
                </a:cubicBezTo>
                <a:lnTo>
                  <a:pt x="65668" y="24697"/>
                </a:lnTo>
                <a:cubicBezTo>
                  <a:pt x="62782" y="23617"/>
                  <a:pt x="59427" y="22594"/>
                  <a:pt x="55604" y="21628"/>
                </a:cubicBezTo>
                <a:cubicBezTo>
                  <a:pt x="51784" y="20660"/>
                  <a:pt x="47223" y="20177"/>
                  <a:pt x="41925" y="20177"/>
                </a:cubicBezTo>
                <a:cubicBezTo>
                  <a:pt x="37262" y="20177"/>
                  <a:pt x="33604" y="20905"/>
                  <a:pt x="30955" y="22366"/>
                </a:cubicBezTo>
                <a:cubicBezTo>
                  <a:pt x="28306" y="23826"/>
                  <a:pt x="26983" y="26109"/>
                  <a:pt x="26983" y="29218"/>
                </a:cubicBezTo>
                <a:cubicBezTo>
                  <a:pt x="26983" y="31121"/>
                  <a:pt x="27475" y="32787"/>
                  <a:pt x="28458" y="34213"/>
                </a:cubicBezTo>
                <a:cubicBezTo>
                  <a:pt x="29441" y="35642"/>
                  <a:pt x="31155" y="36990"/>
                  <a:pt x="33596" y="38259"/>
                </a:cubicBezTo>
                <a:cubicBezTo>
                  <a:pt x="36039" y="39528"/>
                  <a:pt x="39433" y="40971"/>
                  <a:pt x="43780" y="42588"/>
                </a:cubicBezTo>
                <a:cubicBezTo>
                  <a:pt x="51426" y="45411"/>
                  <a:pt x="57484" y="48260"/>
                  <a:pt x="61959" y="51132"/>
                </a:cubicBezTo>
                <a:cubicBezTo>
                  <a:pt x="66431" y="54001"/>
                  <a:pt x="69666" y="57350"/>
                  <a:pt x="71666" y="61171"/>
                </a:cubicBezTo>
                <a:cubicBezTo>
                  <a:pt x="73663" y="64994"/>
                  <a:pt x="74664" y="69760"/>
                  <a:pt x="74664" y="75469"/>
                </a:cubicBezTo>
                <a:cubicBezTo>
                  <a:pt x="74664" y="81910"/>
                  <a:pt x="73046" y="87311"/>
                  <a:pt x="69809" y="91674"/>
                </a:cubicBezTo>
                <a:cubicBezTo>
                  <a:pt x="66574" y="96035"/>
                  <a:pt x="61871" y="99327"/>
                  <a:pt x="55701" y="101547"/>
                </a:cubicBezTo>
                <a:cubicBezTo>
                  <a:pt x="49529" y="103767"/>
                  <a:pt x="42034" y="104879"/>
                  <a:pt x="33216" y="104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3D805-87A3-4C08-8A39-088B5AF6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709" y="1959196"/>
            <a:ext cx="26078" cy="128862"/>
          </a:xfrm>
          <a:custGeom xmlns:a="http://schemas.openxmlformats.org/drawingml/2006/main">
            <a:pathLst>
              <a:path w="26078" h="128862">
                <a:moveTo>
                  <a:pt x="10658" y="128862"/>
                </a:moveTo>
                <a:lnTo>
                  <a:pt x="0" y="124673"/>
                </a:lnTo>
                <a:cubicBezTo>
                  <a:pt x="2920" y="118709"/>
                  <a:pt x="4981" y="112588"/>
                  <a:pt x="6186" y="106305"/>
                </a:cubicBezTo>
                <a:cubicBezTo>
                  <a:pt x="7392" y="100024"/>
                  <a:pt x="7995" y="93712"/>
                  <a:pt x="7995" y="87368"/>
                </a:cubicBezTo>
                <a:cubicBezTo>
                  <a:pt x="7995" y="86351"/>
                  <a:pt x="7964" y="85399"/>
                  <a:pt x="7901" y="84511"/>
                </a:cubicBezTo>
                <a:cubicBezTo>
                  <a:pt x="7835" y="83625"/>
                  <a:pt x="7804" y="82736"/>
                  <a:pt x="7804" y="81847"/>
                </a:cubicBezTo>
                <a:cubicBezTo>
                  <a:pt x="7804" y="80959"/>
                  <a:pt x="7741" y="80133"/>
                  <a:pt x="7615" y="79373"/>
                </a:cubicBezTo>
                <a:lnTo>
                  <a:pt x="23411" y="79373"/>
                </a:lnTo>
                <a:cubicBezTo>
                  <a:pt x="23540" y="80642"/>
                  <a:pt x="23603" y="81753"/>
                  <a:pt x="23603" y="82705"/>
                </a:cubicBezTo>
                <a:cubicBezTo>
                  <a:pt x="23603" y="83656"/>
                  <a:pt x="23603" y="84448"/>
                  <a:pt x="23603" y="85082"/>
                </a:cubicBezTo>
                <a:cubicBezTo>
                  <a:pt x="23603" y="92823"/>
                  <a:pt x="22460" y="100470"/>
                  <a:pt x="20177" y="108019"/>
                </a:cubicBezTo>
                <a:cubicBezTo>
                  <a:pt x="17894" y="115569"/>
                  <a:pt x="14722" y="122518"/>
                  <a:pt x="10658" y="128862"/>
                </a:cubicBezTo>
                <a:close/>
                <a:moveTo>
                  <a:pt x="14848" y="22460"/>
                </a:moveTo>
                <a:cubicBezTo>
                  <a:pt x="11421" y="22460"/>
                  <a:pt x="8693" y="21383"/>
                  <a:pt x="6664" y="19225"/>
                </a:cubicBezTo>
                <a:cubicBezTo>
                  <a:pt x="4632" y="17068"/>
                  <a:pt x="3618" y="14402"/>
                  <a:pt x="3618" y="11230"/>
                </a:cubicBezTo>
                <a:cubicBezTo>
                  <a:pt x="3618" y="8058"/>
                  <a:pt x="4632" y="5392"/>
                  <a:pt x="6664" y="3235"/>
                </a:cubicBezTo>
                <a:cubicBezTo>
                  <a:pt x="8693" y="1077"/>
                  <a:pt x="11421" y="0"/>
                  <a:pt x="14848" y="0"/>
                </a:cubicBezTo>
                <a:cubicBezTo>
                  <a:pt x="18274" y="0"/>
                  <a:pt x="21003" y="1077"/>
                  <a:pt x="23031" y="3235"/>
                </a:cubicBezTo>
                <a:cubicBezTo>
                  <a:pt x="25063" y="5392"/>
                  <a:pt x="26078" y="8058"/>
                  <a:pt x="26078" y="11230"/>
                </a:cubicBezTo>
                <a:cubicBezTo>
                  <a:pt x="26078" y="14402"/>
                  <a:pt x="25063" y="17068"/>
                  <a:pt x="23031" y="19225"/>
                </a:cubicBezTo>
                <a:cubicBezTo>
                  <a:pt x="21003" y="21383"/>
                  <a:pt x="18274" y="22460"/>
                  <a:pt x="14848" y="224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F1DC3-9E4F-4122-9A7E-985EAA50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954" y="1956913"/>
            <a:ext cx="73663" cy="102973"/>
          </a:xfrm>
          <a:custGeom xmlns:a="http://schemas.openxmlformats.org/drawingml/2006/main">
            <a:pathLst>
              <a:path w="73663" h="102973">
                <a:moveTo>
                  <a:pt x="47206" y="102973"/>
                </a:moveTo>
                <a:cubicBezTo>
                  <a:pt x="36799" y="102973"/>
                  <a:pt x="28106" y="100850"/>
                  <a:pt x="21128" y="96598"/>
                </a:cubicBezTo>
                <a:cubicBezTo>
                  <a:pt x="14147" y="92346"/>
                  <a:pt x="8881" y="86351"/>
                  <a:pt x="5329" y="78610"/>
                </a:cubicBezTo>
                <a:cubicBezTo>
                  <a:pt x="1777" y="70869"/>
                  <a:pt x="0" y="61925"/>
                  <a:pt x="0" y="51772"/>
                </a:cubicBezTo>
                <a:cubicBezTo>
                  <a:pt x="0" y="41494"/>
                  <a:pt x="1840" y="32484"/>
                  <a:pt x="5521" y="24743"/>
                </a:cubicBezTo>
                <a:cubicBezTo>
                  <a:pt x="9198" y="17002"/>
                  <a:pt x="14496" y="10944"/>
                  <a:pt x="21414" y="6567"/>
                </a:cubicBezTo>
                <a:cubicBezTo>
                  <a:pt x="28329" y="2189"/>
                  <a:pt x="36545" y="0"/>
                  <a:pt x="46063" y="0"/>
                </a:cubicBezTo>
                <a:cubicBezTo>
                  <a:pt x="51266" y="0"/>
                  <a:pt x="56213" y="443"/>
                  <a:pt x="60910" y="1332"/>
                </a:cubicBezTo>
                <a:cubicBezTo>
                  <a:pt x="65605" y="2220"/>
                  <a:pt x="69283" y="3360"/>
                  <a:pt x="71949" y="4758"/>
                </a:cubicBezTo>
                <a:lnTo>
                  <a:pt x="68331" y="16748"/>
                </a:lnTo>
                <a:cubicBezTo>
                  <a:pt x="65794" y="15608"/>
                  <a:pt x="62939" y="14656"/>
                  <a:pt x="59767" y="13893"/>
                </a:cubicBezTo>
                <a:cubicBezTo>
                  <a:pt x="56596" y="13133"/>
                  <a:pt x="52407" y="12753"/>
                  <a:pt x="47206" y="12753"/>
                </a:cubicBezTo>
                <a:cubicBezTo>
                  <a:pt x="36673" y="12753"/>
                  <a:pt x="28646" y="16179"/>
                  <a:pt x="23126" y="23031"/>
                </a:cubicBezTo>
                <a:cubicBezTo>
                  <a:pt x="17605" y="29884"/>
                  <a:pt x="14848" y="39462"/>
                  <a:pt x="14848" y="51772"/>
                </a:cubicBezTo>
                <a:cubicBezTo>
                  <a:pt x="14848" y="59385"/>
                  <a:pt x="15988" y="66080"/>
                  <a:pt x="18274" y="71852"/>
                </a:cubicBezTo>
                <a:cubicBezTo>
                  <a:pt x="20557" y="77627"/>
                  <a:pt x="24237" y="82130"/>
                  <a:pt x="29312" y="85368"/>
                </a:cubicBezTo>
                <a:cubicBezTo>
                  <a:pt x="34387" y="88603"/>
                  <a:pt x="41114" y="90220"/>
                  <a:pt x="49489" y="90220"/>
                </a:cubicBezTo>
                <a:cubicBezTo>
                  <a:pt x="54438" y="90220"/>
                  <a:pt x="58784" y="89651"/>
                  <a:pt x="62528" y="88508"/>
                </a:cubicBezTo>
                <a:cubicBezTo>
                  <a:pt x="66271" y="87365"/>
                  <a:pt x="69031" y="86351"/>
                  <a:pt x="70806" y="85462"/>
                </a:cubicBezTo>
                <a:lnTo>
                  <a:pt x="73663" y="97644"/>
                </a:lnTo>
                <a:cubicBezTo>
                  <a:pt x="71252" y="98912"/>
                  <a:pt x="67571" y="100118"/>
                  <a:pt x="62622" y="101261"/>
                </a:cubicBezTo>
                <a:cubicBezTo>
                  <a:pt x="57673" y="102404"/>
                  <a:pt x="52535" y="102973"/>
                  <a:pt x="47206" y="1029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8ED52-A9B2-4673-881E-342ADBCA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894" y="1956913"/>
            <a:ext cx="90791" cy="103164"/>
          </a:xfrm>
          <a:custGeom xmlns:a="http://schemas.openxmlformats.org/drawingml/2006/main">
            <a:pathLst>
              <a:path w="90791" h="103164">
                <a:moveTo>
                  <a:pt x="45300" y="103164"/>
                </a:moveTo>
                <a:cubicBezTo>
                  <a:pt x="36545" y="103164"/>
                  <a:pt x="28741" y="101038"/>
                  <a:pt x="21888" y="96789"/>
                </a:cubicBezTo>
                <a:cubicBezTo>
                  <a:pt x="15036" y="92537"/>
                  <a:pt x="9675" y="86542"/>
                  <a:pt x="5804" y="78801"/>
                </a:cubicBezTo>
                <a:cubicBezTo>
                  <a:pt x="1935" y="71060"/>
                  <a:pt x="0" y="61988"/>
                  <a:pt x="0" y="51581"/>
                </a:cubicBezTo>
                <a:cubicBezTo>
                  <a:pt x="0" y="41177"/>
                  <a:pt x="1935" y="32135"/>
                  <a:pt x="5804" y="24457"/>
                </a:cubicBezTo>
                <a:cubicBezTo>
                  <a:pt x="9675" y="16782"/>
                  <a:pt x="15036" y="10784"/>
                  <a:pt x="21888" y="6469"/>
                </a:cubicBezTo>
                <a:cubicBezTo>
                  <a:pt x="28741" y="2157"/>
                  <a:pt x="36545" y="0"/>
                  <a:pt x="45300" y="0"/>
                </a:cubicBezTo>
                <a:cubicBezTo>
                  <a:pt x="54184" y="0"/>
                  <a:pt x="62051" y="2157"/>
                  <a:pt x="68903" y="6469"/>
                </a:cubicBezTo>
                <a:cubicBezTo>
                  <a:pt x="75755" y="10784"/>
                  <a:pt x="81116" y="16782"/>
                  <a:pt x="84988" y="24457"/>
                </a:cubicBezTo>
                <a:cubicBezTo>
                  <a:pt x="88857" y="32135"/>
                  <a:pt x="90791" y="41177"/>
                  <a:pt x="90791" y="51581"/>
                </a:cubicBezTo>
                <a:cubicBezTo>
                  <a:pt x="90791" y="61988"/>
                  <a:pt x="88857" y="71060"/>
                  <a:pt x="84988" y="78801"/>
                </a:cubicBezTo>
                <a:cubicBezTo>
                  <a:pt x="81116" y="86542"/>
                  <a:pt x="75787" y="92537"/>
                  <a:pt x="68997" y="96789"/>
                </a:cubicBezTo>
                <a:cubicBezTo>
                  <a:pt x="62208" y="101038"/>
                  <a:pt x="54310" y="103164"/>
                  <a:pt x="45300" y="103164"/>
                </a:cubicBezTo>
                <a:close/>
                <a:moveTo>
                  <a:pt x="45300" y="90411"/>
                </a:moveTo>
                <a:cubicBezTo>
                  <a:pt x="51644" y="90411"/>
                  <a:pt x="57101" y="88825"/>
                  <a:pt x="61671" y="85654"/>
                </a:cubicBezTo>
                <a:cubicBezTo>
                  <a:pt x="66237" y="82482"/>
                  <a:pt x="69760" y="77975"/>
                  <a:pt x="72235" y="72138"/>
                </a:cubicBezTo>
                <a:cubicBezTo>
                  <a:pt x="74709" y="66303"/>
                  <a:pt x="75947" y="59450"/>
                  <a:pt x="75947" y="51581"/>
                </a:cubicBezTo>
                <a:cubicBezTo>
                  <a:pt x="75947" y="43714"/>
                  <a:pt x="74709" y="36862"/>
                  <a:pt x="72235" y="31024"/>
                </a:cubicBezTo>
                <a:cubicBezTo>
                  <a:pt x="69760" y="25189"/>
                  <a:pt x="66237" y="20683"/>
                  <a:pt x="61671" y="17511"/>
                </a:cubicBezTo>
                <a:cubicBezTo>
                  <a:pt x="57101" y="14339"/>
                  <a:pt x="51644" y="12753"/>
                  <a:pt x="45300" y="12753"/>
                </a:cubicBezTo>
                <a:cubicBezTo>
                  <a:pt x="39082" y="12753"/>
                  <a:pt x="33690" y="14339"/>
                  <a:pt x="29121" y="17511"/>
                </a:cubicBezTo>
                <a:cubicBezTo>
                  <a:pt x="24552" y="20683"/>
                  <a:pt x="21031" y="25189"/>
                  <a:pt x="18557" y="31024"/>
                </a:cubicBezTo>
                <a:cubicBezTo>
                  <a:pt x="16082" y="36862"/>
                  <a:pt x="14845" y="43714"/>
                  <a:pt x="14845" y="51581"/>
                </a:cubicBezTo>
                <a:cubicBezTo>
                  <a:pt x="14845" y="59450"/>
                  <a:pt x="16082" y="66303"/>
                  <a:pt x="18557" y="72138"/>
                </a:cubicBezTo>
                <a:cubicBezTo>
                  <a:pt x="21031" y="77975"/>
                  <a:pt x="24552" y="82482"/>
                  <a:pt x="29121" y="85654"/>
                </a:cubicBezTo>
                <a:cubicBezTo>
                  <a:pt x="33690" y="88825"/>
                  <a:pt x="39082" y="90411"/>
                  <a:pt x="45300" y="904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0853E-C12B-4C12-8F0C-0CA801E0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201" y="1959196"/>
            <a:ext cx="85654" cy="98598"/>
          </a:xfrm>
          <a:custGeom xmlns:a="http://schemas.openxmlformats.org/drawingml/2006/main">
            <a:pathLst>
              <a:path w="85654" h="98598">
                <a:moveTo>
                  <a:pt x="36165" y="98598"/>
                </a:moveTo>
                <a:cubicBezTo>
                  <a:pt x="32993" y="91871"/>
                  <a:pt x="29755" y="84639"/>
                  <a:pt x="26458" y="76898"/>
                </a:cubicBezTo>
                <a:cubicBezTo>
                  <a:pt x="23157" y="69157"/>
                  <a:pt x="19922" y="61099"/>
                  <a:pt x="16751" y="52724"/>
                </a:cubicBezTo>
                <a:cubicBezTo>
                  <a:pt x="13576" y="44348"/>
                  <a:pt x="10564" y="35753"/>
                  <a:pt x="7710" y="26932"/>
                </a:cubicBezTo>
                <a:cubicBezTo>
                  <a:pt x="4852" y="18114"/>
                  <a:pt x="2283" y="9135"/>
                  <a:pt x="0" y="0"/>
                </a:cubicBezTo>
                <a:lnTo>
                  <a:pt x="15036" y="0"/>
                </a:lnTo>
                <a:cubicBezTo>
                  <a:pt x="17068" y="8755"/>
                  <a:pt x="19637" y="18177"/>
                  <a:pt x="22746" y="28266"/>
                </a:cubicBezTo>
                <a:cubicBezTo>
                  <a:pt x="25855" y="38353"/>
                  <a:pt x="29218" y="48189"/>
                  <a:pt x="32833" y="57770"/>
                </a:cubicBezTo>
                <a:cubicBezTo>
                  <a:pt x="36450" y="67348"/>
                  <a:pt x="39908" y="75755"/>
                  <a:pt x="43208" y="82990"/>
                </a:cubicBezTo>
                <a:cubicBezTo>
                  <a:pt x="45746" y="77658"/>
                  <a:pt x="48346" y="71569"/>
                  <a:pt x="51012" y="64717"/>
                </a:cubicBezTo>
                <a:cubicBezTo>
                  <a:pt x="53675" y="57864"/>
                  <a:pt x="56278" y="50726"/>
                  <a:pt x="58816" y="43303"/>
                </a:cubicBezTo>
                <a:cubicBezTo>
                  <a:pt x="61353" y="35879"/>
                  <a:pt x="63699" y="28455"/>
                  <a:pt x="65857" y="21034"/>
                </a:cubicBezTo>
                <a:cubicBezTo>
                  <a:pt x="68014" y="13610"/>
                  <a:pt x="69854" y="6598"/>
                  <a:pt x="71377" y="0"/>
                </a:cubicBezTo>
                <a:lnTo>
                  <a:pt x="85654" y="0"/>
                </a:lnTo>
                <a:cubicBezTo>
                  <a:pt x="83370" y="9135"/>
                  <a:pt x="80799" y="18114"/>
                  <a:pt x="77944" y="26932"/>
                </a:cubicBezTo>
                <a:cubicBezTo>
                  <a:pt x="75089" y="35753"/>
                  <a:pt x="72075" y="44348"/>
                  <a:pt x="68903" y="52724"/>
                </a:cubicBezTo>
                <a:cubicBezTo>
                  <a:pt x="65731" y="61099"/>
                  <a:pt x="62528" y="69157"/>
                  <a:pt x="59290" y="76898"/>
                </a:cubicBezTo>
                <a:cubicBezTo>
                  <a:pt x="56056" y="84639"/>
                  <a:pt x="52787" y="91871"/>
                  <a:pt x="49489" y="98598"/>
                </a:cubicBezTo>
                <a:lnTo>
                  <a:pt x="36165" y="985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31C64-68AA-40C1-B2D3-F5460E83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371" y="1956913"/>
            <a:ext cx="83939" cy="102973"/>
          </a:xfrm>
          <a:custGeom xmlns:a="http://schemas.openxmlformats.org/drawingml/2006/main">
            <a:pathLst>
              <a:path w="83939" h="102973">
                <a:moveTo>
                  <a:pt x="48918" y="102973"/>
                </a:moveTo>
                <a:cubicBezTo>
                  <a:pt x="37370" y="102973"/>
                  <a:pt x="28012" y="100753"/>
                  <a:pt x="20840" y="96312"/>
                </a:cubicBezTo>
                <a:cubicBezTo>
                  <a:pt x="13670" y="91871"/>
                  <a:pt x="8407" y="85779"/>
                  <a:pt x="5043" y="78038"/>
                </a:cubicBezTo>
                <a:cubicBezTo>
                  <a:pt x="1680" y="70297"/>
                  <a:pt x="0" y="61479"/>
                  <a:pt x="0" y="51581"/>
                </a:cubicBezTo>
                <a:cubicBezTo>
                  <a:pt x="0" y="40034"/>
                  <a:pt x="2092" y="30452"/>
                  <a:pt x="6281" y="22840"/>
                </a:cubicBezTo>
                <a:cubicBezTo>
                  <a:pt x="10467" y="15228"/>
                  <a:pt x="15893" y="9515"/>
                  <a:pt x="22554" y="5709"/>
                </a:cubicBezTo>
                <a:cubicBezTo>
                  <a:pt x="29215" y="1903"/>
                  <a:pt x="36227" y="0"/>
                  <a:pt x="43588" y="0"/>
                </a:cubicBezTo>
                <a:cubicBezTo>
                  <a:pt x="51835" y="0"/>
                  <a:pt x="58973" y="1743"/>
                  <a:pt x="65000" y="5232"/>
                </a:cubicBezTo>
                <a:cubicBezTo>
                  <a:pt x="71029" y="8724"/>
                  <a:pt x="75692" y="14053"/>
                  <a:pt x="78990" y="21223"/>
                </a:cubicBezTo>
                <a:cubicBezTo>
                  <a:pt x="82290" y="28392"/>
                  <a:pt x="83939" y="37496"/>
                  <a:pt x="83939" y="48537"/>
                </a:cubicBezTo>
                <a:cubicBezTo>
                  <a:pt x="83939" y="49423"/>
                  <a:pt x="83908" y="50472"/>
                  <a:pt x="83845" y="51678"/>
                </a:cubicBezTo>
                <a:cubicBezTo>
                  <a:pt x="83782" y="52881"/>
                  <a:pt x="83685" y="53992"/>
                  <a:pt x="83559" y="55007"/>
                </a:cubicBezTo>
                <a:lnTo>
                  <a:pt x="14845" y="55007"/>
                </a:lnTo>
                <a:cubicBezTo>
                  <a:pt x="15353" y="66174"/>
                  <a:pt x="18368" y="74835"/>
                  <a:pt x="23886" y="80990"/>
                </a:cubicBezTo>
                <a:cubicBezTo>
                  <a:pt x="29407" y="87145"/>
                  <a:pt x="38005" y="90220"/>
                  <a:pt x="49678" y="90220"/>
                </a:cubicBezTo>
                <a:cubicBezTo>
                  <a:pt x="56150" y="90220"/>
                  <a:pt x="61448" y="89620"/>
                  <a:pt x="65571" y="88414"/>
                </a:cubicBezTo>
                <a:cubicBezTo>
                  <a:pt x="69694" y="87208"/>
                  <a:pt x="72646" y="86159"/>
                  <a:pt x="74424" y="85274"/>
                </a:cubicBezTo>
                <a:lnTo>
                  <a:pt x="76898" y="97264"/>
                </a:lnTo>
                <a:cubicBezTo>
                  <a:pt x="75121" y="98278"/>
                  <a:pt x="71663" y="99484"/>
                  <a:pt x="66523" y="100881"/>
                </a:cubicBezTo>
                <a:cubicBezTo>
                  <a:pt x="61385" y="102276"/>
                  <a:pt x="55516" y="102973"/>
                  <a:pt x="48918" y="102973"/>
                </a:cubicBezTo>
                <a:close/>
                <a:moveTo>
                  <a:pt x="15225" y="43397"/>
                </a:moveTo>
                <a:lnTo>
                  <a:pt x="69474" y="43397"/>
                </a:lnTo>
                <a:cubicBezTo>
                  <a:pt x="69346" y="36925"/>
                  <a:pt x="68269" y="31372"/>
                  <a:pt x="66237" y="26743"/>
                </a:cubicBezTo>
                <a:cubicBezTo>
                  <a:pt x="64208" y="22111"/>
                  <a:pt x="61322" y="18557"/>
                  <a:pt x="57579" y="16082"/>
                </a:cubicBezTo>
                <a:cubicBezTo>
                  <a:pt x="53832" y="13607"/>
                  <a:pt x="49235" y="12370"/>
                  <a:pt x="43777" y="12370"/>
                </a:cubicBezTo>
                <a:cubicBezTo>
                  <a:pt x="38193" y="12370"/>
                  <a:pt x="33310" y="13830"/>
                  <a:pt x="29121" y="16748"/>
                </a:cubicBezTo>
                <a:cubicBezTo>
                  <a:pt x="24935" y="19668"/>
                  <a:pt x="21666" y="23474"/>
                  <a:pt x="19320" y="28169"/>
                </a:cubicBezTo>
                <a:cubicBezTo>
                  <a:pt x="16971" y="32864"/>
                  <a:pt x="15608" y="37939"/>
                  <a:pt x="15225" y="433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A9163-FB02-4AA4-A2B9-4699B674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150" y="1957293"/>
            <a:ext cx="54055" cy="100501"/>
          </a:xfrm>
          <a:custGeom xmlns:a="http://schemas.openxmlformats.org/drawingml/2006/main">
            <a:pathLst>
              <a:path w="54055" h="100501">
                <a:moveTo>
                  <a:pt x="0" y="100501"/>
                </a:moveTo>
                <a:lnTo>
                  <a:pt x="0" y="6472"/>
                </a:lnTo>
                <a:cubicBezTo>
                  <a:pt x="3298" y="5075"/>
                  <a:pt x="7835" y="3649"/>
                  <a:pt x="13607" y="2189"/>
                </a:cubicBezTo>
                <a:cubicBezTo>
                  <a:pt x="19382" y="729"/>
                  <a:pt x="26329" y="0"/>
                  <a:pt x="34450" y="0"/>
                </a:cubicBezTo>
                <a:cubicBezTo>
                  <a:pt x="37116" y="0"/>
                  <a:pt x="39748" y="157"/>
                  <a:pt x="42351" y="474"/>
                </a:cubicBezTo>
                <a:cubicBezTo>
                  <a:pt x="44951" y="792"/>
                  <a:pt x="47300" y="1174"/>
                  <a:pt x="49392" y="1617"/>
                </a:cubicBezTo>
                <a:cubicBezTo>
                  <a:pt x="51486" y="2060"/>
                  <a:pt x="53041" y="2475"/>
                  <a:pt x="54055" y="2855"/>
                </a:cubicBezTo>
                <a:lnTo>
                  <a:pt x="51201" y="15036"/>
                </a:lnTo>
                <a:cubicBezTo>
                  <a:pt x="50058" y="14528"/>
                  <a:pt x="47900" y="13990"/>
                  <a:pt x="44728" y="13419"/>
                </a:cubicBezTo>
                <a:cubicBezTo>
                  <a:pt x="41557" y="12847"/>
                  <a:pt x="37496" y="12562"/>
                  <a:pt x="32547" y="12562"/>
                </a:cubicBezTo>
                <a:cubicBezTo>
                  <a:pt x="27726" y="12562"/>
                  <a:pt x="23729" y="12910"/>
                  <a:pt x="20557" y="13610"/>
                </a:cubicBezTo>
                <a:cubicBezTo>
                  <a:pt x="17382" y="14308"/>
                  <a:pt x="15290" y="14910"/>
                  <a:pt x="14273" y="15416"/>
                </a:cubicBezTo>
                <a:lnTo>
                  <a:pt x="14273" y="100501"/>
                </a:lnTo>
                <a:lnTo>
                  <a:pt x="0" y="1005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79CBC-658A-4F77-8992-23F8A474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9056" y="1956913"/>
            <a:ext cx="74044" cy="102973"/>
          </a:xfrm>
          <a:custGeom xmlns:a="http://schemas.openxmlformats.org/drawingml/2006/main">
            <a:pathLst>
              <a:path w="74044" h="102973">
                <a:moveTo>
                  <a:pt x="36927" y="102973"/>
                </a:moveTo>
                <a:cubicBezTo>
                  <a:pt x="29821" y="102973"/>
                  <a:pt x="23477" y="101958"/>
                  <a:pt x="17894" y="99930"/>
                </a:cubicBezTo>
                <a:cubicBezTo>
                  <a:pt x="12310" y="97898"/>
                  <a:pt x="7932" y="94600"/>
                  <a:pt x="4761" y="90031"/>
                </a:cubicBezTo>
                <a:cubicBezTo>
                  <a:pt x="1586" y="85462"/>
                  <a:pt x="0" y="79436"/>
                  <a:pt x="0" y="71949"/>
                </a:cubicBezTo>
                <a:cubicBezTo>
                  <a:pt x="0" y="64717"/>
                  <a:pt x="1777" y="58847"/>
                  <a:pt x="5329" y="54341"/>
                </a:cubicBezTo>
                <a:cubicBezTo>
                  <a:pt x="8884" y="49838"/>
                  <a:pt x="13802" y="46569"/>
                  <a:pt x="20083" y="44540"/>
                </a:cubicBezTo>
                <a:cubicBezTo>
                  <a:pt x="26363" y="42508"/>
                  <a:pt x="33438" y="41494"/>
                  <a:pt x="41305" y="41494"/>
                </a:cubicBezTo>
                <a:cubicBezTo>
                  <a:pt x="44857" y="41494"/>
                  <a:pt x="48600" y="41811"/>
                  <a:pt x="52535" y="42445"/>
                </a:cubicBezTo>
                <a:cubicBezTo>
                  <a:pt x="56470" y="43080"/>
                  <a:pt x="58945" y="43651"/>
                  <a:pt x="59959" y="44157"/>
                </a:cubicBezTo>
                <a:lnTo>
                  <a:pt x="59959" y="38448"/>
                </a:lnTo>
                <a:cubicBezTo>
                  <a:pt x="59959" y="34133"/>
                  <a:pt x="59419" y="29978"/>
                  <a:pt x="58342" y="25980"/>
                </a:cubicBezTo>
                <a:cubicBezTo>
                  <a:pt x="57261" y="21983"/>
                  <a:pt x="55073" y="18717"/>
                  <a:pt x="51775" y="16179"/>
                </a:cubicBezTo>
                <a:cubicBezTo>
                  <a:pt x="48475" y="13639"/>
                  <a:pt x="43463" y="12370"/>
                  <a:pt x="36736" y="12370"/>
                </a:cubicBezTo>
                <a:cubicBezTo>
                  <a:pt x="29758" y="12370"/>
                  <a:pt x="24429" y="12879"/>
                  <a:pt x="20748" y="13893"/>
                </a:cubicBezTo>
                <a:cubicBezTo>
                  <a:pt x="17068" y="14908"/>
                  <a:pt x="14339" y="15733"/>
                  <a:pt x="12564" y="16368"/>
                </a:cubicBezTo>
                <a:lnTo>
                  <a:pt x="10658" y="4186"/>
                </a:lnTo>
                <a:cubicBezTo>
                  <a:pt x="12944" y="3172"/>
                  <a:pt x="16433" y="2220"/>
                  <a:pt x="21128" y="1332"/>
                </a:cubicBezTo>
                <a:cubicBezTo>
                  <a:pt x="25823" y="443"/>
                  <a:pt x="31344" y="0"/>
                  <a:pt x="37688" y="0"/>
                </a:cubicBezTo>
                <a:cubicBezTo>
                  <a:pt x="46697" y="0"/>
                  <a:pt x="53835" y="1586"/>
                  <a:pt x="59102" y="4758"/>
                </a:cubicBezTo>
                <a:cubicBezTo>
                  <a:pt x="64368" y="7930"/>
                  <a:pt x="68174" y="12276"/>
                  <a:pt x="70523" y="17797"/>
                </a:cubicBezTo>
                <a:cubicBezTo>
                  <a:pt x="72869" y="23317"/>
                  <a:pt x="74044" y="29629"/>
                  <a:pt x="74044" y="36736"/>
                </a:cubicBezTo>
                <a:lnTo>
                  <a:pt x="74044" y="98595"/>
                </a:lnTo>
                <a:cubicBezTo>
                  <a:pt x="71380" y="99230"/>
                  <a:pt x="66620" y="100118"/>
                  <a:pt x="59767" y="101261"/>
                </a:cubicBezTo>
                <a:cubicBezTo>
                  <a:pt x="52915" y="102404"/>
                  <a:pt x="45303" y="102973"/>
                  <a:pt x="36927" y="102973"/>
                </a:cubicBezTo>
                <a:close/>
                <a:moveTo>
                  <a:pt x="39022" y="90791"/>
                </a:moveTo>
                <a:cubicBezTo>
                  <a:pt x="43463" y="90791"/>
                  <a:pt x="47460" y="90634"/>
                  <a:pt x="51012" y="90317"/>
                </a:cubicBezTo>
                <a:cubicBezTo>
                  <a:pt x="54567" y="90000"/>
                  <a:pt x="57547" y="89585"/>
                  <a:pt x="59959" y="89080"/>
                </a:cubicBezTo>
                <a:lnTo>
                  <a:pt x="59959" y="55958"/>
                </a:lnTo>
                <a:cubicBezTo>
                  <a:pt x="58690" y="55324"/>
                  <a:pt x="56533" y="54690"/>
                  <a:pt x="53487" y="54055"/>
                </a:cubicBezTo>
                <a:cubicBezTo>
                  <a:pt x="50441" y="53421"/>
                  <a:pt x="46509" y="53104"/>
                  <a:pt x="41685" y="53104"/>
                </a:cubicBezTo>
                <a:cubicBezTo>
                  <a:pt x="37625" y="53104"/>
                  <a:pt x="33501" y="53550"/>
                  <a:pt x="29312" y="54435"/>
                </a:cubicBezTo>
                <a:cubicBezTo>
                  <a:pt x="25126" y="55324"/>
                  <a:pt x="21606" y="57101"/>
                  <a:pt x="18748" y="59767"/>
                </a:cubicBezTo>
                <a:cubicBezTo>
                  <a:pt x="15893" y="62431"/>
                  <a:pt x="14468" y="66428"/>
                  <a:pt x="14468" y="71758"/>
                </a:cubicBezTo>
                <a:cubicBezTo>
                  <a:pt x="14468" y="78864"/>
                  <a:pt x="16688" y="83813"/>
                  <a:pt x="21128" y="86605"/>
                </a:cubicBezTo>
                <a:cubicBezTo>
                  <a:pt x="25569" y="89397"/>
                  <a:pt x="31535" y="90791"/>
                  <a:pt x="39022" y="907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C180D-0FE3-48E9-BAD5-182414D0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225" y="1957293"/>
            <a:ext cx="83179" cy="136286"/>
          </a:xfrm>
          <a:custGeom xmlns:a="http://schemas.openxmlformats.org/drawingml/2006/main">
            <a:pathLst>
              <a:path w="83179" h="136286">
                <a:moveTo>
                  <a:pt x="36736" y="136286"/>
                </a:moveTo>
                <a:cubicBezTo>
                  <a:pt x="30518" y="136286"/>
                  <a:pt x="24743" y="135777"/>
                  <a:pt x="19414" y="134763"/>
                </a:cubicBezTo>
                <a:cubicBezTo>
                  <a:pt x="14085" y="133748"/>
                  <a:pt x="9518" y="132605"/>
                  <a:pt x="5709" y="131336"/>
                </a:cubicBezTo>
                <a:lnTo>
                  <a:pt x="8564" y="118772"/>
                </a:lnTo>
                <a:cubicBezTo>
                  <a:pt x="11739" y="120041"/>
                  <a:pt x="15925" y="121215"/>
                  <a:pt x="21128" y="122295"/>
                </a:cubicBezTo>
                <a:cubicBezTo>
                  <a:pt x="26332" y="123373"/>
                  <a:pt x="31661" y="123913"/>
                  <a:pt x="37116" y="123913"/>
                </a:cubicBezTo>
                <a:cubicBezTo>
                  <a:pt x="44731" y="123913"/>
                  <a:pt x="50884" y="122961"/>
                  <a:pt x="55581" y="121058"/>
                </a:cubicBezTo>
                <a:cubicBezTo>
                  <a:pt x="60276" y="119155"/>
                  <a:pt x="63734" y="116109"/>
                  <a:pt x="65954" y="111920"/>
                </a:cubicBezTo>
                <a:cubicBezTo>
                  <a:pt x="68174" y="107733"/>
                  <a:pt x="69286" y="102213"/>
                  <a:pt x="69286" y="95360"/>
                </a:cubicBezTo>
                <a:lnTo>
                  <a:pt x="69286" y="89080"/>
                </a:lnTo>
                <a:cubicBezTo>
                  <a:pt x="67508" y="90348"/>
                  <a:pt x="64462" y="91903"/>
                  <a:pt x="60148" y="93743"/>
                </a:cubicBezTo>
                <a:cubicBezTo>
                  <a:pt x="55833" y="95583"/>
                  <a:pt x="50315" y="96503"/>
                  <a:pt x="43588" y="96503"/>
                </a:cubicBezTo>
                <a:cubicBezTo>
                  <a:pt x="35847" y="96503"/>
                  <a:pt x="28646" y="94886"/>
                  <a:pt x="21986" y="91649"/>
                </a:cubicBezTo>
                <a:cubicBezTo>
                  <a:pt x="15322" y="88414"/>
                  <a:pt x="9993" y="83305"/>
                  <a:pt x="5995" y="76327"/>
                </a:cubicBezTo>
                <a:cubicBezTo>
                  <a:pt x="1997" y="69349"/>
                  <a:pt x="0" y="60210"/>
                  <a:pt x="0" y="48918"/>
                </a:cubicBezTo>
                <a:cubicBezTo>
                  <a:pt x="0" y="39528"/>
                  <a:pt x="1872" y="31152"/>
                  <a:pt x="5615" y="23792"/>
                </a:cubicBezTo>
                <a:cubicBezTo>
                  <a:pt x="9358" y="16433"/>
                  <a:pt x="14750" y="10627"/>
                  <a:pt x="21794" y="6375"/>
                </a:cubicBezTo>
                <a:cubicBezTo>
                  <a:pt x="28838" y="2126"/>
                  <a:pt x="37245" y="0"/>
                  <a:pt x="47014" y="0"/>
                </a:cubicBezTo>
                <a:cubicBezTo>
                  <a:pt x="55898" y="0"/>
                  <a:pt x="63225" y="603"/>
                  <a:pt x="69000" y="1809"/>
                </a:cubicBezTo>
                <a:cubicBezTo>
                  <a:pt x="74772" y="3012"/>
                  <a:pt x="79499" y="4186"/>
                  <a:pt x="83179" y="5329"/>
                </a:cubicBezTo>
                <a:lnTo>
                  <a:pt x="83179" y="94600"/>
                </a:lnTo>
                <a:cubicBezTo>
                  <a:pt x="83179" y="109445"/>
                  <a:pt x="79341" y="120106"/>
                  <a:pt x="71663" y="126576"/>
                </a:cubicBezTo>
                <a:cubicBezTo>
                  <a:pt x="63988" y="133048"/>
                  <a:pt x="52344" y="136286"/>
                  <a:pt x="36736" y="136286"/>
                </a:cubicBezTo>
                <a:close/>
                <a:moveTo>
                  <a:pt x="44160" y="83942"/>
                </a:moveTo>
                <a:cubicBezTo>
                  <a:pt x="49363" y="83942"/>
                  <a:pt x="54215" y="83179"/>
                  <a:pt x="58722" y="81656"/>
                </a:cubicBezTo>
                <a:cubicBezTo>
                  <a:pt x="63225" y="80133"/>
                  <a:pt x="66683" y="78358"/>
                  <a:pt x="69094" y="76327"/>
                </a:cubicBezTo>
                <a:lnTo>
                  <a:pt x="69094" y="15036"/>
                </a:lnTo>
                <a:cubicBezTo>
                  <a:pt x="67063" y="14402"/>
                  <a:pt x="64399" y="13830"/>
                  <a:pt x="61099" y="13325"/>
                </a:cubicBezTo>
                <a:cubicBezTo>
                  <a:pt x="57802" y="12816"/>
                  <a:pt x="53170" y="12562"/>
                  <a:pt x="47206" y="12562"/>
                </a:cubicBezTo>
                <a:cubicBezTo>
                  <a:pt x="40354" y="12562"/>
                  <a:pt x="34516" y="14085"/>
                  <a:pt x="29692" y="17131"/>
                </a:cubicBezTo>
                <a:cubicBezTo>
                  <a:pt x="24872" y="20177"/>
                  <a:pt x="21191" y="24457"/>
                  <a:pt x="18654" y="29978"/>
                </a:cubicBezTo>
                <a:cubicBezTo>
                  <a:pt x="16116" y="35499"/>
                  <a:pt x="14848" y="41874"/>
                  <a:pt x="14848" y="49109"/>
                </a:cubicBezTo>
                <a:cubicBezTo>
                  <a:pt x="14848" y="55327"/>
                  <a:pt x="15671" y="60656"/>
                  <a:pt x="17322" y="65097"/>
                </a:cubicBezTo>
                <a:cubicBezTo>
                  <a:pt x="18971" y="69537"/>
                  <a:pt x="21191" y="73155"/>
                  <a:pt x="23983" y="75947"/>
                </a:cubicBezTo>
                <a:cubicBezTo>
                  <a:pt x="26775" y="78738"/>
                  <a:pt x="29915" y="80767"/>
                  <a:pt x="33404" y="82036"/>
                </a:cubicBezTo>
                <a:cubicBezTo>
                  <a:pt x="36896" y="83305"/>
                  <a:pt x="40479" y="83942"/>
                  <a:pt x="44160" y="839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4BFBF2-EA09-4C10-8A70-53A33B5F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673" y="1956913"/>
            <a:ext cx="83939" cy="102973"/>
          </a:xfrm>
          <a:custGeom xmlns:a="http://schemas.openxmlformats.org/drawingml/2006/main">
            <a:pathLst>
              <a:path w="83939" h="102973">
                <a:moveTo>
                  <a:pt x="48918" y="102973"/>
                </a:moveTo>
                <a:cubicBezTo>
                  <a:pt x="37370" y="102973"/>
                  <a:pt x="28012" y="100753"/>
                  <a:pt x="20843" y="96312"/>
                </a:cubicBezTo>
                <a:cubicBezTo>
                  <a:pt x="13673" y="91871"/>
                  <a:pt x="8407" y="85779"/>
                  <a:pt x="5043" y="78038"/>
                </a:cubicBezTo>
                <a:cubicBezTo>
                  <a:pt x="1680" y="70297"/>
                  <a:pt x="0" y="61479"/>
                  <a:pt x="0" y="51581"/>
                </a:cubicBezTo>
                <a:cubicBezTo>
                  <a:pt x="0" y="40034"/>
                  <a:pt x="2092" y="30452"/>
                  <a:pt x="6281" y="22840"/>
                </a:cubicBezTo>
                <a:cubicBezTo>
                  <a:pt x="10467" y="15228"/>
                  <a:pt x="15893" y="9515"/>
                  <a:pt x="22554" y="5709"/>
                </a:cubicBezTo>
                <a:cubicBezTo>
                  <a:pt x="29218" y="1903"/>
                  <a:pt x="36227" y="0"/>
                  <a:pt x="43588" y="0"/>
                </a:cubicBezTo>
                <a:cubicBezTo>
                  <a:pt x="51835" y="0"/>
                  <a:pt x="58973" y="1743"/>
                  <a:pt x="65002" y="5232"/>
                </a:cubicBezTo>
                <a:cubicBezTo>
                  <a:pt x="71029" y="8724"/>
                  <a:pt x="75692" y="14053"/>
                  <a:pt x="78993" y="21223"/>
                </a:cubicBezTo>
                <a:cubicBezTo>
                  <a:pt x="82290" y="28392"/>
                  <a:pt x="83939" y="37496"/>
                  <a:pt x="83939" y="48537"/>
                </a:cubicBezTo>
                <a:cubicBezTo>
                  <a:pt x="83939" y="49423"/>
                  <a:pt x="83908" y="50472"/>
                  <a:pt x="83845" y="51678"/>
                </a:cubicBezTo>
                <a:cubicBezTo>
                  <a:pt x="83782" y="52881"/>
                  <a:pt x="83688" y="53992"/>
                  <a:pt x="83559" y="55007"/>
                </a:cubicBezTo>
                <a:lnTo>
                  <a:pt x="14845" y="55007"/>
                </a:lnTo>
                <a:cubicBezTo>
                  <a:pt x="15353" y="66174"/>
                  <a:pt x="18368" y="74835"/>
                  <a:pt x="23889" y="80990"/>
                </a:cubicBezTo>
                <a:cubicBezTo>
                  <a:pt x="29407" y="87145"/>
                  <a:pt x="38005" y="90220"/>
                  <a:pt x="49678" y="90220"/>
                </a:cubicBezTo>
                <a:cubicBezTo>
                  <a:pt x="56150" y="90220"/>
                  <a:pt x="61448" y="89620"/>
                  <a:pt x="65571" y="88414"/>
                </a:cubicBezTo>
                <a:cubicBezTo>
                  <a:pt x="69697" y="87208"/>
                  <a:pt x="72646" y="86159"/>
                  <a:pt x="74424" y="85274"/>
                </a:cubicBezTo>
                <a:lnTo>
                  <a:pt x="76898" y="97264"/>
                </a:lnTo>
                <a:cubicBezTo>
                  <a:pt x="75121" y="98278"/>
                  <a:pt x="71663" y="99484"/>
                  <a:pt x="66523" y="100881"/>
                </a:cubicBezTo>
                <a:cubicBezTo>
                  <a:pt x="61385" y="102276"/>
                  <a:pt x="55516" y="102973"/>
                  <a:pt x="48918" y="102973"/>
                </a:cubicBezTo>
                <a:close/>
                <a:moveTo>
                  <a:pt x="15228" y="43397"/>
                </a:moveTo>
                <a:lnTo>
                  <a:pt x="69474" y="43397"/>
                </a:lnTo>
                <a:cubicBezTo>
                  <a:pt x="69349" y="36925"/>
                  <a:pt x="68269" y="31372"/>
                  <a:pt x="66240" y="26743"/>
                </a:cubicBezTo>
                <a:cubicBezTo>
                  <a:pt x="64208" y="22111"/>
                  <a:pt x="61322" y="18557"/>
                  <a:pt x="57579" y="16082"/>
                </a:cubicBezTo>
                <a:cubicBezTo>
                  <a:pt x="53835" y="13607"/>
                  <a:pt x="49235" y="12370"/>
                  <a:pt x="43777" y="12370"/>
                </a:cubicBezTo>
                <a:cubicBezTo>
                  <a:pt x="38193" y="12370"/>
                  <a:pt x="33310" y="13830"/>
                  <a:pt x="29121" y="16748"/>
                </a:cubicBezTo>
                <a:cubicBezTo>
                  <a:pt x="24935" y="19668"/>
                  <a:pt x="21666" y="23474"/>
                  <a:pt x="19320" y="28169"/>
                </a:cubicBezTo>
                <a:cubicBezTo>
                  <a:pt x="16971" y="32864"/>
                  <a:pt x="15608" y="37939"/>
                  <a:pt x="15228" y="433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A2E51-3EEE-4170-8BBA-5DA0A460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170" y="2399648"/>
            <a:ext cx="84275" cy="101930"/>
          </a:xfrm>
          <a:custGeom xmlns:a="http://schemas.openxmlformats.org/drawingml/2006/main">
            <a:pathLst>
              <a:path w="84275" h="101930">
                <a:moveTo>
                  <a:pt x="42733" y="101930"/>
                </a:moveTo>
                <a:cubicBezTo>
                  <a:pt x="31789" y="101930"/>
                  <a:pt x="23190" y="99961"/>
                  <a:pt x="16941" y="96029"/>
                </a:cubicBezTo>
                <a:cubicBezTo>
                  <a:pt x="10691" y="92094"/>
                  <a:pt x="6305" y="86654"/>
                  <a:pt x="3783" y="79707"/>
                </a:cubicBezTo>
                <a:cubicBezTo>
                  <a:pt x="1261" y="72758"/>
                  <a:pt x="0" y="64734"/>
                  <a:pt x="0" y="55627"/>
                </a:cubicBezTo>
                <a:lnTo>
                  <a:pt x="0" y="0"/>
                </a:lnTo>
                <a:lnTo>
                  <a:pt x="24839" y="0"/>
                </a:lnTo>
                <a:lnTo>
                  <a:pt x="24839" y="52107"/>
                </a:lnTo>
                <a:cubicBezTo>
                  <a:pt x="24839" y="58896"/>
                  <a:pt x="25442" y="64382"/>
                  <a:pt x="26648" y="68571"/>
                </a:cubicBezTo>
                <a:cubicBezTo>
                  <a:pt x="27854" y="72758"/>
                  <a:pt x="29908" y="75812"/>
                  <a:pt x="32812" y="77733"/>
                </a:cubicBezTo>
                <a:cubicBezTo>
                  <a:pt x="35712" y="79650"/>
                  <a:pt x="39607" y="80610"/>
                  <a:pt x="44493" y="80610"/>
                </a:cubicBezTo>
                <a:cubicBezTo>
                  <a:pt x="47348" y="80610"/>
                  <a:pt x="50148" y="80467"/>
                  <a:pt x="52891" y="80181"/>
                </a:cubicBezTo>
                <a:cubicBezTo>
                  <a:pt x="55634" y="79896"/>
                  <a:pt x="57832" y="79610"/>
                  <a:pt x="59483" y="79324"/>
                </a:cubicBezTo>
                <a:lnTo>
                  <a:pt x="59483" y="0"/>
                </a:lnTo>
                <a:lnTo>
                  <a:pt x="84275" y="0"/>
                </a:lnTo>
                <a:lnTo>
                  <a:pt x="84275" y="96312"/>
                </a:lnTo>
                <a:cubicBezTo>
                  <a:pt x="79706" y="97615"/>
                  <a:pt x="73765" y="98875"/>
                  <a:pt x="66453" y="100095"/>
                </a:cubicBezTo>
                <a:cubicBezTo>
                  <a:pt x="59141" y="101318"/>
                  <a:pt x="51234" y="101930"/>
                  <a:pt x="42733" y="101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8E0BD-E140-4C8B-AEAB-217BD90F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520" y="2397460"/>
            <a:ext cx="84273" cy="101927"/>
          </a:xfrm>
          <a:custGeom xmlns:a="http://schemas.openxmlformats.org/drawingml/2006/main">
            <a:pathLst>
              <a:path w="84273" h="101927">
                <a:moveTo>
                  <a:pt x="0" y="101927"/>
                </a:moveTo>
                <a:lnTo>
                  <a:pt x="0" y="5615"/>
                </a:lnTo>
                <a:cubicBezTo>
                  <a:pt x="4601" y="4315"/>
                  <a:pt x="10547" y="3055"/>
                  <a:pt x="17845" y="1832"/>
                </a:cubicBezTo>
                <a:cubicBezTo>
                  <a:pt x="25140" y="612"/>
                  <a:pt x="33041" y="0"/>
                  <a:pt x="41542" y="0"/>
                </a:cubicBezTo>
                <a:cubicBezTo>
                  <a:pt x="52678" y="0"/>
                  <a:pt x="61339" y="1926"/>
                  <a:pt x="67523" y="5781"/>
                </a:cubicBezTo>
                <a:cubicBezTo>
                  <a:pt x="73709" y="9635"/>
                  <a:pt x="78050" y="14982"/>
                  <a:pt x="80539" y="21817"/>
                </a:cubicBezTo>
                <a:cubicBezTo>
                  <a:pt x="83030" y="28655"/>
                  <a:pt x="84273" y="36625"/>
                  <a:pt x="84273" y="45729"/>
                </a:cubicBezTo>
                <a:lnTo>
                  <a:pt x="84273" y="101927"/>
                </a:lnTo>
                <a:lnTo>
                  <a:pt x="59433" y="101927"/>
                </a:lnTo>
                <a:lnTo>
                  <a:pt x="59433" y="49298"/>
                </a:lnTo>
                <a:cubicBezTo>
                  <a:pt x="59433" y="42477"/>
                  <a:pt x="58847" y="37022"/>
                  <a:pt x="57673" y="32930"/>
                </a:cubicBezTo>
                <a:cubicBezTo>
                  <a:pt x="56501" y="28838"/>
                  <a:pt x="54493" y="25872"/>
                  <a:pt x="51655" y="24032"/>
                </a:cubicBezTo>
                <a:cubicBezTo>
                  <a:pt x="48815" y="22191"/>
                  <a:pt x="44857" y="21271"/>
                  <a:pt x="39782" y="21271"/>
                </a:cubicBezTo>
                <a:cubicBezTo>
                  <a:pt x="36927" y="21271"/>
                  <a:pt x="34136" y="21423"/>
                  <a:pt x="31407" y="21723"/>
                </a:cubicBezTo>
                <a:cubicBezTo>
                  <a:pt x="28678" y="22026"/>
                  <a:pt x="26489" y="22317"/>
                  <a:pt x="24840" y="22603"/>
                </a:cubicBezTo>
                <a:lnTo>
                  <a:pt x="24840" y="101927"/>
                </a:lnTo>
                <a:lnTo>
                  <a:pt x="0" y="101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375EB-609E-49E6-96F3-DE3076CE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874" y="2397080"/>
            <a:ext cx="96503" cy="104879"/>
          </a:xfrm>
          <a:custGeom xmlns:a="http://schemas.openxmlformats.org/drawingml/2006/main">
            <a:pathLst>
              <a:path w="96503" h="104879">
                <a:moveTo>
                  <a:pt x="48283" y="104879"/>
                </a:moveTo>
                <a:cubicBezTo>
                  <a:pt x="38776" y="104879"/>
                  <a:pt x="30384" y="102681"/>
                  <a:pt x="23103" y="98287"/>
                </a:cubicBezTo>
                <a:cubicBezTo>
                  <a:pt x="15822" y="93895"/>
                  <a:pt x="10153" y="87754"/>
                  <a:pt x="6092" y="79873"/>
                </a:cubicBezTo>
                <a:cubicBezTo>
                  <a:pt x="2032" y="71989"/>
                  <a:pt x="0" y="62796"/>
                  <a:pt x="0" y="52295"/>
                </a:cubicBezTo>
                <a:cubicBezTo>
                  <a:pt x="0" y="41797"/>
                  <a:pt x="2072" y="32647"/>
                  <a:pt x="6218" y="24849"/>
                </a:cubicBezTo>
                <a:cubicBezTo>
                  <a:pt x="10364" y="17048"/>
                  <a:pt x="16105" y="10956"/>
                  <a:pt x="23443" y="6575"/>
                </a:cubicBezTo>
                <a:cubicBezTo>
                  <a:pt x="30784" y="2192"/>
                  <a:pt x="39085" y="0"/>
                  <a:pt x="48346" y="0"/>
                </a:cubicBezTo>
                <a:cubicBezTo>
                  <a:pt x="57739" y="0"/>
                  <a:pt x="66060" y="2180"/>
                  <a:pt x="73306" y="6544"/>
                </a:cubicBezTo>
                <a:cubicBezTo>
                  <a:pt x="80556" y="10904"/>
                  <a:pt x="86234" y="16996"/>
                  <a:pt x="90343" y="24815"/>
                </a:cubicBezTo>
                <a:cubicBezTo>
                  <a:pt x="94452" y="32636"/>
                  <a:pt x="96503" y="41797"/>
                  <a:pt x="96503" y="52295"/>
                </a:cubicBezTo>
                <a:cubicBezTo>
                  <a:pt x="96503" y="62796"/>
                  <a:pt x="94498" y="71989"/>
                  <a:pt x="90486" y="79873"/>
                </a:cubicBezTo>
                <a:cubicBezTo>
                  <a:pt x="86471" y="87754"/>
                  <a:pt x="80882" y="93895"/>
                  <a:pt x="73712" y="98287"/>
                </a:cubicBezTo>
                <a:cubicBezTo>
                  <a:pt x="66543" y="102681"/>
                  <a:pt x="58064" y="104879"/>
                  <a:pt x="48283" y="104879"/>
                </a:cubicBezTo>
                <a:close/>
                <a:moveTo>
                  <a:pt x="48252" y="83416"/>
                </a:moveTo>
                <a:cubicBezTo>
                  <a:pt x="53107" y="83416"/>
                  <a:pt x="57216" y="82147"/>
                  <a:pt x="60582" y="79604"/>
                </a:cubicBezTo>
                <a:cubicBezTo>
                  <a:pt x="63945" y="77061"/>
                  <a:pt x="66540" y="73449"/>
                  <a:pt x="68360" y="68771"/>
                </a:cubicBezTo>
                <a:cubicBezTo>
                  <a:pt x="70183" y="64094"/>
                  <a:pt x="71095" y="58602"/>
                  <a:pt x="71095" y="52295"/>
                </a:cubicBezTo>
                <a:cubicBezTo>
                  <a:pt x="71095" y="45951"/>
                  <a:pt x="70183" y="40476"/>
                  <a:pt x="68360" y="35873"/>
                </a:cubicBezTo>
                <a:cubicBezTo>
                  <a:pt x="66540" y="31270"/>
                  <a:pt x="63945" y="27715"/>
                  <a:pt x="60582" y="25215"/>
                </a:cubicBezTo>
                <a:cubicBezTo>
                  <a:pt x="57216" y="22711"/>
                  <a:pt x="53107" y="21460"/>
                  <a:pt x="48252" y="21460"/>
                </a:cubicBezTo>
                <a:cubicBezTo>
                  <a:pt x="43494" y="21460"/>
                  <a:pt x="39402" y="22714"/>
                  <a:pt x="35976" y="25220"/>
                </a:cubicBezTo>
                <a:cubicBezTo>
                  <a:pt x="32550" y="27726"/>
                  <a:pt x="29932" y="31278"/>
                  <a:pt x="28124" y="35879"/>
                </a:cubicBezTo>
                <a:cubicBezTo>
                  <a:pt x="26315" y="40479"/>
                  <a:pt x="25412" y="45951"/>
                  <a:pt x="25412" y="52295"/>
                </a:cubicBezTo>
                <a:cubicBezTo>
                  <a:pt x="25412" y="58642"/>
                  <a:pt x="26315" y="64137"/>
                  <a:pt x="28124" y="68786"/>
                </a:cubicBezTo>
                <a:cubicBezTo>
                  <a:pt x="29932" y="73432"/>
                  <a:pt x="32550" y="77032"/>
                  <a:pt x="35976" y="79587"/>
                </a:cubicBezTo>
                <a:cubicBezTo>
                  <a:pt x="39402" y="82139"/>
                  <a:pt x="43494" y="83416"/>
                  <a:pt x="48252" y="83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84486-1D2D-4354-8B05-48036C8F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457" y="2397460"/>
            <a:ext cx="91129" cy="137143"/>
          </a:xfrm>
          <a:custGeom xmlns:a="http://schemas.openxmlformats.org/drawingml/2006/main">
            <a:pathLst>
              <a:path w="91129" h="137143">
                <a:moveTo>
                  <a:pt x="0" y="137143"/>
                </a:moveTo>
                <a:lnTo>
                  <a:pt x="0" y="5615"/>
                </a:lnTo>
                <a:cubicBezTo>
                  <a:pt x="3206" y="4632"/>
                  <a:pt x="6981" y="3712"/>
                  <a:pt x="11327" y="2855"/>
                </a:cubicBezTo>
                <a:cubicBezTo>
                  <a:pt x="15673" y="1997"/>
                  <a:pt x="20297" y="1309"/>
                  <a:pt x="25197" y="786"/>
                </a:cubicBezTo>
                <a:cubicBezTo>
                  <a:pt x="30098" y="263"/>
                  <a:pt x="34962" y="0"/>
                  <a:pt x="39782" y="0"/>
                </a:cubicBezTo>
                <a:cubicBezTo>
                  <a:pt x="50506" y="0"/>
                  <a:pt x="59690" y="2109"/>
                  <a:pt x="67334" y="6329"/>
                </a:cubicBezTo>
                <a:cubicBezTo>
                  <a:pt x="74981" y="10547"/>
                  <a:pt x="80856" y="16568"/>
                  <a:pt x="84965" y="24389"/>
                </a:cubicBezTo>
                <a:cubicBezTo>
                  <a:pt x="89074" y="32207"/>
                  <a:pt x="91129" y="41448"/>
                  <a:pt x="91129" y="52107"/>
                </a:cubicBezTo>
                <a:cubicBezTo>
                  <a:pt x="91129" y="62322"/>
                  <a:pt x="89431" y="71323"/>
                  <a:pt x="86036" y="79110"/>
                </a:cubicBezTo>
                <a:cubicBezTo>
                  <a:pt x="82642" y="86899"/>
                  <a:pt x="77693" y="92983"/>
                  <a:pt x="71189" y="97361"/>
                </a:cubicBezTo>
                <a:cubicBezTo>
                  <a:pt x="64685" y="101738"/>
                  <a:pt x="56676" y="103927"/>
                  <a:pt x="47157" y="103927"/>
                </a:cubicBezTo>
                <a:cubicBezTo>
                  <a:pt x="42685" y="103927"/>
                  <a:pt x="38585" y="103427"/>
                  <a:pt x="34859" y="102427"/>
                </a:cubicBezTo>
                <a:cubicBezTo>
                  <a:pt x="31130" y="101430"/>
                  <a:pt x="27792" y="100198"/>
                  <a:pt x="24840" y="98741"/>
                </a:cubicBezTo>
                <a:lnTo>
                  <a:pt x="24840" y="137143"/>
                </a:lnTo>
                <a:lnTo>
                  <a:pt x="0" y="137143"/>
                </a:lnTo>
                <a:close/>
                <a:moveTo>
                  <a:pt x="42734" y="82750"/>
                </a:moveTo>
                <a:cubicBezTo>
                  <a:pt x="46729" y="82750"/>
                  <a:pt x="50155" y="82076"/>
                  <a:pt x="53012" y="80730"/>
                </a:cubicBezTo>
                <a:cubicBezTo>
                  <a:pt x="55867" y="79381"/>
                  <a:pt x="58244" y="77407"/>
                  <a:pt x="60150" y="74804"/>
                </a:cubicBezTo>
                <a:cubicBezTo>
                  <a:pt x="62053" y="72203"/>
                  <a:pt x="63448" y="69063"/>
                  <a:pt x="64337" y="65382"/>
                </a:cubicBezTo>
                <a:cubicBezTo>
                  <a:pt x="65225" y="61702"/>
                  <a:pt x="65668" y="57484"/>
                  <a:pt x="65668" y="52724"/>
                </a:cubicBezTo>
                <a:cubicBezTo>
                  <a:pt x="65668" y="46286"/>
                  <a:pt x="64654" y="40717"/>
                  <a:pt x="62622" y="36022"/>
                </a:cubicBezTo>
                <a:cubicBezTo>
                  <a:pt x="60593" y="31327"/>
                  <a:pt x="57650" y="27695"/>
                  <a:pt x="53795" y="25126"/>
                </a:cubicBezTo>
                <a:cubicBezTo>
                  <a:pt x="49941" y="22554"/>
                  <a:pt x="45209" y="21271"/>
                  <a:pt x="39591" y="21271"/>
                </a:cubicBezTo>
                <a:cubicBezTo>
                  <a:pt x="36293" y="21271"/>
                  <a:pt x="33381" y="21414"/>
                  <a:pt x="30861" y="21700"/>
                </a:cubicBezTo>
                <a:cubicBezTo>
                  <a:pt x="28338" y="21986"/>
                  <a:pt x="26332" y="22286"/>
                  <a:pt x="24840" y="22603"/>
                </a:cubicBezTo>
                <a:lnTo>
                  <a:pt x="24840" y="77707"/>
                </a:lnTo>
                <a:cubicBezTo>
                  <a:pt x="26712" y="78976"/>
                  <a:pt x="29275" y="80133"/>
                  <a:pt x="32527" y="81182"/>
                </a:cubicBezTo>
                <a:cubicBezTo>
                  <a:pt x="35776" y="82227"/>
                  <a:pt x="39179" y="82750"/>
                  <a:pt x="42734" y="82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E27D5-037F-482A-81AB-8E27233B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568" y="2369765"/>
            <a:ext cx="64051" cy="131859"/>
          </a:xfrm>
          <a:custGeom xmlns:a="http://schemas.openxmlformats.org/drawingml/2006/main">
            <a:pathLst>
              <a:path w="64051" h="131859">
                <a:moveTo>
                  <a:pt x="37928" y="131859"/>
                </a:moveTo>
                <a:cubicBezTo>
                  <a:pt x="28124" y="131859"/>
                  <a:pt x="20454" y="130139"/>
                  <a:pt x="14919" y="126696"/>
                </a:cubicBezTo>
                <a:cubicBezTo>
                  <a:pt x="9384" y="123255"/>
                  <a:pt x="5512" y="118378"/>
                  <a:pt x="3309" y="112065"/>
                </a:cubicBezTo>
                <a:cubicBezTo>
                  <a:pt x="1103" y="105750"/>
                  <a:pt x="0" y="98264"/>
                  <a:pt x="0" y="89603"/>
                </a:cubicBezTo>
                <a:lnTo>
                  <a:pt x="0" y="4046"/>
                </a:lnTo>
                <a:lnTo>
                  <a:pt x="24840" y="0"/>
                </a:lnTo>
                <a:lnTo>
                  <a:pt x="24840" y="29884"/>
                </a:lnTo>
                <a:lnTo>
                  <a:pt x="60053" y="29884"/>
                </a:lnTo>
                <a:lnTo>
                  <a:pt x="60053" y="50583"/>
                </a:lnTo>
                <a:lnTo>
                  <a:pt x="24840" y="50583"/>
                </a:lnTo>
                <a:lnTo>
                  <a:pt x="24840" y="89603"/>
                </a:lnTo>
                <a:cubicBezTo>
                  <a:pt x="24840" y="94297"/>
                  <a:pt x="25372" y="98224"/>
                  <a:pt x="26435" y="101381"/>
                </a:cubicBezTo>
                <a:cubicBezTo>
                  <a:pt x="27498" y="104539"/>
                  <a:pt x="29258" y="106876"/>
                  <a:pt x="31715" y="108399"/>
                </a:cubicBezTo>
                <a:cubicBezTo>
                  <a:pt x="34176" y="109922"/>
                  <a:pt x="37482" y="110685"/>
                  <a:pt x="41639" y="110685"/>
                </a:cubicBezTo>
                <a:cubicBezTo>
                  <a:pt x="45128" y="110685"/>
                  <a:pt x="48492" y="110328"/>
                  <a:pt x="51726" y="109614"/>
                </a:cubicBezTo>
                <a:cubicBezTo>
                  <a:pt x="54961" y="108899"/>
                  <a:pt x="57819" y="108051"/>
                  <a:pt x="60293" y="107068"/>
                </a:cubicBezTo>
                <a:lnTo>
                  <a:pt x="64051" y="126530"/>
                </a:lnTo>
                <a:cubicBezTo>
                  <a:pt x="61005" y="127862"/>
                  <a:pt x="57364" y="129085"/>
                  <a:pt x="53129" y="130193"/>
                </a:cubicBezTo>
                <a:cubicBezTo>
                  <a:pt x="48895" y="131305"/>
                  <a:pt x="43828" y="131859"/>
                  <a:pt x="37928" y="131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08C3F-6AB8-4820-91A0-00C05E31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753" y="2353491"/>
            <a:ext cx="30452" cy="145895"/>
          </a:xfrm>
          <a:custGeom xmlns:a="http://schemas.openxmlformats.org/drawingml/2006/main">
            <a:pathLst>
              <a:path w="30452" h="145895">
                <a:moveTo>
                  <a:pt x="2757" y="145895"/>
                </a:moveTo>
                <a:lnTo>
                  <a:pt x="2757" y="46157"/>
                </a:lnTo>
                <a:lnTo>
                  <a:pt x="27598" y="46157"/>
                </a:lnTo>
                <a:lnTo>
                  <a:pt x="27598" y="145895"/>
                </a:lnTo>
                <a:lnTo>
                  <a:pt x="2757" y="145895"/>
                </a:lnTo>
                <a:close/>
                <a:moveTo>
                  <a:pt x="15225" y="30312"/>
                </a:moveTo>
                <a:cubicBezTo>
                  <a:pt x="11101" y="30312"/>
                  <a:pt x="7532" y="28955"/>
                  <a:pt x="4521" y="26243"/>
                </a:cubicBezTo>
                <a:cubicBezTo>
                  <a:pt x="1506" y="23532"/>
                  <a:pt x="0" y="19825"/>
                  <a:pt x="0" y="15130"/>
                </a:cubicBezTo>
                <a:cubicBezTo>
                  <a:pt x="0" y="10467"/>
                  <a:pt x="1506" y="6781"/>
                  <a:pt x="4521" y="4069"/>
                </a:cubicBezTo>
                <a:cubicBezTo>
                  <a:pt x="7532" y="1354"/>
                  <a:pt x="11101" y="0"/>
                  <a:pt x="15225" y="0"/>
                </a:cubicBezTo>
                <a:cubicBezTo>
                  <a:pt x="19351" y="0"/>
                  <a:pt x="22920" y="1354"/>
                  <a:pt x="25932" y="4069"/>
                </a:cubicBezTo>
                <a:cubicBezTo>
                  <a:pt x="28946" y="6781"/>
                  <a:pt x="30452" y="10467"/>
                  <a:pt x="30452" y="15130"/>
                </a:cubicBezTo>
                <a:cubicBezTo>
                  <a:pt x="30452" y="19825"/>
                  <a:pt x="28946" y="23532"/>
                  <a:pt x="25932" y="26243"/>
                </a:cubicBezTo>
                <a:cubicBezTo>
                  <a:pt x="22920" y="28955"/>
                  <a:pt x="19351" y="30312"/>
                  <a:pt x="15225" y="303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DC024-A75C-4F1C-B664-7BFF116F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1425" y="2397460"/>
            <a:ext cx="137143" cy="101927"/>
          </a:xfrm>
          <a:custGeom xmlns:a="http://schemas.openxmlformats.org/drawingml/2006/main">
            <a:pathLst>
              <a:path w="137143" h="101927">
                <a:moveTo>
                  <a:pt x="0" y="101927"/>
                </a:moveTo>
                <a:lnTo>
                  <a:pt x="0" y="5615"/>
                </a:lnTo>
                <a:cubicBezTo>
                  <a:pt x="4698" y="4315"/>
                  <a:pt x="10636" y="3055"/>
                  <a:pt x="17822" y="1832"/>
                </a:cubicBezTo>
                <a:cubicBezTo>
                  <a:pt x="25009" y="612"/>
                  <a:pt x="32487" y="0"/>
                  <a:pt x="40259" y="0"/>
                </a:cubicBezTo>
                <a:cubicBezTo>
                  <a:pt x="47269" y="0"/>
                  <a:pt x="53027" y="912"/>
                  <a:pt x="57533" y="2737"/>
                </a:cubicBezTo>
                <a:cubicBezTo>
                  <a:pt x="62036" y="4561"/>
                  <a:pt x="65734" y="6869"/>
                  <a:pt x="68620" y="9661"/>
                </a:cubicBezTo>
                <a:cubicBezTo>
                  <a:pt x="71000" y="7915"/>
                  <a:pt x="73766" y="6329"/>
                  <a:pt x="76924" y="4901"/>
                </a:cubicBezTo>
                <a:cubicBezTo>
                  <a:pt x="80081" y="3475"/>
                  <a:pt x="83508" y="2300"/>
                  <a:pt x="87202" y="1380"/>
                </a:cubicBezTo>
                <a:cubicBezTo>
                  <a:pt x="90897" y="460"/>
                  <a:pt x="94555" y="0"/>
                  <a:pt x="98169" y="0"/>
                </a:cubicBezTo>
                <a:cubicBezTo>
                  <a:pt x="108702" y="0"/>
                  <a:pt x="116777" y="1935"/>
                  <a:pt x="122392" y="5806"/>
                </a:cubicBezTo>
                <a:cubicBezTo>
                  <a:pt x="128007" y="9675"/>
                  <a:pt x="131868" y="15030"/>
                  <a:pt x="133980" y="21866"/>
                </a:cubicBezTo>
                <a:cubicBezTo>
                  <a:pt x="136088" y="28701"/>
                  <a:pt x="137143" y="36656"/>
                  <a:pt x="137143" y="45729"/>
                </a:cubicBezTo>
                <a:lnTo>
                  <a:pt x="137143" y="101927"/>
                </a:lnTo>
                <a:lnTo>
                  <a:pt x="112303" y="101927"/>
                </a:lnTo>
                <a:lnTo>
                  <a:pt x="112303" y="49298"/>
                </a:lnTo>
                <a:cubicBezTo>
                  <a:pt x="112303" y="42637"/>
                  <a:pt x="111780" y="37250"/>
                  <a:pt x="110734" y="33144"/>
                </a:cubicBezTo>
                <a:cubicBezTo>
                  <a:pt x="109685" y="29035"/>
                  <a:pt x="107893" y="26029"/>
                  <a:pt x="105356" y="24126"/>
                </a:cubicBezTo>
                <a:cubicBezTo>
                  <a:pt x="102819" y="22223"/>
                  <a:pt x="99312" y="21271"/>
                  <a:pt x="94840" y="21271"/>
                </a:cubicBezTo>
                <a:cubicBezTo>
                  <a:pt x="92903" y="21271"/>
                  <a:pt x="90906" y="21526"/>
                  <a:pt x="88843" y="22031"/>
                </a:cubicBezTo>
                <a:cubicBezTo>
                  <a:pt x="86782" y="22540"/>
                  <a:pt x="84853" y="23206"/>
                  <a:pt x="83062" y="24032"/>
                </a:cubicBezTo>
                <a:cubicBezTo>
                  <a:pt x="81270" y="24855"/>
                  <a:pt x="79770" y="25649"/>
                  <a:pt x="78564" y="26409"/>
                </a:cubicBezTo>
                <a:cubicBezTo>
                  <a:pt x="79516" y="29392"/>
                  <a:pt x="80159" y="32604"/>
                  <a:pt x="80493" y="36047"/>
                </a:cubicBezTo>
                <a:cubicBezTo>
                  <a:pt x="80824" y="39488"/>
                  <a:pt x="80993" y="43145"/>
                  <a:pt x="80993" y="47014"/>
                </a:cubicBezTo>
                <a:lnTo>
                  <a:pt x="80993" y="101927"/>
                </a:lnTo>
                <a:lnTo>
                  <a:pt x="56153" y="101927"/>
                </a:lnTo>
                <a:lnTo>
                  <a:pt x="56153" y="49298"/>
                </a:lnTo>
                <a:cubicBezTo>
                  <a:pt x="56153" y="42637"/>
                  <a:pt x="55630" y="37250"/>
                  <a:pt x="54581" y="33144"/>
                </a:cubicBezTo>
                <a:cubicBezTo>
                  <a:pt x="53535" y="29035"/>
                  <a:pt x="51735" y="26029"/>
                  <a:pt x="49180" y="24126"/>
                </a:cubicBezTo>
                <a:cubicBezTo>
                  <a:pt x="46629" y="22223"/>
                  <a:pt x="43083" y="21271"/>
                  <a:pt x="38545" y="21271"/>
                </a:cubicBezTo>
                <a:cubicBezTo>
                  <a:pt x="36770" y="21271"/>
                  <a:pt x="35033" y="21334"/>
                  <a:pt x="33336" y="21460"/>
                </a:cubicBezTo>
                <a:cubicBezTo>
                  <a:pt x="31638" y="21588"/>
                  <a:pt x="30092" y="21746"/>
                  <a:pt x="28695" y="21937"/>
                </a:cubicBezTo>
                <a:cubicBezTo>
                  <a:pt x="27301" y="22128"/>
                  <a:pt x="26015" y="22349"/>
                  <a:pt x="24840" y="22603"/>
                </a:cubicBezTo>
                <a:lnTo>
                  <a:pt x="24840" y="101927"/>
                </a:lnTo>
                <a:lnTo>
                  <a:pt x="0" y="101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A1917-18B3-4F75-B89F-387609C6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743" y="2353491"/>
            <a:ext cx="30455" cy="145895"/>
          </a:xfrm>
          <a:custGeom xmlns:a="http://schemas.openxmlformats.org/drawingml/2006/main">
            <a:pathLst>
              <a:path w="30455" h="145895">
                <a:moveTo>
                  <a:pt x="2760" y="145895"/>
                </a:moveTo>
                <a:lnTo>
                  <a:pt x="2760" y="46157"/>
                </a:lnTo>
                <a:lnTo>
                  <a:pt x="27601" y="46157"/>
                </a:lnTo>
                <a:lnTo>
                  <a:pt x="27601" y="145895"/>
                </a:lnTo>
                <a:lnTo>
                  <a:pt x="2760" y="145895"/>
                </a:lnTo>
                <a:close/>
                <a:moveTo>
                  <a:pt x="15228" y="30312"/>
                </a:moveTo>
                <a:cubicBezTo>
                  <a:pt x="11104" y="30312"/>
                  <a:pt x="7535" y="28955"/>
                  <a:pt x="4521" y="26243"/>
                </a:cubicBezTo>
                <a:cubicBezTo>
                  <a:pt x="1506" y="23532"/>
                  <a:pt x="0" y="19825"/>
                  <a:pt x="0" y="15130"/>
                </a:cubicBezTo>
                <a:cubicBezTo>
                  <a:pt x="0" y="10467"/>
                  <a:pt x="1506" y="6781"/>
                  <a:pt x="4521" y="4069"/>
                </a:cubicBezTo>
                <a:cubicBezTo>
                  <a:pt x="7535" y="1354"/>
                  <a:pt x="11104" y="0"/>
                  <a:pt x="15228" y="0"/>
                </a:cubicBezTo>
                <a:cubicBezTo>
                  <a:pt x="19351" y="0"/>
                  <a:pt x="22920" y="1354"/>
                  <a:pt x="25935" y="4069"/>
                </a:cubicBezTo>
                <a:cubicBezTo>
                  <a:pt x="28946" y="6781"/>
                  <a:pt x="30455" y="10467"/>
                  <a:pt x="30455" y="15130"/>
                </a:cubicBezTo>
                <a:cubicBezTo>
                  <a:pt x="30455" y="19825"/>
                  <a:pt x="28946" y="23532"/>
                  <a:pt x="25935" y="26243"/>
                </a:cubicBezTo>
                <a:cubicBezTo>
                  <a:pt x="22920" y="28955"/>
                  <a:pt x="19351" y="30312"/>
                  <a:pt x="15228" y="303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02507-2AF3-4E6D-A1FF-079BE052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232" y="2399648"/>
            <a:ext cx="80373" cy="99738"/>
          </a:xfrm>
          <a:custGeom xmlns:a="http://schemas.openxmlformats.org/drawingml/2006/main">
            <a:pathLst>
              <a:path w="80373" h="99738">
                <a:moveTo>
                  <a:pt x="0" y="99738"/>
                </a:moveTo>
                <a:lnTo>
                  <a:pt x="0" y="84702"/>
                </a:lnTo>
                <a:cubicBezTo>
                  <a:pt x="2792" y="79784"/>
                  <a:pt x="6178" y="74455"/>
                  <a:pt x="10161" y="68714"/>
                </a:cubicBezTo>
                <a:cubicBezTo>
                  <a:pt x="14142" y="62971"/>
                  <a:pt x="18337" y="57199"/>
                  <a:pt x="22746" y="51392"/>
                </a:cubicBezTo>
                <a:cubicBezTo>
                  <a:pt x="27158" y="45586"/>
                  <a:pt x="31478" y="40036"/>
                  <a:pt x="35713" y="34739"/>
                </a:cubicBezTo>
                <a:cubicBezTo>
                  <a:pt x="39948" y="29441"/>
                  <a:pt x="43780" y="24760"/>
                  <a:pt x="47206" y="20700"/>
                </a:cubicBezTo>
                <a:lnTo>
                  <a:pt x="2380" y="20700"/>
                </a:lnTo>
                <a:lnTo>
                  <a:pt x="2380" y="0"/>
                </a:lnTo>
                <a:lnTo>
                  <a:pt x="79278" y="0"/>
                </a:lnTo>
                <a:lnTo>
                  <a:pt x="79278" y="17036"/>
                </a:lnTo>
                <a:cubicBezTo>
                  <a:pt x="76867" y="19731"/>
                  <a:pt x="73655" y="23403"/>
                  <a:pt x="69643" y="28052"/>
                </a:cubicBezTo>
                <a:cubicBezTo>
                  <a:pt x="65628" y="32698"/>
                  <a:pt x="61276" y="37879"/>
                  <a:pt x="56581" y="43588"/>
                </a:cubicBezTo>
                <a:cubicBezTo>
                  <a:pt x="51886" y="49298"/>
                  <a:pt x="47206" y="55207"/>
                  <a:pt x="42542" y="61313"/>
                </a:cubicBezTo>
                <a:cubicBezTo>
                  <a:pt x="37879" y="67420"/>
                  <a:pt x="33693" y="73329"/>
                  <a:pt x="29981" y="79038"/>
                </a:cubicBezTo>
                <a:lnTo>
                  <a:pt x="80373" y="79038"/>
                </a:lnTo>
                <a:lnTo>
                  <a:pt x="80373" y="99738"/>
                </a:lnTo>
                <a:lnTo>
                  <a:pt x="0" y="99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A91A0-D6C9-410A-B010-F54876B1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120" y="2397080"/>
            <a:ext cx="91506" cy="104830"/>
          </a:xfrm>
          <a:custGeom xmlns:a="http://schemas.openxmlformats.org/drawingml/2006/main">
            <a:pathLst>
              <a:path w="91506" h="104830">
                <a:moveTo>
                  <a:pt x="51915" y="104830"/>
                </a:moveTo>
                <a:cubicBezTo>
                  <a:pt x="39988" y="104830"/>
                  <a:pt x="30201" y="102561"/>
                  <a:pt x="22554" y="98027"/>
                </a:cubicBezTo>
                <a:cubicBezTo>
                  <a:pt x="14910" y="93489"/>
                  <a:pt x="9238" y="87302"/>
                  <a:pt x="5544" y="79467"/>
                </a:cubicBezTo>
                <a:cubicBezTo>
                  <a:pt x="1849" y="71632"/>
                  <a:pt x="0" y="62814"/>
                  <a:pt x="0" y="53009"/>
                </a:cubicBezTo>
                <a:cubicBezTo>
                  <a:pt x="0" y="41271"/>
                  <a:pt x="2260" y="31478"/>
                  <a:pt x="6781" y="23626"/>
                </a:cubicBezTo>
                <a:cubicBezTo>
                  <a:pt x="11301" y="15773"/>
                  <a:pt x="17131" y="9873"/>
                  <a:pt x="24269" y="5924"/>
                </a:cubicBezTo>
                <a:cubicBezTo>
                  <a:pt x="31407" y="1975"/>
                  <a:pt x="38939" y="0"/>
                  <a:pt x="46872" y="0"/>
                </a:cubicBezTo>
                <a:cubicBezTo>
                  <a:pt x="56073" y="0"/>
                  <a:pt x="63994" y="1886"/>
                  <a:pt x="70640" y="5661"/>
                </a:cubicBezTo>
                <a:cubicBezTo>
                  <a:pt x="77287" y="9438"/>
                  <a:pt x="82425" y="15076"/>
                  <a:pt x="86059" y="22580"/>
                </a:cubicBezTo>
                <a:cubicBezTo>
                  <a:pt x="89691" y="30081"/>
                  <a:pt x="91506" y="39448"/>
                  <a:pt x="91506" y="50678"/>
                </a:cubicBezTo>
                <a:cubicBezTo>
                  <a:pt x="91506" y="52138"/>
                  <a:pt x="91451" y="53755"/>
                  <a:pt x="91340" y="55533"/>
                </a:cubicBezTo>
                <a:cubicBezTo>
                  <a:pt x="91229" y="57307"/>
                  <a:pt x="91111" y="58893"/>
                  <a:pt x="90983" y="60290"/>
                </a:cubicBezTo>
                <a:lnTo>
                  <a:pt x="25552" y="60290"/>
                </a:lnTo>
                <a:cubicBezTo>
                  <a:pt x="26155" y="67460"/>
                  <a:pt x="28955" y="73098"/>
                  <a:pt x="33953" y="77207"/>
                </a:cubicBezTo>
                <a:cubicBezTo>
                  <a:pt x="38948" y="81316"/>
                  <a:pt x="45951" y="83370"/>
                  <a:pt x="54961" y="83370"/>
                </a:cubicBezTo>
                <a:cubicBezTo>
                  <a:pt x="60482" y="83370"/>
                  <a:pt x="65637" y="82862"/>
                  <a:pt x="70426" y="81847"/>
                </a:cubicBezTo>
                <a:cubicBezTo>
                  <a:pt x="75218" y="80830"/>
                  <a:pt x="79024" y="79690"/>
                  <a:pt x="81847" y="78421"/>
                </a:cubicBezTo>
                <a:lnTo>
                  <a:pt x="85319" y="98692"/>
                </a:lnTo>
                <a:cubicBezTo>
                  <a:pt x="82593" y="100087"/>
                  <a:pt x="78087" y="101458"/>
                  <a:pt x="71806" y="102807"/>
                </a:cubicBezTo>
                <a:cubicBezTo>
                  <a:pt x="65525" y="104156"/>
                  <a:pt x="58896" y="104830"/>
                  <a:pt x="51915" y="104830"/>
                </a:cubicBezTo>
                <a:close/>
                <a:moveTo>
                  <a:pt x="25649" y="42825"/>
                </a:moveTo>
                <a:lnTo>
                  <a:pt x="67334" y="42825"/>
                </a:lnTo>
                <a:cubicBezTo>
                  <a:pt x="67206" y="38831"/>
                  <a:pt x="66414" y="35156"/>
                  <a:pt x="64954" y="31810"/>
                </a:cubicBezTo>
                <a:cubicBezTo>
                  <a:pt x="63494" y="28464"/>
                  <a:pt x="61322" y="25766"/>
                  <a:pt x="58436" y="23720"/>
                </a:cubicBezTo>
                <a:cubicBezTo>
                  <a:pt x="55547" y="21674"/>
                  <a:pt x="51804" y="20651"/>
                  <a:pt x="47206" y="20651"/>
                </a:cubicBezTo>
                <a:cubicBezTo>
                  <a:pt x="42574" y="20651"/>
                  <a:pt x="38759" y="21706"/>
                  <a:pt x="35759" y="23817"/>
                </a:cubicBezTo>
                <a:cubicBezTo>
                  <a:pt x="32761" y="25926"/>
                  <a:pt x="30447" y="28661"/>
                  <a:pt x="28812" y="32024"/>
                </a:cubicBezTo>
                <a:cubicBezTo>
                  <a:pt x="27178" y="35387"/>
                  <a:pt x="26123" y="38988"/>
                  <a:pt x="25649" y="4282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76CC4-4508-49C7-883E-050A42F3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757" y="2351682"/>
            <a:ext cx="91080" cy="150133"/>
          </a:xfrm>
          <a:custGeom xmlns:a="http://schemas.openxmlformats.org/drawingml/2006/main">
            <a:pathLst>
              <a:path w="91080" h="150133">
                <a:moveTo>
                  <a:pt x="51298" y="150133"/>
                </a:moveTo>
                <a:cubicBezTo>
                  <a:pt x="40608" y="150133"/>
                  <a:pt x="31438" y="148047"/>
                  <a:pt x="23794" y="143875"/>
                </a:cubicBezTo>
                <a:cubicBezTo>
                  <a:pt x="16148" y="139703"/>
                  <a:pt x="10270" y="133731"/>
                  <a:pt x="6164" y="125959"/>
                </a:cubicBezTo>
                <a:cubicBezTo>
                  <a:pt x="2055" y="118186"/>
                  <a:pt x="0" y="108971"/>
                  <a:pt x="0" y="98312"/>
                </a:cubicBezTo>
                <a:cubicBezTo>
                  <a:pt x="0" y="87588"/>
                  <a:pt x="1769" y="78310"/>
                  <a:pt x="5306" y="70475"/>
                </a:cubicBezTo>
                <a:cubicBezTo>
                  <a:pt x="8844" y="62639"/>
                  <a:pt x="13945" y="56579"/>
                  <a:pt x="20605" y="52295"/>
                </a:cubicBezTo>
                <a:cubicBezTo>
                  <a:pt x="27266" y="48015"/>
                  <a:pt x="35293" y="45871"/>
                  <a:pt x="44683" y="45871"/>
                </a:cubicBezTo>
                <a:cubicBezTo>
                  <a:pt x="49158" y="45871"/>
                  <a:pt x="53138" y="46372"/>
                  <a:pt x="56627" y="47372"/>
                </a:cubicBezTo>
                <a:cubicBezTo>
                  <a:pt x="60116" y="48372"/>
                  <a:pt x="63336" y="49600"/>
                  <a:pt x="66288" y="51058"/>
                </a:cubicBezTo>
                <a:lnTo>
                  <a:pt x="66288" y="4043"/>
                </a:lnTo>
                <a:lnTo>
                  <a:pt x="91080" y="0"/>
                </a:lnTo>
                <a:lnTo>
                  <a:pt x="91080" y="144518"/>
                </a:lnTo>
                <a:cubicBezTo>
                  <a:pt x="88002" y="145470"/>
                  <a:pt x="84259" y="146381"/>
                  <a:pt x="79850" y="147253"/>
                </a:cubicBezTo>
                <a:cubicBezTo>
                  <a:pt x="75441" y="148127"/>
                  <a:pt x="70792" y="148824"/>
                  <a:pt x="65905" y="149347"/>
                </a:cubicBezTo>
                <a:cubicBezTo>
                  <a:pt x="61022" y="149870"/>
                  <a:pt x="56153" y="150133"/>
                  <a:pt x="51298" y="150133"/>
                </a:cubicBezTo>
                <a:close/>
                <a:moveTo>
                  <a:pt x="51489" y="128813"/>
                </a:moveTo>
                <a:cubicBezTo>
                  <a:pt x="54787" y="128813"/>
                  <a:pt x="57699" y="128670"/>
                  <a:pt x="60219" y="128385"/>
                </a:cubicBezTo>
                <a:cubicBezTo>
                  <a:pt x="62742" y="128099"/>
                  <a:pt x="64765" y="127799"/>
                  <a:pt x="66288" y="127482"/>
                </a:cubicBezTo>
                <a:lnTo>
                  <a:pt x="66288" y="72092"/>
                </a:lnTo>
                <a:cubicBezTo>
                  <a:pt x="64417" y="70792"/>
                  <a:pt x="61853" y="69626"/>
                  <a:pt x="58602" y="68594"/>
                </a:cubicBezTo>
                <a:cubicBezTo>
                  <a:pt x="55350" y="67563"/>
                  <a:pt x="51932" y="67048"/>
                  <a:pt x="48349" y="67048"/>
                </a:cubicBezTo>
                <a:cubicBezTo>
                  <a:pt x="44351" y="67048"/>
                  <a:pt x="40925" y="67723"/>
                  <a:pt x="38070" y="69071"/>
                </a:cubicBezTo>
                <a:cubicBezTo>
                  <a:pt x="35213" y="70417"/>
                  <a:pt x="32836" y="72395"/>
                  <a:pt x="30932" y="74995"/>
                </a:cubicBezTo>
                <a:cubicBezTo>
                  <a:pt x="29029" y="77595"/>
                  <a:pt x="27632" y="80767"/>
                  <a:pt x="26743" y="84511"/>
                </a:cubicBezTo>
                <a:cubicBezTo>
                  <a:pt x="25855" y="88254"/>
                  <a:pt x="25412" y="92506"/>
                  <a:pt x="25412" y="97264"/>
                </a:cubicBezTo>
                <a:cubicBezTo>
                  <a:pt x="25412" y="103704"/>
                  <a:pt x="26435" y="109288"/>
                  <a:pt x="28481" y="114014"/>
                </a:cubicBezTo>
                <a:cubicBezTo>
                  <a:pt x="30527" y="118741"/>
                  <a:pt x="33501" y="122390"/>
                  <a:pt x="37402" y="124958"/>
                </a:cubicBezTo>
                <a:cubicBezTo>
                  <a:pt x="41305" y="127530"/>
                  <a:pt x="46000" y="128813"/>
                  <a:pt x="51489" y="1288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56094-38EE-4D6E-8A15-CD85DE18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250" y="2580094"/>
            <a:ext cx="91080" cy="150133"/>
          </a:xfrm>
          <a:custGeom xmlns:a="http://schemas.openxmlformats.org/drawingml/2006/main">
            <a:pathLst>
              <a:path w="91080" h="150133">
                <a:moveTo>
                  <a:pt x="51298" y="150133"/>
                </a:moveTo>
                <a:cubicBezTo>
                  <a:pt x="40608" y="150133"/>
                  <a:pt x="31438" y="148047"/>
                  <a:pt x="23794" y="143875"/>
                </a:cubicBezTo>
                <a:cubicBezTo>
                  <a:pt x="16148" y="139703"/>
                  <a:pt x="10273" y="133731"/>
                  <a:pt x="6164" y="125959"/>
                </a:cubicBezTo>
                <a:cubicBezTo>
                  <a:pt x="2055" y="118186"/>
                  <a:pt x="0" y="108971"/>
                  <a:pt x="0" y="98312"/>
                </a:cubicBezTo>
                <a:cubicBezTo>
                  <a:pt x="0" y="87588"/>
                  <a:pt x="1769" y="78310"/>
                  <a:pt x="5306" y="70475"/>
                </a:cubicBezTo>
                <a:cubicBezTo>
                  <a:pt x="8844" y="62639"/>
                  <a:pt x="13945" y="56579"/>
                  <a:pt x="20605" y="52295"/>
                </a:cubicBezTo>
                <a:cubicBezTo>
                  <a:pt x="27266" y="48015"/>
                  <a:pt x="35293" y="45871"/>
                  <a:pt x="44683" y="45871"/>
                </a:cubicBezTo>
                <a:cubicBezTo>
                  <a:pt x="49158" y="45871"/>
                  <a:pt x="53138" y="46372"/>
                  <a:pt x="56627" y="47372"/>
                </a:cubicBezTo>
                <a:cubicBezTo>
                  <a:pt x="60116" y="48369"/>
                  <a:pt x="63336" y="49600"/>
                  <a:pt x="66288" y="51058"/>
                </a:cubicBezTo>
                <a:lnTo>
                  <a:pt x="66288" y="4043"/>
                </a:lnTo>
                <a:lnTo>
                  <a:pt x="91080" y="0"/>
                </a:lnTo>
                <a:lnTo>
                  <a:pt x="91080" y="144518"/>
                </a:lnTo>
                <a:cubicBezTo>
                  <a:pt x="88002" y="145470"/>
                  <a:pt x="84259" y="146381"/>
                  <a:pt x="79850" y="147253"/>
                </a:cubicBezTo>
                <a:cubicBezTo>
                  <a:pt x="75441" y="148124"/>
                  <a:pt x="70792" y="148824"/>
                  <a:pt x="65908" y="149347"/>
                </a:cubicBezTo>
                <a:cubicBezTo>
                  <a:pt x="61022" y="149870"/>
                  <a:pt x="56153" y="150133"/>
                  <a:pt x="51298" y="150133"/>
                </a:cubicBezTo>
                <a:close/>
                <a:moveTo>
                  <a:pt x="51489" y="128813"/>
                </a:moveTo>
                <a:cubicBezTo>
                  <a:pt x="54787" y="128813"/>
                  <a:pt x="57699" y="128670"/>
                  <a:pt x="60222" y="128385"/>
                </a:cubicBezTo>
                <a:cubicBezTo>
                  <a:pt x="62742" y="128099"/>
                  <a:pt x="64765" y="127799"/>
                  <a:pt x="66288" y="127482"/>
                </a:cubicBezTo>
                <a:lnTo>
                  <a:pt x="66288" y="72092"/>
                </a:lnTo>
                <a:cubicBezTo>
                  <a:pt x="64417" y="70792"/>
                  <a:pt x="61853" y="69626"/>
                  <a:pt x="58602" y="68594"/>
                </a:cubicBezTo>
                <a:cubicBezTo>
                  <a:pt x="55350" y="67563"/>
                  <a:pt x="51932" y="67048"/>
                  <a:pt x="48349" y="67048"/>
                </a:cubicBezTo>
                <a:cubicBezTo>
                  <a:pt x="44351" y="67048"/>
                  <a:pt x="40925" y="67723"/>
                  <a:pt x="38070" y="69069"/>
                </a:cubicBezTo>
                <a:cubicBezTo>
                  <a:pt x="35213" y="70417"/>
                  <a:pt x="32836" y="72392"/>
                  <a:pt x="30932" y="74995"/>
                </a:cubicBezTo>
                <a:cubicBezTo>
                  <a:pt x="29029" y="77595"/>
                  <a:pt x="27632" y="80767"/>
                  <a:pt x="26743" y="84511"/>
                </a:cubicBezTo>
                <a:cubicBezTo>
                  <a:pt x="25855" y="88254"/>
                  <a:pt x="25412" y="92506"/>
                  <a:pt x="25412" y="97264"/>
                </a:cubicBezTo>
                <a:cubicBezTo>
                  <a:pt x="25412" y="103704"/>
                  <a:pt x="26435" y="109288"/>
                  <a:pt x="28481" y="114014"/>
                </a:cubicBezTo>
                <a:cubicBezTo>
                  <a:pt x="30527" y="118741"/>
                  <a:pt x="33501" y="122390"/>
                  <a:pt x="37402" y="124958"/>
                </a:cubicBezTo>
                <a:cubicBezTo>
                  <a:pt x="41305" y="127527"/>
                  <a:pt x="46000" y="128813"/>
                  <a:pt x="51489" y="1288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E7D06A-CEFE-4E76-9882-29FE5A0A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265" y="2628060"/>
            <a:ext cx="84273" cy="101927"/>
          </a:xfrm>
          <a:custGeom xmlns:a="http://schemas.openxmlformats.org/drawingml/2006/main">
            <a:pathLst>
              <a:path w="84273" h="101927">
                <a:moveTo>
                  <a:pt x="42731" y="101927"/>
                </a:moveTo>
                <a:cubicBezTo>
                  <a:pt x="31787" y="101927"/>
                  <a:pt x="23189" y="99961"/>
                  <a:pt x="16939" y="96026"/>
                </a:cubicBezTo>
                <a:cubicBezTo>
                  <a:pt x="10690" y="92094"/>
                  <a:pt x="6304" y="86654"/>
                  <a:pt x="3783" y="79704"/>
                </a:cubicBezTo>
                <a:cubicBezTo>
                  <a:pt x="1260" y="72758"/>
                  <a:pt x="0" y="64731"/>
                  <a:pt x="0" y="55627"/>
                </a:cubicBezTo>
                <a:lnTo>
                  <a:pt x="0" y="0"/>
                </a:lnTo>
                <a:lnTo>
                  <a:pt x="24837" y="0"/>
                </a:lnTo>
                <a:lnTo>
                  <a:pt x="24837" y="52107"/>
                </a:lnTo>
                <a:cubicBezTo>
                  <a:pt x="24837" y="58896"/>
                  <a:pt x="25440" y="64382"/>
                  <a:pt x="26646" y="68571"/>
                </a:cubicBezTo>
                <a:cubicBezTo>
                  <a:pt x="27852" y="72758"/>
                  <a:pt x="29907" y="75812"/>
                  <a:pt x="32810" y="77730"/>
                </a:cubicBezTo>
                <a:cubicBezTo>
                  <a:pt x="35713" y="79650"/>
                  <a:pt x="39605" y="80610"/>
                  <a:pt x="44491" y="80610"/>
                </a:cubicBezTo>
                <a:cubicBezTo>
                  <a:pt x="47346" y="80610"/>
                  <a:pt x="50146" y="80467"/>
                  <a:pt x="52889" y="80181"/>
                </a:cubicBezTo>
                <a:cubicBezTo>
                  <a:pt x="55636" y="79896"/>
                  <a:pt x="57830" y="79610"/>
                  <a:pt x="59482" y="79324"/>
                </a:cubicBezTo>
                <a:lnTo>
                  <a:pt x="59482" y="0"/>
                </a:lnTo>
                <a:lnTo>
                  <a:pt x="84273" y="0"/>
                </a:lnTo>
                <a:lnTo>
                  <a:pt x="84273" y="96312"/>
                </a:lnTo>
                <a:cubicBezTo>
                  <a:pt x="79704" y="97612"/>
                  <a:pt x="73764" y="98875"/>
                  <a:pt x="66451" y="100095"/>
                </a:cubicBezTo>
                <a:cubicBezTo>
                  <a:pt x="59139" y="101318"/>
                  <a:pt x="51232" y="101927"/>
                  <a:pt x="42731" y="1019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B9F9B9-157B-418D-8445-644B32F9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613" y="2625871"/>
            <a:ext cx="137143" cy="101927"/>
          </a:xfrm>
          <a:custGeom xmlns:a="http://schemas.openxmlformats.org/drawingml/2006/main">
            <a:pathLst>
              <a:path w="137143" h="101927">
                <a:moveTo>
                  <a:pt x="0" y="101927"/>
                </a:moveTo>
                <a:lnTo>
                  <a:pt x="0" y="5615"/>
                </a:lnTo>
                <a:cubicBezTo>
                  <a:pt x="4695" y="4315"/>
                  <a:pt x="10636" y="3052"/>
                  <a:pt x="17822" y="1832"/>
                </a:cubicBezTo>
                <a:cubicBezTo>
                  <a:pt x="25006" y="612"/>
                  <a:pt x="32487" y="0"/>
                  <a:pt x="40259" y="0"/>
                </a:cubicBezTo>
                <a:cubicBezTo>
                  <a:pt x="47269" y="0"/>
                  <a:pt x="53027" y="912"/>
                  <a:pt x="57533" y="2735"/>
                </a:cubicBezTo>
                <a:cubicBezTo>
                  <a:pt x="62036" y="4561"/>
                  <a:pt x="65731" y="6867"/>
                  <a:pt x="68620" y="9658"/>
                </a:cubicBezTo>
                <a:cubicBezTo>
                  <a:pt x="70997" y="7915"/>
                  <a:pt x="73766" y="6329"/>
                  <a:pt x="76924" y="4901"/>
                </a:cubicBezTo>
                <a:cubicBezTo>
                  <a:pt x="80079" y="3472"/>
                  <a:pt x="83505" y="2300"/>
                  <a:pt x="87202" y="1380"/>
                </a:cubicBezTo>
                <a:cubicBezTo>
                  <a:pt x="90897" y="460"/>
                  <a:pt x="94555" y="0"/>
                  <a:pt x="98169" y="0"/>
                </a:cubicBezTo>
                <a:cubicBezTo>
                  <a:pt x="108702" y="0"/>
                  <a:pt x="116775" y="1935"/>
                  <a:pt x="122390" y="5804"/>
                </a:cubicBezTo>
                <a:cubicBezTo>
                  <a:pt x="128005" y="9675"/>
                  <a:pt x="131868" y="15028"/>
                  <a:pt x="133977" y="21866"/>
                </a:cubicBezTo>
                <a:cubicBezTo>
                  <a:pt x="136088" y="28701"/>
                  <a:pt x="137143" y="36656"/>
                  <a:pt x="137143" y="45729"/>
                </a:cubicBezTo>
                <a:lnTo>
                  <a:pt x="137143" y="101927"/>
                </a:lnTo>
                <a:lnTo>
                  <a:pt x="112303" y="101927"/>
                </a:lnTo>
                <a:lnTo>
                  <a:pt x="112303" y="49298"/>
                </a:lnTo>
                <a:cubicBezTo>
                  <a:pt x="112303" y="42637"/>
                  <a:pt x="111780" y="37250"/>
                  <a:pt x="110734" y="33144"/>
                </a:cubicBezTo>
                <a:cubicBezTo>
                  <a:pt x="109685" y="29035"/>
                  <a:pt x="107893" y="26029"/>
                  <a:pt x="105356" y="24126"/>
                </a:cubicBezTo>
                <a:cubicBezTo>
                  <a:pt x="102819" y="22223"/>
                  <a:pt x="99312" y="21271"/>
                  <a:pt x="94838" y="21271"/>
                </a:cubicBezTo>
                <a:cubicBezTo>
                  <a:pt x="92903" y="21271"/>
                  <a:pt x="90906" y="21523"/>
                  <a:pt x="88843" y="22031"/>
                </a:cubicBezTo>
                <a:cubicBezTo>
                  <a:pt x="86782" y="22540"/>
                  <a:pt x="84853" y="23206"/>
                  <a:pt x="83062" y="24032"/>
                </a:cubicBezTo>
                <a:cubicBezTo>
                  <a:pt x="81270" y="24855"/>
                  <a:pt x="79770" y="25649"/>
                  <a:pt x="78564" y="26409"/>
                </a:cubicBezTo>
                <a:cubicBezTo>
                  <a:pt x="79516" y="29392"/>
                  <a:pt x="80159" y="32604"/>
                  <a:pt x="80493" y="36045"/>
                </a:cubicBezTo>
                <a:cubicBezTo>
                  <a:pt x="80824" y="39488"/>
                  <a:pt x="80990" y="43143"/>
                  <a:pt x="80990" y="47014"/>
                </a:cubicBezTo>
                <a:lnTo>
                  <a:pt x="80990" y="101927"/>
                </a:lnTo>
                <a:lnTo>
                  <a:pt x="56153" y="101927"/>
                </a:lnTo>
                <a:lnTo>
                  <a:pt x="56153" y="49298"/>
                </a:lnTo>
                <a:cubicBezTo>
                  <a:pt x="56153" y="42637"/>
                  <a:pt x="55627" y="37250"/>
                  <a:pt x="54581" y="33144"/>
                </a:cubicBezTo>
                <a:cubicBezTo>
                  <a:pt x="53535" y="29035"/>
                  <a:pt x="51735" y="26029"/>
                  <a:pt x="49180" y="24126"/>
                </a:cubicBezTo>
                <a:cubicBezTo>
                  <a:pt x="46626" y="22223"/>
                  <a:pt x="43083" y="21271"/>
                  <a:pt x="38545" y="21271"/>
                </a:cubicBezTo>
                <a:cubicBezTo>
                  <a:pt x="36767" y="21271"/>
                  <a:pt x="35033" y="21334"/>
                  <a:pt x="33336" y="21460"/>
                </a:cubicBezTo>
                <a:cubicBezTo>
                  <a:pt x="31638" y="21588"/>
                  <a:pt x="30089" y="21746"/>
                  <a:pt x="28695" y="21937"/>
                </a:cubicBezTo>
                <a:cubicBezTo>
                  <a:pt x="27298" y="22126"/>
                  <a:pt x="26015" y="22349"/>
                  <a:pt x="24840" y="22603"/>
                </a:cubicBezTo>
                <a:lnTo>
                  <a:pt x="24840" y="101927"/>
                </a:lnTo>
                <a:lnTo>
                  <a:pt x="0" y="101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E6672-215D-45B3-A34C-D48C0AAB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691" y="2625871"/>
            <a:ext cx="91126" cy="137140"/>
          </a:xfrm>
          <a:custGeom xmlns:a="http://schemas.openxmlformats.org/drawingml/2006/main">
            <a:pathLst>
              <a:path w="91126" h="137140">
                <a:moveTo>
                  <a:pt x="0" y="137140"/>
                </a:moveTo>
                <a:lnTo>
                  <a:pt x="0" y="5615"/>
                </a:lnTo>
                <a:cubicBezTo>
                  <a:pt x="3203" y="4632"/>
                  <a:pt x="6978" y="3712"/>
                  <a:pt x="11324" y="2855"/>
                </a:cubicBezTo>
                <a:cubicBezTo>
                  <a:pt x="15671" y="1997"/>
                  <a:pt x="20294" y="1309"/>
                  <a:pt x="25195" y="786"/>
                </a:cubicBezTo>
                <a:cubicBezTo>
                  <a:pt x="30098" y="260"/>
                  <a:pt x="34959" y="0"/>
                  <a:pt x="39779" y="0"/>
                </a:cubicBezTo>
                <a:cubicBezTo>
                  <a:pt x="50503" y="0"/>
                  <a:pt x="59687" y="2109"/>
                  <a:pt x="67331" y="6329"/>
                </a:cubicBezTo>
                <a:cubicBezTo>
                  <a:pt x="74978" y="10547"/>
                  <a:pt x="80856" y="16568"/>
                  <a:pt x="84962" y="24386"/>
                </a:cubicBezTo>
                <a:cubicBezTo>
                  <a:pt x="89071" y="32207"/>
                  <a:pt x="91126" y="41445"/>
                  <a:pt x="91126" y="52107"/>
                </a:cubicBezTo>
                <a:cubicBezTo>
                  <a:pt x="91126" y="62322"/>
                  <a:pt x="89428" y="71323"/>
                  <a:pt x="86034" y="79110"/>
                </a:cubicBezTo>
                <a:cubicBezTo>
                  <a:pt x="82639" y="86899"/>
                  <a:pt x="77690" y="92983"/>
                  <a:pt x="71186" y="97361"/>
                </a:cubicBezTo>
                <a:cubicBezTo>
                  <a:pt x="64682" y="101738"/>
                  <a:pt x="56673" y="103927"/>
                  <a:pt x="47157" y="103927"/>
                </a:cubicBezTo>
                <a:cubicBezTo>
                  <a:pt x="42682" y="103927"/>
                  <a:pt x="38582" y="103427"/>
                  <a:pt x="34856" y="102427"/>
                </a:cubicBezTo>
                <a:cubicBezTo>
                  <a:pt x="31127" y="101427"/>
                  <a:pt x="27789" y="100198"/>
                  <a:pt x="24837" y="98741"/>
                </a:cubicBezTo>
                <a:lnTo>
                  <a:pt x="24837" y="137140"/>
                </a:lnTo>
                <a:lnTo>
                  <a:pt x="0" y="137140"/>
                </a:lnTo>
                <a:close/>
                <a:moveTo>
                  <a:pt x="42731" y="82750"/>
                </a:moveTo>
                <a:cubicBezTo>
                  <a:pt x="46729" y="82750"/>
                  <a:pt x="50155" y="82076"/>
                  <a:pt x="53009" y="80727"/>
                </a:cubicBezTo>
                <a:cubicBezTo>
                  <a:pt x="55864" y="79381"/>
                  <a:pt x="58244" y="77407"/>
                  <a:pt x="60148" y="74804"/>
                </a:cubicBezTo>
                <a:cubicBezTo>
                  <a:pt x="62051" y="72203"/>
                  <a:pt x="63445" y="69063"/>
                  <a:pt x="64334" y="65382"/>
                </a:cubicBezTo>
                <a:cubicBezTo>
                  <a:pt x="65222" y="61702"/>
                  <a:pt x="65668" y="57484"/>
                  <a:pt x="65668" y="52724"/>
                </a:cubicBezTo>
                <a:cubicBezTo>
                  <a:pt x="65668" y="46286"/>
                  <a:pt x="64651" y="40717"/>
                  <a:pt x="62622" y="36022"/>
                </a:cubicBezTo>
                <a:cubicBezTo>
                  <a:pt x="60590" y="31327"/>
                  <a:pt x="57650" y="27695"/>
                  <a:pt x="53795" y="25126"/>
                </a:cubicBezTo>
                <a:cubicBezTo>
                  <a:pt x="49941" y="22554"/>
                  <a:pt x="45206" y="21271"/>
                  <a:pt x="39591" y="21271"/>
                </a:cubicBezTo>
                <a:cubicBezTo>
                  <a:pt x="36290" y="21271"/>
                  <a:pt x="33381" y="21414"/>
                  <a:pt x="30858" y="21700"/>
                </a:cubicBezTo>
                <a:cubicBezTo>
                  <a:pt x="28335" y="21983"/>
                  <a:pt x="26329" y="22286"/>
                  <a:pt x="24837" y="22603"/>
                </a:cubicBezTo>
                <a:lnTo>
                  <a:pt x="24837" y="77707"/>
                </a:lnTo>
                <a:cubicBezTo>
                  <a:pt x="26709" y="78976"/>
                  <a:pt x="29272" y="80133"/>
                  <a:pt x="32524" y="81182"/>
                </a:cubicBezTo>
                <a:cubicBezTo>
                  <a:pt x="35776" y="82227"/>
                  <a:pt x="39176" y="82750"/>
                  <a:pt x="42731" y="82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BDDEE-8404-476A-A4E9-354D7FE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187" y="2625491"/>
            <a:ext cx="74661" cy="104879"/>
          </a:xfrm>
          <a:custGeom xmlns:a="http://schemas.openxmlformats.org/drawingml/2006/main">
            <a:pathLst>
              <a:path w="74661" h="104879">
                <a:moveTo>
                  <a:pt x="33213" y="104879"/>
                </a:moveTo>
                <a:cubicBezTo>
                  <a:pt x="24426" y="104879"/>
                  <a:pt x="17225" y="104124"/>
                  <a:pt x="11610" y="102619"/>
                </a:cubicBezTo>
                <a:cubicBezTo>
                  <a:pt x="5995" y="101110"/>
                  <a:pt x="2123" y="99881"/>
                  <a:pt x="0" y="98930"/>
                </a:cubicBezTo>
                <a:lnTo>
                  <a:pt x="4423" y="78516"/>
                </a:lnTo>
                <a:cubicBezTo>
                  <a:pt x="8390" y="80070"/>
                  <a:pt x="12816" y="81459"/>
                  <a:pt x="17699" y="82679"/>
                </a:cubicBezTo>
                <a:cubicBezTo>
                  <a:pt x="22586" y="83899"/>
                  <a:pt x="27803" y="84511"/>
                  <a:pt x="33356" y="84511"/>
                </a:cubicBezTo>
                <a:cubicBezTo>
                  <a:pt x="39002" y="84511"/>
                  <a:pt x="43174" y="83862"/>
                  <a:pt x="45871" y="82559"/>
                </a:cubicBezTo>
                <a:cubicBezTo>
                  <a:pt x="48569" y="81259"/>
                  <a:pt x="49915" y="78847"/>
                  <a:pt x="49915" y="75327"/>
                </a:cubicBezTo>
                <a:cubicBezTo>
                  <a:pt x="49915" y="73329"/>
                  <a:pt x="49249" y="71615"/>
                  <a:pt x="47917" y="70189"/>
                </a:cubicBezTo>
                <a:cubicBezTo>
                  <a:pt x="46586" y="68760"/>
                  <a:pt x="44571" y="67348"/>
                  <a:pt x="41874" y="65954"/>
                </a:cubicBezTo>
                <a:cubicBezTo>
                  <a:pt x="39176" y="64557"/>
                  <a:pt x="35673" y="63051"/>
                  <a:pt x="31358" y="61431"/>
                </a:cubicBezTo>
                <a:cubicBezTo>
                  <a:pt x="25743" y="59210"/>
                  <a:pt x="20745" y="56864"/>
                  <a:pt x="16368" y="54390"/>
                </a:cubicBezTo>
                <a:cubicBezTo>
                  <a:pt x="11990" y="51915"/>
                  <a:pt x="8572" y="48735"/>
                  <a:pt x="6112" y="44848"/>
                </a:cubicBezTo>
                <a:cubicBezTo>
                  <a:pt x="3655" y="40962"/>
                  <a:pt x="2426" y="35893"/>
                  <a:pt x="2426" y="29644"/>
                </a:cubicBezTo>
                <a:cubicBezTo>
                  <a:pt x="2426" y="23523"/>
                  <a:pt x="3963" y="18265"/>
                  <a:pt x="7041" y="13870"/>
                </a:cubicBezTo>
                <a:cubicBezTo>
                  <a:pt x="10118" y="9475"/>
                  <a:pt x="14488" y="6066"/>
                  <a:pt x="20151" y="3640"/>
                </a:cubicBezTo>
                <a:cubicBezTo>
                  <a:pt x="25815" y="1212"/>
                  <a:pt x="32578" y="0"/>
                  <a:pt x="40448" y="0"/>
                </a:cubicBezTo>
                <a:cubicBezTo>
                  <a:pt x="46666" y="0"/>
                  <a:pt x="52438" y="546"/>
                  <a:pt x="57767" y="1640"/>
                </a:cubicBezTo>
                <a:cubicBezTo>
                  <a:pt x="63096" y="2735"/>
                  <a:pt x="67237" y="3869"/>
                  <a:pt x="70189" y="5043"/>
                </a:cubicBezTo>
                <a:lnTo>
                  <a:pt x="65668" y="24695"/>
                </a:lnTo>
                <a:cubicBezTo>
                  <a:pt x="62779" y="23617"/>
                  <a:pt x="59425" y="22594"/>
                  <a:pt x="55601" y="21626"/>
                </a:cubicBezTo>
                <a:cubicBezTo>
                  <a:pt x="51781" y="20660"/>
                  <a:pt x="47220" y="20174"/>
                  <a:pt x="41922" y="20174"/>
                </a:cubicBezTo>
                <a:cubicBezTo>
                  <a:pt x="37259" y="20174"/>
                  <a:pt x="33601" y="20905"/>
                  <a:pt x="30952" y="22363"/>
                </a:cubicBezTo>
                <a:cubicBezTo>
                  <a:pt x="28304" y="23823"/>
                  <a:pt x="26981" y="26106"/>
                  <a:pt x="26981" y="29215"/>
                </a:cubicBezTo>
                <a:cubicBezTo>
                  <a:pt x="26981" y="31121"/>
                  <a:pt x="27472" y="32784"/>
                  <a:pt x="28455" y="34213"/>
                </a:cubicBezTo>
                <a:cubicBezTo>
                  <a:pt x="29438" y="35642"/>
                  <a:pt x="31152" y="36987"/>
                  <a:pt x="33596" y="38259"/>
                </a:cubicBezTo>
                <a:cubicBezTo>
                  <a:pt x="36036" y="39528"/>
                  <a:pt x="39431" y="40971"/>
                  <a:pt x="43777" y="42588"/>
                </a:cubicBezTo>
                <a:cubicBezTo>
                  <a:pt x="51424" y="45411"/>
                  <a:pt x="57481" y="48257"/>
                  <a:pt x="61956" y="51129"/>
                </a:cubicBezTo>
                <a:cubicBezTo>
                  <a:pt x="66428" y="54001"/>
                  <a:pt x="69663" y="57347"/>
                  <a:pt x="71663" y="61171"/>
                </a:cubicBezTo>
                <a:cubicBezTo>
                  <a:pt x="73661" y="64994"/>
                  <a:pt x="74661" y="69760"/>
                  <a:pt x="74661" y="75469"/>
                </a:cubicBezTo>
                <a:cubicBezTo>
                  <a:pt x="74661" y="81910"/>
                  <a:pt x="73043" y="87311"/>
                  <a:pt x="69806" y="91671"/>
                </a:cubicBezTo>
                <a:cubicBezTo>
                  <a:pt x="66571" y="96035"/>
                  <a:pt x="61868" y="99327"/>
                  <a:pt x="55698" y="101547"/>
                </a:cubicBezTo>
                <a:cubicBezTo>
                  <a:pt x="49526" y="103767"/>
                  <a:pt x="42034" y="104879"/>
                  <a:pt x="33213" y="104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9D5DB5-36F3-4BB7-9DA7-6623CBA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6" y="2389464"/>
            <a:ext cx="96503" cy="104879"/>
          </a:xfrm>
          <a:custGeom xmlns:a="http://schemas.openxmlformats.org/drawingml/2006/main">
            <a:pathLst>
              <a:path w="96503" h="104879">
                <a:moveTo>
                  <a:pt x="48281" y="104879"/>
                </a:moveTo>
                <a:cubicBezTo>
                  <a:pt x="38776" y="104879"/>
                  <a:pt x="30384" y="102681"/>
                  <a:pt x="23103" y="98289"/>
                </a:cubicBezTo>
                <a:cubicBezTo>
                  <a:pt x="15822" y="93895"/>
                  <a:pt x="10152" y="87757"/>
                  <a:pt x="6091" y="79873"/>
                </a:cubicBezTo>
                <a:cubicBezTo>
                  <a:pt x="2030" y="71989"/>
                  <a:pt x="0" y="62799"/>
                  <a:pt x="0" y="52298"/>
                </a:cubicBezTo>
                <a:cubicBezTo>
                  <a:pt x="0" y="41797"/>
                  <a:pt x="2072" y="32647"/>
                  <a:pt x="6216" y="24849"/>
                </a:cubicBezTo>
                <a:cubicBezTo>
                  <a:pt x="10362" y="17051"/>
                  <a:pt x="16104" y="10959"/>
                  <a:pt x="23442" y="6578"/>
                </a:cubicBezTo>
                <a:cubicBezTo>
                  <a:pt x="30782" y="2192"/>
                  <a:pt x="39083" y="0"/>
                  <a:pt x="48344" y="0"/>
                </a:cubicBezTo>
                <a:cubicBezTo>
                  <a:pt x="57738" y="0"/>
                  <a:pt x="66059" y="2183"/>
                  <a:pt x="73306" y="6544"/>
                </a:cubicBezTo>
                <a:cubicBezTo>
                  <a:pt x="80555" y="10907"/>
                  <a:pt x="86233" y="16996"/>
                  <a:pt x="90341" y="24817"/>
                </a:cubicBezTo>
                <a:cubicBezTo>
                  <a:pt x="94450" y="32636"/>
                  <a:pt x="96503" y="41797"/>
                  <a:pt x="96503" y="52298"/>
                </a:cubicBezTo>
                <a:cubicBezTo>
                  <a:pt x="96503" y="62799"/>
                  <a:pt x="94497" y="71989"/>
                  <a:pt x="90484" y="79873"/>
                </a:cubicBezTo>
                <a:cubicBezTo>
                  <a:pt x="86471" y="87757"/>
                  <a:pt x="80880" y="93895"/>
                  <a:pt x="73710" y="98289"/>
                </a:cubicBezTo>
                <a:cubicBezTo>
                  <a:pt x="66541" y="102681"/>
                  <a:pt x="58064" y="104879"/>
                  <a:pt x="48281" y="104879"/>
                </a:cubicBezTo>
                <a:close/>
                <a:moveTo>
                  <a:pt x="48252" y="83419"/>
                </a:moveTo>
                <a:cubicBezTo>
                  <a:pt x="53105" y="83419"/>
                  <a:pt x="57215" y="82147"/>
                  <a:pt x="60580" y="79607"/>
                </a:cubicBezTo>
                <a:cubicBezTo>
                  <a:pt x="63944" y="77061"/>
                  <a:pt x="66537" y="73452"/>
                  <a:pt x="68360" y="68774"/>
                </a:cubicBezTo>
                <a:cubicBezTo>
                  <a:pt x="70182" y="64094"/>
                  <a:pt x="71093" y="58602"/>
                  <a:pt x="71093" y="52298"/>
                </a:cubicBezTo>
                <a:cubicBezTo>
                  <a:pt x="71093" y="45951"/>
                  <a:pt x="70182" y="40479"/>
                  <a:pt x="68360" y="35876"/>
                </a:cubicBezTo>
                <a:cubicBezTo>
                  <a:pt x="66537" y="31270"/>
                  <a:pt x="63944" y="27718"/>
                  <a:pt x="60580" y="25215"/>
                </a:cubicBezTo>
                <a:cubicBezTo>
                  <a:pt x="57215" y="22714"/>
                  <a:pt x="53105" y="21463"/>
                  <a:pt x="48252" y="21463"/>
                </a:cubicBezTo>
                <a:cubicBezTo>
                  <a:pt x="43493" y="21463"/>
                  <a:pt x="39401" y="22714"/>
                  <a:pt x="35975" y="25220"/>
                </a:cubicBezTo>
                <a:cubicBezTo>
                  <a:pt x="32549" y="27726"/>
                  <a:pt x="29931" y="31281"/>
                  <a:pt x="28123" y="35882"/>
                </a:cubicBezTo>
                <a:cubicBezTo>
                  <a:pt x="26315" y="40479"/>
                  <a:pt x="25411" y="45951"/>
                  <a:pt x="25411" y="52298"/>
                </a:cubicBezTo>
                <a:cubicBezTo>
                  <a:pt x="25411" y="58642"/>
                  <a:pt x="26315" y="64139"/>
                  <a:pt x="28123" y="68786"/>
                </a:cubicBezTo>
                <a:cubicBezTo>
                  <a:pt x="29931" y="73432"/>
                  <a:pt x="32549" y="77035"/>
                  <a:pt x="35975" y="79587"/>
                </a:cubicBezTo>
                <a:cubicBezTo>
                  <a:pt x="39401" y="82142"/>
                  <a:pt x="43493" y="83419"/>
                  <a:pt x="48252" y="834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FCC64-D40A-4B62-BBAA-8287DD6D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49" y="2389847"/>
            <a:ext cx="91126" cy="137140"/>
          </a:xfrm>
          <a:custGeom xmlns:a="http://schemas.openxmlformats.org/drawingml/2006/main">
            <a:pathLst>
              <a:path w="91126" h="137140">
                <a:moveTo>
                  <a:pt x="0" y="137140"/>
                </a:moveTo>
                <a:lnTo>
                  <a:pt x="0" y="5615"/>
                </a:lnTo>
                <a:cubicBezTo>
                  <a:pt x="3204" y="4629"/>
                  <a:pt x="6979" y="3709"/>
                  <a:pt x="11325" y="2855"/>
                </a:cubicBezTo>
                <a:cubicBezTo>
                  <a:pt x="15671" y="1997"/>
                  <a:pt x="20295" y="1306"/>
                  <a:pt x="25197" y="783"/>
                </a:cubicBezTo>
                <a:cubicBezTo>
                  <a:pt x="30098" y="260"/>
                  <a:pt x="34960" y="0"/>
                  <a:pt x="39782" y="0"/>
                </a:cubicBezTo>
                <a:cubicBezTo>
                  <a:pt x="50504" y="0"/>
                  <a:pt x="59688" y="2109"/>
                  <a:pt x="67334" y="6327"/>
                </a:cubicBezTo>
                <a:cubicBezTo>
                  <a:pt x="74979" y="10547"/>
                  <a:pt x="80856" y="16568"/>
                  <a:pt x="84964" y="24386"/>
                </a:cubicBezTo>
                <a:cubicBezTo>
                  <a:pt x="89072" y="32207"/>
                  <a:pt x="91126" y="41445"/>
                  <a:pt x="91126" y="52104"/>
                </a:cubicBezTo>
                <a:cubicBezTo>
                  <a:pt x="91126" y="62319"/>
                  <a:pt x="89429" y="71320"/>
                  <a:pt x="86035" y="79110"/>
                </a:cubicBezTo>
                <a:cubicBezTo>
                  <a:pt x="82640" y="86897"/>
                  <a:pt x="77691" y="92980"/>
                  <a:pt x="71188" y="97358"/>
                </a:cubicBezTo>
                <a:cubicBezTo>
                  <a:pt x="64685" y="101736"/>
                  <a:pt x="56675" y="103924"/>
                  <a:pt x="47157" y="103924"/>
                </a:cubicBezTo>
                <a:cubicBezTo>
                  <a:pt x="42684" y="103924"/>
                  <a:pt x="38584" y="103427"/>
                  <a:pt x="34856" y="102427"/>
                </a:cubicBezTo>
                <a:cubicBezTo>
                  <a:pt x="31129" y="101427"/>
                  <a:pt x="27790" y="100198"/>
                  <a:pt x="24840" y="98738"/>
                </a:cubicBezTo>
                <a:lnTo>
                  <a:pt x="24840" y="137140"/>
                </a:lnTo>
                <a:lnTo>
                  <a:pt x="0" y="137140"/>
                </a:lnTo>
                <a:close/>
                <a:moveTo>
                  <a:pt x="42732" y="82750"/>
                </a:moveTo>
                <a:cubicBezTo>
                  <a:pt x="46729" y="82750"/>
                  <a:pt x="50155" y="82076"/>
                  <a:pt x="53010" y="80727"/>
                </a:cubicBezTo>
                <a:cubicBezTo>
                  <a:pt x="55866" y="79378"/>
                  <a:pt x="58245" y="77404"/>
                  <a:pt x="60148" y="74804"/>
                </a:cubicBezTo>
                <a:cubicBezTo>
                  <a:pt x="62051" y="72203"/>
                  <a:pt x="63447" y="69060"/>
                  <a:pt x="64336" y="65382"/>
                </a:cubicBezTo>
                <a:cubicBezTo>
                  <a:pt x="65224" y="61702"/>
                  <a:pt x="65668" y="57481"/>
                  <a:pt x="65668" y="52724"/>
                </a:cubicBezTo>
                <a:cubicBezTo>
                  <a:pt x="65668" y="46283"/>
                  <a:pt x="64653" y="40717"/>
                  <a:pt x="62623" y="36022"/>
                </a:cubicBezTo>
                <a:cubicBezTo>
                  <a:pt x="60592" y="31327"/>
                  <a:pt x="57650" y="27695"/>
                  <a:pt x="53796" y="25123"/>
                </a:cubicBezTo>
                <a:cubicBezTo>
                  <a:pt x="49941" y="22554"/>
                  <a:pt x="45206" y="21268"/>
                  <a:pt x="39591" y="21268"/>
                </a:cubicBezTo>
                <a:cubicBezTo>
                  <a:pt x="36292" y="21268"/>
                  <a:pt x="33381" y="21411"/>
                  <a:pt x="30859" y="21697"/>
                </a:cubicBezTo>
                <a:cubicBezTo>
                  <a:pt x="28337" y="21983"/>
                  <a:pt x="26331" y="22286"/>
                  <a:pt x="24840" y="22603"/>
                </a:cubicBezTo>
                <a:lnTo>
                  <a:pt x="24840" y="77707"/>
                </a:lnTo>
                <a:cubicBezTo>
                  <a:pt x="26711" y="78976"/>
                  <a:pt x="29273" y="80133"/>
                  <a:pt x="32525" y="81179"/>
                </a:cubicBezTo>
                <a:cubicBezTo>
                  <a:pt x="35776" y="82227"/>
                  <a:pt x="39179" y="82750"/>
                  <a:pt x="42732" y="82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EC60F-E2DA-49E9-AD6A-E0B9DCC3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60" y="2362152"/>
            <a:ext cx="64050" cy="131859"/>
          </a:xfrm>
          <a:custGeom xmlns:a="http://schemas.openxmlformats.org/drawingml/2006/main">
            <a:pathLst>
              <a:path w="64050" h="131859">
                <a:moveTo>
                  <a:pt x="37926" y="131859"/>
                </a:moveTo>
                <a:cubicBezTo>
                  <a:pt x="28123" y="131859"/>
                  <a:pt x="20454" y="130136"/>
                  <a:pt x="14918" y="126696"/>
                </a:cubicBezTo>
                <a:cubicBezTo>
                  <a:pt x="9382" y="123253"/>
                  <a:pt x="5512" y="118375"/>
                  <a:pt x="3307" y="112063"/>
                </a:cubicBezTo>
                <a:cubicBezTo>
                  <a:pt x="1102" y="105750"/>
                  <a:pt x="0" y="98264"/>
                  <a:pt x="0" y="89603"/>
                </a:cubicBezTo>
                <a:lnTo>
                  <a:pt x="0" y="4043"/>
                </a:lnTo>
                <a:lnTo>
                  <a:pt x="24840" y="0"/>
                </a:lnTo>
                <a:lnTo>
                  <a:pt x="24840" y="29884"/>
                </a:lnTo>
                <a:lnTo>
                  <a:pt x="60053" y="29884"/>
                </a:lnTo>
                <a:lnTo>
                  <a:pt x="60053" y="50583"/>
                </a:lnTo>
                <a:lnTo>
                  <a:pt x="24840" y="50583"/>
                </a:lnTo>
                <a:lnTo>
                  <a:pt x="24840" y="89603"/>
                </a:lnTo>
                <a:cubicBezTo>
                  <a:pt x="24840" y="94298"/>
                  <a:pt x="25371" y="98224"/>
                  <a:pt x="26434" y="101381"/>
                </a:cubicBezTo>
                <a:cubicBezTo>
                  <a:pt x="27497" y="104536"/>
                  <a:pt x="29257" y="106876"/>
                  <a:pt x="31716" y="108399"/>
                </a:cubicBezTo>
                <a:cubicBezTo>
                  <a:pt x="34175" y="109922"/>
                  <a:pt x="37482" y="110682"/>
                  <a:pt x="41637" y="110682"/>
                </a:cubicBezTo>
                <a:cubicBezTo>
                  <a:pt x="45127" y="110682"/>
                  <a:pt x="48490" y="110325"/>
                  <a:pt x="51726" y="109611"/>
                </a:cubicBezTo>
                <a:cubicBezTo>
                  <a:pt x="54961" y="108899"/>
                  <a:pt x="57817" y="108051"/>
                  <a:pt x="60291" y="107068"/>
                </a:cubicBezTo>
                <a:lnTo>
                  <a:pt x="64050" y="126530"/>
                </a:lnTo>
                <a:cubicBezTo>
                  <a:pt x="61005" y="127862"/>
                  <a:pt x="57365" y="129082"/>
                  <a:pt x="53129" y="130193"/>
                </a:cubicBezTo>
                <a:cubicBezTo>
                  <a:pt x="48894" y="131302"/>
                  <a:pt x="43826" y="131859"/>
                  <a:pt x="37926" y="131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D17B9-4D93-4007-B41E-BFEDD25A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42" y="2345876"/>
            <a:ext cx="30455" cy="145898"/>
          </a:xfrm>
          <a:custGeom xmlns:a="http://schemas.openxmlformats.org/drawingml/2006/main">
            <a:pathLst>
              <a:path w="30455" h="145898">
                <a:moveTo>
                  <a:pt x="2760" y="145898"/>
                </a:moveTo>
                <a:lnTo>
                  <a:pt x="2760" y="46160"/>
                </a:lnTo>
                <a:lnTo>
                  <a:pt x="27600" y="46160"/>
                </a:lnTo>
                <a:lnTo>
                  <a:pt x="27600" y="145898"/>
                </a:lnTo>
                <a:lnTo>
                  <a:pt x="2760" y="145898"/>
                </a:lnTo>
                <a:close/>
                <a:moveTo>
                  <a:pt x="15227" y="30312"/>
                </a:moveTo>
                <a:cubicBezTo>
                  <a:pt x="11103" y="30312"/>
                  <a:pt x="7534" y="28958"/>
                  <a:pt x="4521" y="26243"/>
                </a:cubicBezTo>
                <a:cubicBezTo>
                  <a:pt x="1507" y="23532"/>
                  <a:pt x="0" y="19828"/>
                  <a:pt x="0" y="15133"/>
                </a:cubicBezTo>
                <a:cubicBezTo>
                  <a:pt x="0" y="10470"/>
                  <a:pt x="1507" y="6781"/>
                  <a:pt x="4521" y="4069"/>
                </a:cubicBezTo>
                <a:cubicBezTo>
                  <a:pt x="7534" y="1357"/>
                  <a:pt x="11103" y="0"/>
                  <a:pt x="15227" y="0"/>
                </a:cubicBezTo>
                <a:cubicBezTo>
                  <a:pt x="19352" y="0"/>
                  <a:pt x="22921" y="1357"/>
                  <a:pt x="25934" y="4069"/>
                </a:cubicBezTo>
                <a:cubicBezTo>
                  <a:pt x="28948" y="6781"/>
                  <a:pt x="30455" y="10470"/>
                  <a:pt x="30455" y="15133"/>
                </a:cubicBezTo>
                <a:cubicBezTo>
                  <a:pt x="30455" y="19828"/>
                  <a:pt x="28948" y="23532"/>
                  <a:pt x="25934" y="26243"/>
                </a:cubicBezTo>
                <a:cubicBezTo>
                  <a:pt x="22921" y="28958"/>
                  <a:pt x="19352" y="30312"/>
                  <a:pt x="15227" y="303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29F85-FCB6-4E9B-A0D1-A2BADD94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018" y="2389847"/>
            <a:ext cx="137142" cy="101927"/>
          </a:xfrm>
          <a:custGeom xmlns:a="http://schemas.openxmlformats.org/drawingml/2006/main">
            <a:pathLst>
              <a:path w="137142" h="101927">
                <a:moveTo>
                  <a:pt x="0" y="101927"/>
                </a:moveTo>
                <a:lnTo>
                  <a:pt x="0" y="5615"/>
                </a:lnTo>
                <a:cubicBezTo>
                  <a:pt x="4695" y="4312"/>
                  <a:pt x="10635" y="3052"/>
                  <a:pt x="17821" y="1832"/>
                </a:cubicBezTo>
                <a:cubicBezTo>
                  <a:pt x="25006" y="609"/>
                  <a:pt x="32485" y="0"/>
                  <a:pt x="40257" y="0"/>
                </a:cubicBezTo>
                <a:cubicBezTo>
                  <a:pt x="47268" y="0"/>
                  <a:pt x="53026" y="912"/>
                  <a:pt x="57531" y="2735"/>
                </a:cubicBezTo>
                <a:cubicBezTo>
                  <a:pt x="62036" y="4558"/>
                  <a:pt x="65732" y="6867"/>
                  <a:pt x="68618" y="9658"/>
                </a:cubicBezTo>
                <a:cubicBezTo>
                  <a:pt x="70998" y="7912"/>
                  <a:pt x="73766" y="6327"/>
                  <a:pt x="76922" y="4901"/>
                </a:cubicBezTo>
                <a:cubicBezTo>
                  <a:pt x="80079" y="3472"/>
                  <a:pt x="83505" y="2297"/>
                  <a:pt x="87201" y="1377"/>
                </a:cubicBezTo>
                <a:cubicBezTo>
                  <a:pt x="90897" y="460"/>
                  <a:pt x="94553" y="0"/>
                  <a:pt x="98169" y="0"/>
                </a:cubicBezTo>
                <a:cubicBezTo>
                  <a:pt x="108701" y="0"/>
                  <a:pt x="116775" y="1935"/>
                  <a:pt x="122390" y="5804"/>
                </a:cubicBezTo>
                <a:cubicBezTo>
                  <a:pt x="128005" y="9675"/>
                  <a:pt x="131868" y="15028"/>
                  <a:pt x="133977" y="21866"/>
                </a:cubicBezTo>
                <a:cubicBezTo>
                  <a:pt x="136087" y="28701"/>
                  <a:pt x="137142" y="36656"/>
                  <a:pt x="137142" y="45729"/>
                </a:cubicBezTo>
                <a:lnTo>
                  <a:pt x="137142" y="101927"/>
                </a:lnTo>
                <a:lnTo>
                  <a:pt x="112302" y="101927"/>
                </a:lnTo>
                <a:lnTo>
                  <a:pt x="112302" y="49298"/>
                </a:lnTo>
                <a:cubicBezTo>
                  <a:pt x="112302" y="42637"/>
                  <a:pt x="111779" y="37250"/>
                  <a:pt x="110732" y="33141"/>
                </a:cubicBezTo>
                <a:cubicBezTo>
                  <a:pt x="109685" y="29035"/>
                  <a:pt x="107892" y="26029"/>
                  <a:pt x="105355" y="24126"/>
                </a:cubicBezTo>
                <a:cubicBezTo>
                  <a:pt x="102817" y="22220"/>
                  <a:pt x="99311" y="21268"/>
                  <a:pt x="94838" y="21268"/>
                </a:cubicBezTo>
                <a:cubicBezTo>
                  <a:pt x="92903" y="21268"/>
                  <a:pt x="90904" y="21523"/>
                  <a:pt x="88842" y="22031"/>
                </a:cubicBezTo>
                <a:cubicBezTo>
                  <a:pt x="86780" y="22537"/>
                  <a:pt x="84853" y="23206"/>
                  <a:pt x="83061" y="24029"/>
                </a:cubicBezTo>
                <a:cubicBezTo>
                  <a:pt x="81268" y="24855"/>
                  <a:pt x="79769" y="25646"/>
                  <a:pt x="78564" y="26409"/>
                </a:cubicBezTo>
                <a:cubicBezTo>
                  <a:pt x="79515" y="29389"/>
                  <a:pt x="80158" y="32604"/>
                  <a:pt x="80491" y="36045"/>
                </a:cubicBezTo>
                <a:cubicBezTo>
                  <a:pt x="80824" y="39488"/>
                  <a:pt x="80991" y="43143"/>
                  <a:pt x="80991" y="47014"/>
                </a:cubicBezTo>
                <a:lnTo>
                  <a:pt x="80991" y="101927"/>
                </a:lnTo>
                <a:lnTo>
                  <a:pt x="56151" y="101927"/>
                </a:lnTo>
                <a:lnTo>
                  <a:pt x="56151" y="49298"/>
                </a:lnTo>
                <a:cubicBezTo>
                  <a:pt x="56151" y="42637"/>
                  <a:pt x="55628" y="37250"/>
                  <a:pt x="54581" y="33141"/>
                </a:cubicBezTo>
                <a:cubicBezTo>
                  <a:pt x="53534" y="29035"/>
                  <a:pt x="51733" y="26029"/>
                  <a:pt x="49180" y="24126"/>
                </a:cubicBezTo>
                <a:cubicBezTo>
                  <a:pt x="46626" y="22220"/>
                  <a:pt x="43081" y="21268"/>
                  <a:pt x="38544" y="21268"/>
                </a:cubicBezTo>
                <a:cubicBezTo>
                  <a:pt x="36768" y="21268"/>
                  <a:pt x="35031" y="21334"/>
                  <a:pt x="33334" y="21460"/>
                </a:cubicBezTo>
                <a:cubicBezTo>
                  <a:pt x="31637" y="21586"/>
                  <a:pt x="30090" y="21746"/>
                  <a:pt x="28694" y="21937"/>
                </a:cubicBezTo>
                <a:cubicBezTo>
                  <a:pt x="27298" y="22126"/>
                  <a:pt x="26014" y="22349"/>
                  <a:pt x="24840" y="22603"/>
                </a:cubicBezTo>
                <a:lnTo>
                  <a:pt x="24840" y="101927"/>
                </a:lnTo>
                <a:lnTo>
                  <a:pt x="0" y="1019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DA8988-4E40-41FF-801A-D0DC9C9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34" y="2345876"/>
            <a:ext cx="30455" cy="145898"/>
          </a:xfrm>
          <a:custGeom xmlns:a="http://schemas.openxmlformats.org/drawingml/2006/main">
            <a:pathLst>
              <a:path w="30455" h="145898">
                <a:moveTo>
                  <a:pt x="2760" y="145898"/>
                </a:moveTo>
                <a:lnTo>
                  <a:pt x="2760" y="46160"/>
                </a:lnTo>
                <a:lnTo>
                  <a:pt x="27599" y="46160"/>
                </a:lnTo>
                <a:lnTo>
                  <a:pt x="27599" y="145898"/>
                </a:lnTo>
                <a:lnTo>
                  <a:pt x="2760" y="145898"/>
                </a:lnTo>
                <a:close/>
                <a:moveTo>
                  <a:pt x="15227" y="30312"/>
                </a:moveTo>
                <a:cubicBezTo>
                  <a:pt x="11103" y="30312"/>
                  <a:pt x="7534" y="28958"/>
                  <a:pt x="4521" y="26243"/>
                </a:cubicBezTo>
                <a:cubicBezTo>
                  <a:pt x="1507" y="23532"/>
                  <a:pt x="0" y="19828"/>
                  <a:pt x="0" y="15133"/>
                </a:cubicBezTo>
                <a:cubicBezTo>
                  <a:pt x="0" y="10470"/>
                  <a:pt x="1507" y="6781"/>
                  <a:pt x="4521" y="4069"/>
                </a:cubicBezTo>
                <a:cubicBezTo>
                  <a:pt x="7534" y="1357"/>
                  <a:pt x="11103" y="0"/>
                  <a:pt x="15227" y="0"/>
                </a:cubicBezTo>
                <a:cubicBezTo>
                  <a:pt x="19351" y="0"/>
                  <a:pt x="22920" y="1357"/>
                  <a:pt x="25934" y="4069"/>
                </a:cubicBezTo>
                <a:cubicBezTo>
                  <a:pt x="28948" y="6781"/>
                  <a:pt x="30455" y="10470"/>
                  <a:pt x="30455" y="15133"/>
                </a:cubicBezTo>
                <a:cubicBezTo>
                  <a:pt x="30455" y="19828"/>
                  <a:pt x="28948" y="23532"/>
                  <a:pt x="25934" y="26243"/>
                </a:cubicBezTo>
                <a:cubicBezTo>
                  <a:pt x="22920" y="28958"/>
                  <a:pt x="19351" y="30312"/>
                  <a:pt x="15227" y="303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559D5-F2EE-47E9-9885-7AF445DA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24" y="2392036"/>
            <a:ext cx="80372" cy="99738"/>
          </a:xfrm>
          <a:custGeom xmlns:a="http://schemas.openxmlformats.org/drawingml/2006/main">
            <a:pathLst>
              <a:path w="80372" h="99738">
                <a:moveTo>
                  <a:pt x="0" y="99738"/>
                </a:moveTo>
                <a:lnTo>
                  <a:pt x="0" y="84702"/>
                </a:lnTo>
                <a:cubicBezTo>
                  <a:pt x="2792" y="79784"/>
                  <a:pt x="6178" y="74455"/>
                  <a:pt x="10160" y="68711"/>
                </a:cubicBezTo>
                <a:cubicBezTo>
                  <a:pt x="14141" y="62971"/>
                  <a:pt x="18336" y="57196"/>
                  <a:pt x="22746" y="51392"/>
                </a:cubicBezTo>
                <a:cubicBezTo>
                  <a:pt x="27156" y="45586"/>
                  <a:pt x="31478" y="40034"/>
                  <a:pt x="35713" y="34736"/>
                </a:cubicBezTo>
                <a:cubicBezTo>
                  <a:pt x="39948" y="29438"/>
                  <a:pt x="43779" y="24760"/>
                  <a:pt x="47205" y="20700"/>
                </a:cubicBezTo>
                <a:lnTo>
                  <a:pt x="2379" y="20700"/>
                </a:lnTo>
                <a:lnTo>
                  <a:pt x="2379" y="0"/>
                </a:lnTo>
                <a:lnTo>
                  <a:pt x="79278" y="0"/>
                </a:lnTo>
                <a:lnTo>
                  <a:pt x="79278" y="17034"/>
                </a:lnTo>
                <a:cubicBezTo>
                  <a:pt x="76867" y="19731"/>
                  <a:pt x="73655" y="23403"/>
                  <a:pt x="69642" y="28049"/>
                </a:cubicBezTo>
                <a:cubicBezTo>
                  <a:pt x="65628" y="32698"/>
                  <a:pt x="61275" y="37876"/>
                  <a:pt x="56579" y="43588"/>
                </a:cubicBezTo>
                <a:cubicBezTo>
                  <a:pt x="51884" y="49298"/>
                  <a:pt x="47205" y="55207"/>
                  <a:pt x="42542" y="61313"/>
                </a:cubicBezTo>
                <a:cubicBezTo>
                  <a:pt x="37878" y="67420"/>
                  <a:pt x="33691" y="73329"/>
                  <a:pt x="29979" y="79038"/>
                </a:cubicBezTo>
                <a:lnTo>
                  <a:pt x="80372" y="79038"/>
                </a:lnTo>
                <a:lnTo>
                  <a:pt x="80372" y="99738"/>
                </a:lnTo>
                <a:lnTo>
                  <a:pt x="0" y="997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91346-1EDF-45B5-87FA-4B399FB9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711" y="2389464"/>
            <a:ext cx="91507" cy="104833"/>
          </a:xfrm>
          <a:custGeom xmlns:a="http://schemas.openxmlformats.org/drawingml/2006/main">
            <a:pathLst>
              <a:path w="91507" h="104833">
                <a:moveTo>
                  <a:pt x="51916" y="104833"/>
                </a:moveTo>
                <a:cubicBezTo>
                  <a:pt x="39988" y="104833"/>
                  <a:pt x="30201" y="102564"/>
                  <a:pt x="22555" y="98027"/>
                </a:cubicBezTo>
                <a:cubicBezTo>
                  <a:pt x="14910" y="93492"/>
                  <a:pt x="9239" y="87305"/>
                  <a:pt x="5544" y="79470"/>
                </a:cubicBezTo>
                <a:cubicBezTo>
                  <a:pt x="1848" y="71632"/>
                  <a:pt x="0" y="62814"/>
                  <a:pt x="0" y="53012"/>
                </a:cubicBezTo>
                <a:cubicBezTo>
                  <a:pt x="0" y="41274"/>
                  <a:pt x="2260" y="31478"/>
                  <a:pt x="6781" y="23626"/>
                </a:cubicBezTo>
                <a:cubicBezTo>
                  <a:pt x="11301" y="15776"/>
                  <a:pt x="17131" y="9876"/>
                  <a:pt x="24268" y="5926"/>
                </a:cubicBezTo>
                <a:cubicBezTo>
                  <a:pt x="31406" y="1975"/>
                  <a:pt x="38941" y="0"/>
                  <a:pt x="46872" y="0"/>
                </a:cubicBezTo>
                <a:cubicBezTo>
                  <a:pt x="56072" y="0"/>
                  <a:pt x="63995" y="1889"/>
                  <a:pt x="70641" y="5664"/>
                </a:cubicBezTo>
                <a:cubicBezTo>
                  <a:pt x="77287" y="9438"/>
                  <a:pt x="82426" y="15076"/>
                  <a:pt x="86058" y="22580"/>
                </a:cubicBezTo>
                <a:cubicBezTo>
                  <a:pt x="89691" y="30084"/>
                  <a:pt x="91507" y="39451"/>
                  <a:pt x="91507" y="50681"/>
                </a:cubicBezTo>
                <a:cubicBezTo>
                  <a:pt x="91507" y="52138"/>
                  <a:pt x="91451" y="53758"/>
                  <a:pt x="91341" y="55533"/>
                </a:cubicBezTo>
                <a:cubicBezTo>
                  <a:pt x="91229" y="57310"/>
                  <a:pt x="91111" y="58896"/>
                  <a:pt x="90984" y="60293"/>
                </a:cubicBezTo>
                <a:lnTo>
                  <a:pt x="25553" y="60293"/>
                </a:lnTo>
                <a:cubicBezTo>
                  <a:pt x="26156" y="67463"/>
                  <a:pt x="28956" y="73101"/>
                  <a:pt x="33952" y="77210"/>
                </a:cubicBezTo>
                <a:cubicBezTo>
                  <a:pt x="38949" y="81316"/>
                  <a:pt x="45952" y="83370"/>
                  <a:pt x="54961" y="83370"/>
                </a:cubicBezTo>
                <a:cubicBezTo>
                  <a:pt x="60481" y="83370"/>
                  <a:pt x="65636" y="82865"/>
                  <a:pt x="70427" y="81847"/>
                </a:cubicBezTo>
                <a:cubicBezTo>
                  <a:pt x="75217" y="80833"/>
                  <a:pt x="79024" y="79690"/>
                  <a:pt x="81847" y="78421"/>
                </a:cubicBezTo>
                <a:lnTo>
                  <a:pt x="85321" y="98692"/>
                </a:lnTo>
                <a:cubicBezTo>
                  <a:pt x="82593" y="100090"/>
                  <a:pt x="78088" y="101461"/>
                  <a:pt x="71807" y="102810"/>
                </a:cubicBezTo>
                <a:cubicBezTo>
                  <a:pt x="65525" y="104159"/>
                  <a:pt x="58895" y="104833"/>
                  <a:pt x="51916" y="104833"/>
                </a:cubicBezTo>
                <a:close/>
                <a:moveTo>
                  <a:pt x="25649" y="42828"/>
                </a:moveTo>
                <a:lnTo>
                  <a:pt x="67334" y="42828"/>
                </a:lnTo>
                <a:cubicBezTo>
                  <a:pt x="67207" y="38831"/>
                  <a:pt x="66413" y="35159"/>
                  <a:pt x="64954" y="31813"/>
                </a:cubicBezTo>
                <a:cubicBezTo>
                  <a:pt x="63495" y="28466"/>
                  <a:pt x="61322" y="25769"/>
                  <a:pt x="58435" y="23723"/>
                </a:cubicBezTo>
                <a:cubicBezTo>
                  <a:pt x="55548" y="21677"/>
                  <a:pt x="51805" y="20654"/>
                  <a:pt x="47205" y="20654"/>
                </a:cubicBezTo>
                <a:cubicBezTo>
                  <a:pt x="42573" y="20654"/>
                  <a:pt x="38758" y="21708"/>
                  <a:pt x="35760" y="23817"/>
                </a:cubicBezTo>
                <a:cubicBezTo>
                  <a:pt x="32763" y="25926"/>
                  <a:pt x="30447" y="28664"/>
                  <a:pt x="28813" y="32027"/>
                </a:cubicBezTo>
                <a:cubicBezTo>
                  <a:pt x="27179" y="35390"/>
                  <a:pt x="26124" y="38991"/>
                  <a:pt x="25649" y="428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EF801-D6BD-44EC-B100-87BD19C7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9" y="2344067"/>
            <a:ext cx="91079" cy="150133"/>
          </a:xfrm>
          <a:custGeom xmlns:a="http://schemas.openxmlformats.org/drawingml/2006/main">
            <a:pathLst>
              <a:path w="91079" h="150133">
                <a:moveTo>
                  <a:pt x="51298" y="150133"/>
                </a:moveTo>
                <a:cubicBezTo>
                  <a:pt x="40607" y="150133"/>
                  <a:pt x="31438" y="148047"/>
                  <a:pt x="23793" y="143875"/>
                </a:cubicBezTo>
                <a:cubicBezTo>
                  <a:pt x="16147" y="139706"/>
                  <a:pt x="10271" y="133734"/>
                  <a:pt x="6162" y="125961"/>
                </a:cubicBezTo>
                <a:cubicBezTo>
                  <a:pt x="2054" y="118189"/>
                  <a:pt x="0" y="108974"/>
                  <a:pt x="0" y="98312"/>
                </a:cubicBezTo>
                <a:cubicBezTo>
                  <a:pt x="0" y="87591"/>
                  <a:pt x="1769" y="78313"/>
                  <a:pt x="5306" y="70475"/>
                </a:cubicBezTo>
                <a:cubicBezTo>
                  <a:pt x="8843" y="62639"/>
                  <a:pt x="13943" y="56581"/>
                  <a:pt x="20605" y="52298"/>
                </a:cubicBezTo>
                <a:cubicBezTo>
                  <a:pt x="27267" y="48015"/>
                  <a:pt x="35293" y="45874"/>
                  <a:pt x="44683" y="45874"/>
                </a:cubicBezTo>
                <a:cubicBezTo>
                  <a:pt x="49156" y="45874"/>
                  <a:pt x="53137" y="46374"/>
                  <a:pt x="56627" y="47372"/>
                </a:cubicBezTo>
                <a:cubicBezTo>
                  <a:pt x="60117" y="48372"/>
                  <a:pt x="63336" y="49600"/>
                  <a:pt x="66287" y="51061"/>
                </a:cubicBezTo>
                <a:lnTo>
                  <a:pt x="66287" y="4046"/>
                </a:lnTo>
                <a:lnTo>
                  <a:pt x="91079" y="0"/>
                </a:lnTo>
                <a:lnTo>
                  <a:pt x="91079" y="144518"/>
                </a:lnTo>
                <a:cubicBezTo>
                  <a:pt x="88002" y="145470"/>
                  <a:pt x="84258" y="146384"/>
                  <a:pt x="79849" y="147256"/>
                </a:cubicBezTo>
                <a:cubicBezTo>
                  <a:pt x="75439" y="148127"/>
                  <a:pt x="70792" y="148824"/>
                  <a:pt x="65906" y="149350"/>
                </a:cubicBezTo>
                <a:cubicBezTo>
                  <a:pt x="61021" y="149873"/>
                  <a:pt x="56151" y="150133"/>
                  <a:pt x="51298" y="150133"/>
                </a:cubicBezTo>
                <a:close/>
                <a:moveTo>
                  <a:pt x="51488" y="128816"/>
                </a:moveTo>
                <a:cubicBezTo>
                  <a:pt x="54787" y="128816"/>
                  <a:pt x="57698" y="128673"/>
                  <a:pt x="60220" y="128387"/>
                </a:cubicBezTo>
                <a:cubicBezTo>
                  <a:pt x="62742" y="128102"/>
                  <a:pt x="64764" y="127802"/>
                  <a:pt x="66287" y="127485"/>
                </a:cubicBezTo>
                <a:lnTo>
                  <a:pt x="66287" y="72095"/>
                </a:lnTo>
                <a:cubicBezTo>
                  <a:pt x="64415" y="70792"/>
                  <a:pt x="61853" y="69626"/>
                  <a:pt x="58602" y="68597"/>
                </a:cubicBezTo>
                <a:cubicBezTo>
                  <a:pt x="55350" y="67566"/>
                  <a:pt x="51932" y="67048"/>
                  <a:pt x="48347" y="67048"/>
                </a:cubicBezTo>
                <a:cubicBezTo>
                  <a:pt x="44350" y="67048"/>
                  <a:pt x="40924" y="67723"/>
                  <a:pt x="38068" y="69071"/>
                </a:cubicBezTo>
                <a:cubicBezTo>
                  <a:pt x="35214" y="70420"/>
                  <a:pt x="32834" y="72395"/>
                  <a:pt x="30931" y="74995"/>
                </a:cubicBezTo>
                <a:cubicBezTo>
                  <a:pt x="29027" y="77598"/>
                  <a:pt x="27631" y="80770"/>
                  <a:pt x="26743" y="84513"/>
                </a:cubicBezTo>
                <a:cubicBezTo>
                  <a:pt x="25855" y="88257"/>
                  <a:pt x="25411" y="92509"/>
                  <a:pt x="25411" y="97266"/>
                </a:cubicBezTo>
                <a:cubicBezTo>
                  <a:pt x="25411" y="103707"/>
                  <a:pt x="26434" y="109291"/>
                  <a:pt x="28480" y="114017"/>
                </a:cubicBezTo>
                <a:cubicBezTo>
                  <a:pt x="30526" y="118743"/>
                  <a:pt x="33500" y="122392"/>
                  <a:pt x="37402" y="124961"/>
                </a:cubicBezTo>
                <a:cubicBezTo>
                  <a:pt x="41304" y="127530"/>
                  <a:pt x="45999" y="128816"/>
                  <a:pt x="51488" y="1288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3FE003-B99A-44AB-A90A-5C596631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93" y="2572479"/>
            <a:ext cx="91079" cy="150133"/>
          </a:xfrm>
          <a:custGeom xmlns:a="http://schemas.openxmlformats.org/drawingml/2006/main">
            <a:pathLst>
              <a:path w="91079" h="150133">
                <a:moveTo>
                  <a:pt x="51297" y="150133"/>
                </a:moveTo>
                <a:cubicBezTo>
                  <a:pt x="40607" y="150133"/>
                  <a:pt x="31438" y="148047"/>
                  <a:pt x="23793" y="143875"/>
                </a:cubicBezTo>
                <a:cubicBezTo>
                  <a:pt x="16147" y="139703"/>
                  <a:pt x="10271" y="133731"/>
                  <a:pt x="6162" y="125959"/>
                </a:cubicBezTo>
                <a:cubicBezTo>
                  <a:pt x="2054" y="118189"/>
                  <a:pt x="0" y="108971"/>
                  <a:pt x="0" y="98312"/>
                </a:cubicBezTo>
                <a:cubicBezTo>
                  <a:pt x="0" y="87591"/>
                  <a:pt x="1769" y="78310"/>
                  <a:pt x="5306" y="70475"/>
                </a:cubicBezTo>
                <a:cubicBezTo>
                  <a:pt x="8843" y="62639"/>
                  <a:pt x="13943" y="56581"/>
                  <a:pt x="20605" y="52298"/>
                </a:cubicBezTo>
                <a:cubicBezTo>
                  <a:pt x="27267" y="48015"/>
                  <a:pt x="35293" y="45874"/>
                  <a:pt x="44683" y="45874"/>
                </a:cubicBezTo>
                <a:cubicBezTo>
                  <a:pt x="49156" y="45874"/>
                  <a:pt x="53137" y="46374"/>
                  <a:pt x="56627" y="47372"/>
                </a:cubicBezTo>
                <a:cubicBezTo>
                  <a:pt x="60117" y="48372"/>
                  <a:pt x="63336" y="49600"/>
                  <a:pt x="66287" y="51061"/>
                </a:cubicBezTo>
                <a:lnTo>
                  <a:pt x="66287" y="4046"/>
                </a:lnTo>
                <a:lnTo>
                  <a:pt x="91079" y="0"/>
                </a:lnTo>
                <a:lnTo>
                  <a:pt x="91079" y="144518"/>
                </a:lnTo>
                <a:cubicBezTo>
                  <a:pt x="88002" y="145470"/>
                  <a:pt x="84258" y="146381"/>
                  <a:pt x="79849" y="147256"/>
                </a:cubicBezTo>
                <a:cubicBezTo>
                  <a:pt x="75439" y="148127"/>
                  <a:pt x="70792" y="148824"/>
                  <a:pt x="65906" y="149347"/>
                </a:cubicBezTo>
                <a:cubicBezTo>
                  <a:pt x="61021" y="149873"/>
                  <a:pt x="56151" y="150133"/>
                  <a:pt x="51297" y="150133"/>
                </a:cubicBezTo>
                <a:close/>
                <a:moveTo>
                  <a:pt x="51488" y="128816"/>
                </a:moveTo>
                <a:cubicBezTo>
                  <a:pt x="54787" y="128816"/>
                  <a:pt x="57697" y="128673"/>
                  <a:pt x="60220" y="128387"/>
                </a:cubicBezTo>
                <a:cubicBezTo>
                  <a:pt x="62742" y="128102"/>
                  <a:pt x="64764" y="127799"/>
                  <a:pt x="66287" y="127482"/>
                </a:cubicBezTo>
                <a:lnTo>
                  <a:pt x="66287" y="72092"/>
                </a:lnTo>
                <a:cubicBezTo>
                  <a:pt x="64415" y="70792"/>
                  <a:pt x="61853" y="69626"/>
                  <a:pt x="58602" y="68594"/>
                </a:cubicBezTo>
                <a:cubicBezTo>
                  <a:pt x="55350" y="67566"/>
                  <a:pt x="51932" y="67048"/>
                  <a:pt x="48347" y="67048"/>
                </a:cubicBezTo>
                <a:cubicBezTo>
                  <a:pt x="44350" y="67048"/>
                  <a:pt x="40924" y="67723"/>
                  <a:pt x="38068" y="69071"/>
                </a:cubicBezTo>
                <a:cubicBezTo>
                  <a:pt x="35213" y="70420"/>
                  <a:pt x="32834" y="72395"/>
                  <a:pt x="30931" y="74995"/>
                </a:cubicBezTo>
                <a:cubicBezTo>
                  <a:pt x="29027" y="77598"/>
                  <a:pt x="27631" y="80770"/>
                  <a:pt x="26743" y="84513"/>
                </a:cubicBezTo>
                <a:cubicBezTo>
                  <a:pt x="25855" y="88257"/>
                  <a:pt x="25411" y="92509"/>
                  <a:pt x="25411" y="97266"/>
                </a:cubicBezTo>
                <a:cubicBezTo>
                  <a:pt x="25411" y="103704"/>
                  <a:pt x="26434" y="109288"/>
                  <a:pt x="28480" y="114017"/>
                </a:cubicBezTo>
                <a:cubicBezTo>
                  <a:pt x="30526" y="118743"/>
                  <a:pt x="33500" y="122392"/>
                  <a:pt x="37402" y="124961"/>
                </a:cubicBezTo>
                <a:cubicBezTo>
                  <a:pt x="41304" y="127530"/>
                  <a:pt x="45999" y="128816"/>
                  <a:pt x="51488" y="1288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FD0EA-12A2-4D75-ACB1-145936E4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06" y="2620445"/>
            <a:ext cx="84274" cy="101930"/>
          </a:xfrm>
          <a:custGeom xmlns:a="http://schemas.openxmlformats.org/drawingml/2006/main">
            <a:pathLst>
              <a:path w="84274" h="101930">
                <a:moveTo>
                  <a:pt x="42732" y="101930"/>
                </a:moveTo>
                <a:cubicBezTo>
                  <a:pt x="31787" y="101930"/>
                  <a:pt x="23190" y="99964"/>
                  <a:pt x="16940" y="96029"/>
                </a:cubicBezTo>
                <a:cubicBezTo>
                  <a:pt x="10691" y="92094"/>
                  <a:pt x="6305" y="86654"/>
                  <a:pt x="3783" y="79707"/>
                </a:cubicBezTo>
                <a:cubicBezTo>
                  <a:pt x="1261" y="72761"/>
                  <a:pt x="0" y="64734"/>
                  <a:pt x="0" y="55630"/>
                </a:cubicBezTo>
                <a:lnTo>
                  <a:pt x="0" y="0"/>
                </a:lnTo>
                <a:lnTo>
                  <a:pt x="24840" y="0"/>
                </a:lnTo>
                <a:lnTo>
                  <a:pt x="24840" y="52107"/>
                </a:lnTo>
                <a:cubicBezTo>
                  <a:pt x="24840" y="58896"/>
                  <a:pt x="25442" y="64385"/>
                  <a:pt x="26648" y="68571"/>
                </a:cubicBezTo>
                <a:cubicBezTo>
                  <a:pt x="27853" y="72761"/>
                  <a:pt x="29907" y="75812"/>
                  <a:pt x="32810" y="77733"/>
                </a:cubicBezTo>
                <a:cubicBezTo>
                  <a:pt x="35713" y="79653"/>
                  <a:pt x="39607" y="80610"/>
                  <a:pt x="44492" y="80610"/>
                </a:cubicBezTo>
                <a:cubicBezTo>
                  <a:pt x="47348" y="80610"/>
                  <a:pt x="50147" y="80467"/>
                  <a:pt x="52891" y="80184"/>
                </a:cubicBezTo>
                <a:cubicBezTo>
                  <a:pt x="55636" y="79899"/>
                  <a:pt x="57832" y="79613"/>
                  <a:pt x="59482" y="79327"/>
                </a:cubicBezTo>
                <a:lnTo>
                  <a:pt x="59482" y="0"/>
                </a:lnTo>
                <a:lnTo>
                  <a:pt x="84274" y="0"/>
                </a:lnTo>
                <a:lnTo>
                  <a:pt x="84274" y="96315"/>
                </a:lnTo>
                <a:cubicBezTo>
                  <a:pt x="79706" y="97615"/>
                  <a:pt x="73766" y="98875"/>
                  <a:pt x="66453" y="100098"/>
                </a:cubicBezTo>
                <a:cubicBezTo>
                  <a:pt x="59141" y="101318"/>
                  <a:pt x="51234" y="101930"/>
                  <a:pt x="42732" y="101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F4311-2A4F-4690-AD49-F21F6E10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56" y="2618256"/>
            <a:ext cx="137142" cy="101930"/>
          </a:xfrm>
          <a:custGeom xmlns:a="http://schemas.openxmlformats.org/drawingml/2006/main">
            <a:pathLst>
              <a:path w="137142" h="101930">
                <a:moveTo>
                  <a:pt x="0" y="101930"/>
                </a:moveTo>
                <a:lnTo>
                  <a:pt x="0" y="5615"/>
                </a:lnTo>
                <a:cubicBezTo>
                  <a:pt x="4695" y="4315"/>
                  <a:pt x="10635" y="3055"/>
                  <a:pt x="17821" y="1835"/>
                </a:cubicBezTo>
                <a:cubicBezTo>
                  <a:pt x="25006" y="612"/>
                  <a:pt x="32485" y="0"/>
                  <a:pt x="40258" y="0"/>
                </a:cubicBezTo>
                <a:cubicBezTo>
                  <a:pt x="47268" y="0"/>
                  <a:pt x="53026" y="914"/>
                  <a:pt x="57531" y="2737"/>
                </a:cubicBezTo>
                <a:cubicBezTo>
                  <a:pt x="62036" y="4561"/>
                  <a:pt x="65732" y="6869"/>
                  <a:pt x="68619" y="9661"/>
                </a:cubicBezTo>
                <a:cubicBezTo>
                  <a:pt x="70998" y="7915"/>
                  <a:pt x="73766" y="6329"/>
                  <a:pt x="76922" y="4903"/>
                </a:cubicBezTo>
                <a:cubicBezTo>
                  <a:pt x="80079" y="3475"/>
                  <a:pt x="83505" y="2300"/>
                  <a:pt x="87201" y="1380"/>
                </a:cubicBezTo>
                <a:cubicBezTo>
                  <a:pt x="90897" y="460"/>
                  <a:pt x="94553" y="0"/>
                  <a:pt x="98169" y="0"/>
                </a:cubicBezTo>
                <a:cubicBezTo>
                  <a:pt x="108702" y="0"/>
                  <a:pt x="116775" y="1937"/>
                  <a:pt x="122390" y="5806"/>
                </a:cubicBezTo>
                <a:cubicBezTo>
                  <a:pt x="128005" y="9675"/>
                  <a:pt x="131868" y="15030"/>
                  <a:pt x="133977" y="21866"/>
                </a:cubicBezTo>
                <a:cubicBezTo>
                  <a:pt x="136087" y="28704"/>
                  <a:pt x="137142" y="36659"/>
                  <a:pt x="137142" y="45731"/>
                </a:cubicBezTo>
                <a:lnTo>
                  <a:pt x="137142" y="101930"/>
                </a:lnTo>
                <a:lnTo>
                  <a:pt x="112302" y="101930"/>
                </a:lnTo>
                <a:lnTo>
                  <a:pt x="112302" y="49300"/>
                </a:lnTo>
                <a:cubicBezTo>
                  <a:pt x="112302" y="42637"/>
                  <a:pt x="111779" y="37253"/>
                  <a:pt x="110732" y="33144"/>
                </a:cubicBezTo>
                <a:cubicBezTo>
                  <a:pt x="109685" y="29035"/>
                  <a:pt x="107893" y="26032"/>
                  <a:pt x="105355" y="24126"/>
                </a:cubicBezTo>
                <a:cubicBezTo>
                  <a:pt x="102817" y="22223"/>
                  <a:pt x="99311" y="21271"/>
                  <a:pt x="94838" y="21271"/>
                </a:cubicBezTo>
                <a:cubicBezTo>
                  <a:pt x="92903" y="21271"/>
                  <a:pt x="90905" y="21526"/>
                  <a:pt x="88843" y="22034"/>
                </a:cubicBezTo>
                <a:cubicBezTo>
                  <a:pt x="86780" y="22540"/>
                  <a:pt x="84853" y="23206"/>
                  <a:pt x="83061" y="24032"/>
                </a:cubicBezTo>
                <a:cubicBezTo>
                  <a:pt x="81268" y="24857"/>
                  <a:pt x="79769" y="25649"/>
                  <a:pt x="78564" y="26412"/>
                </a:cubicBezTo>
                <a:cubicBezTo>
                  <a:pt x="79516" y="29392"/>
                  <a:pt x="80158" y="32604"/>
                  <a:pt x="80491" y="36047"/>
                </a:cubicBezTo>
                <a:cubicBezTo>
                  <a:pt x="80824" y="39488"/>
                  <a:pt x="80991" y="43145"/>
                  <a:pt x="80991" y="47014"/>
                </a:cubicBezTo>
                <a:lnTo>
                  <a:pt x="80991" y="101930"/>
                </a:lnTo>
                <a:lnTo>
                  <a:pt x="56151" y="101930"/>
                </a:lnTo>
                <a:lnTo>
                  <a:pt x="56151" y="49300"/>
                </a:lnTo>
                <a:cubicBezTo>
                  <a:pt x="56151" y="42637"/>
                  <a:pt x="55628" y="37253"/>
                  <a:pt x="54581" y="33144"/>
                </a:cubicBezTo>
                <a:cubicBezTo>
                  <a:pt x="53534" y="29035"/>
                  <a:pt x="51734" y="26032"/>
                  <a:pt x="49180" y="24126"/>
                </a:cubicBezTo>
                <a:cubicBezTo>
                  <a:pt x="46626" y="22223"/>
                  <a:pt x="43081" y="21271"/>
                  <a:pt x="38545" y="21271"/>
                </a:cubicBezTo>
                <a:cubicBezTo>
                  <a:pt x="36768" y="21271"/>
                  <a:pt x="35031" y="21334"/>
                  <a:pt x="33334" y="21463"/>
                </a:cubicBezTo>
                <a:cubicBezTo>
                  <a:pt x="31637" y="21588"/>
                  <a:pt x="30090" y="21748"/>
                  <a:pt x="28694" y="21937"/>
                </a:cubicBezTo>
                <a:cubicBezTo>
                  <a:pt x="27298" y="22128"/>
                  <a:pt x="26014" y="22351"/>
                  <a:pt x="24840" y="22603"/>
                </a:cubicBezTo>
                <a:lnTo>
                  <a:pt x="24840" y="101930"/>
                </a:lnTo>
                <a:lnTo>
                  <a:pt x="0" y="1019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5152E-0E6A-4151-A875-0BF0B062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32" y="2618256"/>
            <a:ext cx="91126" cy="137143"/>
          </a:xfrm>
          <a:custGeom xmlns:a="http://schemas.openxmlformats.org/drawingml/2006/main">
            <a:pathLst>
              <a:path w="91126" h="137143">
                <a:moveTo>
                  <a:pt x="0" y="137143"/>
                </a:moveTo>
                <a:lnTo>
                  <a:pt x="0" y="5615"/>
                </a:lnTo>
                <a:cubicBezTo>
                  <a:pt x="3204" y="4632"/>
                  <a:pt x="6979" y="3712"/>
                  <a:pt x="11325" y="2857"/>
                </a:cubicBezTo>
                <a:cubicBezTo>
                  <a:pt x="15671" y="2000"/>
                  <a:pt x="20295" y="1309"/>
                  <a:pt x="25197" y="786"/>
                </a:cubicBezTo>
                <a:cubicBezTo>
                  <a:pt x="30098" y="263"/>
                  <a:pt x="34960" y="0"/>
                  <a:pt x="39782" y="0"/>
                </a:cubicBezTo>
                <a:cubicBezTo>
                  <a:pt x="50504" y="0"/>
                  <a:pt x="59688" y="2112"/>
                  <a:pt x="67334" y="6329"/>
                </a:cubicBezTo>
                <a:cubicBezTo>
                  <a:pt x="74979" y="10550"/>
                  <a:pt x="80856" y="16568"/>
                  <a:pt x="84964" y="24389"/>
                </a:cubicBezTo>
                <a:cubicBezTo>
                  <a:pt x="89072" y="32210"/>
                  <a:pt x="91126" y="41448"/>
                  <a:pt x="91126" y="52107"/>
                </a:cubicBezTo>
                <a:cubicBezTo>
                  <a:pt x="91126" y="62322"/>
                  <a:pt x="89429" y="71323"/>
                  <a:pt x="86035" y="79113"/>
                </a:cubicBezTo>
                <a:cubicBezTo>
                  <a:pt x="82640" y="86899"/>
                  <a:pt x="77691" y="92983"/>
                  <a:pt x="71188" y="97361"/>
                </a:cubicBezTo>
                <a:cubicBezTo>
                  <a:pt x="64685" y="101738"/>
                  <a:pt x="56675" y="103927"/>
                  <a:pt x="47157" y="103927"/>
                </a:cubicBezTo>
                <a:cubicBezTo>
                  <a:pt x="42684" y="103927"/>
                  <a:pt x="38584" y="103427"/>
                  <a:pt x="34856" y="102430"/>
                </a:cubicBezTo>
                <a:cubicBezTo>
                  <a:pt x="31129" y="101430"/>
                  <a:pt x="27790" y="100201"/>
                  <a:pt x="24840" y="98741"/>
                </a:cubicBezTo>
                <a:lnTo>
                  <a:pt x="24840" y="137143"/>
                </a:lnTo>
                <a:lnTo>
                  <a:pt x="0" y="137143"/>
                </a:lnTo>
                <a:close/>
                <a:moveTo>
                  <a:pt x="42732" y="82753"/>
                </a:moveTo>
                <a:cubicBezTo>
                  <a:pt x="46729" y="82753"/>
                  <a:pt x="50155" y="82079"/>
                  <a:pt x="53010" y="80730"/>
                </a:cubicBezTo>
                <a:cubicBezTo>
                  <a:pt x="55866" y="79381"/>
                  <a:pt x="58245" y="77407"/>
                  <a:pt x="60148" y="74806"/>
                </a:cubicBezTo>
                <a:cubicBezTo>
                  <a:pt x="62051" y="72203"/>
                  <a:pt x="63447" y="69063"/>
                  <a:pt x="64336" y="65382"/>
                </a:cubicBezTo>
                <a:cubicBezTo>
                  <a:pt x="65224" y="61705"/>
                  <a:pt x="65668" y="57484"/>
                  <a:pt x="65668" y="52727"/>
                </a:cubicBezTo>
                <a:cubicBezTo>
                  <a:pt x="65668" y="46286"/>
                  <a:pt x="64653" y="40719"/>
                  <a:pt x="62623" y="36025"/>
                </a:cubicBezTo>
                <a:cubicBezTo>
                  <a:pt x="60592" y="31330"/>
                  <a:pt x="57650" y="27695"/>
                  <a:pt x="53796" y="25126"/>
                </a:cubicBezTo>
                <a:cubicBezTo>
                  <a:pt x="49941" y="22557"/>
                  <a:pt x="45206" y="21271"/>
                  <a:pt x="39591" y="21271"/>
                </a:cubicBezTo>
                <a:cubicBezTo>
                  <a:pt x="36292" y="21271"/>
                  <a:pt x="33381" y="21414"/>
                  <a:pt x="30859" y="21700"/>
                </a:cubicBezTo>
                <a:cubicBezTo>
                  <a:pt x="28337" y="21986"/>
                  <a:pt x="26331" y="22286"/>
                  <a:pt x="24840" y="22603"/>
                </a:cubicBezTo>
                <a:lnTo>
                  <a:pt x="24840" y="77710"/>
                </a:lnTo>
                <a:cubicBezTo>
                  <a:pt x="26711" y="78978"/>
                  <a:pt x="29273" y="80136"/>
                  <a:pt x="32525" y="81182"/>
                </a:cubicBezTo>
                <a:cubicBezTo>
                  <a:pt x="35776" y="82230"/>
                  <a:pt x="39179" y="82753"/>
                  <a:pt x="42732" y="827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E9793E-49C5-4687-8170-97D7C98A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28" y="2617876"/>
            <a:ext cx="74662" cy="104879"/>
          </a:xfrm>
          <a:custGeom xmlns:a="http://schemas.openxmlformats.org/drawingml/2006/main">
            <a:pathLst>
              <a:path w="74662" h="104879">
                <a:moveTo>
                  <a:pt x="33215" y="104879"/>
                </a:moveTo>
                <a:cubicBezTo>
                  <a:pt x="24427" y="104879"/>
                  <a:pt x="17226" y="104124"/>
                  <a:pt x="11611" y="102619"/>
                </a:cubicBezTo>
                <a:cubicBezTo>
                  <a:pt x="5996" y="101113"/>
                  <a:pt x="2125" y="99884"/>
                  <a:pt x="0" y="98930"/>
                </a:cubicBezTo>
                <a:lnTo>
                  <a:pt x="4425" y="78516"/>
                </a:lnTo>
                <a:cubicBezTo>
                  <a:pt x="8391" y="80070"/>
                  <a:pt x="12816" y="81459"/>
                  <a:pt x="17702" y="82682"/>
                </a:cubicBezTo>
                <a:cubicBezTo>
                  <a:pt x="22587" y="83902"/>
                  <a:pt x="27806" y="84513"/>
                  <a:pt x="33358" y="84513"/>
                </a:cubicBezTo>
                <a:cubicBezTo>
                  <a:pt x="39004" y="84513"/>
                  <a:pt x="43176" y="83862"/>
                  <a:pt x="45873" y="82562"/>
                </a:cubicBezTo>
                <a:cubicBezTo>
                  <a:pt x="48569" y="81262"/>
                  <a:pt x="49917" y="78850"/>
                  <a:pt x="49917" y="75329"/>
                </a:cubicBezTo>
                <a:cubicBezTo>
                  <a:pt x="49917" y="73329"/>
                  <a:pt x="49251" y="71618"/>
                  <a:pt x="47919" y="70189"/>
                </a:cubicBezTo>
                <a:cubicBezTo>
                  <a:pt x="46586" y="68763"/>
                  <a:pt x="44572" y="67351"/>
                  <a:pt x="41875" y="65954"/>
                </a:cubicBezTo>
                <a:cubicBezTo>
                  <a:pt x="39179" y="64559"/>
                  <a:pt x="35673" y="63051"/>
                  <a:pt x="31359" y="61433"/>
                </a:cubicBezTo>
                <a:cubicBezTo>
                  <a:pt x="25744" y="59213"/>
                  <a:pt x="20747" y="56864"/>
                  <a:pt x="16369" y="54390"/>
                </a:cubicBezTo>
                <a:cubicBezTo>
                  <a:pt x="11991" y="51915"/>
                  <a:pt x="8573" y="48735"/>
                  <a:pt x="6115" y="44848"/>
                </a:cubicBezTo>
                <a:cubicBezTo>
                  <a:pt x="3656" y="40965"/>
                  <a:pt x="2427" y="35896"/>
                  <a:pt x="2427" y="29647"/>
                </a:cubicBezTo>
                <a:cubicBezTo>
                  <a:pt x="2427" y="23523"/>
                  <a:pt x="3965" y="18265"/>
                  <a:pt x="7043" y="13870"/>
                </a:cubicBezTo>
                <a:cubicBezTo>
                  <a:pt x="10120" y="9478"/>
                  <a:pt x="14490" y="6066"/>
                  <a:pt x="20153" y="3640"/>
                </a:cubicBezTo>
                <a:cubicBezTo>
                  <a:pt x="25815" y="1214"/>
                  <a:pt x="32580" y="0"/>
                  <a:pt x="40448" y="0"/>
                </a:cubicBezTo>
                <a:cubicBezTo>
                  <a:pt x="46666" y="0"/>
                  <a:pt x="52439" y="549"/>
                  <a:pt x="57769" y="1643"/>
                </a:cubicBezTo>
                <a:cubicBezTo>
                  <a:pt x="63098" y="2737"/>
                  <a:pt x="67238" y="3872"/>
                  <a:pt x="70189" y="5043"/>
                </a:cubicBezTo>
                <a:lnTo>
                  <a:pt x="65668" y="24697"/>
                </a:lnTo>
                <a:cubicBezTo>
                  <a:pt x="62781" y="23620"/>
                  <a:pt x="59427" y="22594"/>
                  <a:pt x="55604" y="21628"/>
                </a:cubicBezTo>
                <a:cubicBezTo>
                  <a:pt x="51781" y="20660"/>
                  <a:pt x="47221" y="20177"/>
                  <a:pt x="41923" y="20177"/>
                </a:cubicBezTo>
                <a:cubicBezTo>
                  <a:pt x="37260" y="20177"/>
                  <a:pt x="33603" y="20905"/>
                  <a:pt x="30954" y="22366"/>
                </a:cubicBezTo>
                <a:cubicBezTo>
                  <a:pt x="28306" y="23826"/>
                  <a:pt x="26981" y="26109"/>
                  <a:pt x="26981" y="29218"/>
                </a:cubicBezTo>
                <a:cubicBezTo>
                  <a:pt x="26981" y="31121"/>
                  <a:pt x="27473" y="32787"/>
                  <a:pt x="28456" y="34216"/>
                </a:cubicBezTo>
                <a:cubicBezTo>
                  <a:pt x="29440" y="35642"/>
                  <a:pt x="31153" y="36990"/>
                  <a:pt x="33595" y="38259"/>
                </a:cubicBezTo>
                <a:cubicBezTo>
                  <a:pt x="36038" y="39528"/>
                  <a:pt x="39433" y="40971"/>
                  <a:pt x="43779" y="42588"/>
                </a:cubicBezTo>
                <a:cubicBezTo>
                  <a:pt x="51424" y="45414"/>
                  <a:pt x="57483" y="48260"/>
                  <a:pt x="61956" y="51132"/>
                </a:cubicBezTo>
                <a:cubicBezTo>
                  <a:pt x="66429" y="54001"/>
                  <a:pt x="69665" y="57350"/>
                  <a:pt x="71664" y="61171"/>
                </a:cubicBezTo>
                <a:cubicBezTo>
                  <a:pt x="73662" y="64994"/>
                  <a:pt x="74662" y="69760"/>
                  <a:pt x="74662" y="75472"/>
                </a:cubicBezTo>
                <a:cubicBezTo>
                  <a:pt x="74662" y="81910"/>
                  <a:pt x="73044" y="87311"/>
                  <a:pt x="69808" y="91674"/>
                </a:cubicBezTo>
                <a:cubicBezTo>
                  <a:pt x="66572" y="96035"/>
                  <a:pt x="61869" y="99327"/>
                  <a:pt x="55699" y="101547"/>
                </a:cubicBezTo>
                <a:cubicBezTo>
                  <a:pt x="49529" y="103770"/>
                  <a:pt x="42034" y="104879"/>
                  <a:pt x="33215" y="1048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E3988-B473-47A0-81D7-0B23252C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46" y="134465"/>
            <a:ext cx="126684" cy="151096"/>
          </a:xfrm>
          <a:custGeom xmlns:a="http://schemas.openxmlformats.org/drawingml/2006/main">
            <a:pathLst>
              <a:path w="126684" h="151096">
                <a:moveTo>
                  <a:pt x="42477" y="151096"/>
                </a:moveTo>
                <a:cubicBezTo>
                  <a:pt x="36508" y="151096"/>
                  <a:pt x="29703" y="150839"/>
                  <a:pt x="22064" y="150322"/>
                </a:cubicBezTo>
                <a:cubicBezTo>
                  <a:pt x="14426" y="149807"/>
                  <a:pt x="7071" y="148784"/>
                  <a:pt x="0" y="147258"/>
                </a:cubicBezTo>
                <a:lnTo>
                  <a:pt x="0" y="3732"/>
                </a:lnTo>
                <a:cubicBezTo>
                  <a:pt x="7071" y="2312"/>
                  <a:pt x="14568" y="1334"/>
                  <a:pt x="22491" y="800"/>
                </a:cubicBezTo>
                <a:cubicBezTo>
                  <a:pt x="30414" y="269"/>
                  <a:pt x="37360" y="0"/>
                  <a:pt x="43329" y="0"/>
                </a:cubicBezTo>
                <a:cubicBezTo>
                  <a:pt x="60029" y="0"/>
                  <a:pt x="74623" y="2603"/>
                  <a:pt x="87112" y="7810"/>
                </a:cubicBezTo>
                <a:cubicBezTo>
                  <a:pt x="99601" y="13013"/>
                  <a:pt x="109319" y="21160"/>
                  <a:pt x="116265" y="32244"/>
                </a:cubicBezTo>
                <a:cubicBezTo>
                  <a:pt x="123211" y="43331"/>
                  <a:pt x="126684" y="57704"/>
                  <a:pt x="126684" y="75361"/>
                </a:cubicBezTo>
                <a:cubicBezTo>
                  <a:pt x="126684" y="92346"/>
                  <a:pt x="123238" y="106442"/>
                  <a:pt x="116345" y="117652"/>
                </a:cubicBezTo>
                <a:cubicBezTo>
                  <a:pt x="109452" y="128862"/>
                  <a:pt x="99708" y="137237"/>
                  <a:pt x="87112" y="142781"/>
                </a:cubicBezTo>
                <a:cubicBezTo>
                  <a:pt x="74516" y="148324"/>
                  <a:pt x="59638" y="151096"/>
                  <a:pt x="42477" y="151096"/>
                </a:cubicBezTo>
                <a:close/>
                <a:moveTo>
                  <a:pt x="44182" y="126099"/>
                </a:moveTo>
                <a:cubicBezTo>
                  <a:pt x="61841" y="126099"/>
                  <a:pt x="74987" y="121595"/>
                  <a:pt x="83621" y="112588"/>
                </a:cubicBezTo>
                <a:cubicBezTo>
                  <a:pt x="92255" y="103582"/>
                  <a:pt x="96572" y="91171"/>
                  <a:pt x="96572" y="75361"/>
                </a:cubicBezTo>
                <a:cubicBezTo>
                  <a:pt x="96572" y="59019"/>
                  <a:pt x="92397" y="46512"/>
                  <a:pt x="84048" y="37842"/>
                </a:cubicBezTo>
                <a:cubicBezTo>
                  <a:pt x="75698" y="29172"/>
                  <a:pt x="62694" y="24837"/>
                  <a:pt x="45035" y="24837"/>
                </a:cubicBezTo>
                <a:cubicBezTo>
                  <a:pt x="41589" y="24837"/>
                  <a:pt x="38533" y="24917"/>
                  <a:pt x="35868" y="25077"/>
                </a:cubicBezTo>
                <a:cubicBezTo>
                  <a:pt x="33203" y="25237"/>
                  <a:pt x="30947" y="25440"/>
                  <a:pt x="29100" y="25689"/>
                </a:cubicBezTo>
                <a:lnTo>
                  <a:pt x="29100" y="125407"/>
                </a:lnTo>
                <a:cubicBezTo>
                  <a:pt x="30521" y="125550"/>
                  <a:pt x="32413" y="125699"/>
                  <a:pt x="34775" y="125859"/>
                </a:cubicBezTo>
                <a:cubicBezTo>
                  <a:pt x="37138" y="126019"/>
                  <a:pt x="40274" y="126099"/>
                  <a:pt x="44182" y="1260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59B08-1895-422E-ADBD-06DA88E3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72" y="172093"/>
            <a:ext cx="94387" cy="114160"/>
          </a:xfrm>
          <a:custGeom xmlns:a="http://schemas.openxmlformats.org/drawingml/2006/main">
            <a:pathLst>
              <a:path w="94387" h="114160">
                <a:moveTo>
                  <a:pt x="47860" y="114160"/>
                </a:moveTo>
                <a:cubicBezTo>
                  <a:pt x="35602" y="114160"/>
                  <a:pt x="25973" y="111957"/>
                  <a:pt x="18974" y="107551"/>
                </a:cubicBezTo>
                <a:cubicBezTo>
                  <a:pt x="11974" y="103147"/>
                  <a:pt x="7062" y="97052"/>
                  <a:pt x="4237" y="89271"/>
                </a:cubicBezTo>
                <a:cubicBezTo>
                  <a:pt x="1412" y="81490"/>
                  <a:pt x="0" y="72500"/>
                  <a:pt x="0" y="62305"/>
                </a:cubicBezTo>
                <a:lnTo>
                  <a:pt x="0" y="0"/>
                </a:lnTo>
                <a:lnTo>
                  <a:pt x="27821" y="0"/>
                </a:lnTo>
                <a:lnTo>
                  <a:pt x="27821" y="58359"/>
                </a:lnTo>
                <a:cubicBezTo>
                  <a:pt x="27821" y="65963"/>
                  <a:pt x="28496" y="72109"/>
                  <a:pt x="29846" y="76801"/>
                </a:cubicBezTo>
                <a:cubicBezTo>
                  <a:pt x="31196" y="81490"/>
                  <a:pt x="33496" y="84911"/>
                  <a:pt x="36747" y="87059"/>
                </a:cubicBezTo>
                <a:cubicBezTo>
                  <a:pt x="39999" y="89208"/>
                  <a:pt x="44360" y="90283"/>
                  <a:pt x="49832" y="90283"/>
                </a:cubicBezTo>
                <a:cubicBezTo>
                  <a:pt x="53029" y="90283"/>
                  <a:pt x="56165" y="90123"/>
                  <a:pt x="59239" y="89806"/>
                </a:cubicBezTo>
                <a:cubicBezTo>
                  <a:pt x="62312" y="89485"/>
                  <a:pt x="64772" y="89165"/>
                  <a:pt x="66620" y="88845"/>
                </a:cubicBezTo>
                <a:lnTo>
                  <a:pt x="66620" y="0"/>
                </a:lnTo>
                <a:lnTo>
                  <a:pt x="94387" y="0"/>
                </a:lnTo>
                <a:lnTo>
                  <a:pt x="94387" y="107871"/>
                </a:lnTo>
                <a:cubicBezTo>
                  <a:pt x="89271" y="109328"/>
                  <a:pt x="82617" y="110740"/>
                  <a:pt x="74428" y="112108"/>
                </a:cubicBezTo>
                <a:cubicBezTo>
                  <a:pt x="66238" y="113477"/>
                  <a:pt x="57382" y="114160"/>
                  <a:pt x="47860" y="1141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E1CB5-2B56-40E1-8714-405E2DA9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05" y="169641"/>
            <a:ext cx="153599" cy="114160"/>
          </a:xfrm>
          <a:custGeom xmlns:a="http://schemas.openxmlformats.org/drawingml/2006/main">
            <a:pathLst>
              <a:path w="153599" h="114160">
                <a:moveTo>
                  <a:pt x="0" y="114160"/>
                </a:moveTo>
                <a:lnTo>
                  <a:pt x="0" y="6289"/>
                </a:lnTo>
                <a:cubicBezTo>
                  <a:pt x="5258" y="4832"/>
                  <a:pt x="11911" y="3420"/>
                  <a:pt x="19959" y="2052"/>
                </a:cubicBezTo>
                <a:cubicBezTo>
                  <a:pt x="28007" y="686"/>
                  <a:pt x="36383" y="0"/>
                  <a:pt x="45088" y="0"/>
                </a:cubicBezTo>
                <a:cubicBezTo>
                  <a:pt x="52940" y="0"/>
                  <a:pt x="59389" y="1023"/>
                  <a:pt x="64435" y="3066"/>
                </a:cubicBezTo>
                <a:cubicBezTo>
                  <a:pt x="69480" y="5109"/>
                  <a:pt x="73619" y="7692"/>
                  <a:pt x="76852" y="10818"/>
                </a:cubicBezTo>
                <a:cubicBezTo>
                  <a:pt x="79517" y="8867"/>
                  <a:pt x="82617" y="7089"/>
                  <a:pt x="86153" y="5489"/>
                </a:cubicBezTo>
                <a:cubicBezTo>
                  <a:pt x="89688" y="3892"/>
                  <a:pt x="93525" y="2577"/>
                  <a:pt x="97664" y="1546"/>
                </a:cubicBezTo>
                <a:cubicBezTo>
                  <a:pt x="101804" y="517"/>
                  <a:pt x="105899" y="0"/>
                  <a:pt x="109949" y="0"/>
                </a:cubicBezTo>
                <a:cubicBezTo>
                  <a:pt x="121746" y="0"/>
                  <a:pt x="130788" y="2169"/>
                  <a:pt x="137077" y="6504"/>
                </a:cubicBezTo>
                <a:cubicBezTo>
                  <a:pt x="143366" y="10838"/>
                  <a:pt x="147692" y="16834"/>
                  <a:pt x="150054" y="24492"/>
                </a:cubicBezTo>
                <a:cubicBezTo>
                  <a:pt x="152417" y="32147"/>
                  <a:pt x="153599" y="41057"/>
                  <a:pt x="153599" y="51218"/>
                </a:cubicBezTo>
                <a:lnTo>
                  <a:pt x="153599" y="114160"/>
                </a:lnTo>
                <a:lnTo>
                  <a:pt x="125778" y="114160"/>
                </a:lnTo>
                <a:lnTo>
                  <a:pt x="125778" y="55215"/>
                </a:lnTo>
                <a:cubicBezTo>
                  <a:pt x="125778" y="47755"/>
                  <a:pt x="125192" y="41722"/>
                  <a:pt x="124020" y="37122"/>
                </a:cubicBezTo>
                <a:cubicBezTo>
                  <a:pt x="122847" y="32521"/>
                  <a:pt x="120839" y="29152"/>
                  <a:pt x="117997" y="27021"/>
                </a:cubicBezTo>
                <a:cubicBezTo>
                  <a:pt x="115154" y="24889"/>
                  <a:pt x="111228" y="23823"/>
                  <a:pt x="106219" y="23823"/>
                </a:cubicBezTo>
                <a:cubicBezTo>
                  <a:pt x="104051" y="23823"/>
                  <a:pt x="101813" y="24109"/>
                  <a:pt x="99503" y="24677"/>
                </a:cubicBezTo>
                <a:cubicBezTo>
                  <a:pt x="97194" y="25246"/>
                  <a:pt x="95035" y="25992"/>
                  <a:pt x="93028" y="26915"/>
                </a:cubicBezTo>
                <a:cubicBezTo>
                  <a:pt x="91020" y="27838"/>
                  <a:pt x="89341" y="28726"/>
                  <a:pt x="87991" y="29581"/>
                </a:cubicBezTo>
                <a:cubicBezTo>
                  <a:pt x="89057" y="32921"/>
                  <a:pt x="89777" y="36516"/>
                  <a:pt x="90150" y="40374"/>
                </a:cubicBezTo>
                <a:cubicBezTo>
                  <a:pt x="90523" y="44228"/>
                  <a:pt x="90709" y="48323"/>
                  <a:pt x="90709" y="52658"/>
                </a:cubicBezTo>
                <a:lnTo>
                  <a:pt x="90709" y="114160"/>
                </a:lnTo>
                <a:lnTo>
                  <a:pt x="62889" y="114160"/>
                </a:lnTo>
                <a:lnTo>
                  <a:pt x="62889" y="55215"/>
                </a:lnTo>
                <a:cubicBezTo>
                  <a:pt x="62889" y="47755"/>
                  <a:pt x="62303" y="41722"/>
                  <a:pt x="61130" y="37122"/>
                </a:cubicBezTo>
                <a:cubicBezTo>
                  <a:pt x="59958" y="32521"/>
                  <a:pt x="57941" y="29152"/>
                  <a:pt x="55081" y="27021"/>
                </a:cubicBezTo>
                <a:cubicBezTo>
                  <a:pt x="52221" y="24889"/>
                  <a:pt x="48250" y="23823"/>
                  <a:pt x="43170" y="23823"/>
                </a:cubicBezTo>
                <a:cubicBezTo>
                  <a:pt x="41180" y="23823"/>
                  <a:pt x="39235" y="23894"/>
                  <a:pt x="37334" y="24037"/>
                </a:cubicBezTo>
                <a:cubicBezTo>
                  <a:pt x="35433" y="24180"/>
                  <a:pt x="33700" y="24357"/>
                  <a:pt x="32137" y="24569"/>
                </a:cubicBezTo>
                <a:cubicBezTo>
                  <a:pt x="30574" y="24783"/>
                  <a:pt x="29135" y="25032"/>
                  <a:pt x="27820" y="25317"/>
                </a:cubicBezTo>
                <a:lnTo>
                  <a:pt x="27820" y="114160"/>
                </a:lnTo>
                <a:lnTo>
                  <a:pt x="0" y="1141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25A6B-108C-4603-907F-CE73DADB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369" y="169641"/>
            <a:ext cx="102062" cy="153599"/>
          </a:xfrm>
          <a:custGeom xmlns:a="http://schemas.openxmlformats.org/drawingml/2006/main">
            <a:pathLst>
              <a:path w="102062" h="153599">
                <a:moveTo>
                  <a:pt x="0" y="153599"/>
                </a:moveTo>
                <a:lnTo>
                  <a:pt x="0" y="6289"/>
                </a:lnTo>
                <a:cubicBezTo>
                  <a:pt x="3589" y="5189"/>
                  <a:pt x="7817" y="4158"/>
                  <a:pt x="12684" y="3198"/>
                </a:cubicBezTo>
                <a:cubicBezTo>
                  <a:pt x="17552" y="2240"/>
                  <a:pt x="22731" y="1466"/>
                  <a:pt x="28220" y="880"/>
                </a:cubicBezTo>
                <a:cubicBezTo>
                  <a:pt x="33710" y="294"/>
                  <a:pt x="39155" y="0"/>
                  <a:pt x="44556" y="0"/>
                </a:cubicBezTo>
                <a:cubicBezTo>
                  <a:pt x="56565" y="0"/>
                  <a:pt x="66851" y="2363"/>
                  <a:pt x="75414" y="7089"/>
                </a:cubicBezTo>
                <a:cubicBezTo>
                  <a:pt x="83977" y="11816"/>
                  <a:pt x="90559" y="18557"/>
                  <a:pt x="95160" y="27315"/>
                </a:cubicBezTo>
                <a:cubicBezTo>
                  <a:pt x="99761" y="36073"/>
                  <a:pt x="102062" y="46420"/>
                  <a:pt x="102062" y="58359"/>
                </a:cubicBezTo>
                <a:cubicBezTo>
                  <a:pt x="102062" y="69800"/>
                  <a:pt x="100161" y="79881"/>
                  <a:pt x="96359" y="88605"/>
                </a:cubicBezTo>
                <a:cubicBezTo>
                  <a:pt x="92557" y="97329"/>
                  <a:pt x="87015" y="104142"/>
                  <a:pt x="79731" y="109045"/>
                </a:cubicBezTo>
                <a:cubicBezTo>
                  <a:pt x="72447" y="113949"/>
                  <a:pt x="63476" y="116400"/>
                  <a:pt x="52816" y="116400"/>
                </a:cubicBezTo>
                <a:cubicBezTo>
                  <a:pt x="47807" y="116400"/>
                  <a:pt x="43214" y="115840"/>
                  <a:pt x="39039" y="114720"/>
                </a:cubicBezTo>
                <a:cubicBezTo>
                  <a:pt x="34865" y="113600"/>
                  <a:pt x="31125" y="112225"/>
                  <a:pt x="27821" y="110591"/>
                </a:cubicBezTo>
                <a:lnTo>
                  <a:pt x="27821" y="153599"/>
                </a:lnTo>
                <a:lnTo>
                  <a:pt x="0" y="153599"/>
                </a:lnTo>
                <a:close/>
                <a:moveTo>
                  <a:pt x="47860" y="92683"/>
                </a:moveTo>
                <a:cubicBezTo>
                  <a:pt x="52337" y="92683"/>
                  <a:pt x="56174" y="91929"/>
                  <a:pt x="59372" y="90417"/>
                </a:cubicBezTo>
                <a:cubicBezTo>
                  <a:pt x="62570" y="88908"/>
                  <a:pt x="65234" y="86697"/>
                  <a:pt x="67366" y="83782"/>
                </a:cubicBezTo>
                <a:cubicBezTo>
                  <a:pt x="69498" y="80867"/>
                  <a:pt x="71061" y="77350"/>
                  <a:pt x="72056" y="73229"/>
                </a:cubicBezTo>
                <a:cubicBezTo>
                  <a:pt x="73051" y="69109"/>
                  <a:pt x="73548" y="64382"/>
                  <a:pt x="73548" y="59053"/>
                </a:cubicBezTo>
                <a:cubicBezTo>
                  <a:pt x="73548" y="51841"/>
                  <a:pt x="72411" y="45603"/>
                  <a:pt x="70138" y="40345"/>
                </a:cubicBezTo>
                <a:cubicBezTo>
                  <a:pt x="67864" y="35087"/>
                  <a:pt x="64568" y="31018"/>
                  <a:pt x="60251" y="28141"/>
                </a:cubicBezTo>
                <a:cubicBezTo>
                  <a:pt x="55934" y="25263"/>
                  <a:pt x="50631" y="23823"/>
                  <a:pt x="44342" y="23823"/>
                </a:cubicBezTo>
                <a:cubicBezTo>
                  <a:pt x="40647" y="23823"/>
                  <a:pt x="37387" y="23983"/>
                  <a:pt x="34563" y="24303"/>
                </a:cubicBezTo>
                <a:cubicBezTo>
                  <a:pt x="31738" y="24623"/>
                  <a:pt x="29491" y="24960"/>
                  <a:pt x="27821" y="25317"/>
                </a:cubicBezTo>
                <a:lnTo>
                  <a:pt x="27821" y="87034"/>
                </a:lnTo>
                <a:cubicBezTo>
                  <a:pt x="29917" y="88454"/>
                  <a:pt x="32786" y="89751"/>
                  <a:pt x="36428" y="90923"/>
                </a:cubicBezTo>
                <a:cubicBezTo>
                  <a:pt x="40070" y="92097"/>
                  <a:pt x="43880" y="92683"/>
                  <a:pt x="47860" y="926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4858B-A20A-4AD1-AF47-4D1A5321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014" y="118372"/>
            <a:ext cx="45035" cy="167510"/>
          </a:xfrm>
          <a:custGeom xmlns:a="http://schemas.openxmlformats.org/drawingml/2006/main">
            <a:pathLst>
              <a:path w="45035" h="167510">
                <a:moveTo>
                  <a:pt x="41091" y="167510"/>
                </a:moveTo>
                <a:cubicBezTo>
                  <a:pt x="30219" y="167224"/>
                  <a:pt x="21798" y="165661"/>
                  <a:pt x="15829" y="162817"/>
                </a:cubicBezTo>
                <a:cubicBezTo>
                  <a:pt x="9860" y="159977"/>
                  <a:pt x="5729" y="155871"/>
                  <a:pt x="3438" y="150507"/>
                </a:cubicBezTo>
                <a:cubicBezTo>
                  <a:pt x="1146" y="145141"/>
                  <a:pt x="0" y="138586"/>
                  <a:pt x="0" y="130842"/>
                </a:cubicBezTo>
                <a:lnTo>
                  <a:pt x="0" y="4529"/>
                </a:lnTo>
                <a:lnTo>
                  <a:pt x="27821" y="0"/>
                </a:lnTo>
                <a:lnTo>
                  <a:pt x="27821" y="125779"/>
                </a:lnTo>
                <a:cubicBezTo>
                  <a:pt x="27821" y="131748"/>
                  <a:pt x="28904" y="136206"/>
                  <a:pt x="31072" y="139155"/>
                </a:cubicBezTo>
                <a:cubicBezTo>
                  <a:pt x="33239" y="142103"/>
                  <a:pt x="37893" y="143898"/>
                  <a:pt x="45035" y="144538"/>
                </a:cubicBezTo>
                <a:lnTo>
                  <a:pt x="41091" y="167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33433-5EB5-4D59-8924-E418D497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570" y="120398"/>
            <a:ext cx="34110" cy="163403"/>
          </a:xfrm>
          <a:custGeom xmlns:a="http://schemas.openxmlformats.org/drawingml/2006/main">
            <a:pathLst>
              <a:path w="34110" h="163403">
                <a:moveTo>
                  <a:pt x="3092" y="163403"/>
                </a:moveTo>
                <a:lnTo>
                  <a:pt x="3092" y="51695"/>
                </a:lnTo>
                <a:lnTo>
                  <a:pt x="30912" y="51695"/>
                </a:lnTo>
                <a:lnTo>
                  <a:pt x="30912" y="163403"/>
                </a:lnTo>
                <a:lnTo>
                  <a:pt x="3092" y="163403"/>
                </a:lnTo>
                <a:close/>
                <a:moveTo>
                  <a:pt x="17056" y="33947"/>
                </a:moveTo>
                <a:cubicBezTo>
                  <a:pt x="12436" y="33947"/>
                  <a:pt x="8438" y="32430"/>
                  <a:pt x="5063" y="29392"/>
                </a:cubicBezTo>
                <a:cubicBezTo>
                  <a:pt x="1689" y="26355"/>
                  <a:pt x="0" y="22206"/>
                  <a:pt x="0" y="16948"/>
                </a:cubicBezTo>
                <a:cubicBezTo>
                  <a:pt x="0" y="11724"/>
                  <a:pt x="1689" y="7592"/>
                  <a:pt x="5063" y="4555"/>
                </a:cubicBezTo>
                <a:cubicBezTo>
                  <a:pt x="8438" y="1517"/>
                  <a:pt x="12436" y="0"/>
                  <a:pt x="17056" y="0"/>
                </a:cubicBezTo>
                <a:cubicBezTo>
                  <a:pt x="21674" y="0"/>
                  <a:pt x="25672" y="1517"/>
                  <a:pt x="29046" y="4555"/>
                </a:cubicBezTo>
                <a:cubicBezTo>
                  <a:pt x="32424" y="7592"/>
                  <a:pt x="34110" y="11724"/>
                  <a:pt x="34110" y="16948"/>
                </a:cubicBezTo>
                <a:cubicBezTo>
                  <a:pt x="34110" y="22206"/>
                  <a:pt x="32424" y="26355"/>
                  <a:pt x="29046" y="29392"/>
                </a:cubicBezTo>
                <a:cubicBezTo>
                  <a:pt x="25672" y="32430"/>
                  <a:pt x="21674" y="33947"/>
                  <a:pt x="17056" y="339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F61110-5050-4D03-96A8-D8045276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26" y="169641"/>
            <a:ext cx="94389" cy="114160"/>
          </a:xfrm>
          <a:custGeom xmlns:a="http://schemas.openxmlformats.org/drawingml/2006/main">
            <a:pathLst>
              <a:path w="94389" h="114160">
                <a:moveTo>
                  <a:pt x="0" y="114160"/>
                </a:moveTo>
                <a:lnTo>
                  <a:pt x="0" y="6289"/>
                </a:lnTo>
                <a:cubicBezTo>
                  <a:pt x="5152" y="4832"/>
                  <a:pt x="11816" y="3420"/>
                  <a:pt x="19988" y="2052"/>
                </a:cubicBezTo>
                <a:cubicBezTo>
                  <a:pt x="28158" y="686"/>
                  <a:pt x="37007" y="0"/>
                  <a:pt x="46529" y="0"/>
                </a:cubicBezTo>
                <a:cubicBezTo>
                  <a:pt x="58999" y="0"/>
                  <a:pt x="68700" y="2160"/>
                  <a:pt x="75627" y="6475"/>
                </a:cubicBezTo>
                <a:cubicBezTo>
                  <a:pt x="82556" y="10793"/>
                  <a:pt x="87417" y="16779"/>
                  <a:pt x="90206" y="24437"/>
                </a:cubicBezTo>
                <a:cubicBezTo>
                  <a:pt x="92994" y="32093"/>
                  <a:pt x="94389" y="41019"/>
                  <a:pt x="94389" y="51218"/>
                </a:cubicBezTo>
                <a:lnTo>
                  <a:pt x="94389" y="114160"/>
                </a:lnTo>
                <a:lnTo>
                  <a:pt x="66568" y="114160"/>
                </a:lnTo>
                <a:lnTo>
                  <a:pt x="66568" y="55215"/>
                </a:lnTo>
                <a:cubicBezTo>
                  <a:pt x="66568" y="47577"/>
                  <a:pt x="65911" y="41465"/>
                  <a:pt x="64597" y="36882"/>
                </a:cubicBezTo>
                <a:cubicBezTo>
                  <a:pt x="63282" y="32298"/>
                  <a:pt x="61033" y="28975"/>
                  <a:pt x="57853" y="26915"/>
                </a:cubicBezTo>
                <a:cubicBezTo>
                  <a:pt x="54673" y="24855"/>
                  <a:pt x="50241" y="23823"/>
                  <a:pt x="44557" y="23823"/>
                </a:cubicBezTo>
                <a:cubicBezTo>
                  <a:pt x="41359" y="23823"/>
                  <a:pt x="38233" y="23992"/>
                  <a:pt x="35176" y="24332"/>
                </a:cubicBezTo>
                <a:cubicBezTo>
                  <a:pt x="32121" y="24669"/>
                  <a:pt x="29669" y="24997"/>
                  <a:pt x="27821" y="25317"/>
                </a:cubicBezTo>
                <a:lnTo>
                  <a:pt x="27821" y="114160"/>
                </a:lnTo>
                <a:lnTo>
                  <a:pt x="0" y="1141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2C2AD-4EAF-4CB7-9EC6-465192C5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044" y="169641"/>
            <a:ext cx="99875" cy="154239"/>
          </a:xfrm>
          <a:custGeom xmlns:a="http://schemas.openxmlformats.org/drawingml/2006/main">
            <a:pathLst>
              <a:path w="99875" h="154239">
                <a:moveTo>
                  <a:pt x="44023" y="154239"/>
                </a:moveTo>
                <a:cubicBezTo>
                  <a:pt x="37165" y="154239"/>
                  <a:pt x="30432" y="153645"/>
                  <a:pt x="23823" y="152453"/>
                </a:cubicBezTo>
                <a:cubicBezTo>
                  <a:pt x="17214" y="151265"/>
                  <a:pt x="11193" y="149744"/>
                  <a:pt x="5755" y="147896"/>
                </a:cubicBezTo>
                <a:lnTo>
                  <a:pt x="10713" y="124393"/>
                </a:lnTo>
                <a:cubicBezTo>
                  <a:pt x="15330" y="126241"/>
                  <a:pt x="20423" y="127742"/>
                  <a:pt x="25983" y="128896"/>
                </a:cubicBezTo>
                <a:cubicBezTo>
                  <a:pt x="31541" y="130051"/>
                  <a:pt x="37699" y="130628"/>
                  <a:pt x="44448" y="130628"/>
                </a:cubicBezTo>
                <a:cubicBezTo>
                  <a:pt x="51164" y="130628"/>
                  <a:pt x="56538" y="129696"/>
                  <a:pt x="60570" y="127830"/>
                </a:cubicBezTo>
                <a:cubicBezTo>
                  <a:pt x="64602" y="125964"/>
                  <a:pt x="67543" y="123221"/>
                  <a:pt x="69392" y="119598"/>
                </a:cubicBezTo>
                <a:cubicBezTo>
                  <a:pt x="71240" y="115972"/>
                  <a:pt x="72163" y="111657"/>
                  <a:pt x="72163" y="106645"/>
                </a:cubicBezTo>
                <a:lnTo>
                  <a:pt x="72163" y="101850"/>
                </a:lnTo>
                <a:cubicBezTo>
                  <a:pt x="69106" y="103376"/>
                  <a:pt x="65617" y="104690"/>
                  <a:pt x="61691" y="105793"/>
                </a:cubicBezTo>
                <a:cubicBezTo>
                  <a:pt x="57764" y="106893"/>
                  <a:pt x="53261" y="107445"/>
                  <a:pt x="48180" y="107445"/>
                </a:cubicBezTo>
                <a:cubicBezTo>
                  <a:pt x="38339" y="107445"/>
                  <a:pt x="29792" y="105447"/>
                  <a:pt x="22546" y="101450"/>
                </a:cubicBezTo>
                <a:cubicBezTo>
                  <a:pt x="15296" y="97452"/>
                  <a:pt x="9727" y="91546"/>
                  <a:pt x="5835" y="83728"/>
                </a:cubicBezTo>
                <a:cubicBezTo>
                  <a:pt x="1946" y="75912"/>
                  <a:pt x="0" y="66320"/>
                  <a:pt x="0" y="54950"/>
                </a:cubicBezTo>
                <a:cubicBezTo>
                  <a:pt x="0" y="44006"/>
                  <a:pt x="2229" y="34413"/>
                  <a:pt x="6689" y="26169"/>
                </a:cubicBezTo>
                <a:cubicBezTo>
                  <a:pt x="11147" y="17925"/>
                  <a:pt x="17562" y="11504"/>
                  <a:pt x="25929" y="6904"/>
                </a:cubicBezTo>
                <a:cubicBezTo>
                  <a:pt x="34296" y="2300"/>
                  <a:pt x="44326" y="0"/>
                  <a:pt x="56016" y="0"/>
                </a:cubicBezTo>
                <a:cubicBezTo>
                  <a:pt x="64151" y="0"/>
                  <a:pt x="72172" y="649"/>
                  <a:pt x="80079" y="1946"/>
                </a:cubicBezTo>
                <a:cubicBezTo>
                  <a:pt x="87982" y="3243"/>
                  <a:pt x="94583" y="4692"/>
                  <a:pt x="99875" y="6289"/>
                </a:cubicBezTo>
                <a:lnTo>
                  <a:pt x="99875" y="101956"/>
                </a:lnTo>
                <a:cubicBezTo>
                  <a:pt x="99875" y="119864"/>
                  <a:pt x="95312" y="133054"/>
                  <a:pt x="86179" y="141529"/>
                </a:cubicBezTo>
                <a:cubicBezTo>
                  <a:pt x="77050" y="150002"/>
                  <a:pt x="62996" y="154239"/>
                  <a:pt x="44023" y="154239"/>
                </a:cubicBezTo>
                <a:close/>
                <a:moveTo>
                  <a:pt x="52815" y="84742"/>
                </a:moveTo>
                <a:cubicBezTo>
                  <a:pt x="56724" y="84742"/>
                  <a:pt x="60376" y="84208"/>
                  <a:pt x="63768" y="83142"/>
                </a:cubicBezTo>
                <a:cubicBezTo>
                  <a:pt x="67163" y="82076"/>
                  <a:pt x="69943" y="80833"/>
                  <a:pt x="72109" y="79413"/>
                </a:cubicBezTo>
                <a:lnTo>
                  <a:pt x="72109" y="24197"/>
                </a:lnTo>
                <a:cubicBezTo>
                  <a:pt x="70369" y="23806"/>
                  <a:pt x="68237" y="23460"/>
                  <a:pt x="65714" y="23157"/>
                </a:cubicBezTo>
                <a:cubicBezTo>
                  <a:pt x="63191" y="22857"/>
                  <a:pt x="60030" y="22706"/>
                  <a:pt x="56227" y="22706"/>
                </a:cubicBezTo>
                <a:cubicBezTo>
                  <a:pt x="50152" y="22706"/>
                  <a:pt x="45054" y="24092"/>
                  <a:pt x="40931" y="26861"/>
                </a:cubicBezTo>
                <a:cubicBezTo>
                  <a:pt x="36810" y="29632"/>
                  <a:pt x="33701" y="33444"/>
                  <a:pt x="31604" y="38293"/>
                </a:cubicBezTo>
                <a:cubicBezTo>
                  <a:pt x="29509" y="43143"/>
                  <a:pt x="28461" y="48712"/>
                  <a:pt x="28461" y="55001"/>
                </a:cubicBezTo>
                <a:cubicBezTo>
                  <a:pt x="28461" y="60048"/>
                  <a:pt x="29038" y="64445"/>
                  <a:pt x="30192" y="68194"/>
                </a:cubicBezTo>
                <a:cubicBezTo>
                  <a:pt x="31347" y="71940"/>
                  <a:pt x="32981" y="75032"/>
                  <a:pt x="35096" y="77467"/>
                </a:cubicBezTo>
                <a:cubicBezTo>
                  <a:pt x="37210" y="79901"/>
                  <a:pt x="39768" y="81722"/>
                  <a:pt x="42771" y="82930"/>
                </a:cubicBezTo>
                <a:cubicBezTo>
                  <a:pt x="45771" y="84136"/>
                  <a:pt x="49120" y="84742"/>
                  <a:pt x="52815" y="847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Text ❶">
            <a:extLst xmlns:a="http://schemas.openxmlformats.org/drawingml/2006/main">
              <a:ext uri="{FF2B5EF4-FFF2-40B4-BE49-F238E27FC236}">
                <a16:creationId xmlns:a16="http://schemas.microsoft.com/office/drawing/2014/main" id="{E3E9E166-D3D8-43B6-8D79-4A691ABA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900" y="127126"/>
            <a:ext cx="205034" cy="205035"/>
          </a:xfrm>
          <a:custGeom xmlns:a="http://schemas.openxmlformats.org/drawingml/2006/main">
            <a:pathLst>
              <a:path w="205034" h="205035">
                <a:moveTo>
                  <a:pt x="205034" y="102517"/>
                </a:moveTo>
                <a:cubicBezTo>
                  <a:pt x="205034" y="130979"/>
                  <a:pt x="195019" y="155181"/>
                  <a:pt x="174989" y="175122"/>
                </a:cubicBezTo>
                <a:cubicBezTo>
                  <a:pt x="154958" y="195064"/>
                  <a:pt x="130756" y="205035"/>
                  <a:pt x="102383" y="205035"/>
                </a:cubicBezTo>
                <a:cubicBezTo>
                  <a:pt x="74189" y="205035"/>
                  <a:pt x="50076" y="195064"/>
                  <a:pt x="30046" y="175122"/>
                </a:cubicBezTo>
                <a:cubicBezTo>
                  <a:pt x="10015" y="155181"/>
                  <a:pt x="0" y="130979"/>
                  <a:pt x="0" y="102517"/>
                </a:cubicBezTo>
                <a:cubicBezTo>
                  <a:pt x="0" y="84851"/>
                  <a:pt x="4595" y="67765"/>
                  <a:pt x="13785" y="51259"/>
                </a:cubicBezTo>
                <a:cubicBezTo>
                  <a:pt x="22975" y="34752"/>
                  <a:pt x="35801" y="22083"/>
                  <a:pt x="52262" y="13250"/>
                </a:cubicBezTo>
                <a:cubicBezTo>
                  <a:pt x="68724" y="4417"/>
                  <a:pt x="85431" y="0"/>
                  <a:pt x="102383" y="0"/>
                </a:cubicBezTo>
                <a:cubicBezTo>
                  <a:pt x="119603" y="0"/>
                  <a:pt x="136444" y="4417"/>
                  <a:pt x="152906" y="13250"/>
                </a:cubicBezTo>
                <a:cubicBezTo>
                  <a:pt x="169368" y="22083"/>
                  <a:pt x="182171" y="34708"/>
                  <a:pt x="191316" y="51125"/>
                </a:cubicBezTo>
                <a:cubicBezTo>
                  <a:pt x="200462" y="67542"/>
                  <a:pt x="205034" y="84673"/>
                  <a:pt x="205034" y="102517"/>
                </a:cubicBezTo>
                <a:moveTo>
                  <a:pt x="61965" y="166222"/>
                </a:moveTo>
                <a:lnTo>
                  <a:pt x="144541" y="166222"/>
                </a:lnTo>
                <a:lnTo>
                  <a:pt x="144541" y="147218"/>
                </a:lnTo>
                <a:lnTo>
                  <a:pt x="115365" y="147218"/>
                </a:lnTo>
                <a:lnTo>
                  <a:pt x="115365" y="40953"/>
                </a:lnTo>
                <a:lnTo>
                  <a:pt x="93818" y="40953"/>
                </a:lnTo>
                <a:lnTo>
                  <a:pt x="59423" y="47244"/>
                </a:lnTo>
                <a:lnTo>
                  <a:pt x="59423" y="67586"/>
                </a:lnTo>
                <a:lnTo>
                  <a:pt x="91007" y="61832"/>
                </a:lnTo>
                <a:lnTo>
                  <a:pt x="91007" y="147218"/>
                </a:lnTo>
                <a:lnTo>
                  <a:pt x="61965" y="147218"/>
                </a:lnTo>
                <a:lnTo>
                  <a:pt x="61965" y="1662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➋">
            <a:extLst xmlns:a="http://schemas.openxmlformats.org/drawingml/2006/main">
              <a:ext uri="{FF2B5EF4-FFF2-40B4-BE49-F238E27FC236}">
                <a16:creationId xmlns:a16="http://schemas.microsoft.com/office/drawing/2014/main" id="{A95132D9-1B2A-41A6-91CD-8F9A92C4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289" y="680070"/>
            <a:ext cx="202001" cy="202596"/>
          </a:xfrm>
          <a:custGeom xmlns:a="http://schemas.openxmlformats.org/drawingml/2006/main">
            <a:pathLst>
              <a:path w="202001" h="202596">
                <a:moveTo>
                  <a:pt x="79230" y="155724"/>
                </a:moveTo>
                <a:cubicBezTo>
                  <a:pt x="94695" y="139941"/>
                  <a:pt x="106691" y="127648"/>
                  <a:pt x="115217" y="118845"/>
                </a:cubicBezTo>
                <a:cubicBezTo>
                  <a:pt x="123742" y="110042"/>
                  <a:pt x="128798" y="104728"/>
                  <a:pt x="130385" y="102904"/>
                </a:cubicBezTo>
                <a:cubicBezTo>
                  <a:pt x="136174" y="95766"/>
                  <a:pt x="140159" y="89580"/>
                  <a:pt x="142340" y="84346"/>
                </a:cubicBezTo>
                <a:cubicBezTo>
                  <a:pt x="144521" y="79111"/>
                  <a:pt x="145612" y="73599"/>
                  <a:pt x="145612" y="67809"/>
                </a:cubicBezTo>
                <a:cubicBezTo>
                  <a:pt x="145612" y="55517"/>
                  <a:pt x="141230" y="45682"/>
                  <a:pt x="132466" y="38306"/>
                </a:cubicBezTo>
                <a:cubicBezTo>
                  <a:pt x="123703" y="30931"/>
                  <a:pt x="111945" y="27243"/>
                  <a:pt x="97194" y="27243"/>
                </a:cubicBezTo>
                <a:cubicBezTo>
                  <a:pt x="91642" y="27243"/>
                  <a:pt x="85495" y="28036"/>
                  <a:pt x="78754" y="29622"/>
                </a:cubicBezTo>
                <a:cubicBezTo>
                  <a:pt x="72013" y="31208"/>
                  <a:pt x="64796" y="33548"/>
                  <a:pt x="57103" y="36641"/>
                </a:cubicBezTo>
                <a:lnTo>
                  <a:pt x="57103" y="56032"/>
                </a:lnTo>
                <a:cubicBezTo>
                  <a:pt x="64716" y="51829"/>
                  <a:pt x="71874" y="48676"/>
                  <a:pt x="78576" y="46574"/>
                </a:cubicBezTo>
                <a:cubicBezTo>
                  <a:pt x="85277" y="44473"/>
                  <a:pt x="91642" y="43422"/>
                  <a:pt x="97669" y="43422"/>
                </a:cubicBezTo>
                <a:cubicBezTo>
                  <a:pt x="106156" y="43422"/>
                  <a:pt x="113036" y="45801"/>
                  <a:pt x="118310" y="50560"/>
                </a:cubicBezTo>
                <a:cubicBezTo>
                  <a:pt x="123584" y="55318"/>
                  <a:pt x="126221" y="61465"/>
                  <a:pt x="126221" y="68999"/>
                </a:cubicBezTo>
                <a:cubicBezTo>
                  <a:pt x="126221" y="73678"/>
                  <a:pt x="125011" y="78397"/>
                  <a:pt x="122592" y="83156"/>
                </a:cubicBezTo>
                <a:cubicBezTo>
                  <a:pt x="120174" y="87914"/>
                  <a:pt x="115871" y="93783"/>
                  <a:pt x="109685" y="100763"/>
                </a:cubicBezTo>
                <a:cubicBezTo>
                  <a:pt x="106433" y="104411"/>
                  <a:pt x="98522" y="112599"/>
                  <a:pt x="85952" y="125329"/>
                </a:cubicBezTo>
                <a:cubicBezTo>
                  <a:pt x="73381" y="138058"/>
                  <a:pt x="63447" y="148190"/>
                  <a:pt x="56151" y="155724"/>
                </a:cubicBezTo>
                <a:lnTo>
                  <a:pt x="56151" y="171903"/>
                </a:lnTo>
                <a:lnTo>
                  <a:pt x="146326" y="171903"/>
                </a:lnTo>
                <a:lnTo>
                  <a:pt x="146326" y="155724"/>
                </a:lnTo>
                <a:lnTo>
                  <a:pt x="79230" y="155724"/>
                </a:lnTo>
                <a:moveTo>
                  <a:pt x="62218" y="7614"/>
                </a:moveTo>
                <a:cubicBezTo>
                  <a:pt x="74273" y="2538"/>
                  <a:pt x="87201" y="0"/>
                  <a:pt x="101000" y="0"/>
                </a:cubicBezTo>
                <a:cubicBezTo>
                  <a:pt x="114800" y="0"/>
                  <a:pt x="127728" y="2538"/>
                  <a:pt x="139783" y="7614"/>
                </a:cubicBezTo>
                <a:cubicBezTo>
                  <a:pt x="151679" y="12531"/>
                  <a:pt x="162545" y="19946"/>
                  <a:pt x="172379" y="29860"/>
                </a:cubicBezTo>
                <a:cubicBezTo>
                  <a:pt x="182372" y="39853"/>
                  <a:pt x="189807" y="50798"/>
                  <a:pt x="194685" y="62694"/>
                </a:cubicBezTo>
                <a:cubicBezTo>
                  <a:pt x="199562" y="74590"/>
                  <a:pt x="202001" y="87558"/>
                  <a:pt x="202001" y="101595"/>
                </a:cubicBezTo>
                <a:cubicBezTo>
                  <a:pt x="202001" y="115236"/>
                  <a:pt x="199562" y="128005"/>
                  <a:pt x="194685" y="139902"/>
                </a:cubicBezTo>
                <a:cubicBezTo>
                  <a:pt x="189807" y="151798"/>
                  <a:pt x="182372" y="162743"/>
                  <a:pt x="172379" y="172736"/>
                </a:cubicBezTo>
                <a:cubicBezTo>
                  <a:pt x="162545" y="182649"/>
                  <a:pt x="151679" y="190065"/>
                  <a:pt x="139783" y="194982"/>
                </a:cubicBezTo>
                <a:cubicBezTo>
                  <a:pt x="127728" y="200058"/>
                  <a:pt x="114800" y="202596"/>
                  <a:pt x="101000" y="202596"/>
                </a:cubicBezTo>
                <a:cubicBezTo>
                  <a:pt x="87201" y="202596"/>
                  <a:pt x="74273" y="200058"/>
                  <a:pt x="62218" y="194982"/>
                </a:cubicBezTo>
                <a:cubicBezTo>
                  <a:pt x="50322" y="190065"/>
                  <a:pt x="39456" y="182649"/>
                  <a:pt x="29622" y="172736"/>
                </a:cubicBezTo>
                <a:cubicBezTo>
                  <a:pt x="19629" y="162743"/>
                  <a:pt x="12194" y="151798"/>
                  <a:pt x="7316" y="139902"/>
                </a:cubicBezTo>
                <a:cubicBezTo>
                  <a:pt x="2439" y="128005"/>
                  <a:pt x="0" y="115236"/>
                  <a:pt x="0" y="101595"/>
                </a:cubicBezTo>
                <a:cubicBezTo>
                  <a:pt x="0" y="87558"/>
                  <a:pt x="2439" y="74590"/>
                  <a:pt x="7316" y="62694"/>
                </a:cubicBezTo>
                <a:cubicBezTo>
                  <a:pt x="12194" y="50798"/>
                  <a:pt x="19629" y="39853"/>
                  <a:pt x="29622" y="29860"/>
                </a:cubicBezTo>
                <a:cubicBezTo>
                  <a:pt x="39456" y="19946"/>
                  <a:pt x="50322" y="12531"/>
                  <a:pt x="62218" y="76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Text ❸">
            <a:extLst xmlns:a="http://schemas.openxmlformats.org/drawingml/2006/main">
              <a:ext uri="{FF2B5EF4-FFF2-40B4-BE49-F238E27FC236}">
                <a16:creationId xmlns:a16="http://schemas.microsoft.com/office/drawing/2014/main" id="{999934FA-EB32-472D-9EDA-3B414993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832" y="1253953"/>
            <a:ext cx="205034" cy="205035"/>
          </a:xfrm>
          <a:custGeom xmlns:a="http://schemas.openxmlformats.org/drawingml/2006/main">
            <a:pathLst>
              <a:path w="205034" h="205035">
                <a:moveTo>
                  <a:pt x="205034" y="102517"/>
                </a:moveTo>
                <a:cubicBezTo>
                  <a:pt x="205034" y="130979"/>
                  <a:pt x="195019" y="155181"/>
                  <a:pt x="174989" y="175122"/>
                </a:cubicBezTo>
                <a:cubicBezTo>
                  <a:pt x="154958" y="195064"/>
                  <a:pt x="130756" y="205035"/>
                  <a:pt x="102383" y="205035"/>
                </a:cubicBezTo>
                <a:cubicBezTo>
                  <a:pt x="74189" y="205035"/>
                  <a:pt x="50076" y="195064"/>
                  <a:pt x="30046" y="175122"/>
                </a:cubicBezTo>
                <a:cubicBezTo>
                  <a:pt x="10015" y="155181"/>
                  <a:pt x="0" y="130979"/>
                  <a:pt x="0" y="102517"/>
                </a:cubicBezTo>
                <a:cubicBezTo>
                  <a:pt x="0" y="84851"/>
                  <a:pt x="4595" y="67765"/>
                  <a:pt x="13785" y="51259"/>
                </a:cubicBezTo>
                <a:cubicBezTo>
                  <a:pt x="22975" y="34752"/>
                  <a:pt x="35801" y="22083"/>
                  <a:pt x="52262" y="13250"/>
                </a:cubicBezTo>
                <a:cubicBezTo>
                  <a:pt x="68724" y="4417"/>
                  <a:pt x="85431" y="0"/>
                  <a:pt x="102383" y="0"/>
                </a:cubicBezTo>
                <a:cubicBezTo>
                  <a:pt x="119603" y="0"/>
                  <a:pt x="136444" y="4417"/>
                  <a:pt x="152906" y="13250"/>
                </a:cubicBezTo>
                <a:cubicBezTo>
                  <a:pt x="169368" y="22083"/>
                  <a:pt x="182171" y="34708"/>
                  <a:pt x="191316" y="51125"/>
                </a:cubicBezTo>
                <a:cubicBezTo>
                  <a:pt x="200462" y="67542"/>
                  <a:pt x="205034" y="84673"/>
                  <a:pt x="205034" y="102517"/>
                </a:cubicBezTo>
                <a:moveTo>
                  <a:pt x="153107" y="72538"/>
                </a:moveTo>
                <a:cubicBezTo>
                  <a:pt x="153107" y="62278"/>
                  <a:pt x="148802" y="54091"/>
                  <a:pt x="140192" y="47980"/>
                </a:cubicBezTo>
                <a:cubicBezTo>
                  <a:pt x="131582" y="41868"/>
                  <a:pt x="120094" y="38812"/>
                  <a:pt x="105729" y="38812"/>
                </a:cubicBezTo>
                <a:cubicBezTo>
                  <a:pt x="100287" y="38812"/>
                  <a:pt x="94532" y="39258"/>
                  <a:pt x="88465" y="40150"/>
                </a:cubicBezTo>
                <a:cubicBezTo>
                  <a:pt x="82397" y="41043"/>
                  <a:pt x="75126" y="42559"/>
                  <a:pt x="66650" y="44701"/>
                </a:cubicBezTo>
                <a:lnTo>
                  <a:pt x="66650" y="64910"/>
                </a:lnTo>
                <a:cubicBezTo>
                  <a:pt x="76196" y="62055"/>
                  <a:pt x="83669" y="60159"/>
                  <a:pt x="89067" y="59222"/>
                </a:cubicBezTo>
                <a:cubicBezTo>
                  <a:pt x="94465" y="58285"/>
                  <a:pt x="99484" y="57817"/>
                  <a:pt x="104123" y="57817"/>
                </a:cubicBezTo>
                <a:cubicBezTo>
                  <a:pt x="112243" y="57817"/>
                  <a:pt x="118354" y="59222"/>
                  <a:pt x="122459" y="62032"/>
                </a:cubicBezTo>
                <a:cubicBezTo>
                  <a:pt x="126563" y="64843"/>
                  <a:pt x="128615" y="68925"/>
                  <a:pt x="128615" y="74278"/>
                </a:cubicBezTo>
                <a:cubicBezTo>
                  <a:pt x="128615" y="79453"/>
                  <a:pt x="126652" y="83379"/>
                  <a:pt x="122726" y="86056"/>
                </a:cubicBezTo>
                <a:cubicBezTo>
                  <a:pt x="118800" y="88732"/>
                  <a:pt x="112823" y="90071"/>
                  <a:pt x="104792" y="90071"/>
                </a:cubicBezTo>
                <a:lnTo>
                  <a:pt x="85386" y="90071"/>
                </a:lnTo>
                <a:lnTo>
                  <a:pt x="85386" y="108807"/>
                </a:lnTo>
                <a:lnTo>
                  <a:pt x="104123" y="108807"/>
                </a:lnTo>
                <a:cubicBezTo>
                  <a:pt x="112956" y="108807"/>
                  <a:pt x="119760" y="110547"/>
                  <a:pt x="124533" y="114027"/>
                </a:cubicBezTo>
                <a:cubicBezTo>
                  <a:pt x="129306" y="117507"/>
                  <a:pt x="131693" y="122414"/>
                  <a:pt x="131693" y="128749"/>
                </a:cubicBezTo>
                <a:cubicBezTo>
                  <a:pt x="131693" y="135530"/>
                  <a:pt x="129128" y="140682"/>
                  <a:pt x="123998" y="144207"/>
                </a:cubicBezTo>
                <a:cubicBezTo>
                  <a:pt x="118867" y="147731"/>
                  <a:pt x="111083" y="149493"/>
                  <a:pt x="100644" y="149493"/>
                </a:cubicBezTo>
                <a:cubicBezTo>
                  <a:pt x="94576" y="149493"/>
                  <a:pt x="88755" y="148869"/>
                  <a:pt x="83178" y="147619"/>
                </a:cubicBezTo>
                <a:cubicBezTo>
                  <a:pt x="77602" y="146370"/>
                  <a:pt x="70754" y="143604"/>
                  <a:pt x="62635" y="139322"/>
                </a:cubicBezTo>
                <a:lnTo>
                  <a:pt x="62635" y="161806"/>
                </a:lnTo>
                <a:cubicBezTo>
                  <a:pt x="70486" y="164215"/>
                  <a:pt x="77446" y="165933"/>
                  <a:pt x="83513" y="166959"/>
                </a:cubicBezTo>
                <a:cubicBezTo>
                  <a:pt x="89580" y="167985"/>
                  <a:pt x="95469" y="168498"/>
                  <a:pt x="101179" y="168498"/>
                </a:cubicBezTo>
                <a:cubicBezTo>
                  <a:pt x="118577" y="168498"/>
                  <a:pt x="132095" y="165018"/>
                  <a:pt x="141731" y="158059"/>
                </a:cubicBezTo>
                <a:cubicBezTo>
                  <a:pt x="151367" y="151099"/>
                  <a:pt x="156185" y="141329"/>
                  <a:pt x="156185" y="128749"/>
                </a:cubicBezTo>
                <a:cubicBezTo>
                  <a:pt x="156185" y="120451"/>
                  <a:pt x="153553" y="113425"/>
                  <a:pt x="148289" y="107670"/>
                </a:cubicBezTo>
                <a:cubicBezTo>
                  <a:pt x="143024" y="101915"/>
                  <a:pt x="139812" y="98904"/>
                  <a:pt x="138653" y="98636"/>
                </a:cubicBezTo>
                <a:cubicBezTo>
                  <a:pt x="139009" y="98636"/>
                  <a:pt x="141508" y="96093"/>
                  <a:pt x="146147" y="91007"/>
                </a:cubicBezTo>
                <a:cubicBezTo>
                  <a:pt x="150787" y="85922"/>
                  <a:pt x="153107" y="79765"/>
                  <a:pt x="153107" y="725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Text ➍">
            <a:extLst xmlns:a="http://schemas.openxmlformats.org/drawingml/2006/main">
              <a:ext uri="{FF2B5EF4-FFF2-40B4-BE49-F238E27FC236}">
                <a16:creationId xmlns:a16="http://schemas.microsoft.com/office/drawing/2014/main" id="{D0F03DF7-2FDC-4E9D-B414-7A2FCD77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613" y="1886388"/>
            <a:ext cx="214626" cy="215258"/>
          </a:xfrm>
          <a:custGeom xmlns:a="http://schemas.openxmlformats.org/drawingml/2006/main">
            <a:pathLst>
              <a:path w="214626" h="215258">
                <a:moveTo>
                  <a:pt x="115655" y="49801"/>
                </a:moveTo>
                <a:lnTo>
                  <a:pt x="115655" y="130444"/>
                </a:lnTo>
                <a:lnTo>
                  <a:pt x="64084" y="130444"/>
                </a:lnTo>
                <a:lnTo>
                  <a:pt x="115655" y="49801"/>
                </a:lnTo>
                <a:moveTo>
                  <a:pt x="110347" y="31979"/>
                </a:moveTo>
                <a:lnTo>
                  <a:pt x="47526" y="127663"/>
                </a:lnTo>
                <a:lnTo>
                  <a:pt x="47526" y="147382"/>
                </a:lnTo>
                <a:lnTo>
                  <a:pt x="115655" y="147382"/>
                </a:lnTo>
                <a:lnTo>
                  <a:pt x="115655" y="183026"/>
                </a:lnTo>
                <a:lnTo>
                  <a:pt x="136006" y="183026"/>
                </a:lnTo>
                <a:lnTo>
                  <a:pt x="136006" y="147382"/>
                </a:lnTo>
                <a:lnTo>
                  <a:pt x="157494" y="147382"/>
                </a:lnTo>
                <a:lnTo>
                  <a:pt x="157494" y="130444"/>
                </a:lnTo>
                <a:lnTo>
                  <a:pt x="136006" y="130444"/>
                </a:lnTo>
                <a:lnTo>
                  <a:pt x="136006" y="31979"/>
                </a:lnTo>
                <a:lnTo>
                  <a:pt x="110347" y="31979"/>
                </a:lnTo>
                <a:moveTo>
                  <a:pt x="66107" y="8090"/>
                </a:moveTo>
                <a:cubicBezTo>
                  <a:pt x="78915" y="2697"/>
                  <a:pt x="92651" y="0"/>
                  <a:pt x="107313" y="0"/>
                </a:cubicBezTo>
                <a:cubicBezTo>
                  <a:pt x="121975" y="0"/>
                  <a:pt x="135711" y="2697"/>
                  <a:pt x="148519" y="8090"/>
                </a:cubicBezTo>
                <a:cubicBezTo>
                  <a:pt x="161159" y="13314"/>
                  <a:pt x="172704" y="21193"/>
                  <a:pt x="183153" y="31726"/>
                </a:cubicBezTo>
                <a:cubicBezTo>
                  <a:pt x="193770" y="42344"/>
                  <a:pt x="201670" y="53972"/>
                  <a:pt x="206852" y="66612"/>
                </a:cubicBezTo>
                <a:cubicBezTo>
                  <a:pt x="212035" y="79252"/>
                  <a:pt x="214626" y="93030"/>
                  <a:pt x="214626" y="107945"/>
                </a:cubicBezTo>
                <a:cubicBezTo>
                  <a:pt x="214626" y="122439"/>
                  <a:pt x="212035" y="136006"/>
                  <a:pt x="206852" y="148646"/>
                </a:cubicBezTo>
                <a:cubicBezTo>
                  <a:pt x="201670" y="161285"/>
                  <a:pt x="193770" y="172914"/>
                  <a:pt x="183153" y="183532"/>
                </a:cubicBezTo>
                <a:cubicBezTo>
                  <a:pt x="172704" y="194065"/>
                  <a:pt x="161159" y="201944"/>
                  <a:pt x="148519" y="207168"/>
                </a:cubicBezTo>
                <a:cubicBezTo>
                  <a:pt x="135711" y="212561"/>
                  <a:pt x="121975" y="215258"/>
                  <a:pt x="107313" y="215258"/>
                </a:cubicBezTo>
                <a:cubicBezTo>
                  <a:pt x="92651" y="215258"/>
                  <a:pt x="78915" y="212561"/>
                  <a:pt x="66107" y="207168"/>
                </a:cubicBezTo>
                <a:cubicBezTo>
                  <a:pt x="53467" y="201944"/>
                  <a:pt x="41922" y="194065"/>
                  <a:pt x="31473" y="183532"/>
                </a:cubicBezTo>
                <a:cubicBezTo>
                  <a:pt x="20856" y="172914"/>
                  <a:pt x="12956" y="161285"/>
                  <a:pt x="7774" y="148646"/>
                </a:cubicBezTo>
                <a:cubicBezTo>
                  <a:pt x="2591" y="136006"/>
                  <a:pt x="0" y="122439"/>
                  <a:pt x="0" y="107945"/>
                </a:cubicBezTo>
                <a:cubicBezTo>
                  <a:pt x="0" y="93030"/>
                  <a:pt x="2591" y="79252"/>
                  <a:pt x="7774" y="66612"/>
                </a:cubicBezTo>
                <a:cubicBezTo>
                  <a:pt x="12956" y="53972"/>
                  <a:pt x="20856" y="42344"/>
                  <a:pt x="31473" y="31726"/>
                </a:cubicBezTo>
                <a:cubicBezTo>
                  <a:pt x="41922" y="21193"/>
                  <a:pt x="53467" y="13314"/>
                  <a:pt x="66107" y="80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Text ➎">
            <a:extLst xmlns:a="http://schemas.openxmlformats.org/drawingml/2006/main">
              <a:ext uri="{FF2B5EF4-FFF2-40B4-BE49-F238E27FC236}">
                <a16:creationId xmlns:a16="http://schemas.microsoft.com/office/drawing/2014/main" id="{370903BE-7739-4125-B051-00FA9E78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220" y="2407473"/>
            <a:ext cx="227251" cy="227920"/>
          </a:xfrm>
          <a:custGeom xmlns:a="http://schemas.openxmlformats.org/drawingml/2006/main">
            <a:pathLst>
              <a:path w="227251" h="227920">
                <a:moveTo>
                  <a:pt x="71200" y="34262"/>
                </a:moveTo>
                <a:lnTo>
                  <a:pt x="71200" y="114562"/>
                </a:lnTo>
                <a:cubicBezTo>
                  <a:pt x="77178" y="111886"/>
                  <a:pt x="83044" y="109900"/>
                  <a:pt x="88799" y="108607"/>
                </a:cubicBezTo>
                <a:cubicBezTo>
                  <a:pt x="94554" y="107313"/>
                  <a:pt x="100331" y="106666"/>
                  <a:pt x="106131" y="106666"/>
                </a:cubicBezTo>
                <a:cubicBezTo>
                  <a:pt x="118444" y="106666"/>
                  <a:pt x="128213" y="109923"/>
                  <a:pt x="135441" y="116436"/>
                </a:cubicBezTo>
                <a:cubicBezTo>
                  <a:pt x="142668" y="122949"/>
                  <a:pt x="146281" y="131738"/>
                  <a:pt x="146281" y="142801"/>
                </a:cubicBezTo>
                <a:cubicBezTo>
                  <a:pt x="146281" y="153954"/>
                  <a:pt x="142668" y="162787"/>
                  <a:pt x="135441" y="169301"/>
                </a:cubicBezTo>
                <a:cubicBezTo>
                  <a:pt x="128213" y="175814"/>
                  <a:pt x="118444" y="179071"/>
                  <a:pt x="106131" y="179071"/>
                </a:cubicBezTo>
                <a:cubicBezTo>
                  <a:pt x="98458" y="179071"/>
                  <a:pt x="91208" y="178201"/>
                  <a:pt x="84383" y="176461"/>
                </a:cubicBezTo>
                <a:cubicBezTo>
                  <a:pt x="77557" y="174721"/>
                  <a:pt x="70932" y="172111"/>
                  <a:pt x="64508" y="168632"/>
                </a:cubicBezTo>
                <a:lnTo>
                  <a:pt x="64508" y="190447"/>
                </a:lnTo>
                <a:cubicBezTo>
                  <a:pt x="71914" y="192677"/>
                  <a:pt x="79096" y="194372"/>
                  <a:pt x="86056" y="195532"/>
                </a:cubicBezTo>
                <a:cubicBezTo>
                  <a:pt x="93015" y="196692"/>
                  <a:pt x="99841" y="197272"/>
                  <a:pt x="106532" y="197272"/>
                </a:cubicBezTo>
                <a:cubicBezTo>
                  <a:pt x="125983" y="197272"/>
                  <a:pt x="141062" y="192499"/>
                  <a:pt x="151768" y="182952"/>
                </a:cubicBezTo>
                <a:cubicBezTo>
                  <a:pt x="162475" y="173405"/>
                  <a:pt x="167828" y="160021"/>
                  <a:pt x="167828" y="142801"/>
                </a:cubicBezTo>
                <a:cubicBezTo>
                  <a:pt x="167828" y="126117"/>
                  <a:pt x="162631" y="112889"/>
                  <a:pt x="152237" y="103120"/>
                </a:cubicBezTo>
                <a:cubicBezTo>
                  <a:pt x="141842" y="93350"/>
                  <a:pt x="127723" y="88465"/>
                  <a:pt x="109878" y="88465"/>
                </a:cubicBezTo>
                <a:cubicBezTo>
                  <a:pt x="106755" y="88465"/>
                  <a:pt x="103610" y="88732"/>
                  <a:pt x="100443" y="89268"/>
                </a:cubicBezTo>
                <a:cubicBezTo>
                  <a:pt x="97275" y="89803"/>
                  <a:pt x="94130" y="90606"/>
                  <a:pt x="91007" y="91677"/>
                </a:cubicBezTo>
                <a:lnTo>
                  <a:pt x="91007" y="52463"/>
                </a:lnTo>
                <a:lnTo>
                  <a:pt x="156051" y="52463"/>
                </a:lnTo>
                <a:lnTo>
                  <a:pt x="156051" y="34262"/>
                </a:lnTo>
                <a:lnTo>
                  <a:pt x="71200" y="34262"/>
                </a:lnTo>
                <a:moveTo>
                  <a:pt x="69995" y="8565"/>
                </a:moveTo>
                <a:cubicBezTo>
                  <a:pt x="83557" y="2855"/>
                  <a:pt x="98101" y="0"/>
                  <a:pt x="113626" y="0"/>
                </a:cubicBezTo>
                <a:cubicBezTo>
                  <a:pt x="129150" y="0"/>
                  <a:pt x="143694" y="2855"/>
                  <a:pt x="157256" y="8565"/>
                </a:cubicBezTo>
                <a:cubicBezTo>
                  <a:pt x="170639" y="14097"/>
                  <a:pt x="182863" y="22440"/>
                  <a:pt x="193926" y="33592"/>
                </a:cubicBezTo>
                <a:cubicBezTo>
                  <a:pt x="205168" y="44835"/>
                  <a:pt x="213533" y="57147"/>
                  <a:pt x="219020" y="70531"/>
                </a:cubicBezTo>
                <a:cubicBezTo>
                  <a:pt x="224507" y="83914"/>
                  <a:pt x="227251" y="98502"/>
                  <a:pt x="227251" y="114295"/>
                </a:cubicBezTo>
                <a:cubicBezTo>
                  <a:pt x="227251" y="129641"/>
                  <a:pt x="224507" y="144006"/>
                  <a:pt x="219020" y="157389"/>
                </a:cubicBezTo>
                <a:cubicBezTo>
                  <a:pt x="213533" y="170773"/>
                  <a:pt x="205168" y="183086"/>
                  <a:pt x="193926" y="194328"/>
                </a:cubicBezTo>
                <a:cubicBezTo>
                  <a:pt x="182863" y="205481"/>
                  <a:pt x="170639" y="213823"/>
                  <a:pt x="157256" y="219355"/>
                </a:cubicBezTo>
                <a:cubicBezTo>
                  <a:pt x="143694" y="225065"/>
                  <a:pt x="129150" y="227920"/>
                  <a:pt x="113626" y="227920"/>
                </a:cubicBezTo>
                <a:cubicBezTo>
                  <a:pt x="98101" y="227920"/>
                  <a:pt x="83557" y="225065"/>
                  <a:pt x="69995" y="219355"/>
                </a:cubicBezTo>
                <a:cubicBezTo>
                  <a:pt x="56612" y="213823"/>
                  <a:pt x="44388" y="205481"/>
                  <a:pt x="33325" y="194328"/>
                </a:cubicBezTo>
                <a:cubicBezTo>
                  <a:pt x="22083" y="183086"/>
                  <a:pt x="13718" y="170773"/>
                  <a:pt x="8231" y="157389"/>
                </a:cubicBezTo>
                <a:cubicBezTo>
                  <a:pt x="2744" y="144006"/>
                  <a:pt x="0" y="129641"/>
                  <a:pt x="0" y="114295"/>
                </a:cubicBezTo>
                <a:cubicBezTo>
                  <a:pt x="0" y="98502"/>
                  <a:pt x="2744" y="83914"/>
                  <a:pt x="8231" y="70531"/>
                </a:cubicBezTo>
                <a:cubicBezTo>
                  <a:pt x="13718" y="57147"/>
                  <a:pt x="22083" y="44835"/>
                  <a:pt x="33325" y="33592"/>
                </a:cubicBezTo>
                <a:cubicBezTo>
                  <a:pt x="44388" y="22440"/>
                  <a:pt x="56612" y="14097"/>
                  <a:pt x="69995" y="85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47BCC-2172-409E-8D6D-76926225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79" y="2255749"/>
            <a:ext cx="10" cy="457126"/>
          </a:xfrm>
          <a:custGeom xmlns:a="http://schemas.openxmlformats.org/drawingml/2006/main">
            <a:pathLst>
              <a:path w="1" h="457126" fill="none">
                <a:moveTo>
                  <a:pt x="0" y="4571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76E7D-CDE7-4853-8130-B872911D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25" y="2712876"/>
            <a:ext cx="60910" cy="60910"/>
          </a:xfrm>
          <a:custGeom xmlns:a="http://schemas.openxmlformats.org/drawingml/2006/main">
            <a:pathLst>
              <a:path w="60910" h="60910">
                <a:moveTo>
                  <a:pt x="30455" y="60910"/>
                </a:moveTo>
                <a:lnTo>
                  <a:pt x="0" y="0"/>
                </a:lnTo>
                <a:lnTo>
                  <a:pt x="60910" y="0"/>
                </a:lnTo>
                <a:lnTo>
                  <a:pt x="30455" y="609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7E93A-4F65-4DBE-BA15-43494038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525" y="2712875"/>
            <a:ext cx="60910" cy="60910"/>
          </a:xfrm>
          <a:custGeom xmlns:a="http://schemas.openxmlformats.org/drawingml/2006/main">
            <a:pathLst>
              <a:path w="60910" h="60910" fill="none">
                <a:moveTo>
                  <a:pt x="30455" y="60910"/>
                </a:moveTo>
                <a:lnTo>
                  <a:pt x="0" y="0"/>
                </a:lnTo>
                <a:lnTo>
                  <a:pt x="60910" y="0"/>
                </a:lnTo>
                <a:lnTo>
                  <a:pt x="30455" y="609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89D2C-2CEE-4EDD-A240-8C2A97AA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278" y="2255749"/>
            <a:ext cx="10" cy="457126"/>
          </a:xfrm>
          <a:custGeom xmlns:a="http://schemas.openxmlformats.org/drawingml/2006/main">
            <a:pathLst>
              <a:path w="1" h="457126" fill="none">
                <a:moveTo>
                  <a:pt x="0" y="45712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CC2BFB-1366-420B-93F1-A720CF1E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823" y="2712876"/>
            <a:ext cx="60910" cy="60910"/>
          </a:xfrm>
          <a:custGeom xmlns:a="http://schemas.openxmlformats.org/drawingml/2006/main">
            <a:pathLst>
              <a:path w="60910" h="60910">
                <a:moveTo>
                  <a:pt x="30455" y="60910"/>
                </a:moveTo>
                <a:lnTo>
                  <a:pt x="0" y="0"/>
                </a:lnTo>
                <a:lnTo>
                  <a:pt x="60910" y="0"/>
                </a:lnTo>
                <a:lnTo>
                  <a:pt x="30455" y="609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D87C07-EEC5-456E-87B1-3A6C975E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823" y="2712875"/>
            <a:ext cx="60910" cy="60910"/>
          </a:xfrm>
          <a:custGeom xmlns:a="http://schemas.openxmlformats.org/drawingml/2006/main">
            <a:pathLst>
              <a:path w="60910" h="60910" fill="none">
                <a:moveTo>
                  <a:pt x="30455" y="60910"/>
                </a:moveTo>
                <a:lnTo>
                  <a:pt x="0" y="0"/>
                </a:lnTo>
                <a:lnTo>
                  <a:pt x="60910" y="0"/>
                </a:lnTo>
                <a:lnTo>
                  <a:pt x="30455" y="609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27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762364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2026-09-05T08:52:48.3140000Z</dcterms:created>
  <dcterms:modified xsi:type="dcterms:W3CDTF">2026-09-05T08:52:48.3140000Z</dcterms:modified>
</coreProperties>
</file>